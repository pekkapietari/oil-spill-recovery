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35"/>
  </p:notesMasterIdLst>
  <p:handoutMasterIdLst>
    <p:handoutMasterId r:id="rId36"/>
  </p:handoutMasterIdLst>
  <p:sldIdLst>
    <p:sldId id="1265" r:id="rId5"/>
    <p:sldId id="1267" r:id="rId6"/>
    <p:sldId id="1271" r:id="rId7"/>
    <p:sldId id="1264" r:id="rId8"/>
    <p:sldId id="1266" r:id="rId9"/>
    <p:sldId id="1270" r:id="rId10"/>
    <p:sldId id="4835" r:id="rId11"/>
    <p:sldId id="4853" r:id="rId12"/>
    <p:sldId id="1294" r:id="rId13"/>
    <p:sldId id="1284" r:id="rId14"/>
    <p:sldId id="1292" r:id="rId15"/>
    <p:sldId id="1293" r:id="rId16"/>
    <p:sldId id="1290" r:id="rId17"/>
    <p:sldId id="4854" r:id="rId18"/>
    <p:sldId id="4851" r:id="rId19"/>
    <p:sldId id="1259" r:id="rId20"/>
    <p:sldId id="1261" r:id="rId21"/>
    <p:sldId id="1262" r:id="rId22"/>
    <p:sldId id="1263" r:id="rId23"/>
    <p:sldId id="1281" r:id="rId24"/>
    <p:sldId id="1280" r:id="rId25"/>
    <p:sldId id="1301" r:id="rId26"/>
    <p:sldId id="4852" r:id="rId27"/>
    <p:sldId id="1303" r:id="rId28"/>
    <p:sldId id="4838" r:id="rId29"/>
    <p:sldId id="1274" r:id="rId30"/>
    <p:sldId id="4846" r:id="rId31"/>
    <p:sldId id="4847" r:id="rId32"/>
    <p:sldId id="4850" r:id="rId33"/>
    <p:sldId id="4855" r:id="rId34"/>
  </p:sldIdLst>
  <p:sldSz cx="12192000" cy="6858000"/>
  <p:notesSz cx="6858000" cy="9144000"/>
  <p:embeddedFontLst>
    <p:embeddedFont>
      <p:font typeface="Arial Black" panose="020B0604020202020204" pitchFamily="34" charset="0"/>
      <p:bold r:id="rId37"/>
    </p:embeddedFont>
  </p:embeddedFontLst>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709" userDrawn="1">
          <p15:clr>
            <a:srgbClr val="A4A3A4"/>
          </p15:clr>
        </p15:guide>
        <p15:guide id="5" pos="257">
          <p15:clr>
            <a:srgbClr val="A4A3A4"/>
          </p15:clr>
        </p15:guide>
        <p15:guide id="6" pos="7423">
          <p15:clr>
            <a:srgbClr val="A4A3A4"/>
          </p15:clr>
        </p15:guide>
        <p15:guide id="8" orient="horz" pos="379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F5F"/>
    <a:srgbClr val="115EFA"/>
    <a:srgbClr val="5D7C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25EF69-40AB-4774-85FF-8CC0F46FDED1}" v="17" dt="2026-09-08T17:03:33.985"/>
  </p1510:revLst>
</p1510:revInfo>
</file>

<file path=ppt/tableStyles.xml><?xml version="1.0" encoding="utf-8"?>
<a:tblStyleLst xmlns:a="http://schemas.openxmlformats.org/drawingml/2006/main" def="{D27102A9-8310-4765-A935-A1911B00CA5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25" autoAdjust="0"/>
    <p:restoredTop sz="51135" autoAdjust="0"/>
  </p:normalViewPr>
  <p:slideViewPr>
    <p:cSldViewPr showGuides="1">
      <p:cViewPr varScale="1">
        <p:scale>
          <a:sx n="54" d="100"/>
          <a:sy n="54" d="100"/>
        </p:scale>
        <p:origin x="2336" y="208"/>
      </p:cViewPr>
      <p:guideLst>
        <p:guide orient="horz" pos="2160"/>
        <p:guide pos="3840"/>
        <p:guide orient="horz" pos="709"/>
        <p:guide pos="257"/>
        <p:guide pos="7423"/>
        <p:guide orient="horz" pos="3793"/>
      </p:guideLst>
    </p:cSldViewPr>
  </p:slid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88" d="100"/>
          <a:sy n="88" d="100"/>
        </p:scale>
        <p:origin x="373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1.fntdata"/><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Loach" userId="d2eb9afb-7f72-494a-ac47-3a5349e871a4" providerId="ADAL" clId="{32CCE929-3B12-4ADD-901B-BDB61A73EB5A}"/>
    <pc:docChg chg="custSel modSld">
      <pc:chgData name="Jason Loach" userId="d2eb9afb-7f72-494a-ac47-3a5349e871a4" providerId="ADAL" clId="{32CCE929-3B12-4ADD-901B-BDB61A73EB5A}" dt="2026-09-08T16:57:48.875" v="483" actId="20577"/>
      <pc:docMkLst>
        <pc:docMk/>
      </pc:docMkLst>
      <pc:sldChg chg="modNotesTx">
        <pc:chgData name="Jason Loach" userId="d2eb9afb-7f72-494a-ac47-3a5349e871a4" providerId="ADAL" clId="{32CCE929-3B12-4ADD-901B-BDB61A73EB5A}" dt="2026-09-08T16:47:09.093" v="0" actId="20577"/>
        <pc:sldMkLst>
          <pc:docMk/>
          <pc:sldMk cId="1539265932" sldId="1270"/>
        </pc:sldMkLst>
      </pc:sldChg>
      <pc:sldChg chg="modNotesTx">
        <pc:chgData name="Jason Loach" userId="d2eb9afb-7f72-494a-ac47-3a5349e871a4" providerId="ADAL" clId="{32CCE929-3B12-4ADD-901B-BDB61A73EB5A}" dt="2026-09-08T16:53:43.550" v="331" actId="20577"/>
        <pc:sldMkLst>
          <pc:docMk/>
          <pc:sldMk cId="1287034515" sldId="1281"/>
        </pc:sldMkLst>
      </pc:sldChg>
      <pc:sldChg chg="modNotesTx">
        <pc:chgData name="Jason Loach" userId="d2eb9afb-7f72-494a-ac47-3a5349e871a4" providerId="ADAL" clId="{32CCE929-3B12-4ADD-901B-BDB61A73EB5A}" dt="2026-09-08T16:50:07.079" v="2" actId="20577"/>
        <pc:sldMkLst>
          <pc:docMk/>
          <pc:sldMk cId="2208531192" sldId="1290"/>
        </pc:sldMkLst>
      </pc:sldChg>
      <pc:sldChg chg="modNotesTx">
        <pc:chgData name="Jason Loach" userId="d2eb9afb-7f72-494a-ac47-3a5349e871a4" providerId="ADAL" clId="{32CCE929-3B12-4ADD-901B-BDB61A73EB5A}" dt="2026-09-08T16:48:31.784" v="1" actId="20577"/>
        <pc:sldMkLst>
          <pc:docMk/>
          <pc:sldMk cId="455010174" sldId="1294"/>
        </pc:sldMkLst>
      </pc:sldChg>
      <pc:sldChg chg="modNotesTx">
        <pc:chgData name="Jason Loach" userId="d2eb9afb-7f72-494a-ac47-3a5349e871a4" providerId="ADAL" clId="{32CCE929-3B12-4ADD-901B-BDB61A73EB5A}" dt="2026-09-08T16:56:45.917" v="482" actId="20577"/>
        <pc:sldMkLst>
          <pc:docMk/>
          <pc:sldMk cId="177592368" sldId="1301"/>
        </pc:sldMkLst>
      </pc:sldChg>
      <pc:sldChg chg="modNotesTx">
        <pc:chgData name="Jason Loach" userId="d2eb9afb-7f72-494a-ac47-3a5349e871a4" providerId="ADAL" clId="{32CCE929-3B12-4ADD-901B-BDB61A73EB5A}" dt="2026-09-08T16:51:06.455" v="4" actId="20577"/>
        <pc:sldMkLst>
          <pc:docMk/>
          <pc:sldMk cId="2680470938" sldId="4851"/>
        </pc:sldMkLst>
      </pc:sldChg>
      <pc:sldChg chg="modNotesTx">
        <pc:chgData name="Jason Loach" userId="d2eb9afb-7f72-494a-ac47-3a5349e871a4" providerId="ADAL" clId="{32CCE929-3B12-4ADD-901B-BDB61A73EB5A}" dt="2026-09-08T16:57:48.875" v="483" actId="20577"/>
        <pc:sldMkLst>
          <pc:docMk/>
          <pc:sldMk cId="201640918" sldId="485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BA97F0-C535-54E2-52CF-451585BF85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sz="800"/>
          </a:p>
        </p:txBody>
      </p:sp>
      <p:sp>
        <p:nvSpPr>
          <p:cNvPr id="3" name="Date Placeholder 2">
            <a:extLst>
              <a:ext uri="{FF2B5EF4-FFF2-40B4-BE49-F238E27FC236}">
                <a16:creationId xmlns:a16="http://schemas.microsoft.com/office/drawing/2014/main" id="{3F478C9C-3486-F98A-DC21-32D148DB0E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E9406F-C256-4F86-8DEE-EA6092788017}" type="datetimeFigureOut">
              <a:rPr lang="en-GB" sz="800" smtClean="0"/>
              <a:t>01/10/2026</a:t>
            </a:fld>
            <a:endParaRPr lang="en-GB" sz="800"/>
          </a:p>
        </p:txBody>
      </p:sp>
      <p:sp>
        <p:nvSpPr>
          <p:cNvPr id="4" name="Footer Placeholder 3">
            <a:extLst>
              <a:ext uri="{FF2B5EF4-FFF2-40B4-BE49-F238E27FC236}">
                <a16:creationId xmlns:a16="http://schemas.microsoft.com/office/drawing/2014/main" id="{B85E9154-FB43-41C3-8E58-3A198785EB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sz="800"/>
          </a:p>
        </p:txBody>
      </p:sp>
      <p:sp>
        <p:nvSpPr>
          <p:cNvPr id="5" name="Slide Number Placeholder 4">
            <a:extLst>
              <a:ext uri="{FF2B5EF4-FFF2-40B4-BE49-F238E27FC236}">
                <a16:creationId xmlns:a16="http://schemas.microsoft.com/office/drawing/2014/main" id="{011D832D-C8C9-952F-B222-2E33F8E06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0CE66D-C231-4783-B921-DCF67E74179E}" type="slidenum">
              <a:rPr lang="en-GB" sz="800" smtClean="0"/>
              <a:t>‹#›</a:t>
            </a:fld>
            <a:endParaRPr lang="en-GB" sz="800"/>
          </a:p>
        </p:txBody>
      </p:sp>
    </p:spTree>
    <p:extLst>
      <p:ext uri="{BB962C8B-B14F-4D97-AF65-F5344CB8AC3E}">
        <p14:creationId xmlns:p14="http://schemas.microsoft.com/office/powerpoint/2010/main" val="29176583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8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800"/>
            </a:lvl1pPr>
          </a:lstStyle>
          <a:p>
            <a:fld id="{29549BB7-93A2-4AC2-B945-2C773A501297}" type="datetimeFigureOut">
              <a:rPr lang="en-GB" smtClean="0"/>
              <a:pPr/>
              <a:t>01/10/2026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8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800"/>
            </a:lvl1pPr>
          </a:lstStyle>
          <a:p>
            <a:fld id="{6F2864D0-97CF-41B9-8B2E-A8A368785333}" type="slidenum">
              <a:rPr lang="en-GB" smtClean="0"/>
              <a:pPr/>
              <a:t>‹#›</a:t>
            </a:fld>
            <a:endParaRPr lang="en-GB"/>
          </a:p>
        </p:txBody>
      </p:sp>
    </p:spTree>
    <p:extLst>
      <p:ext uri="{BB962C8B-B14F-4D97-AF65-F5344CB8AC3E}">
        <p14:creationId xmlns:p14="http://schemas.microsoft.com/office/powerpoint/2010/main" val="1440118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lamor-my.sharepoint.com/personal/jason_loach_lamor_com/_layouts/15/Doc.aspx?sourcedoc=%7BB7DCF5D7-3DC5-4C59-8F73-D72040DD46E9%7D&amp;file=Module%206%20-%20Shoreline%20Assessment.pptx&amp;action=edit&amp;mobileredirect=true"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lamor-my.sharepoint.com/personal/jason_loach_lamor_com/_layouts/15/Doc.aspx?sourcedoc=%7BB7DCF5D7-3DC5-4C59-8F73-D72040DD46E9%7D&amp;file=Module%206%20-%20Shoreline%20Assessment.pptx&amp;action=edit&amp;mobileredirect=true"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lamor-my.sharepoint.com/personal/jason_loach_lamor_com/_layouts/15/Doc.aspx?sourcedoc=%7BB7DCF5D7-3DC5-4C59-8F73-D72040DD46E9%7D&amp;file=Module%206%20-%20Shoreline%20Assessment.pptx&amp;action=edit&amp;mobileredirect=true"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lamor-my.sharepoint.com/personal/jason_loach_lamor_com/_layouts/15/Doc.aspx?sourcedoc=%7BB7DCF5D7-3DC5-4C59-8F73-D72040DD46E9%7D&amp;file=Module%206%20-%20Shoreline%20Assessment.pptx&amp;action=edit&amp;mobileredirect=true"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lamor-my.sharepoint.com/personal/jason_loach_lamor_com/_layouts/15/Doc.aspx?sourcedoc=%7BB7DCF5D7-3DC5-4C59-8F73-D72040DD46E9%7D&amp;file=Module%206%20-%20Shoreline%20Assessment.pptx&amp;action=edit&amp;mobileredirect=true"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lamor-my.sharepoint.com/personal/jason_loach_lamor_com/_layouts/15/Doc.aspx?sourcedoc=%7BB7DCF5D7-3DC5-4C59-8F73-D72040DD46E9%7D&amp;file=Module%206%20-%20Shoreline%20Assessment.pptx&amp;action=edit&amp;mobileredirect=true"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shoreline assessment module and explain its importance within oil spill response operations.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the learning objectives and explain what participants should be able to do by the end of the session.</a:t>
            </a:r>
          </a:p>
        </p:txBody>
      </p:sp>
      <p:sp>
        <p:nvSpPr>
          <p:cNvPr id="4" name="Slide Number Placeholder 3"/>
          <p:cNvSpPr>
            <a:spLocks noGrp="1"/>
          </p:cNvSpPr>
          <p:nvPr>
            <p:ph type="sldNum" sz="quarter" idx="5"/>
          </p:nvPr>
        </p:nvSpPr>
        <p:spPr/>
        <p:txBody>
          <a:bodyPr/>
          <a:lstStyle/>
          <a:p>
            <a:fld id="{6F2864D0-97CF-41B9-8B2E-A8A368785333}" type="slidenum">
              <a:rPr lang="en-GB" smtClean="0"/>
              <a:pPr/>
              <a:t>2</a:t>
            </a:fld>
            <a:endParaRPr lang="en-GB"/>
          </a:p>
        </p:txBody>
      </p:sp>
    </p:spTree>
    <p:extLst>
      <p:ext uri="{BB962C8B-B14F-4D97-AF65-F5344CB8AC3E}">
        <p14:creationId xmlns:p14="http://schemas.microsoft.com/office/powerpoint/2010/main" val="93630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16:notes"/>
          <p:cNvSpPr txBox="1">
            <a:spLocks noGrp="1"/>
          </p:cNvSpPr>
          <p:nvPr>
            <p:ph type="body" idx="1"/>
          </p:nvPr>
        </p:nvSpPr>
        <p:spPr>
          <a:xfrm>
            <a:off x="889000" y="4643438"/>
            <a:ext cx="4891088" cy="4398962"/>
          </a:xfrm>
          <a:prstGeom prst="rect">
            <a:avLst/>
          </a:prstGeom>
        </p:spPr>
        <p:txBody>
          <a:bodyPr spcFirstLastPara="1" wrap="square" lIns="96650" tIns="48325" rIns="96650" bIns="48325" anchor="t" anchorCtr="0">
            <a:noAutofit/>
          </a:bodyPr>
          <a:lstStyle/>
          <a:p>
            <a:r>
              <a:t>Ask participants why shoreline assessment is necessary and how assessment data supports response decisions.</a:t>
            </a:r>
          </a:p>
        </p:txBody>
      </p:sp>
      <p:sp>
        <p:nvSpPr>
          <p:cNvPr id="565" name="Google Shape;565;p16:notes"/>
          <p:cNvSpPr>
            <a:spLocks noGrp="1" noRot="1" noChangeAspect="1"/>
          </p:cNvSpPr>
          <p:nvPr>
            <p:ph type="sldImg" idx="2"/>
          </p:nvPr>
        </p:nvSpPr>
        <p:spPr>
          <a:xfrm>
            <a:off x="76200" y="733425"/>
            <a:ext cx="6516688" cy="3667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three phases of a SCAT program: reconnaissance, detailed ground surveys and post-treatment sign-off.</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SCAT as a structured process that provides information for planning and operational decision making.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Review the five key SCAT principles including </a:t>
            </a:r>
            <a:r>
              <a:rPr dirty="0" err="1"/>
              <a:t>standardisation</a:t>
            </a:r>
            <a:r>
              <a:rPr dirty="0"/>
              <a:t>, segmentation and clear endpoint criteria.</a:t>
            </a:r>
            <a:endParaRPr lang="en-GB" dirty="0"/>
          </a:p>
          <a:p>
            <a:pPr fontAlgn="t"/>
            <a:r>
              <a:rPr lang="en-GB" sz="1200" b="0" i="0" kern="1200" dirty="0">
                <a:solidFill>
                  <a:schemeClr val="tx1"/>
                </a:solidFill>
                <a:effectLst/>
                <a:latin typeface="+mn-lt"/>
                <a:ea typeface="+mn-ea"/>
                <a:cs typeface="+mn-cs"/>
              </a:rPr>
              <a:t>The </a:t>
            </a:r>
            <a:r>
              <a:rPr lang="en-GB" sz="1200" b="1" i="0" kern="1200" dirty="0">
                <a:solidFill>
                  <a:schemeClr val="tx1"/>
                </a:solidFill>
                <a:effectLst/>
                <a:latin typeface="+mn-lt"/>
                <a:ea typeface="+mn-ea"/>
                <a:cs typeface="+mn-cs"/>
              </a:rPr>
              <a:t>5 key SCAT (Shoreline Cleanup Assessment Technique) principles</a:t>
            </a:r>
            <a:r>
              <a:rPr lang="en-GB" sz="1200" b="0" i="0" kern="1200" dirty="0">
                <a:solidFill>
                  <a:schemeClr val="tx1"/>
                </a:solidFill>
                <a:effectLst/>
                <a:latin typeface="+mn-lt"/>
                <a:ea typeface="+mn-ea"/>
                <a:cs typeface="+mn-cs"/>
              </a:rPr>
              <a:t> from your training material are: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1" i="0" kern="1200" dirty="0">
                <a:solidFill>
                  <a:schemeClr val="tx1"/>
                </a:solidFill>
                <a:effectLst/>
                <a:latin typeface="+mn-lt"/>
                <a:ea typeface="+mn-ea"/>
                <a:cs typeface="+mn-cs"/>
              </a:rPr>
              <a:t>Systematic Survey</a:t>
            </a:r>
            <a:endParaRPr lang="en-GB" sz="1200" b="0" i="0" kern="1200" dirty="0">
              <a:solidFill>
                <a:schemeClr val="tx1"/>
              </a:solidFill>
              <a:effectLst/>
              <a:latin typeface="+mn-lt"/>
              <a:ea typeface="+mn-ea"/>
              <a:cs typeface="+mn-cs"/>
            </a:endParaRPr>
          </a:p>
          <a:p>
            <a:pPr lvl="1" fontAlgn="t"/>
            <a:r>
              <a:rPr lang="en-GB" sz="1200" b="0" i="0" kern="1200" dirty="0">
                <a:solidFill>
                  <a:schemeClr val="tx1"/>
                </a:solidFill>
                <a:effectLst/>
                <a:latin typeface="+mn-lt"/>
                <a:ea typeface="+mn-ea"/>
                <a:cs typeface="+mn-cs"/>
              </a:rPr>
              <a:t>Conduct shoreline assessments using a consistent, organized approach.</a:t>
            </a:r>
          </a:p>
          <a:p>
            <a:pPr lvl="1" fontAlgn="t"/>
            <a:r>
              <a:rPr lang="en-GB" sz="1200" b="0" i="0" kern="1200" dirty="0">
                <a:solidFill>
                  <a:schemeClr val="tx1"/>
                </a:solidFill>
                <a:effectLst/>
                <a:latin typeface="+mn-lt"/>
                <a:ea typeface="+mn-ea"/>
                <a:cs typeface="+mn-cs"/>
              </a:rPr>
              <a:t>Ensures the entire affected area is evaluated and documented.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1" i="0" kern="1200" dirty="0">
                <a:solidFill>
                  <a:schemeClr val="tx1"/>
                </a:solidFill>
                <a:effectLst/>
                <a:latin typeface="+mn-lt"/>
                <a:ea typeface="+mn-ea"/>
                <a:cs typeface="+mn-cs"/>
              </a:rPr>
              <a:t>Shoreline Division into Segments</a:t>
            </a:r>
            <a:endParaRPr lang="en-GB" sz="1200" b="0" i="0" kern="1200" dirty="0">
              <a:solidFill>
                <a:schemeClr val="tx1"/>
              </a:solidFill>
              <a:effectLst/>
              <a:latin typeface="+mn-lt"/>
              <a:ea typeface="+mn-ea"/>
              <a:cs typeface="+mn-cs"/>
            </a:endParaRPr>
          </a:p>
          <a:p>
            <a:pPr lvl="1" fontAlgn="t"/>
            <a:r>
              <a:rPr lang="en-GB" sz="1200" b="0" i="0" kern="1200" dirty="0">
                <a:solidFill>
                  <a:schemeClr val="tx1"/>
                </a:solidFill>
                <a:effectLst/>
                <a:latin typeface="+mn-lt"/>
                <a:ea typeface="+mn-ea"/>
                <a:cs typeface="+mn-cs"/>
              </a:rPr>
              <a:t>Divide the shoreline into manageable segments with unique identifiers.</a:t>
            </a:r>
          </a:p>
          <a:p>
            <a:pPr lvl="1" fontAlgn="t"/>
            <a:r>
              <a:rPr lang="en-GB" sz="1200" b="0" i="0" kern="1200" dirty="0">
                <a:solidFill>
                  <a:schemeClr val="tx1"/>
                </a:solidFill>
                <a:effectLst/>
                <a:latin typeface="+mn-lt"/>
                <a:ea typeface="+mn-ea"/>
                <a:cs typeface="+mn-cs"/>
              </a:rPr>
              <a:t>Makes assessment, reporting, and cleanup planning more effective.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1" i="0" kern="1200" dirty="0">
                <a:solidFill>
                  <a:schemeClr val="tx1"/>
                </a:solidFill>
                <a:effectLst/>
                <a:latin typeface="+mn-lt"/>
                <a:ea typeface="+mn-ea"/>
                <a:cs typeface="+mn-cs"/>
              </a:rPr>
              <a:t>Standardised Terms and Definitions</a:t>
            </a:r>
            <a:endParaRPr lang="en-GB" sz="1200" b="0" i="0" kern="1200" dirty="0">
              <a:solidFill>
                <a:schemeClr val="tx1"/>
              </a:solidFill>
              <a:effectLst/>
              <a:latin typeface="+mn-lt"/>
              <a:ea typeface="+mn-ea"/>
              <a:cs typeface="+mn-cs"/>
            </a:endParaRPr>
          </a:p>
          <a:p>
            <a:pPr lvl="1" fontAlgn="t"/>
            <a:r>
              <a:rPr lang="en-GB" sz="1200" b="0" i="0" kern="1200" dirty="0">
                <a:solidFill>
                  <a:schemeClr val="tx1"/>
                </a:solidFill>
                <a:effectLst/>
                <a:latin typeface="+mn-lt"/>
                <a:ea typeface="+mn-ea"/>
                <a:cs typeface="+mn-cs"/>
              </a:rPr>
              <a:t>Use agreed terminology for shoreline types, oiling conditions, and treatment recommendations.</a:t>
            </a:r>
          </a:p>
          <a:p>
            <a:pPr lvl="1" fontAlgn="t"/>
            <a:r>
              <a:rPr lang="en-GB" sz="1200" b="0" i="0" kern="1200" dirty="0">
                <a:solidFill>
                  <a:schemeClr val="tx1"/>
                </a:solidFill>
                <a:effectLst/>
                <a:latin typeface="+mn-lt"/>
                <a:ea typeface="+mn-ea"/>
                <a:cs typeface="+mn-cs"/>
              </a:rPr>
              <a:t>Ensures consistency between teams and over the duration of the response.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1" i="0" kern="1200" dirty="0">
                <a:solidFill>
                  <a:schemeClr val="tx1"/>
                </a:solidFill>
                <a:effectLst/>
                <a:latin typeface="+mn-lt"/>
                <a:ea typeface="+mn-ea"/>
                <a:cs typeface="+mn-cs"/>
              </a:rPr>
              <a:t>Interagency Team Approach</a:t>
            </a:r>
            <a:endParaRPr lang="en-GB" sz="1200" b="0" i="0" kern="1200" dirty="0">
              <a:solidFill>
                <a:schemeClr val="tx1"/>
              </a:solidFill>
              <a:effectLst/>
              <a:latin typeface="+mn-lt"/>
              <a:ea typeface="+mn-ea"/>
              <a:cs typeface="+mn-cs"/>
            </a:endParaRPr>
          </a:p>
          <a:p>
            <a:pPr lvl="1" fontAlgn="t"/>
            <a:r>
              <a:rPr lang="en-GB" sz="1200" b="0" i="0" kern="1200" dirty="0">
                <a:solidFill>
                  <a:schemeClr val="tx1"/>
                </a:solidFill>
                <a:effectLst/>
                <a:latin typeface="+mn-lt"/>
                <a:ea typeface="+mn-ea"/>
                <a:cs typeface="+mn-cs"/>
              </a:rPr>
              <a:t>SCAT assessments are carried out by representatives from multiple agencies and stakeholders.</a:t>
            </a:r>
          </a:p>
          <a:p>
            <a:pPr lvl="1" fontAlgn="t"/>
            <a:r>
              <a:rPr lang="en-GB" sz="1200" b="0" i="0" kern="1200" dirty="0">
                <a:solidFill>
                  <a:schemeClr val="tx1"/>
                </a:solidFill>
                <a:effectLst/>
                <a:latin typeface="+mn-lt"/>
                <a:ea typeface="+mn-ea"/>
                <a:cs typeface="+mn-cs"/>
              </a:rPr>
              <a:t>Brings together environmental, operational, regulatory, scientific, and local knowledge.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1" i="0" kern="1200" dirty="0">
                <a:solidFill>
                  <a:schemeClr val="tx1"/>
                </a:solidFill>
                <a:effectLst/>
                <a:latin typeface="+mn-lt"/>
                <a:ea typeface="+mn-ea"/>
                <a:cs typeface="+mn-cs"/>
              </a:rPr>
              <a:t>Management and Operational Support</a:t>
            </a:r>
            <a:endParaRPr lang="en-GB" sz="1200" b="0" i="0" kern="1200" dirty="0">
              <a:solidFill>
                <a:schemeClr val="tx1"/>
              </a:solidFill>
              <a:effectLst/>
              <a:latin typeface="+mn-lt"/>
              <a:ea typeface="+mn-ea"/>
              <a:cs typeface="+mn-cs"/>
            </a:endParaRPr>
          </a:p>
          <a:p>
            <a:pPr lvl="1" fontAlgn="t"/>
            <a:r>
              <a:rPr lang="en-GB" sz="1200" b="0" i="0" kern="1200" dirty="0">
                <a:solidFill>
                  <a:schemeClr val="tx1"/>
                </a:solidFill>
                <a:effectLst/>
                <a:latin typeface="+mn-lt"/>
                <a:ea typeface="+mn-ea"/>
                <a:cs typeface="+mn-cs"/>
              </a:rPr>
              <a:t>Assessment data is used to support: </a:t>
            </a:r>
          </a:p>
          <a:p>
            <a:pPr lvl="2" fontAlgn="t"/>
            <a:r>
              <a:rPr lang="en-GB" sz="1200" b="0" i="0" kern="1200" dirty="0">
                <a:solidFill>
                  <a:schemeClr val="tx1"/>
                </a:solidFill>
                <a:effectLst/>
                <a:latin typeface="+mn-lt"/>
                <a:ea typeface="+mn-ea"/>
                <a:cs typeface="+mn-cs"/>
              </a:rPr>
              <a:t>Operational priorities</a:t>
            </a:r>
          </a:p>
          <a:p>
            <a:pPr lvl="2" fontAlgn="t"/>
            <a:r>
              <a:rPr lang="en-GB" sz="1200" b="0" i="0" kern="1200" dirty="0">
                <a:solidFill>
                  <a:schemeClr val="tx1"/>
                </a:solidFill>
                <a:effectLst/>
                <a:latin typeface="+mn-lt"/>
                <a:ea typeface="+mn-ea"/>
                <a:cs typeface="+mn-cs"/>
              </a:rPr>
              <a:t>Treatment recommendations/guidelines</a:t>
            </a:r>
          </a:p>
          <a:p>
            <a:pPr lvl="2" fontAlgn="t"/>
            <a:r>
              <a:rPr lang="en-GB" sz="1200" b="0" i="0" kern="1200" dirty="0">
                <a:solidFill>
                  <a:schemeClr val="tx1"/>
                </a:solidFill>
                <a:effectLst/>
                <a:latin typeface="+mn-lt"/>
                <a:ea typeface="+mn-ea"/>
                <a:cs typeface="+mn-cs"/>
              </a:rPr>
              <a:t>Cleanup endpoints</a:t>
            </a:r>
          </a:p>
          <a:p>
            <a:pPr lvl="2" fontAlgn="t"/>
            <a:r>
              <a:rPr lang="en-GB" sz="1200" b="0" i="0" kern="1200" dirty="0">
                <a:solidFill>
                  <a:schemeClr val="tx1"/>
                </a:solidFill>
                <a:effectLst/>
                <a:latin typeface="+mn-lt"/>
                <a:ea typeface="+mn-ea"/>
                <a:cs typeface="+mn-cs"/>
              </a:rPr>
              <a:t>Sign-off decisions</a:t>
            </a:r>
          </a:p>
          <a:p>
            <a:pPr lvl="1" fontAlgn="t"/>
            <a:r>
              <a:rPr lang="en-GB" sz="1200" b="0" i="0" kern="1200" dirty="0">
                <a:solidFill>
                  <a:schemeClr val="tx1"/>
                </a:solidFill>
                <a:effectLst/>
                <a:latin typeface="+mn-lt"/>
                <a:ea typeface="+mn-ea"/>
                <a:cs typeface="+mn-cs"/>
              </a:rPr>
              <a:t>SCAT acts as the link between field observations and response management decisions.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0" i="0" kern="1200" dirty="0">
                <a:solidFill>
                  <a:schemeClr val="tx1"/>
                </a:solidFill>
                <a:effectLst/>
                <a:latin typeface="+mn-lt"/>
                <a:ea typeface="+mn-ea"/>
                <a:cs typeface="+mn-cs"/>
              </a:rPr>
              <a:t>A simple way to remember them is:</a:t>
            </a:r>
          </a:p>
          <a:p>
            <a:pPr fontAlgn="t"/>
            <a:r>
              <a:rPr lang="en-GB" sz="1200" b="1" i="0" kern="1200" dirty="0">
                <a:solidFill>
                  <a:schemeClr val="tx1"/>
                </a:solidFill>
                <a:effectLst/>
                <a:latin typeface="+mn-lt"/>
                <a:ea typeface="+mn-ea"/>
                <a:cs typeface="+mn-cs"/>
              </a:rPr>
              <a:t>Survey → Segment → Standardise → Stakeholders → Support Decisions</a:t>
            </a:r>
            <a:r>
              <a:rPr lang="en-GB" sz="1200" b="0" i="0" kern="1200" dirty="0">
                <a:solidFill>
                  <a:schemeClr val="tx1"/>
                </a:solidFill>
                <a:effectLst/>
                <a:latin typeface="+mn-lt"/>
                <a:ea typeface="+mn-ea"/>
                <a:cs typeface="+mn-cs"/>
              </a:rPr>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Discuss the organisations and specialists typically represented in an interagency SCAT team.</a:t>
            </a:r>
          </a:p>
        </p:txBody>
      </p:sp>
      <p:sp>
        <p:nvSpPr>
          <p:cNvPr id="4" name="Slide Number Placeholder 3"/>
          <p:cNvSpPr>
            <a:spLocks noGrp="1"/>
          </p:cNvSpPr>
          <p:nvPr>
            <p:ph type="sldNum" sz="quarter" idx="5"/>
          </p:nvPr>
        </p:nvSpPr>
        <p:spPr/>
        <p:txBody>
          <a:bodyPr/>
          <a:lstStyle/>
          <a:p>
            <a:fld id="{6F2864D0-97CF-41B9-8B2E-A8A368785333}" type="slidenum">
              <a:rPr lang="en-GB" smtClean="0"/>
              <a:pPr/>
              <a:t>7</a:t>
            </a:fld>
            <a:endParaRPr lang="en-GB"/>
          </a:p>
        </p:txBody>
      </p:sp>
    </p:spTree>
    <p:extLst>
      <p:ext uri="{BB962C8B-B14F-4D97-AF65-F5344CB8AC3E}">
        <p14:creationId xmlns:p14="http://schemas.microsoft.com/office/powerpoint/2010/main" val="426272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that SCAT teams act as the eyes and ears of planning and operations by collecting reliable field data.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shoreline segmentation, the use of unique identifiers and the importance of consistent boundaries.</a:t>
            </a:r>
            <a:endParaRPr lang="en-GB" dirty="0"/>
          </a:p>
          <a:p>
            <a:pPr fontAlgn="t"/>
            <a:r>
              <a:rPr lang="en-GB" sz="1200" b="1" i="0" kern="1200" dirty="0">
                <a:solidFill>
                  <a:schemeClr val="tx1"/>
                </a:solidFill>
                <a:effectLst/>
                <a:latin typeface="+mn-lt"/>
                <a:ea typeface="+mn-ea"/>
                <a:cs typeface="+mn-cs"/>
              </a:rPr>
              <a:t>Shoreline segmentation</a:t>
            </a:r>
            <a:r>
              <a:rPr lang="en-GB" sz="1200" b="0" i="0" kern="1200" dirty="0">
                <a:solidFill>
                  <a:schemeClr val="tx1"/>
                </a:solidFill>
                <a:effectLst/>
                <a:latin typeface="+mn-lt"/>
                <a:ea typeface="+mn-ea"/>
                <a:cs typeface="+mn-cs"/>
              </a:rPr>
              <a:t> is the process of dividing a shoreline into manageable sections (segments) that have similar physical, environmental, and operational characteristics. It is a fundamental component of the SCAT process because it allows assessment teams to describe conditions consistently, prioritize response actions, and track cleanup progress.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Why do we segment shorelines?</a:t>
            </a:r>
          </a:p>
          <a:p>
            <a:pPr lvl="0" fontAlgn="t"/>
            <a:r>
              <a:rPr lang="en-GB" sz="1200" b="0" i="0" kern="1200" dirty="0">
                <a:solidFill>
                  <a:schemeClr val="tx1"/>
                </a:solidFill>
                <a:effectLst/>
                <a:latin typeface="+mn-lt"/>
                <a:ea typeface="+mn-ea"/>
                <a:cs typeface="+mn-cs"/>
              </a:rPr>
              <a:t>Provides a consistent framework for assessment and reporting.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Makes it easier to identify and map oiling conditions.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Supports operational planning and resource allocation.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Enables progress tracking and cleanup sign-off for specific areas.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Segment Characteristics</a:t>
            </a:r>
          </a:p>
          <a:p>
            <a:pPr fontAlgn="t"/>
            <a:r>
              <a:rPr lang="en-GB" sz="1200" b="0" i="0" kern="1200" dirty="0">
                <a:solidFill>
                  <a:schemeClr val="tx1"/>
                </a:solidFill>
                <a:effectLst/>
                <a:latin typeface="+mn-lt"/>
                <a:ea typeface="+mn-ea"/>
                <a:cs typeface="+mn-cs"/>
              </a:rPr>
              <a:t>According to your training material, shoreline segments should:</a:t>
            </a:r>
          </a:p>
          <a:p>
            <a:pPr lvl="0" fontAlgn="t"/>
            <a:r>
              <a:rPr lang="en-GB" sz="1200" b="0" i="0" kern="1200" dirty="0">
                <a:solidFill>
                  <a:schemeClr val="tx1"/>
                </a:solidFill>
                <a:effectLst/>
                <a:latin typeface="+mn-lt"/>
                <a:ea typeface="+mn-ea"/>
                <a:cs typeface="+mn-cs"/>
              </a:rPr>
              <a:t>Be assigned a </a:t>
            </a:r>
            <a:r>
              <a:rPr lang="en-GB" sz="1200" b="1" i="0" kern="1200" dirty="0">
                <a:solidFill>
                  <a:schemeClr val="tx1"/>
                </a:solidFill>
                <a:effectLst/>
                <a:latin typeface="+mn-lt"/>
                <a:ea typeface="+mn-ea"/>
                <a:cs typeface="+mn-cs"/>
              </a:rPr>
              <a:t>unique location code</a:t>
            </a:r>
            <a:r>
              <a:rPr lang="en-GB" sz="1200" b="0" i="0" kern="1200" dirty="0">
                <a:solidFill>
                  <a:schemeClr val="tx1"/>
                </a:solidFill>
                <a:effectLst/>
                <a:latin typeface="+mn-lt"/>
                <a:ea typeface="+mn-ea"/>
                <a:cs typeface="+mn-cs"/>
              </a:rPr>
              <a:t> (e.g., EI-1 for Eagle Island Segment 1).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Typically range from </a:t>
            </a:r>
            <a:r>
              <a:rPr lang="en-GB" sz="1200" b="1" i="0" kern="1200" dirty="0">
                <a:solidFill>
                  <a:schemeClr val="tx1"/>
                </a:solidFill>
                <a:effectLst/>
                <a:latin typeface="+mn-lt"/>
                <a:ea typeface="+mn-ea"/>
                <a:cs typeface="+mn-cs"/>
              </a:rPr>
              <a:t>200 m to 2 km</a:t>
            </a:r>
            <a:r>
              <a:rPr lang="en-GB" sz="1200" b="0" i="0" kern="1200" dirty="0">
                <a:solidFill>
                  <a:schemeClr val="tx1"/>
                </a:solidFill>
                <a:effectLst/>
                <a:latin typeface="+mn-lt"/>
                <a:ea typeface="+mn-ea"/>
                <a:cs typeface="+mn-cs"/>
              </a:rPr>
              <a:t> in length.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Contain similar shoreline type, substrate, and physical features throughout the segment.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Be suitable units for consistent recording and comparison during a spill response.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Common Segment Boundaries</a:t>
            </a:r>
          </a:p>
          <a:p>
            <a:pPr fontAlgn="t"/>
            <a:r>
              <a:rPr lang="en-GB" sz="1200" b="0" i="0" kern="1200" dirty="0">
                <a:solidFill>
                  <a:schemeClr val="tx1"/>
                </a:solidFill>
                <a:effectLst/>
                <a:latin typeface="+mn-lt"/>
                <a:ea typeface="+mn-ea"/>
                <a:cs typeface="+mn-cs"/>
              </a:rPr>
              <a:t>Segment boundaries are usually established where there is a:</a:t>
            </a:r>
          </a:p>
          <a:p>
            <a:pPr lvl="0" fontAlgn="t"/>
            <a:r>
              <a:rPr lang="en-GB" sz="1200" b="1" i="0" kern="1200" dirty="0">
                <a:solidFill>
                  <a:schemeClr val="tx1"/>
                </a:solidFill>
                <a:effectLst/>
                <a:latin typeface="+mn-lt"/>
                <a:ea typeface="+mn-ea"/>
                <a:cs typeface="+mn-cs"/>
              </a:rPr>
              <a:t>Prominent geological feature</a:t>
            </a:r>
            <a:r>
              <a:rPr lang="en-GB" sz="1200" b="0" i="0" kern="1200" dirty="0">
                <a:solidFill>
                  <a:schemeClr val="tx1"/>
                </a:solidFill>
                <a:effectLst/>
                <a:latin typeface="+mn-lt"/>
                <a:ea typeface="+mn-ea"/>
                <a:cs typeface="+mn-cs"/>
              </a:rPr>
              <a:t> (headland, river mouth, cliff).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1" i="0" kern="1200" dirty="0">
                <a:solidFill>
                  <a:schemeClr val="tx1"/>
                </a:solidFill>
                <a:effectLst/>
                <a:latin typeface="+mn-lt"/>
                <a:ea typeface="+mn-ea"/>
                <a:cs typeface="+mn-cs"/>
              </a:rPr>
              <a:t>Change in shoreline or substrate type</a:t>
            </a:r>
            <a:r>
              <a:rPr lang="en-GB" sz="1200" b="0" i="0" kern="1200" dirty="0">
                <a:solidFill>
                  <a:schemeClr val="tx1"/>
                </a:solidFill>
                <a:effectLst/>
                <a:latin typeface="+mn-lt"/>
                <a:ea typeface="+mn-ea"/>
                <a:cs typeface="+mn-cs"/>
              </a:rPr>
              <a:t> (sand to rock, mud to gravel).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1" i="0" kern="1200" dirty="0">
                <a:solidFill>
                  <a:schemeClr val="tx1"/>
                </a:solidFill>
                <a:effectLst/>
                <a:latin typeface="+mn-lt"/>
                <a:ea typeface="+mn-ea"/>
                <a:cs typeface="+mn-cs"/>
              </a:rPr>
              <a:t>Change in oiling conditions</a:t>
            </a:r>
            <a:r>
              <a:rPr lang="en-GB" sz="1200" b="0" i="0" kern="1200" dirty="0">
                <a:solidFill>
                  <a:schemeClr val="tx1"/>
                </a:solidFill>
                <a:effectLst/>
                <a:latin typeface="+mn-lt"/>
                <a:ea typeface="+mn-ea"/>
                <a:cs typeface="+mn-cs"/>
              </a:rPr>
              <a:t>.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1" i="0" kern="1200" dirty="0">
                <a:solidFill>
                  <a:schemeClr val="tx1"/>
                </a:solidFill>
                <a:effectLst/>
                <a:latin typeface="+mn-lt"/>
                <a:ea typeface="+mn-ea"/>
                <a:cs typeface="+mn-cs"/>
              </a:rPr>
              <a:t>Change in operational area or access</a:t>
            </a:r>
            <a:r>
              <a:rPr lang="en-GB" sz="1200" b="0" i="0" kern="1200" dirty="0">
                <a:solidFill>
                  <a:schemeClr val="tx1"/>
                </a:solidFill>
                <a:effectLst/>
                <a:latin typeface="+mn-lt"/>
                <a:ea typeface="+mn-ea"/>
                <a:cs typeface="+mn-cs"/>
              </a:rPr>
              <a:t>.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Levels of Segmentation</a:t>
            </a:r>
          </a:p>
          <a:p>
            <a:pPr fontAlgn="t"/>
            <a:r>
              <a:rPr lang="en-GB" sz="1200" b="1" i="0" kern="1200" dirty="0">
                <a:solidFill>
                  <a:schemeClr val="tx1"/>
                </a:solidFill>
                <a:effectLst/>
                <a:latin typeface="+mn-lt"/>
                <a:ea typeface="+mn-ea"/>
                <a:cs typeface="+mn-cs"/>
              </a:rPr>
              <a:t>Simple Segmentation</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Based primarily on shoreline type.</a:t>
            </a:r>
          </a:p>
          <a:p>
            <a:pPr lvl="0" fontAlgn="t"/>
            <a:r>
              <a:rPr lang="en-GB" sz="1200" b="0" i="0" kern="1200" dirty="0">
                <a:solidFill>
                  <a:schemeClr val="tx1"/>
                </a:solidFill>
                <a:effectLst/>
                <a:latin typeface="+mn-lt"/>
                <a:ea typeface="+mn-ea"/>
                <a:cs typeface="+mn-cs"/>
              </a:rPr>
              <a:t>Usually sufficient for pre-spill planning and mapping.</a:t>
            </a:r>
          </a:p>
          <a:p>
            <a:pPr lvl="0" fontAlgn="t"/>
            <a:r>
              <a:rPr lang="en-GB" sz="1200" b="0" i="0" kern="1200" dirty="0">
                <a:solidFill>
                  <a:schemeClr val="tx1"/>
                </a:solidFill>
                <a:effectLst/>
                <a:latin typeface="+mn-lt"/>
                <a:ea typeface="+mn-ea"/>
                <a:cs typeface="+mn-cs"/>
              </a:rPr>
              <a:t>Requires less effort and fewer rules.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Detailed Segmentation</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Considers projected oil behaviour, access, exposure, and cleanup requirements.</a:t>
            </a:r>
          </a:p>
          <a:p>
            <a:pPr lvl="0" fontAlgn="t"/>
            <a:r>
              <a:rPr lang="en-GB" sz="1200" b="0" i="0" kern="1200" dirty="0">
                <a:solidFill>
                  <a:schemeClr val="tx1"/>
                </a:solidFill>
                <a:effectLst/>
                <a:latin typeface="+mn-lt"/>
                <a:ea typeface="+mn-ea"/>
                <a:cs typeface="+mn-cs"/>
              </a:rPr>
              <a:t>May subdivide existing segments into smaller operational units.</a:t>
            </a:r>
          </a:p>
          <a:p>
            <a:pPr lvl="0" fontAlgn="t"/>
            <a:r>
              <a:rPr lang="en-GB" sz="1200" b="0" i="0" kern="1200" dirty="0">
                <a:solidFill>
                  <a:schemeClr val="tx1"/>
                </a:solidFill>
                <a:effectLst/>
                <a:latin typeface="+mn-lt"/>
                <a:ea typeface="+mn-ea"/>
                <a:cs typeface="+mn-cs"/>
              </a:rPr>
              <a:t>Common during an active spill response.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Facilitate discussion on how participants would divide the shoreline into logical assessment segments.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simple segmentation based mainly on shoreline type and physical characteristics.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more detailed segmentation that considers oil behaviour, access and operational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Introduce the exercise and explain how participants can use mapping tools to pre-segment a shoreline.</a:t>
            </a:r>
            <a:endParaRPr lang="en-GB" dirty="0"/>
          </a:p>
          <a:p>
            <a:pPr fontAlgn="t"/>
            <a:r>
              <a:rPr lang="en-GB" sz="1200" b="0" i="0" kern="1200" dirty="0">
                <a:solidFill>
                  <a:schemeClr val="tx1"/>
                </a:solidFill>
                <a:effectLst/>
                <a:latin typeface="+mn-lt"/>
                <a:ea typeface="+mn-ea"/>
                <a:cs typeface="+mn-cs"/>
              </a:rPr>
              <a:t>For a </a:t>
            </a:r>
            <a:r>
              <a:rPr lang="en-GB" sz="1200" b="1" i="0" kern="1200" dirty="0">
                <a:solidFill>
                  <a:schemeClr val="tx1"/>
                </a:solidFill>
                <a:effectLst/>
                <a:latin typeface="+mn-lt"/>
                <a:ea typeface="+mn-ea"/>
                <a:cs typeface="+mn-cs"/>
              </a:rPr>
              <a:t>pre-spill shoreline segmentation exercise</a:t>
            </a:r>
            <a:r>
              <a:rPr lang="en-GB" sz="1200" b="0" i="0" kern="1200" dirty="0">
                <a:solidFill>
                  <a:schemeClr val="tx1"/>
                </a:solidFill>
                <a:effectLst/>
                <a:latin typeface="+mn-lt"/>
                <a:ea typeface="+mn-ea"/>
                <a:cs typeface="+mn-cs"/>
              </a:rPr>
              <a:t>, participants can use mapping tools such as </a:t>
            </a:r>
            <a:r>
              <a:rPr lang="en-GB" sz="1200" b="1" i="0" kern="1200" dirty="0">
                <a:solidFill>
                  <a:schemeClr val="tx1"/>
                </a:solidFill>
                <a:effectLst/>
                <a:latin typeface="+mn-lt"/>
                <a:ea typeface="+mn-ea"/>
                <a:cs typeface="+mn-cs"/>
              </a:rPr>
              <a:t>Google Earth, ArcGIS, QGIS, nautical charts, aerial photographs, and local shoreline maps</a:t>
            </a:r>
            <a:r>
              <a:rPr lang="en-GB" sz="1200" b="0" i="0" kern="1200" dirty="0">
                <a:solidFill>
                  <a:schemeClr val="tx1"/>
                </a:solidFill>
                <a:effectLst/>
                <a:latin typeface="+mn-lt"/>
                <a:ea typeface="+mn-ea"/>
                <a:cs typeface="+mn-cs"/>
              </a:rPr>
              <a:t> to divide the coastline into logical SCAT segments before an incident occurs.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Step 1: Review the Shoreline</a:t>
            </a:r>
          </a:p>
          <a:p>
            <a:pPr fontAlgn="t"/>
            <a:r>
              <a:rPr lang="en-GB" sz="1200" b="0" i="0" kern="1200" dirty="0">
                <a:solidFill>
                  <a:schemeClr val="tx1"/>
                </a:solidFill>
                <a:effectLst/>
                <a:latin typeface="+mn-lt"/>
                <a:ea typeface="+mn-ea"/>
                <a:cs typeface="+mn-cs"/>
              </a:rPr>
              <a:t>Examine the shoreline using satellite imagery and identify:</a:t>
            </a:r>
          </a:p>
          <a:p>
            <a:pPr lvl="0" fontAlgn="t"/>
            <a:r>
              <a:rPr lang="en-GB" sz="1200" b="0" i="0" kern="1200" dirty="0">
                <a:solidFill>
                  <a:schemeClr val="tx1"/>
                </a:solidFill>
                <a:effectLst/>
                <a:latin typeface="+mn-lt"/>
                <a:ea typeface="+mn-ea"/>
                <a:cs typeface="+mn-cs"/>
              </a:rPr>
              <a:t>Sandy beaches</a:t>
            </a:r>
          </a:p>
          <a:p>
            <a:pPr lvl="0" fontAlgn="t"/>
            <a:r>
              <a:rPr lang="en-GB" sz="1200" b="0" i="0" kern="1200" dirty="0">
                <a:solidFill>
                  <a:schemeClr val="tx1"/>
                </a:solidFill>
                <a:effectLst/>
                <a:latin typeface="+mn-lt"/>
                <a:ea typeface="+mn-ea"/>
                <a:cs typeface="+mn-cs"/>
              </a:rPr>
              <a:t>Rocky shorelines</a:t>
            </a:r>
          </a:p>
          <a:p>
            <a:pPr lvl="0" fontAlgn="t"/>
            <a:r>
              <a:rPr lang="en-GB" sz="1200" b="0" i="0" kern="1200" dirty="0">
                <a:solidFill>
                  <a:schemeClr val="tx1"/>
                </a:solidFill>
                <a:effectLst/>
                <a:latin typeface="+mn-lt"/>
                <a:ea typeface="+mn-ea"/>
                <a:cs typeface="+mn-cs"/>
              </a:rPr>
              <a:t>Gravel/cobble beaches</a:t>
            </a:r>
          </a:p>
          <a:p>
            <a:pPr lvl="0" fontAlgn="t"/>
            <a:r>
              <a:rPr lang="en-GB" sz="1200" b="0" i="0" kern="1200" dirty="0">
                <a:solidFill>
                  <a:schemeClr val="tx1"/>
                </a:solidFill>
                <a:effectLst/>
                <a:latin typeface="+mn-lt"/>
                <a:ea typeface="+mn-ea"/>
                <a:cs typeface="+mn-cs"/>
              </a:rPr>
              <a:t>Mudflats</a:t>
            </a:r>
          </a:p>
          <a:p>
            <a:pPr lvl="0" fontAlgn="t"/>
            <a:r>
              <a:rPr lang="en-GB" sz="1200" b="0" i="0" kern="1200" dirty="0">
                <a:solidFill>
                  <a:schemeClr val="tx1"/>
                </a:solidFill>
                <a:effectLst/>
                <a:latin typeface="+mn-lt"/>
                <a:ea typeface="+mn-ea"/>
                <a:cs typeface="+mn-cs"/>
              </a:rPr>
              <a:t>Marshes and wetlands</a:t>
            </a:r>
          </a:p>
          <a:p>
            <a:pPr lvl="0" fontAlgn="t"/>
            <a:r>
              <a:rPr lang="en-GB" sz="1200" b="0" i="0" kern="1200" dirty="0">
                <a:solidFill>
                  <a:schemeClr val="tx1"/>
                </a:solidFill>
                <a:effectLst/>
                <a:latin typeface="+mn-lt"/>
                <a:ea typeface="+mn-ea"/>
                <a:cs typeface="+mn-cs"/>
              </a:rPr>
              <a:t>Man-made structures such as seawalls, jetties, and ports</a:t>
            </a:r>
          </a:p>
          <a:p>
            <a:pPr fontAlgn="t"/>
            <a:r>
              <a:rPr lang="en-GB" sz="1200" b="0" i="0" kern="1200" dirty="0">
                <a:solidFill>
                  <a:schemeClr val="tx1"/>
                </a:solidFill>
                <a:effectLst/>
                <a:latin typeface="+mn-lt"/>
                <a:ea typeface="+mn-ea"/>
                <a:cs typeface="+mn-cs"/>
              </a:rPr>
              <a:t>Each shoreline type will behave differently if oil reaches it.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Step 2: Identify Natural Boundaries</a:t>
            </a:r>
          </a:p>
          <a:p>
            <a:pPr fontAlgn="t"/>
            <a:r>
              <a:rPr lang="en-GB" sz="1200" b="0" i="0" kern="1200" dirty="0">
                <a:solidFill>
                  <a:schemeClr val="tx1"/>
                </a:solidFill>
                <a:effectLst/>
                <a:latin typeface="+mn-lt"/>
                <a:ea typeface="+mn-ea"/>
                <a:cs typeface="+mn-cs"/>
              </a:rPr>
              <a:t>Create segment boundaries where there are clear physical changes such as:</a:t>
            </a:r>
          </a:p>
          <a:p>
            <a:pPr lvl="0" fontAlgn="t"/>
            <a:r>
              <a:rPr lang="en-GB" sz="1200" b="0" i="0" kern="1200" dirty="0">
                <a:solidFill>
                  <a:schemeClr val="tx1"/>
                </a:solidFill>
                <a:effectLst/>
                <a:latin typeface="+mn-lt"/>
                <a:ea typeface="+mn-ea"/>
                <a:cs typeface="+mn-cs"/>
              </a:rPr>
              <a:t>Headlands</a:t>
            </a:r>
          </a:p>
          <a:p>
            <a:pPr lvl="0" fontAlgn="t"/>
            <a:r>
              <a:rPr lang="en-GB" sz="1200" b="0" i="0" kern="1200" dirty="0">
                <a:solidFill>
                  <a:schemeClr val="tx1"/>
                </a:solidFill>
                <a:effectLst/>
                <a:latin typeface="+mn-lt"/>
                <a:ea typeface="+mn-ea"/>
                <a:cs typeface="+mn-cs"/>
              </a:rPr>
              <a:t>River mouths</a:t>
            </a:r>
          </a:p>
          <a:p>
            <a:pPr lvl="0" fontAlgn="t"/>
            <a:r>
              <a:rPr lang="en-GB" sz="1200" b="0" i="0" kern="1200" dirty="0">
                <a:solidFill>
                  <a:schemeClr val="tx1"/>
                </a:solidFill>
                <a:effectLst/>
                <a:latin typeface="+mn-lt"/>
                <a:ea typeface="+mn-ea"/>
                <a:cs typeface="+mn-cs"/>
              </a:rPr>
              <a:t>Cliffs</a:t>
            </a:r>
          </a:p>
          <a:p>
            <a:pPr lvl="0" fontAlgn="t"/>
            <a:r>
              <a:rPr lang="en-GB" sz="1200" b="0" i="0" kern="1200" dirty="0">
                <a:solidFill>
                  <a:schemeClr val="tx1"/>
                </a:solidFill>
                <a:effectLst/>
                <a:latin typeface="+mn-lt"/>
                <a:ea typeface="+mn-ea"/>
                <a:cs typeface="+mn-cs"/>
              </a:rPr>
              <a:t>Changes in substrate type</a:t>
            </a:r>
          </a:p>
          <a:p>
            <a:pPr lvl="0" fontAlgn="t"/>
            <a:r>
              <a:rPr lang="en-GB" sz="1200" b="0" i="0" kern="1200" dirty="0">
                <a:solidFill>
                  <a:schemeClr val="tx1"/>
                </a:solidFill>
                <a:effectLst/>
                <a:latin typeface="+mn-lt"/>
                <a:ea typeface="+mn-ea"/>
                <a:cs typeface="+mn-cs"/>
              </a:rPr>
              <a:t>Harbour entrances</a:t>
            </a:r>
          </a:p>
          <a:p>
            <a:pPr lvl="0" fontAlgn="t"/>
            <a:r>
              <a:rPr lang="en-GB" sz="1200" b="0" i="0" kern="1200" dirty="0">
                <a:solidFill>
                  <a:schemeClr val="tx1"/>
                </a:solidFill>
                <a:effectLst/>
                <a:latin typeface="+mn-lt"/>
                <a:ea typeface="+mn-ea"/>
                <a:cs typeface="+mn-cs"/>
              </a:rPr>
              <a:t>Access points</a:t>
            </a:r>
          </a:p>
          <a:p>
            <a:pPr fontAlgn="t"/>
            <a:r>
              <a:rPr lang="en-GB" sz="1200" b="0" i="0" kern="1200" dirty="0">
                <a:solidFill>
                  <a:schemeClr val="tx1"/>
                </a:solidFill>
                <a:effectLst/>
                <a:latin typeface="+mn-lt"/>
                <a:ea typeface="+mn-ea"/>
                <a:cs typeface="+mn-cs"/>
              </a:rPr>
              <a:t>These features provide logical and repeatable segment limits.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Step 3: Consider Operational Factors</a:t>
            </a:r>
          </a:p>
          <a:p>
            <a:pPr fontAlgn="t"/>
            <a:r>
              <a:rPr lang="en-GB" sz="1200" b="0" i="0" kern="1200" dirty="0">
                <a:solidFill>
                  <a:schemeClr val="tx1"/>
                </a:solidFill>
                <a:effectLst/>
                <a:latin typeface="+mn-lt"/>
                <a:ea typeface="+mn-ea"/>
                <a:cs typeface="+mn-cs"/>
              </a:rPr>
              <a:t>Look beyond physical features and consider:</a:t>
            </a:r>
          </a:p>
          <a:p>
            <a:pPr lvl="0" fontAlgn="t"/>
            <a:r>
              <a:rPr lang="en-GB" sz="1200" b="0" i="0" kern="1200" dirty="0">
                <a:solidFill>
                  <a:schemeClr val="tx1"/>
                </a:solidFill>
                <a:effectLst/>
                <a:latin typeface="+mn-lt"/>
                <a:ea typeface="+mn-ea"/>
                <a:cs typeface="+mn-cs"/>
              </a:rPr>
              <a:t>Vehicle access</a:t>
            </a:r>
          </a:p>
          <a:p>
            <a:pPr lvl="0" fontAlgn="t"/>
            <a:r>
              <a:rPr lang="en-GB" sz="1200" b="0" i="0" kern="1200" dirty="0">
                <a:solidFill>
                  <a:schemeClr val="tx1"/>
                </a:solidFill>
                <a:effectLst/>
                <a:latin typeface="+mn-lt"/>
                <a:ea typeface="+mn-ea"/>
                <a:cs typeface="+mn-cs"/>
              </a:rPr>
              <a:t>Boat access</a:t>
            </a:r>
          </a:p>
          <a:p>
            <a:pPr lvl="0" fontAlgn="t"/>
            <a:r>
              <a:rPr lang="en-GB" sz="1200" b="0" i="0" kern="1200" dirty="0">
                <a:solidFill>
                  <a:schemeClr val="tx1"/>
                </a:solidFill>
                <a:effectLst/>
                <a:latin typeface="+mn-lt"/>
                <a:ea typeface="+mn-ea"/>
                <a:cs typeface="+mn-cs"/>
              </a:rPr>
              <a:t>Public access restrictions</a:t>
            </a:r>
          </a:p>
          <a:p>
            <a:pPr lvl="0" fontAlgn="t"/>
            <a:r>
              <a:rPr lang="en-GB" sz="1200" b="0" i="0" kern="1200" dirty="0">
                <a:solidFill>
                  <a:schemeClr val="tx1"/>
                </a:solidFill>
                <a:effectLst/>
                <a:latin typeface="+mn-lt"/>
                <a:ea typeface="+mn-ea"/>
                <a:cs typeface="+mn-cs"/>
              </a:rPr>
              <a:t>Sensitive environmental areas</a:t>
            </a:r>
          </a:p>
          <a:p>
            <a:pPr lvl="0" fontAlgn="t"/>
            <a:r>
              <a:rPr lang="en-GB" sz="1200" b="0" i="0" kern="1200" dirty="0">
                <a:solidFill>
                  <a:schemeClr val="tx1"/>
                </a:solidFill>
                <a:effectLst/>
                <a:latin typeface="+mn-lt"/>
                <a:ea typeface="+mn-ea"/>
                <a:cs typeface="+mn-cs"/>
              </a:rPr>
              <a:t>Potential staging locations</a:t>
            </a:r>
          </a:p>
          <a:p>
            <a:pPr fontAlgn="t"/>
            <a:r>
              <a:rPr lang="en-GB" sz="1200" b="0" i="0" kern="1200" dirty="0">
                <a:solidFill>
                  <a:schemeClr val="tx1"/>
                </a:solidFill>
                <a:effectLst/>
                <a:latin typeface="+mn-lt"/>
                <a:ea typeface="+mn-ea"/>
                <a:cs typeface="+mn-cs"/>
              </a:rPr>
              <a:t>A shoreline section that requires different operational resources may need to be a separate segment.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Step 4: Create Segment Codes</a:t>
            </a:r>
          </a:p>
          <a:p>
            <a:pPr fontAlgn="t"/>
            <a:r>
              <a:rPr lang="en-GB" sz="1200" b="0" i="0" kern="1200" dirty="0">
                <a:solidFill>
                  <a:schemeClr val="tx1"/>
                </a:solidFill>
                <a:effectLst/>
                <a:latin typeface="+mn-lt"/>
                <a:ea typeface="+mn-ea"/>
                <a:cs typeface="+mn-cs"/>
              </a:rPr>
              <a:t>Assign each segment a unique identifier, for example:</a:t>
            </a:r>
          </a:p>
          <a:p>
            <a:pPr lvl="0" fontAlgn="t"/>
            <a:r>
              <a:rPr lang="en-GB" sz="1200" b="0" i="0" kern="1200" dirty="0">
                <a:solidFill>
                  <a:schemeClr val="tx1"/>
                </a:solidFill>
                <a:effectLst/>
                <a:latin typeface="+mn-lt"/>
                <a:ea typeface="+mn-ea"/>
                <a:cs typeface="+mn-cs"/>
              </a:rPr>
              <a:t>BR-01</a:t>
            </a:r>
          </a:p>
          <a:p>
            <a:pPr lvl="0" fontAlgn="t"/>
            <a:r>
              <a:rPr lang="en-GB" sz="1200" b="0" i="0" kern="1200" dirty="0">
                <a:solidFill>
                  <a:schemeClr val="tx1"/>
                </a:solidFill>
                <a:effectLst/>
                <a:latin typeface="+mn-lt"/>
                <a:ea typeface="+mn-ea"/>
                <a:cs typeface="+mn-cs"/>
              </a:rPr>
              <a:t>BR-02</a:t>
            </a:r>
          </a:p>
          <a:p>
            <a:pPr lvl="0" fontAlgn="t"/>
            <a:r>
              <a:rPr lang="en-GB" sz="1200" b="0" i="0" kern="1200" dirty="0">
                <a:solidFill>
                  <a:schemeClr val="tx1"/>
                </a:solidFill>
                <a:effectLst/>
                <a:latin typeface="+mn-lt"/>
                <a:ea typeface="+mn-ea"/>
                <a:cs typeface="+mn-cs"/>
              </a:rPr>
              <a:t>BR-03</a:t>
            </a:r>
          </a:p>
          <a:p>
            <a:pPr fontAlgn="t"/>
            <a:r>
              <a:rPr lang="en-GB" sz="1200" b="0" i="0" kern="1200" dirty="0">
                <a:solidFill>
                  <a:schemeClr val="tx1"/>
                </a:solidFill>
                <a:effectLst/>
                <a:latin typeface="+mn-lt"/>
                <a:ea typeface="+mn-ea"/>
                <a:cs typeface="+mn-cs"/>
              </a:rPr>
              <a:t>or</a:t>
            </a:r>
          </a:p>
          <a:p>
            <a:pPr lvl="0" fontAlgn="t"/>
            <a:r>
              <a:rPr lang="en-GB" sz="1200" b="0" i="0" kern="1200" dirty="0">
                <a:solidFill>
                  <a:schemeClr val="tx1"/>
                </a:solidFill>
                <a:effectLst/>
                <a:latin typeface="+mn-lt"/>
                <a:ea typeface="+mn-ea"/>
                <a:cs typeface="+mn-cs"/>
              </a:rPr>
              <a:t>EI-1</a:t>
            </a:r>
          </a:p>
          <a:p>
            <a:pPr lvl="0" fontAlgn="t"/>
            <a:r>
              <a:rPr lang="en-GB" sz="1200" b="0" i="0" kern="1200" dirty="0">
                <a:solidFill>
                  <a:schemeClr val="tx1"/>
                </a:solidFill>
                <a:effectLst/>
                <a:latin typeface="+mn-lt"/>
                <a:ea typeface="+mn-ea"/>
                <a:cs typeface="+mn-cs"/>
              </a:rPr>
              <a:t>EI-2</a:t>
            </a:r>
          </a:p>
          <a:p>
            <a:pPr lvl="0" fontAlgn="t"/>
            <a:r>
              <a:rPr lang="en-GB" sz="1200" b="0" i="0" kern="1200" dirty="0">
                <a:solidFill>
                  <a:schemeClr val="tx1"/>
                </a:solidFill>
                <a:effectLst/>
                <a:latin typeface="+mn-lt"/>
                <a:ea typeface="+mn-ea"/>
                <a:cs typeface="+mn-cs"/>
              </a:rPr>
              <a:t>EI-3</a:t>
            </a:r>
          </a:p>
          <a:p>
            <a:pPr fontAlgn="t"/>
            <a:r>
              <a:rPr lang="en-GB" sz="1200" b="0" i="0" kern="1200" dirty="0">
                <a:solidFill>
                  <a:schemeClr val="tx1"/>
                </a:solidFill>
                <a:effectLst/>
                <a:latin typeface="+mn-lt"/>
                <a:ea typeface="+mn-ea"/>
                <a:cs typeface="+mn-cs"/>
              </a:rPr>
              <a:t>These codes are used throughout assessment, planning, cleanup operations, and final sign-off.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Step 5: Check Segment Length</a:t>
            </a:r>
          </a:p>
          <a:p>
            <a:pPr fontAlgn="t"/>
            <a:r>
              <a:rPr lang="en-GB" sz="1200" b="0" i="0" kern="1200" dirty="0">
                <a:solidFill>
                  <a:schemeClr val="tx1"/>
                </a:solidFill>
                <a:effectLst/>
                <a:latin typeface="+mn-lt"/>
                <a:ea typeface="+mn-ea"/>
                <a:cs typeface="+mn-cs"/>
              </a:rPr>
              <a:t>SCAT segments are typically:</a:t>
            </a:r>
          </a:p>
          <a:p>
            <a:pPr lvl="0" fontAlgn="t"/>
            <a:r>
              <a:rPr lang="en-GB" sz="1200" b="1" i="0" kern="1200" dirty="0">
                <a:solidFill>
                  <a:schemeClr val="tx1"/>
                </a:solidFill>
                <a:effectLst/>
                <a:latin typeface="+mn-lt"/>
                <a:ea typeface="+mn-ea"/>
                <a:cs typeface="+mn-cs"/>
              </a:rPr>
              <a:t>200 m to 2 km long</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Consistent in shoreline type and characteristics</a:t>
            </a:r>
          </a:p>
          <a:p>
            <a:pPr lvl="0" fontAlgn="t"/>
            <a:r>
              <a:rPr lang="en-GB" sz="1200" b="0" i="0" kern="1200" dirty="0">
                <a:solidFill>
                  <a:schemeClr val="tx1"/>
                </a:solidFill>
                <a:effectLst/>
                <a:latin typeface="+mn-lt"/>
                <a:ea typeface="+mn-ea"/>
                <a:cs typeface="+mn-cs"/>
              </a:rPr>
              <a:t>Large enough to manage efficiently but small enough to describe accurately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Step 6: Produce a Segment Map</a:t>
            </a:r>
          </a:p>
          <a:p>
            <a:pPr fontAlgn="t"/>
            <a:r>
              <a:rPr lang="en-GB" sz="1200" b="0" i="0" kern="1200" dirty="0">
                <a:solidFill>
                  <a:schemeClr val="tx1"/>
                </a:solidFill>
                <a:effectLst/>
                <a:latin typeface="+mn-lt"/>
                <a:ea typeface="+mn-ea"/>
                <a:cs typeface="+mn-cs"/>
              </a:rPr>
              <a:t>Participants should create a map showing:</a:t>
            </a:r>
          </a:p>
          <a:p>
            <a:pPr lvl="0" fontAlgn="t"/>
            <a:r>
              <a:rPr lang="en-GB" sz="1200" b="0" i="0" kern="1200" dirty="0">
                <a:solidFill>
                  <a:schemeClr val="tx1"/>
                </a:solidFill>
                <a:effectLst/>
                <a:latin typeface="+mn-lt"/>
                <a:ea typeface="+mn-ea"/>
                <a:cs typeface="+mn-cs"/>
              </a:rPr>
              <a:t>Segment boundaries</a:t>
            </a:r>
          </a:p>
          <a:p>
            <a:pPr lvl="0" fontAlgn="t"/>
            <a:r>
              <a:rPr lang="en-GB" sz="1200" b="0" i="0" kern="1200" dirty="0">
                <a:solidFill>
                  <a:schemeClr val="tx1"/>
                </a:solidFill>
                <a:effectLst/>
                <a:latin typeface="+mn-lt"/>
                <a:ea typeface="+mn-ea"/>
                <a:cs typeface="+mn-cs"/>
              </a:rPr>
              <a:t>Segment IDs</a:t>
            </a:r>
          </a:p>
          <a:p>
            <a:pPr lvl="0" fontAlgn="t"/>
            <a:r>
              <a:rPr lang="en-GB" sz="1200" b="0" i="0" kern="1200" dirty="0">
                <a:solidFill>
                  <a:schemeClr val="tx1"/>
                </a:solidFill>
                <a:effectLst/>
                <a:latin typeface="+mn-lt"/>
                <a:ea typeface="+mn-ea"/>
                <a:cs typeface="+mn-cs"/>
              </a:rPr>
              <a:t>Shoreline type</a:t>
            </a:r>
          </a:p>
          <a:p>
            <a:pPr lvl="0" fontAlgn="t"/>
            <a:r>
              <a:rPr lang="en-GB" sz="1200" b="0" i="0" kern="1200" dirty="0">
                <a:solidFill>
                  <a:schemeClr val="tx1"/>
                </a:solidFill>
                <a:effectLst/>
                <a:latin typeface="+mn-lt"/>
                <a:ea typeface="+mn-ea"/>
                <a:cs typeface="+mn-cs"/>
              </a:rPr>
              <a:t>Access locations</a:t>
            </a:r>
          </a:p>
          <a:p>
            <a:pPr lvl="0" fontAlgn="t"/>
            <a:r>
              <a:rPr lang="en-GB" sz="1200" b="0" i="0" kern="1200" dirty="0">
                <a:solidFill>
                  <a:schemeClr val="tx1"/>
                </a:solidFill>
                <a:effectLst/>
                <a:latin typeface="+mn-lt"/>
                <a:ea typeface="+mn-ea"/>
                <a:cs typeface="+mn-cs"/>
              </a:rPr>
              <a:t>Sensitive resources</a:t>
            </a:r>
          </a:p>
          <a:p>
            <a:pPr lvl="0" fontAlgn="t"/>
            <a:r>
              <a:rPr lang="en-GB" sz="1200" b="0" i="0" kern="1200" dirty="0">
                <a:solidFill>
                  <a:schemeClr val="tx1"/>
                </a:solidFill>
                <a:effectLst/>
                <a:latin typeface="+mn-lt"/>
                <a:ea typeface="+mn-ea"/>
                <a:cs typeface="+mn-cs"/>
              </a:rPr>
              <a:t>Potential operational constraints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shoreline survey form and explain its purpose in capturing standardised field observations.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3:notes"/>
          <p:cNvSpPr>
            <a:spLocks noGrp="1" noRot="1" noChangeAspect="1"/>
          </p:cNvSpPr>
          <p:nvPr>
            <p:ph type="sldImg" idx="2"/>
          </p:nvPr>
        </p:nvSpPr>
        <p:spPr>
          <a:xfrm>
            <a:off x="76200" y="733425"/>
            <a:ext cx="6516688" cy="3667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560" name="Google Shape;560;p3:notes"/>
          <p:cNvSpPr txBox="1">
            <a:spLocks noGrp="1"/>
          </p:cNvSpPr>
          <p:nvPr>
            <p:ph type="body" idx="1"/>
          </p:nvPr>
        </p:nvSpPr>
        <p:spPr>
          <a:xfrm>
            <a:off x="666750" y="4643438"/>
            <a:ext cx="5335588" cy="4398962"/>
          </a:xfrm>
          <a:prstGeom prst="rect">
            <a:avLst/>
          </a:prstGeom>
          <a:noFill/>
          <a:ln>
            <a:noFill/>
          </a:ln>
        </p:spPr>
        <p:txBody>
          <a:bodyPr spcFirstLastPara="1" wrap="square" lIns="94875" tIns="47425" rIns="94875" bIns="47425" anchor="t" anchorCtr="0">
            <a:normAutofit/>
          </a:bodyPr>
          <a:lstStyle/>
          <a:p>
            <a:r>
              <a:rPr dirty="0"/>
              <a:t>Discuss shoreline oiled summary forms, consistency of terminology and the importance of team agreement.</a:t>
            </a:r>
            <a:endParaRPr lang="en-GB" dirty="0"/>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"The Shoreline Oiled Summary Form is fundamental to the SCAT process. It provides a consistent way of recording observations and communicating information to Operations and Planning. While forms can be adapted to suit different spill environments, consistency is critical. If one team calls something a tar ball, every team must use that same definition. SCAT assessments should be completed collaboratively, with the team agreeing on oiling descriptions, treatment recommendations, and cleanup endpoints before the form is finalized."</a:t>
            </a:r>
          </a:p>
          <a:p>
            <a:endParaRPr dirty="0"/>
          </a:p>
        </p:txBody>
      </p:sp>
      <p:sp>
        <p:nvSpPr>
          <p:cNvPr id="561" name="Google Shape;561;p3:notes"/>
          <p:cNvSpPr txBox="1">
            <a:spLocks noGrp="1"/>
          </p:cNvSpPr>
          <p:nvPr>
            <p:ph type="sldNum" idx="12"/>
          </p:nvPr>
        </p:nvSpPr>
        <p:spPr>
          <a:xfrm>
            <a:off x="3776663" y="9285288"/>
            <a:ext cx="2890837" cy="488950"/>
          </a:xfrm>
          <a:prstGeom prst="rect">
            <a:avLst/>
          </a:prstGeom>
          <a:noFill/>
          <a:ln>
            <a:noFill/>
          </a:ln>
        </p:spPr>
        <p:txBody>
          <a:bodyPr spcFirstLastPara="1" wrap="square" lIns="94875" tIns="47425" rIns="94875" bIns="47425"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879807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 the example form and highlight key sections that require accurate field observations.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Continue reviewing the form and explain how observations should be recorded consistently.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any remaining parts of the form and answer questions before moving to oiling assessment.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surface oiling assessment, zoning and the use of standard terminology for quantitative descriptions.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"Dividing the shoreline into tidal zones is essential for accurate oiling assessment. The Supratidal, Upper Intertidal, Mid Intertidal, and Lower Intertidal zones experience different levels of tidal influence, which affects how oil is deposited, transported, and naturally removed. By recording oiling conditions separately within each zone, SCAT teams can provide more accurate assessments and develop more effective cleanup recommendations.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Tidal Zones and Their Importance in SCAT</a:t>
            </a:r>
          </a:p>
          <a:p>
            <a:pPr fontAlgn="t"/>
            <a:r>
              <a:rPr lang="en-GB" sz="1200" b="0" i="0" kern="1200" dirty="0">
                <a:solidFill>
                  <a:schemeClr val="tx1"/>
                </a:solidFill>
                <a:effectLst/>
                <a:latin typeface="+mn-lt"/>
                <a:ea typeface="+mn-ea"/>
                <a:cs typeface="+mn-cs"/>
              </a:rPr>
              <a:t>When conducting a shoreline assessment, the shoreline is divided into </a:t>
            </a:r>
            <a:r>
              <a:rPr lang="en-GB" sz="1200" b="1" i="0" kern="1200" dirty="0">
                <a:solidFill>
                  <a:schemeClr val="tx1"/>
                </a:solidFill>
                <a:effectLst/>
                <a:latin typeface="+mn-lt"/>
                <a:ea typeface="+mn-ea"/>
                <a:cs typeface="+mn-cs"/>
              </a:rPr>
              <a:t>tidal zones</a:t>
            </a:r>
            <a:r>
              <a:rPr lang="en-GB" sz="1200" b="0" i="0" kern="1200" dirty="0">
                <a:solidFill>
                  <a:schemeClr val="tx1"/>
                </a:solidFill>
                <a:effectLst/>
                <a:latin typeface="+mn-lt"/>
                <a:ea typeface="+mn-ea"/>
                <a:cs typeface="+mn-cs"/>
              </a:rPr>
              <a:t> to accurately describe where oil is located. This helps responders understand the potential movement of oil, select appropriate cleanup methods, and monitor natural recovery.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1. Supratidal Zone (SU)</a:t>
            </a:r>
          </a:p>
          <a:p>
            <a:pPr lvl="0" fontAlgn="t"/>
            <a:r>
              <a:rPr lang="en-GB" sz="1200" b="0" i="0" kern="1200" dirty="0">
                <a:solidFill>
                  <a:schemeClr val="tx1"/>
                </a:solidFill>
                <a:effectLst/>
                <a:latin typeface="+mn-lt"/>
                <a:ea typeface="+mn-ea"/>
                <a:cs typeface="+mn-cs"/>
              </a:rPr>
              <a:t>Located </a:t>
            </a:r>
            <a:r>
              <a:rPr lang="en-GB" sz="1200" b="1" i="0" kern="1200" dirty="0">
                <a:solidFill>
                  <a:schemeClr val="tx1"/>
                </a:solidFill>
                <a:effectLst/>
                <a:latin typeface="+mn-lt"/>
                <a:ea typeface="+mn-ea"/>
                <a:cs typeface="+mn-cs"/>
              </a:rPr>
              <a:t>above the normal high tide line</a:t>
            </a:r>
            <a:r>
              <a:rPr lang="en-GB" sz="1200" b="0" i="0" kern="1200" dirty="0">
                <a:solidFill>
                  <a:schemeClr val="tx1"/>
                </a:solidFill>
                <a:effectLst/>
                <a:latin typeface="+mn-lt"/>
                <a:ea typeface="+mn-ea"/>
                <a:cs typeface="+mn-cs"/>
              </a:rPr>
              <a:t>.</a:t>
            </a:r>
          </a:p>
          <a:p>
            <a:pPr lvl="0" fontAlgn="t"/>
            <a:r>
              <a:rPr lang="en-GB" sz="1200" b="0" i="0" kern="1200" dirty="0">
                <a:solidFill>
                  <a:schemeClr val="tx1"/>
                </a:solidFill>
                <a:effectLst/>
                <a:latin typeface="+mn-lt"/>
                <a:ea typeface="+mn-ea"/>
                <a:cs typeface="+mn-cs"/>
              </a:rPr>
              <a:t>Only affected by extreme high tides, storm surges, or wave splash.</a:t>
            </a:r>
          </a:p>
          <a:p>
            <a:pPr lvl="0" fontAlgn="t"/>
            <a:r>
              <a:rPr lang="en-GB" sz="1200" b="0" i="0" kern="1200" dirty="0">
                <a:solidFill>
                  <a:schemeClr val="tx1"/>
                </a:solidFill>
                <a:effectLst/>
                <a:latin typeface="+mn-lt"/>
                <a:ea typeface="+mn-ea"/>
                <a:cs typeface="+mn-cs"/>
              </a:rPr>
              <a:t>Oil found here can persist for long periods because it is not regularly washed by tides.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Significance:</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Often requires active cleanup.</a:t>
            </a:r>
          </a:p>
          <a:p>
            <a:pPr lvl="0" fontAlgn="t"/>
            <a:r>
              <a:rPr lang="en-GB" sz="1200" b="0" i="0" kern="1200" dirty="0">
                <a:solidFill>
                  <a:schemeClr val="tx1"/>
                </a:solidFill>
                <a:effectLst/>
                <a:latin typeface="+mn-lt"/>
                <a:ea typeface="+mn-ea"/>
                <a:cs typeface="+mn-cs"/>
              </a:rPr>
              <a:t>May contain heavily weathered oil deposits.</a:t>
            </a:r>
          </a:p>
          <a:p>
            <a:pPr lvl="0" fontAlgn="t"/>
            <a:r>
              <a:rPr lang="en-GB" sz="1200" b="0" i="0" kern="1200" dirty="0">
                <a:solidFill>
                  <a:schemeClr val="tx1"/>
                </a:solidFill>
                <a:effectLst/>
                <a:latin typeface="+mn-lt"/>
                <a:ea typeface="+mn-ea"/>
                <a:cs typeface="+mn-cs"/>
              </a:rPr>
              <a:t>Common location for stranded oil following storms.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br>
              <a:rPr lang="en-GB" sz="1200" b="0" i="0" kern="1200" dirty="0">
                <a:solidFill>
                  <a:schemeClr val="tx1"/>
                </a:solidFill>
                <a:effectLst/>
                <a:latin typeface="+mn-lt"/>
                <a:ea typeface="+mn-ea"/>
                <a:cs typeface="+mn-cs"/>
              </a:rPr>
            </a:b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2. Upper Intertidal Zone (UI)</a:t>
            </a:r>
          </a:p>
          <a:p>
            <a:pPr lvl="0" fontAlgn="t"/>
            <a:r>
              <a:rPr lang="en-GB" sz="1200" b="0" i="0" kern="1200" dirty="0">
                <a:solidFill>
                  <a:schemeClr val="tx1"/>
                </a:solidFill>
                <a:effectLst/>
                <a:latin typeface="+mn-lt"/>
                <a:ea typeface="+mn-ea"/>
                <a:cs typeface="+mn-cs"/>
              </a:rPr>
              <a:t>Area immediately below the high tide line.</a:t>
            </a:r>
          </a:p>
          <a:p>
            <a:pPr lvl="0" fontAlgn="t"/>
            <a:r>
              <a:rPr lang="en-GB" sz="1200" b="0" i="0" kern="1200" dirty="0">
                <a:solidFill>
                  <a:schemeClr val="tx1"/>
                </a:solidFill>
                <a:effectLst/>
                <a:latin typeface="+mn-lt"/>
                <a:ea typeface="+mn-ea"/>
                <a:cs typeface="+mn-cs"/>
              </a:rPr>
              <a:t>Inundated during high tides but exposed for much of the tidal cycle.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Significance:</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Frequently receives stranded oil during tidal fluctuations.</a:t>
            </a:r>
          </a:p>
          <a:p>
            <a:pPr lvl="0" fontAlgn="t"/>
            <a:r>
              <a:rPr lang="en-GB" sz="1200" b="0" i="0" kern="1200" dirty="0">
                <a:solidFill>
                  <a:schemeClr val="tx1"/>
                </a:solidFill>
                <a:effectLst/>
                <a:latin typeface="+mn-lt"/>
                <a:ea typeface="+mn-ea"/>
                <a:cs typeface="+mn-cs"/>
              </a:rPr>
              <a:t>Oil may remain for extended periods between tidal cycles.</a:t>
            </a:r>
          </a:p>
          <a:p>
            <a:pPr lvl="0" fontAlgn="t"/>
            <a:r>
              <a:rPr lang="en-GB" sz="1200" b="0" i="0" kern="1200" dirty="0">
                <a:solidFill>
                  <a:schemeClr val="tx1"/>
                </a:solidFill>
                <a:effectLst/>
                <a:latin typeface="+mn-lt"/>
                <a:ea typeface="+mn-ea"/>
                <a:cs typeface="+mn-cs"/>
              </a:rPr>
              <a:t>Often a priority area for cleanup operations.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br>
              <a:rPr lang="en-GB" sz="1200" b="0" i="0" kern="1200" dirty="0">
                <a:solidFill>
                  <a:schemeClr val="tx1"/>
                </a:solidFill>
                <a:effectLst/>
                <a:latin typeface="+mn-lt"/>
                <a:ea typeface="+mn-ea"/>
                <a:cs typeface="+mn-cs"/>
              </a:rPr>
            </a:b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3. Mid Intertidal Zone (MI)</a:t>
            </a:r>
          </a:p>
          <a:p>
            <a:pPr lvl="0" fontAlgn="t"/>
            <a:r>
              <a:rPr lang="en-GB" sz="1200" b="0" i="0" kern="1200" dirty="0">
                <a:solidFill>
                  <a:schemeClr val="tx1"/>
                </a:solidFill>
                <a:effectLst/>
                <a:latin typeface="+mn-lt"/>
                <a:ea typeface="+mn-ea"/>
                <a:cs typeface="+mn-cs"/>
              </a:rPr>
              <a:t>Middle section of the tidal range.</a:t>
            </a:r>
          </a:p>
          <a:p>
            <a:pPr lvl="0" fontAlgn="t"/>
            <a:r>
              <a:rPr lang="en-GB" sz="1200" b="0" i="0" kern="1200" dirty="0">
                <a:solidFill>
                  <a:schemeClr val="tx1"/>
                </a:solidFill>
                <a:effectLst/>
                <a:latin typeface="+mn-lt"/>
                <a:ea typeface="+mn-ea"/>
                <a:cs typeface="+mn-cs"/>
              </a:rPr>
              <a:t>Regularly exposed and submerged by daily tides.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Significance:</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Oil is subject to continual reworking by waves and tides.</a:t>
            </a:r>
          </a:p>
          <a:p>
            <a:pPr lvl="0" fontAlgn="t"/>
            <a:r>
              <a:rPr lang="en-GB" sz="1200" b="0" i="0" kern="1200" dirty="0">
                <a:solidFill>
                  <a:schemeClr val="tx1"/>
                </a:solidFill>
                <a:effectLst/>
                <a:latin typeface="+mn-lt"/>
                <a:ea typeface="+mn-ea"/>
                <a:cs typeface="+mn-cs"/>
              </a:rPr>
              <a:t>Natural cleaning processes can be significant.</a:t>
            </a:r>
          </a:p>
          <a:p>
            <a:pPr lvl="0" fontAlgn="t"/>
            <a:r>
              <a:rPr lang="en-GB" sz="1200" b="0" i="0" kern="1200" dirty="0">
                <a:solidFill>
                  <a:schemeClr val="tx1"/>
                </a:solidFill>
                <a:effectLst/>
                <a:latin typeface="+mn-lt"/>
                <a:ea typeface="+mn-ea"/>
                <a:cs typeface="+mn-cs"/>
              </a:rPr>
              <a:t>Oiling conditions can change rapidly between surveys.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br>
              <a:rPr lang="en-GB" sz="1200" b="0" i="0" kern="1200" dirty="0">
                <a:solidFill>
                  <a:schemeClr val="tx1"/>
                </a:solidFill>
                <a:effectLst/>
                <a:latin typeface="+mn-lt"/>
                <a:ea typeface="+mn-ea"/>
                <a:cs typeface="+mn-cs"/>
              </a:rPr>
            </a:b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4. Lower Intertidal Zone (LI)</a:t>
            </a:r>
          </a:p>
          <a:p>
            <a:pPr lvl="0" fontAlgn="t"/>
            <a:r>
              <a:rPr lang="en-GB" sz="1200" b="0" i="0" kern="1200" dirty="0">
                <a:solidFill>
                  <a:schemeClr val="tx1"/>
                </a:solidFill>
                <a:effectLst/>
                <a:latin typeface="+mn-lt"/>
                <a:ea typeface="+mn-ea"/>
                <a:cs typeface="+mn-cs"/>
              </a:rPr>
              <a:t>Lowest part of the intertidal area.</a:t>
            </a:r>
          </a:p>
          <a:p>
            <a:pPr lvl="0" fontAlgn="t"/>
            <a:r>
              <a:rPr lang="en-GB" sz="1200" b="0" i="0" kern="1200" dirty="0">
                <a:solidFill>
                  <a:schemeClr val="tx1"/>
                </a:solidFill>
                <a:effectLst/>
                <a:latin typeface="+mn-lt"/>
                <a:ea typeface="+mn-ea"/>
                <a:cs typeface="+mn-cs"/>
              </a:rPr>
              <a:t>Exposed only during low tide and submerged most of the time. </a:t>
            </a:r>
          </a:p>
          <a:p>
            <a:pPr fontAlgn="t"/>
            <a:r>
              <a:rPr lang="en-GB" sz="1200" b="1" i="0" kern="1200" dirty="0">
                <a:solidFill>
                  <a:schemeClr val="tx1"/>
                </a:solidFill>
                <a:effectLst/>
                <a:latin typeface="+mn-lt"/>
                <a:ea typeface="+mn-ea"/>
                <a:cs typeface="+mn-cs"/>
              </a:rPr>
              <a:t>Significance:</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Oil may be mobile and redistributed by waves and currents.</a:t>
            </a:r>
          </a:p>
          <a:p>
            <a:pPr lvl="0" fontAlgn="t"/>
            <a:r>
              <a:rPr lang="en-GB" sz="1200" b="0" i="0" kern="1200" dirty="0">
                <a:solidFill>
                  <a:schemeClr val="tx1"/>
                </a:solidFill>
                <a:effectLst/>
                <a:latin typeface="+mn-lt"/>
                <a:ea typeface="+mn-ea"/>
                <a:cs typeface="+mn-cs"/>
              </a:rPr>
              <a:t>Access for assessment is often limited to low-tide periods.</a:t>
            </a:r>
          </a:p>
          <a:p>
            <a:pPr lvl="0" fontAlgn="t"/>
            <a:r>
              <a:rPr lang="en-GB" sz="1200" b="0" i="0" kern="1200" dirty="0">
                <a:solidFill>
                  <a:schemeClr val="tx1"/>
                </a:solidFill>
                <a:effectLst/>
                <a:latin typeface="+mn-lt"/>
                <a:ea typeface="+mn-ea"/>
                <a:cs typeface="+mn-cs"/>
              </a:rPr>
              <a:t>Timing of surveys is critical for accurate observations. </a:t>
            </a:r>
          </a:p>
          <a:p>
            <a:pPr fontAlgn="t"/>
            <a:br>
              <a:rPr lang="en-GB" sz="1200" b="0" i="0" kern="1200" dirty="0">
                <a:solidFill>
                  <a:schemeClr val="tx1"/>
                </a:solidFill>
                <a:effectLst/>
                <a:latin typeface="+mn-lt"/>
                <a:ea typeface="+mn-ea"/>
                <a:cs typeface="+mn-cs"/>
              </a:rPr>
            </a:b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Why Do We Use Tidal Zones?</a:t>
            </a:r>
          </a:p>
          <a:p>
            <a:pPr fontAlgn="t"/>
            <a:r>
              <a:rPr lang="en-GB" sz="1200" b="0" i="0" kern="1200" dirty="0">
                <a:solidFill>
                  <a:schemeClr val="tx1"/>
                </a:solidFill>
                <a:effectLst/>
                <a:latin typeface="+mn-lt"/>
                <a:ea typeface="+mn-ea"/>
                <a:cs typeface="+mn-cs"/>
              </a:rPr>
              <a:t>Using tidal zones allows SCAT teams to:</a:t>
            </a:r>
          </a:p>
          <a:p>
            <a:pPr lvl="0" fontAlgn="t"/>
            <a:r>
              <a:rPr lang="en-GB" sz="1200" b="0" i="0" kern="1200" dirty="0">
                <a:solidFill>
                  <a:schemeClr val="tx1"/>
                </a:solidFill>
                <a:effectLst/>
                <a:latin typeface="+mn-lt"/>
                <a:ea typeface="+mn-ea"/>
                <a:cs typeface="+mn-cs"/>
              </a:rPr>
              <a:t>Record oiling locations consistently. </a:t>
            </a:r>
          </a:p>
          <a:p>
            <a:pPr lvl="0" fontAlgn="t"/>
            <a:r>
              <a:rPr lang="en-GB" sz="1200" b="0" i="0" kern="1200" dirty="0">
                <a:solidFill>
                  <a:schemeClr val="tx1"/>
                </a:solidFill>
                <a:effectLst/>
                <a:latin typeface="+mn-lt"/>
                <a:ea typeface="+mn-ea"/>
                <a:cs typeface="+mn-cs"/>
              </a:rPr>
              <a:t>Improve accuracy when estimating oil distribution and thickness. </a:t>
            </a:r>
          </a:p>
          <a:p>
            <a:pPr lvl="0" fontAlgn="t"/>
            <a:r>
              <a:rPr lang="en-GB" sz="1200" b="0" i="0" kern="1200" dirty="0">
                <a:solidFill>
                  <a:schemeClr val="tx1"/>
                </a:solidFill>
                <a:effectLst/>
                <a:latin typeface="+mn-lt"/>
                <a:ea typeface="+mn-ea"/>
                <a:cs typeface="+mn-cs"/>
              </a:rPr>
              <a:t>Understand how tides may influence oil movement and persistence. </a:t>
            </a:r>
          </a:p>
          <a:p>
            <a:pPr lvl="0" fontAlgn="t"/>
            <a:r>
              <a:rPr lang="en-GB" sz="1200" b="0" i="0" kern="1200" dirty="0">
                <a:solidFill>
                  <a:schemeClr val="tx1"/>
                </a:solidFill>
                <a:effectLst/>
                <a:latin typeface="+mn-lt"/>
                <a:ea typeface="+mn-ea"/>
                <a:cs typeface="+mn-cs"/>
              </a:rPr>
              <a:t>Develop more effective treatment recommendations. </a:t>
            </a:r>
          </a:p>
          <a:p>
            <a:pPr lvl="0" fontAlgn="t"/>
            <a:r>
              <a:rPr lang="en-GB" sz="1200" b="0" i="0" kern="1200" dirty="0">
                <a:solidFill>
                  <a:schemeClr val="tx1"/>
                </a:solidFill>
                <a:effectLst/>
                <a:latin typeface="+mn-lt"/>
                <a:ea typeface="+mn-ea"/>
                <a:cs typeface="+mn-cs"/>
              </a:rPr>
              <a:t>Monitor cleanup progress and determine endpoint achievement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how zoning improves accuracy and consistency when documenting oil distribution.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"Section 6 is often the most important part of the SCAT survey because it quantifies shoreline oiling. We record the percentage of the surface covered by oil, the thickness of the oil, and the physical character of the oil. These observations should be made separately for each shoreline zone and documented using standard SCAT terminology. Consistent recording allows planners and operations staff to compare conditions across segments, prioritize cleanup activities, and track recovery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Oil Distribution, Cover Estimates, Oil Thickness, and Oil Character</a:t>
            </a:r>
          </a:p>
          <a:p>
            <a:pPr fontAlgn="t"/>
            <a:r>
              <a:rPr lang="en-GB" sz="1200" b="0" i="0" kern="1200" dirty="0">
                <a:solidFill>
                  <a:schemeClr val="tx1"/>
                </a:solidFill>
                <a:effectLst/>
                <a:latin typeface="+mn-lt"/>
                <a:ea typeface="+mn-ea"/>
                <a:cs typeface="+mn-cs"/>
              </a:rPr>
              <a:t>Section 6 of the SCAT form focuses on describing </a:t>
            </a:r>
            <a:r>
              <a:rPr lang="en-GB" sz="1200" b="1" i="0" kern="1200" dirty="0">
                <a:solidFill>
                  <a:schemeClr val="tx1"/>
                </a:solidFill>
                <a:effectLst/>
                <a:latin typeface="+mn-lt"/>
                <a:ea typeface="+mn-ea"/>
                <a:cs typeface="+mn-cs"/>
              </a:rPr>
              <a:t>how much oil is present, where it is located, how thick it is, and what it looks like</a:t>
            </a:r>
            <a:r>
              <a:rPr lang="en-GB" sz="1200" b="0" i="0" kern="1200" dirty="0">
                <a:solidFill>
                  <a:schemeClr val="tx1"/>
                </a:solidFill>
                <a:effectLst/>
                <a:latin typeface="+mn-lt"/>
                <a:ea typeface="+mn-ea"/>
                <a:cs typeface="+mn-cs"/>
              </a:rPr>
              <a:t>. This is often the most important part of the shoreline assessment because it provides the information needed to develop cleanup recommendations and measure progress.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br>
              <a:rPr lang="en-GB" sz="1200" b="0" i="0" kern="1200" dirty="0">
                <a:solidFill>
                  <a:schemeClr val="tx1"/>
                </a:solidFill>
                <a:effectLst/>
                <a:latin typeface="+mn-lt"/>
                <a:ea typeface="+mn-ea"/>
                <a:cs typeface="+mn-cs"/>
              </a:rPr>
            </a:b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1. Oil Distribution</a:t>
            </a:r>
          </a:p>
          <a:p>
            <a:pPr fontAlgn="t"/>
            <a:r>
              <a:rPr lang="en-GB" sz="1200" b="1" i="0" kern="1200" dirty="0">
                <a:solidFill>
                  <a:schemeClr val="tx1"/>
                </a:solidFill>
                <a:effectLst/>
                <a:latin typeface="+mn-lt"/>
                <a:ea typeface="+mn-ea"/>
                <a:cs typeface="+mn-cs"/>
              </a:rPr>
              <a:t>Oil distribution</a:t>
            </a:r>
            <a:r>
              <a:rPr lang="en-GB" sz="1200" b="0" i="0" kern="1200" dirty="0">
                <a:solidFill>
                  <a:schemeClr val="tx1"/>
                </a:solidFill>
                <a:effectLst/>
                <a:latin typeface="+mn-lt"/>
                <a:ea typeface="+mn-ea"/>
                <a:cs typeface="+mn-cs"/>
              </a:rPr>
              <a:t> describes the percentage of the shoreline surface covered by oil within a segment or zone. SCAT teams estimate how much of the ground surface is visibly affected by oil.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0" i="0" kern="1200" dirty="0">
                <a:solidFill>
                  <a:schemeClr val="tx1"/>
                </a:solidFill>
                <a:effectLst/>
                <a:latin typeface="+mn-lt"/>
                <a:ea typeface="+mn-ea"/>
                <a:cs typeface="+mn-cs"/>
              </a:rPr>
              <a:t>Key points:</a:t>
            </a:r>
          </a:p>
          <a:p>
            <a:pPr lvl="0" fontAlgn="t"/>
            <a:r>
              <a:rPr lang="en-GB" sz="1200" b="0" i="0" kern="1200" dirty="0">
                <a:solidFill>
                  <a:schemeClr val="tx1"/>
                </a:solidFill>
                <a:effectLst/>
                <a:latin typeface="+mn-lt"/>
                <a:ea typeface="+mn-ea"/>
                <a:cs typeface="+mn-cs"/>
              </a:rPr>
              <a:t>Estimate the proportion of the surface covered by oil.</a:t>
            </a:r>
          </a:p>
          <a:p>
            <a:pPr lvl="0" fontAlgn="t"/>
            <a:r>
              <a:rPr lang="en-GB" sz="1200" b="0" i="0" kern="1200" dirty="0">
                <a:solidFill>
                  <a:schemeClr val="tx1"/>
                </a:solidFill>
                <a:effectLst/>
                <a:latin typeface="+mn-lt"/>
                <a:ea typeface="+mn-ea"/>
                <a:cs typeface="+mn-cs"/>
              </a:rPr>
              <a:t>Record conditions separately for each shoreline zone (A, B, C, etc.).</a:t>
            </a:r>
          </a:p>
          <a:p>
            <a:pPr lvl="0" fontAlgn="t"/>
            <a:r>
              <a:rPr lang="en-GB" sz="1200" b="0" i="0" kern="1200" dirty="0">
                <a:solidFill>
                  <a:schemeClr val="tx1"/>
                </a:solidFill>
                <a:effectLst/>
                <a:latin typeface="+mn-lt"/>
                <a:ea typeface="+mn-ea"/>
                <a:cs typeface="+mn-cs"/>
              </a:rPr>
              <a:t>Use standardized visual aids to improve consistency between teams.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Example:</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Zone A: 80% oil cover</a:t>
            </a:r>
          </a:p>
          <a:p>
            <a:pPr lvl="0" fontAlgn="t"/>
            <a:r>
              <a:rPr lang="en-GB" sz="1200" b="0" i="0" kern="1200" dirty="0">
                <a:solidFill>
                  <a:schemeClr val="tx1"/>
                </a:solidFill>
                <a:effectLst/>
                <a:latin typeface="+mn-lt"/>
                <a:ea typeface="+mn-ea"/>
                <a:cs typeface="+mn-cs"/>
              </a:rPr>
              <a:t>Zone B: 20% oil cover</a:t>
            </a:r>
          </a:p>
          <a:p>
            <a:pPr lvl="0" fontAlgn="t"/>
            <a:r>
              <a:rPr lang="en-GB" sz="1200" b="0" i="0" kern="1200" dirty="0">
                <a:solidFill>
                  <a:schemeClr val="tx1"/>
                </a:solidFill>
                <a:effectLst/>
                <a:latin typeface="+mn-lt"/>
                <a:ea typeface="+mn-ea"/>
                <a:cs typeface="+mn-cs"/>
              </a:rPr>
              <a:t>Zone C: No visible oil</a:t>
            </a:r>
          </a:p>
          <a:p>
            <a:pPr fontAlgn="t"/>
            <a:r>
              <a:rPr lang="en-GB" sz="1200" b="0" i="0" kern="1200" dirty="0">
                <a:solidFill>
                  <a:schemeClr val="tx1"/>
                </a:solidFill>
                <a:effectLst/>
                <a:latin typeface="+mn-lt"/>
                <a:ea typeface="+mn-ea"/>
                <a:cs typeface="+mn-cs"/>
              </a:rPr>
              <a:t>This provides a much clearer description than assigning a single value to the entire segment.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br>
              <a:rPr lang="en-GB" sz="1200" b="0" i="0" kern="1200" dirty="0">
                <a:solidFill>
                  <a:schemeClr val="tx1"/>
                </a:solidFill>
                <a:effectLst/>
                <a:latin typeface="+mn-lt"/>
                <a:ea typeface="+mn-ea"/>
                <a:cs typeface="+mn-cs"/>
              </a:rPr>
            </a:b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2. Cover Estimates</a:t>
            </a:r>
          </a:p>
          <a:p>
            <a:pPr fontAlgn="t"/>
            <a:r>
              <a:rPr lang="en-GB" sz="1200" b="0" i="0" kern="1200" dirty="0">
                <a:solidFill>
                  <a:schemeClr val="tx1"/>
                </a:solidFill>
                <a:effectLst/>
                <a:latin typeface="+mn-lt"/>
                <a:ea typeface="+mn-ea"/>
                <a:cs typeface="+mn-cs"/>
              </a:rPr>
              <a:t>Cover estimates quantify the amount of oil present on the shoreline surface. The estimate should represent the </a:t>
            </a:r>
            <a:r>
              <a:rPr lang="en-GB" sz="1200" b="1" i="0" kern="1200" dirty="0">
                <a:solidFill>
                  <a:schemeClr val="tx1"/>
                </a:solidFill>
                <a:effectLst/>
                <a:latin typeface="+mn-lt"/>
                <a:ea typeface="+mn-ea"/>
                <a:cs typeface="+mn-cs"/>
              </a:rPr>
              <a:t>average or dominant condition</a:t>
            </a:r>
            <a:r>
              <a:rPr lang="en-GB" sz="1200" b="0" i="0" kern="1200" dirty="0">
                <a:solidFill>
                  <a:schemeClr val="tx1"/>
                </a:solidFill>
                <a:effectLst/>
                <a:latin typeface="+mn-lt"/>
                <a:ea typeface="+mn-ea"/>
                <a:cs typeface="+mn-cs"/>
              </a:rPr>
              <a:t> within the assessment area.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0" i="0" kern="1200" dirty="0">
                <a:solidFill>
                  <a:schemeClr val="tx1"/>
                </a:solidFill>
                <a:effectLst/>
                <a:latin typeface="+mn-lt"/>
                <a:ea typeface="+mn-ea"/>
                <a:cs typeface="+mn-cs"/>
              </a:rPr>
              <a:t>When estimating cover:</a:t>
            </a:r>
          </a:p>
          <a:p>
            <a:pPr lvl="0" fontAlgn="t"/>
            <a:r>
              <a:rPr lang="en-GB" sz="1200" b="0" i="0" kern="1200" dirty="0">
                <a:solidFill>
                  <a:schemeClr val="tx1"/>
                </a:solidFill>
                <a:effectLst/>
                <a:latin typeface="+mn-lt"/>
                <a:ea typeface="+mn-ea"/>
                <a:cs typeface="+mn-cs"/>
              </a:rPr>
              <a:t>Survey the entire zone rather than focusing on isolated patches.</a:t>
            </a:r>
          </a:p>
          <a:p>
            <a:pPr lvl="0" fontAlgn="t"/>
            <a:r>
              <a:rPr lang="en-GB" sz="1200" b="0" i="0" kern="1200" dirty="0">
                <a:solidFill>
                  <a:schemeClr val="tx1"/>
                </a:solidFill>
                <a:effectLst/>
                <a:latin typeface="+mn-lt"/>
                <a:ea typeface="+mn-ea"/>
                <a:cs typeface="+mn-cs"/>
              </a:rPr>
              <a:t>Use agreed SCAT terminology and visual guides.</a:t>
            </a:r>
          </a:p>
          <a:p>
            <a:pPr lvl="0" fontAlgn="t"/>
            <a:r>
              <a:rPr lang="en-GB" sz="1200" b="0" i="0" kern="1200" dirty="0">
                <a:solidFill>
                  <a:schemeClr val="tx1"/>
                </a:solidFill>
                <a:effectLst/>
                <a:latin typeface="+mn-lt"/>
                <a:ea typeface="+mn-ea"/>
                <a:cs typeface="+mn-cs"/>
              </a:rPr>
              <a:t>Record "No Oil" if no oil is observed rather than leaving the field blank.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0" i="0" kern="1200" dirty="0">
                <a:solidFill>
                  <a:schemeClr val="tx1"/>
                </a:solidFill>
                <a:effectLst/>
                <a:latin typeface="+mn-lt"/>
                <a:ea typeface="+mn-ea"/>
                <a:cs typeface="+mn-cs"/>
              </a:rPr>
              <a:t>Consistency is critical because treatment priorities are often based on cover estimates.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br>
              <a:rPr lang="en-GB" sz="1200" b="0" i="0" kern="1200" dirty="0">
                <a:solidFill>
                  <a:schemeClr val="tx1"/>
                </a:solidFill>
                <a:effectLst/>
                <a:latin typeface="+mn-lt"/>
                <a:ea typeface="+mn-ea"/>
                <a:cs typeface="+mn-cs"/>
              </a:rPr>
            </a:b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3. Oil Thickness</a:t>
            </a:r>
          </a:p>
          <a:p>
            <a:pPr fontAlgn="t"/>
            <a:r>
              <a:rPr lang="en-GB" sz="1200" b="1" i="0" kern="1200" dirty="0">
                <a:solidFill>
                  <a:schemeClr val="tx1"/>
                </a:solidFill>
                <a:effectLst/>
                <a:latin typeface="+mn-lt"/>
                <a:ea typeface="+mn-ea"/>
                <a:cs typeface="+mn-cs"/>
              </a:rPr>
              <a:t>Oil thickness</a:t>
            </a:r>
            <a:r>
              <a:rPr lang="en-GB" sz="1200" b="0" i="0" kern="1200" dirty="0">
                <a:solidFill>
                  <a:schemeClr val="tx1"/>
                </a:solidFill>
                <a:effectLst/>
                <a:latin typeface="+mn-lt"/>
                <a:ea typeface="+mn-ea"/>
                <a:cs typeface="+mn-cs"/>
              </a:rPr>
              <a:t> describes how deep the oil layer is on the shoreline surface. Teams should estimate the dominant or average thickness and note any areas of significantly thicker oil accumulations. Record:</a:t>
            </a:r>
          </a:p>
          <a:p>
            <a:pPr lvl="0" fontAlgn="t"/>
            <a:r>
              <a:rPr lang="en-GB" sz="1200" b="0" i="0" kern="1200" dirty="0">
                <a:solidFill>
                  <a:schemeClr val="tx1"/>
                </a:solidFill>
                <a:effectLst/>
                <a:latin typeface="+mn-lt"/>
                <a:ea typeface="+mn-ea"/>
                <a:cs typeface="+mn-cs"/>
              </a:rPr>
              <a:t>Average or dominant oil thickness within the zone.</a:t>
            </a:r>
          </a:p>
          <a:p>
            <a:pPr lvl="0" fontAlgn="t"/>
            <a:r>
              <a:rPr lang="en-GB" sz="1200" b="0" i="0" kern="1200" dirty="0">
                <a:solidFill>
                  <a:schemeClr val="tx1"/>
                </a:solidFill>
                <a:effectLst/>
                <a:latin typeface="+mn-lt"/>
                <a:ea typeface="+mn-ea"/>
                <a:cs typeface="+mn-cs"/>
              </a:rPr>
              <a:t>Areas of pooled oil separately.</a:t>
            </a:r>
          </a:p>
          <a:p>
            <a:pPr lvl="0" fontAlgn="t"/>
            <a:r>
              <a:rPr lang="en-GB" sz="1200" b="0" i="0" kern="1200" dirty="0">
                <a:solidFill>
                  <a:schemeClr val="tx1"/>
                </a:solidFill>
                <a:effectLst/>
                <a:latin typeface="+mn-lt"/>
                <a:ea typeface="+mn-ea"/>
                <a:cs typeface="+mn-cs"/>
              </a:rPr>
              <a:t>Actual thickness measurements where thick accumulations occur. </a:t>
            </a:r>
            <a:r>
              <a:rPr lang="en-GB" sz="1200" b="0" i="0" u="none" strike="noStrike" kern="1200" dirty="0">
                <a:solidFill>
                  <a:schemeClr val="tx1"/>
                </a:solidFill>
                <a:effectLst/>
                <a:latin typeface="+mn-lt"/>
                <a:ea typeface="+mn-ea"/>
                <a:cs typeface="+mn-cs"/>
                <a:hlinkClick r:id="rId3"/>
              </a:rPr>
              <a:t>[</a:t>
            </a:r>
            <a:endParaRPr lang="en-GB" sz="1200" b="0" i="0" kern="1200" dirty="0">
              <a:solidFill>
                <a:schemeClr val="tx1"/>
              </a:solidFill>
              <a:effectLst/>
              <a:latin typeface="+mn-lt"/>
              <a:ea typeface="+mn-ea"/>
              <a:cs typeface="+mn-cs"/>
            </a:endParaRPr>
          </a:p>
          <a:p>
            <a:pPr fontAlgn="t"/>
            <a:r>
              <a:rPr lang="en-GB" sz="1200" b="0" i="0" kern="1200" dirty="0">
                <a:solidFill>
                  <a:schemeClr val="tx1"/>
                </a:solidFill>
                <a:effectLst/>
                <a:latin typeface="+mn-lt"/>
                <a:ea typeface="+mn-ea"/>
                <a:cs typeface="+mn-cs"/>
              </a:rPr>
              <a:t>Examples:</a:t>
            </a:r>
          </a:p>
          <a:p>
            <a:pPr lvl="0" fontAlgn="t"/>
            <a:r>
              <a:rPr lang="en-GB" sz="1200" b="0" i="0" kern="1200" dirty="0">
                <a:solidFill>
                  <a:schemeClr val="tx1"/>
                </a:solidFill>
                <a:effectLst/>
                <a:latin typeface="+mn-lt"/>
                <a:ea typeface="+mn-ea"/>
                <a:cs typeface="+mn-cs"/>
              </a:rPr>
              <a:t>Thin film</a:t>
            </a:r>
          </a:p>
          <a:p>
            <a:pPr lvl="0" fontAlgn="t"/>
            <a:r>
              <a:rPr lang="en-GB" sz="1200" b="0" i="0" kern="1200" dirty="0">
                <a:solidFill>
                  <a:schemeClr val="tx1"/>
                </a:solidFill>
                <a:effectLst/>
                <a:latin typeface="+mn-lt"/>
                <a:ea typeface="+mn-ea"/>
                <a:cs typeface="+mn-cs"/>
              </a:rPr>
              <a:t>Stain</a:t>
            </a:r>
          </a:p>
          <a:p>
            <a:pPr lvl="0" fontAlgn="t"/>
            <a:r>
              <a:rPr lang="en-GB" sz="1200" b="0" i="0" kern="1200" dirty="0">
                <a:solidFill>
                  <a:schemeClr val="tx1"/>
                </a:solidFill>
                <a:effectLst/>
                <a:latin typeface="+mn-lt"/>
                <a:ea typeface="+mn-ea"/>
                <a:cs typeface="+mn-cs"/>
              </a:rPr>
              <a:t>Coat</a:t>
            </a:r>
          </a:p>
          <a:p>
            <a:pPr lvl="0" fontAlgn="t"/>
            <a:r>
              <a:rPr lang="en-GB" sz="1200" b="0" i="0" kern="1200" dirty="0">
                <a:solidFill>
                  <a:schemeClr val="tx1"/>
                </a:solidFill>
                <a:effectLst/>
                <a:latin typeface="+mn-lt"/>
                <a:ea typeface="+mn-ea"/>
                <a:cs typeface="+mn-cs"/>
              </a:rPr>
              <a:t>Cover</a:t>
            </a:r>
          </a:p>
          <a:p>
            <a:pPr lvl="0" fontAlgn="t"/>
            <a:r>
              <a:rPr lang="en-GB" sz="1200" b="0" i="0" kern="1200" dirty="0">
                <a:solidFill>
                  <a:schemeClr val="tx1"/>
                </a:solidFill>
                <a:effectLst/>
                <a:latin typeface="+mn-lt"/>
                <a:ea typeface="+mn-ea"/>
                <a:cs typeface="+mn-cs"/>
              </a:rPr>
              <a:t>Thick pooled oil</a:t>
            </a:r>
          </a:p>
          <a:p>
            <a:pPr fontAlgn="t"/>
            <a:r>
              <a:rPr lang="en-GB" sz="1200" b="0" i="0" kern="1200" dirty="0">
                <a:solidFill>
                  <a:schemeClr val="tx1"/>
                </a:solidFill>
                <a:effectLst/>
                <a:latin typeface="+mn-lt"/>
                <a:ea typeface="+mn-ea"/>
                <a:cs typeface="+mn-cs"/>
              </a:rPr>
              <a:t>Thicker oil generally presents a greater environmental risk and may require more aggressive treatment options. </a:t>
            </a:r>
            <a:r>
              <a:rPr lang="en-GB" sz="1200" b="0" i="0" u="none" strike="noStrike" kern="1200" dirty="0">
                <a:solidFill>
                  <a:schemeClr val="tx1"/>
                </a:solidFill>
                <a:effectLst/>
                <a:latin typeface="+mn-lt"/>
                <a:ea typeface="+mn-ea"/>
                <a:cs typeface="+mn-cs"/>
                <a:hlinkClick r:id="rId3"/>
              </a:rPr>
              <a:t>[</a:t>
            </a:r>
            <a:br>
              <a:rPr lang="en-GB" sz="1200" b="0" i="0" kern="1200" dirty="0">
                <a:solidFill>
                  <a:schemeClr val="tx1"/>
                </a:solidFill>
                <a:effectLst/>
                <a:latin typeface="+mn-lt"/>
                <a:ea typeface="+mn-ea"/>
                <a:cs typeface="+mn-cs"/>
              </a:rPr>
            </a:b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4. Oil Character</a:t>
            </a:r>
          </a:p>
          <a:p>
            <a:pPr fontAlgn="t"/>
            <a:r>
              <a:rPr lang="en-GB" sz="1200" b="1" i="0" kern="1200" dirty="0">
                <a:solidFill>
                  <a:schemeClr val="tx1"/>
                </a:solidFill>
                <a:effectLst/>
                <a:latin typeface="+mn-lt"/>
                <a:ea typeface="+mn-ea"/>
                <a:cs typeface="+mn-cs"/>
              </a:rPr>
              <a:t>Oil character</a:t>
            </a:r>
            <a:r>
              <a:rPr lang="en-GB" sz="1200" b="0" i="0" kern="1200" dirty="0">
                <a:solidFill>
                  <a:schemeClr val="tx1"/>
                </a:solidFill>
                <a:effectLst/>
                <a:latin typeface="+mn-lt"/>
                <a:ea typeface="+mn-ea"/>
                <a:cs typeface="+mn-cs"/>
              </a:rPr>
              <a:t> describes the physical appearance and condition of the oil. Recording oil character helps responders understand weathering, persistence, and likely treatment effectiveness. </a:t>
            </a:r>
          </a:p>
          <a:p>
            <a:pPr fontAlgn="t"/>
            <a:r>
              <a:rPr lang="en-GB" sz="1200" b="0" i="0" kern="1200" dirty="0">
                <a:solidFill>
                  <a:schemeClr val="tx1"/>
                </a:solidFill>
                <a:effectLst/>
                <a:latin typeface="+mn-lt"/>
                <a:ea typeface="+mn-ea"/>
                <a:cs typeface="+mn-cs"/>
              </a:rPr>
              <a:t>Examples include:</a:t>
            </a:r>
          </a:p>
          <a:p>
            <a:pPr lvl="0" fontAlgn="t"/>
            <a:r>
              <a:rPr lang="en-GB" sz="1200" b="0" i="0" kern="1200" dirty="0">
                <a:solidFill>
                  <a:schemeClr val="tx1"/>
                </a:solidFill>
                <a:effectLst/>
                <a:latin typeface="+mn-lt"/>
                <a:ea typeface="+mn-ea"/>
                <a:cs typeface="+mn-cs"/>
              </a:rPr>
              <a:t>Fresh oil</a:t>
            </a:r>
          </a:p>
          <a:p>
            <a:pPr lvl="0" fontAlgn="t"/>
            <a:r>
              <a:rPr lang="en-GB" sz="1200" b="0" i="0" kern="1200" dirty="0">
                <a:solidFill>
                  <a:schemeClr val="tx1"/>
                </a:solidFill>
                <a:effectLst/>
                <a:latin typeface="+mn-lt"/>
                <a:ea typeface="+mn-ea"/>
                <a:cs typeface="+mn-cs"/>
              </a:rPr>
              <a:t>Weathered oil</a:t>
            </a:r>
          </a:p>
          <a:p>
            <a:pPr lvl="0" fontAlgn="t"/>
            <a:r>
              <a:rPr lang="en-GB" sz="1200" b="0" i="0" kern="1200" dirty="0">
                <a:solidFill>
                  <a:schemeClr val="tx1"/>
                </a:solidFill>
                <a:effectLst/>
                <a:latin typeface="+mn-lt"/>
                <a:ea typeface="+mn-ea"/>
                <a:cs typeface="+mn-cs"/>
              </a:rPr>
              <a:t>Tar balls</a:t>
            </a:r>
          </a:p>
          <a:p>
            <a:pPr lvl="0" fontAlgn="t"/>
            <a:r>
              <a:rPr lang="en-GB" sz="1200" b="0" i="0" kern="1200" dirty="0">
                <a:solidFill>
                  <a:schemeClr val="tx1"/>
                </a:solidFill>
                <a:effectLst/>
                <a:latin typeface="+mn-lt"/>
                <a:ea typeface="+mn-ea"/>
                <a:cs typeface="+mn-cs"/>
              </a:rPr>
              <a:t>Asphalt pavement</a:t>
            </a:r>
          </a:p>
          <a:p>
            <a:pPr lvl="0" fontAlgn="t"/>
            <a:r>
              <a:rPr lang="en-GB" sz="1200" b="0" i="0" kern="1200" dirty="0">
                <a:solidFill>
                  <a:schemeClr val="tx1"/>
                </a:solidFill>
                <a:effectLst/>
                <a:latin typeface="+mn-lt"/>
                <a:ea typeface="+mn-ea"/>
                <a:cs typeface="+mn-cs"/>
              </a:rPr>
              <a:t>Thick mousse/emulsion</a:t>
            </a:r>
          </a:p>
          <a:p>
            <a:pPr lvl="0" fontAlgn="t"/>
            <a:r>
              <a:rPr lang="en-GB" sz="1200" b="0" i="0" kern="1200" dirty="0">
                <a:solidFill>
                  <a:schemeClr val="tx1"/>
                </a:solidFill>
                <a:effectLst/>
                <a:latin typeface="+mn-lt"/>
                <a:ea typeface="+mn-ea"/>
                <a:cs typeface="+mn-cs"/>
              </a:rPr>
              <a:t>Oil residue</a:t>
            </a:r>
          </a:p>
          <a:p>
            <a:pPr lvl="0" fontAlgn="t"/>
            <a:r>
              <a:rPr lang="en-GB" sz="1200" b="0" i="0" kern="1200" dirty="0">
                <a:solidFill>
                  <a:schemeClr val="tx1"/>
                </a:solidFill>
                <a:effectLst/>
                <a:latin typeface="+mn-lt"/>
                <a:ea typeface="+mn-ea"/>
                <a:cs typeface="+mn-cs"/>
              </a:rPr>
              <a:t>Surface stain or sheen </a:t>
            </a:r>
            <a:r>
              <a:rPr lang="en-GB" sz="1200" b="0" i="0" u="none" strike="noStrike" kern="1200" dirty="0">
                <a:solidFill>
                  <a:schemeClr val="tx1"/>
                </a:solidFill>
                <a:effectLst/>
                <a:latin typeface="+mn-lt"/>
                <a:ea typeface="+mn-ea"/>
                <a:cs typeface="+mn-cs"/>
                <a:hlinkClick r:id="rId3"/>
              </a:rPr>
              <a:t>[</a:t>
            </a:r>
            <a:r>
              <a:rPr lang="en-GB" sz="1200" b="0" i="0" kern="1200" dirty="0">
                <a:solidFill>
                  <a:schemeClr val="tx1"/>
                </a:solidFill>
                <a:effectLst/>
                <a:latin typeface="+mn-lt"/>
                <a:ea typeface="+mn-ea"/>
                <a:cs typeface="+mn-cs"/>
              </a:rPr>
              <a:t>The observed character can indicate whether the oil is likely to:</a:t>
            </a:r>
          </a:p>
          <a:p>
            <a:pPr lvl="0" fontAlgn="t"/>
            <a:r>
              <a:rPr lang="en-GB" sz="1200" b="0" i="0" kern="1200" dirty="0">
                <a:solidFill>
                  <a:schemeClr val="tx1"/>
                </a:solidFill>
                <a:effectLst/>
                <a:latin typeface="+mn-lt"/>
                <a:ea typeface="+mn-ea"/>
                <a:cs typeface="+mn-cs"/>
              </a:rPr>
              <a:t>Remain on the shoreline.</a:t>
            </a:r>
          </a:p>
          <a:p>
            <a:pPr lvl="0" fontAlgn="t"/>
            <a:r>
              <a:rPr lang="en-GB" sz="1200" b="0" i="0" kern="1200" dirty="0">
                <a:solidFill>
                  <a:schemeClr val="tx1"/>
                </a:solidFill>
                <a:effectLst/>
                <a:latin typeface="+mn-lt"/>
                <a:ea typeface="+mn-ea"/>
                <a:cs typeface="+mn-cs"/>
              </a:rPr>
              <a:t>Be remobilized by waves.</a:t>
            </a:r>
          </a:p>
          <a:p>
            <a:pPr lvl="0" fontAlgn="t"/>
            <a:r>
              <a:rPr lang="en-GB" sz="1200" b="0" i="0" kern="1200" dirty="0">
                <a:solidFill>
                  <a:schemeClr val="tx1"/>
                </a:solidFill>
                <a:effectLst/>
                <a:latin typeface="+mn-lt"/>
                <a:ea typeface="+mn-ea"/>
                <a:cs typeface="+mn-cs"/>
              </a:rPr>
              <a:t>Respond to natural cleaning processes.</a:t>
            </a:r>
          </a:p>
          <a:p>
            <a:pPr lvl="0" fontAlgn="t"/>
            <a:r>
              <a:rPr lang="en-GB" sz="1200" b="0" i="0" kern="1200" dirty="0">
                <a:solidFill>
                  <a:schemeClr val="tx1"/>
                </a:solidFill>
                <a:effectLst/>
                <a:latin typeface="+mn-lt"/>
                <a:ea typeface="+mn-ea"/>
                <a:cs typeface="+mn-cs"/>
              </a:rPr>
              <a:t>Require active treatment. </a:t>
            </a:r>
          </a:p>
          <a:p>
            <a:pPr fontAlgn="t"/>
            <a:br>
              <a:rPr lang="en-GB" sz="1200" b="0" i="0" kern="1200" dirty="0">
                <a:solidFill>
                  <a:schemeClr val="tx1"/>
                </a:solidFill>
                <a:effectLst/>
                <a:latin typeface="+mn-lt"/>
                <a:ea typeface="+mn-ea"/>
                <a:cs typeface="+mn-cs"/>
              </a:rPr>
            </a:b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Best Practice in SCAT</a:t>
            </a:r>
          </a:p>
          <a:p>
            <a:pPr fontAlgn="t"/>
            <a:r>
              <a:rPr lang="en-GB" sz="1200" b="0" i="0" kern="1200" dirty="0">
                <a:solidFill>
                  <a:schemeClr val="tx1"/>
                </a:solidFill>
                <a:effectLst/>
                <a:latin typeface="+mn-lt"/>
                <a:ea typeface="+mn-ea"/>
                <a:cs typeface="+mn-cs"/>
              </a:rPr>
              <a:t>When recording oiling conditions:</a:t>
            </a:r>
          </a:p>
          <a:p>
            <a:pPr lvl="0" fontAlgn="t"/>
            <a:r>
              <a:rPr lang="en-GB" sz="1200" b="0" i="0" kern="1200" dirty="0">
                <a:solidFill>
                  <a:schemeClr val="tx1"/>
                </a:solidFill>
                <a:effectLst/>
                <a:latin typeface="+mn-lt"/>
                <a:ea typeface="+mn-ea"/>
                <a:cs typeface="+mn-cs"/>
              </a:rPr>
              <a:t>Divide the shoreline into zones. Estimate percentage oil cover. </a:t>
            </a:r>
            <a:r>
              <a:rPr lang="en-GB" sz="1200" b="0" i="0" u="none" strike="noStrike" kern="1200" dirty="0">
                <a:solidFill>
                  <a:schemeClr val="tx1"/>
                </a:solidFill>
                <a:effectLst/>
                <a:latin typeface="+mn-lt"/>
                <a:ea typeface="+mn-ea"/>
                <a:cs typeface="+mn-cs"/>
                <a:hlinkClick r:id="rId3"/>
              </a:rPr>
              <a:t>[</a:t>
            </a:r>
            <a:r>
              <a:rPr lang="en-GB" sz="1200" b="0" i="0" kern="1200" dirty="0">
                <a:solidFill>
                  <a:schemeClr val="tx1"/>
                </a:solidFill>
                <a:effectLst/>
                <a:latin typeface="+mn-lt"/>
                <a:ea typeface="+mn-ea"/>
                <a:cs typeface="+mn-cs"/>
              </a:rPr>
              <a:t>Record dominant oil thickness. </a:t>
            </a:r>
            <a:r>
              <a:rPr lang="en-GB" sz="1200" b="0" i="0" u="none" strike="noStrike" kern="1200" dirty="0">
                <a:solidFill>
                  <a:schemeClr val="tx1"/>
                </a:solidFill>
                <a:effectLst/>
                <a:latin typeface="+mn-lt"/>
                <a:ea typeface="+mn-ea"/>
                <a:cs typeface="+mn-cs"/>
                <a:hlinkClick r:id="rId3"/>
              </a:rPr>
              <a:t>[</a:t>
            </a:r>
            <a:r>
              <a:rPr lang="en-GB" sz="1200" b="0" i="0" kern="1200" dirty="0">
                <a:solidFill>
                  <a:schemeClr val="tx1"/>
                </a:solidFill>
                <a:effectLst/>
                <a:latin typeface="+mn-lt"/>
                <a:ea typeface="+mn-ea"/>
                <a:cs typeface="+mn-cs"/>
              </a:rPr>
              <a:t>Describe oil character using standard terminology Support observations with photographs and sketches. Ensure all team members agree on the recorded observations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"Not all shoreline oiling is visible. Oil can become buried by wave action, storms, and sediment movement, particularly on coarse sand, gravel, and cobble beaches. If buried oil is suspected, SCAT teams may excavate pits or trenches to determine the depth, extent, and character of contamination. This information is critical because buried oil can persist for long periods and may reappear during future storms or shoreline disturbance."</a:t>
            </a:r>
          </a:p>
          <a:p>
            <a:pPr fontAlgn="t"/>
            <a:r>
              <a:rPr lang="en-GB" sz="1200" b="1" i="0" kern="1200" dirty="0">
                <a:solidFill>
                  <a:schemeClr val="tx1"/>
                </a:solidFill>
                <a:effectLst/>
                <a:latin typeface="+mn-lt"/>
                <a:ea typeface="+mn-ea"/>
                <a:cs typeface="+mn-cs"/>
              </a:rPr>
              <a:t>How Does Oil Become Buried?</a:t>
            </a:r>
          </a:p>
          <a:p>
            <a:pPr fontAlgn="t"/>
            <a:r>
              <a:rPr lang="en-GB" sz="1200" b="0" i="0" kern="1200" dirty="0">
                <a:solidFill>
                  <a:schemeClr val="tx1"/>
                </a:solidFill>
                <a:effectLst/>
                <a:latin typeface="+mn-lt"/>
                <a:ea typeface="+mn-ea"/>
                <a:cs typeface="+mn-cs"/>
              </a:rPr>
              <a:t>Several natural processes can cause oil to become trapped beneath the surface:</a:t>
            </a:r>
          </a:p>
          <a:p>
            <a:pPr lvl="0" fontAlgn="t"/>
            <a:r>
              <a:rPr lang="en-GB" sz="1200" b="1" i="0" kern="1200" dirty="0">
                <a:solidFill>
                  <a:schemeClr val="tx1"/>
                </a:solidFill>
                <a:effectLst/>
                <a:latin typeface="+mn-lt"/>
                <a:ea typeface="+mn-ea"/>
                <a:cs typeface="+mn-cs"/>
              </a:rPr>
              <a:t>Wave action:</a:t>
            </a:r>
            <a:r>
              <a:rPr lang="en-GB" sz="1200" b="0" i="0" kern="1200" dirty="0">
                <a:solidFill>
                  <a:schemeClr val="tx1"/>
                </a:solidFill>
                <a:effectLst/>
                <a:latin typeface="+mn-lt"/>
                <a:ea typeface="+mn-ea"/>
                <a:cs typeface="+mn-cs"/>
              </a:rPr>
              <a:t> Waves can deposit clean sediment over stranded oil, effectively burying it.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1" i="0" kern="1200" dirty="0">
                <a:solidFill>
                  <a:schemeClr val="tx1"/>
                </a:solidFill>
                <a:effectLst/>
                <a:latin typeface="+mn-lt"/>
                <a:ea typeface="+mn-ea"/>
                <a:cs typeface="+mn-cs"/>
              </a:rPr>
              <a:t>Storm events:</a:t>
            </a:r>
            <a:r>
              <a:rPr lang="en-GB" sz="1200" b="0" i="0" kern="1200" dirty="0">
                <a:solidFill>
                  <a:schemeClr val="tx1"/>
                </a:solidFill>
                <a:effectLst/>
                <a:latin typeface="+mn-lt"/>
                <a:ea typeface="+mn-ea"/>
                <a:cs typeface="+mn-cs"/>
              </a:rPr>
              <a:t> High-energy events can move large amounts of sand, gravel, or cobbles, covering previously stranded oil.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1" i="0" kern="1200" dirty="0">
                <a:solidFill>
                  <a:schemeClr val="tx1"/>
                </a:solidFill>
                <a:effectLst/>
                <a:latin typeface="+mn-lt"/>
                <a:ea typeface="+mn-ea"/>
                <a:cs typeface="+mn-cs"/>
              </a:rPr>
              <a:t>Sediment movement:</a:t>
            </a:r>
            <a:r>
              <a:rPr lang="en-GB" sz="1200" b="0" i="0" kern="1200" dirty="0">
                <a:solidFill>
                  <a:schemeClr val="tx1"/>
                </a:solidFill>
                <a:effectLst/>
                <a:latin typeface="+mn-lt"/>
                <a:ea typeface="+mn-ea"/>
                <a:cs typeface="+mn-cs"/>
              </a:rPr>
              <a:t> Natural beach accretion can gradually cover oil deposits over time.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1" i="0" kern="1200" dirty="0">
                <a:solidFill>
                  <a:schemeClr val="tx1"/>
                </a:solidFill>
                <a:effectLst/>
                <a:latin typeface="+mn-lt"/>
                <a:ea typeface="+mn-ea"/>
                <a:cs typeface="+mn-cs"/>
              </a:rPr>
              <a:t>Penetration into porous sediments:</a:t>
            </a:r>
            <a:r>
              <a:rPr lang="en-GB" sz="1200" b="0" i="0" kern="1200" dirty="0">
                <a:solidFill>
                  <a:schemeClr val="tx1"/>
                </a:solidFill>
                <a:effectLst/>
                <a:latin typeface="+mn-lt"/>
                <a:ea typeface="+mn-ea"/>
                <a:cs typeface="+mn-cs"/>
              </a:rPr>
              <a:t> Oil can migrate downward through gravel and coarse sediments where large pore spaces exist.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0" i="0" kern="1200" dirty="0">
                <a:solidFill>
                  <a:schemeClr val="tx1"/>
                </a:solidFill>
                <a:effectLst/>
                <a:latin typeface="+mn-lt"/>
                <a:ea typeface="+mn-ea"/>
                <a:cs typeface="+mn-cs"/>
              </a:rPr>
              <a:t>The depth of penetration is strongly influenced by shoreline type:</a:t>
            </a:r>
          </a:p>
          <a:p>
            <a:pPr lvl="0" fontAlgn="t"/>
            <a:r>
              <a:rPr lang="en-GB" sz="1200" b="1" i="0" kern="1200" dirty="0">
                <a:solidFill>
                  <a:schemeClr val="tx1"/>
                </a:solidFill>
                <a:effectLst/>
                <a:latin typeface="+mn-lt"/>
                <a:ea typeface="+mn-ea"/>
                <a:cs typeface="+mn-cs"/>
              </a:rPr>
              <a:t>Fine sand beaches</a:t>
            </a:r>
            <a:r>
              <a:rPr lang="en-GB" sz="1200" b="0" i="0" kern="1200" dirty="0">
                <a:solidFill>
                  <a:schemeClr val="tx1"/>
                </a:solidFill>
                <a:effectLst/>
                <a:latin typeface="+mn-lt"/>
                <a:ea typeface="+mn-ea"/>
                <a:cs typeface="+mn-cs"/>
              </a:rPr>
              <a:t> generally limit oil penetration because there are fewer pore spaces.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1" i="0" kern="1200" dirty="0">
                <a:solidFill>
                  <a:schemeClr val="tx1"/>
                </a:solidFill>
                <a:effectLst/>
                <a:latin typeface="+mn-lt"/>
                <a:ea typeface="+mn-ea"/>
                <a:cs typeface="+mn-cs"/>
              </a:rPr>
              <a:t>Coarse sand, gravel, and cobble beaches</a:t>
            </a:r>
            <a:r>
              <a:rPr lang="en-GB" sz="1200" b="0" i="0" kern="1200" dirty="0">
                <a:solidFill>
                  <a:schemeClr val="tx1"/>
                </a:solidFill>
                <a:effectLst/>
                <a:latin typeface="+mn-lt"/>
                <a:ea typeface="+mn-ea"/>
                <a:cs typeface="+mn-cs"/>
              </a:rPr>
              <a:t> often allow deeper penetration due to larger void spaces between particles.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Why Is Subsurface Oiling Important?</a:t>
            </a:r>
          </a:p>
          <a:p>
            <a:pPr fontAlgn="t"/>
            <a:r>
              <a:rPr lang="en-GB" sz="1200" b="0" i="0" kern="1200" dirty="0">
                <a:solidFill>
                  <a:schemeClr val="tx1"/>
                </a:solidFill>
                <a:effectLst/>
                <a:latin typeface="+mn-lt"/>
                <a:ea typeface="+mn-ea"/>
                <a:cs typeface="+mn-cs"/>
              </a:rPr>
              <a:t>Buried oil can:</a:t>
            </a:r>
          </a:p>
          <a:p>
            <a:pPr lvl="0" fontAlgn="t"/>
            <a:r>
              <a:rPr lang="en-GB" sz="1200" b="0" i="0" kern="1200" dirty="0">
                <a:solidFill>
                  <a:schemeClr val="tx1"/>
                </a:solidFill>
                <a:effectLst/>
                <a:latin typeface="+mn-lt"/>
                <a:ea typeface="+mn-ea"/>
                <a:cs typeface="+mn-cs"/>
              </a:rPr>
              <a:t>Continue to affect shoreline habitats long after surface oil has disappeared.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Be remobilized by strong wave action or storms.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Contaminate groundwater in some environments.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Cause responders to incorrectly assume an area is clean if only surface observations are made.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1" i="0" kern="1200" dirty="0">
                <a:solidFill>
                  <a:schemeClr val="tx1"/>
                </a:solidFill>
                <a:effectLst/>
                <a:latin typeface="+mn-lt"/>
                <a:ea typeface="+mn-ea"/>
                <a:cs typeface="+mn-cs"/>
              </a:rPr>
              <a:t>When Are Pits or Trenches Required?</a:t>
            </a:r>
          </a:p>
          <a:p>
            <a:pPr fontAlgn="t"/>
            <a:r>
              <a:rPr lang="en-GB" sz="1200" b="0" i="0" kern="1200" dirty="0">
                <a:solidFill>
                  <a:schemeClr val="tx1"/>
                </a:solidFill>
                <a:effectLst/>
                <a:latin typeface="+mn-lt"/>
                <a:ea typeface="+mn-ea"/>
                <a:cs typeface="+mn-cs"/>
              </a:rPr>
              <a:t>SCAT teams may dig </a:t>
            </a:r>
            <a:r>
              <a:rPr lang="en-GB" sz="1200" b="1" i="0" kern="1200" dirty="0">
                <a:solidFill>
                  <a:schemeClr val="tx1"/>
                </a:solidFill>
                <a:effectLst/>
                <a:latin typeface="+mn-lt"/>
                <a:ea typeface="+mn-ea"/>
                <a:cs typeface="+mn-cs"/>
              </a:rPr>
              <a:t>inspection pits or trenches</a:t>
            </a:r>
            <a:r>
              <a:rPr lang="en-GB" sz="1200" b="0" i="0" kern="1200" dirty="0">
                <a:solidFill>
                  <a:schemeClr val="tx1"/>
                </a:solidFill>
                <a:effectLst/>
                <a:latin typeface="+mn-lt"/>
                <a:ea typeface="+mn-ea"/>
                <a:cs typeface="+mn-cs"/>
              </a:rPr>
              <a:t> when there is reason to suspect buried oil.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0" i="0" kern="1200" dirty="0">
                <a:solidFill>
                  <a:schemeClr val="tx1"/>
                </a:solidFill>
                <a:effectLst/>
                <a:latin typeface="+mn-lt"/>
                <a:ea typeface="+mn-ea"/>
                <a:cs typeface="+mn-cs"/>
              </a:rPr>
              <a:t>Common indicators include:</a:t>
            </a:r>
          </a:p>
          <a:p>
            <a:pPr lvl="0" fontAlgn="t"/>
            <a:r>
              <a:rPr lang="en-GB" sz="1200" b="0" i="0" kern="1200" dirty="0">
                <a:solidFill>
                  <a:schemeClr val="tx1"/>
                </a:solidFill>
                <a:effectLst/>
                <a:latin typeface="+mn-lt"/>
                <a:ea typeface="+mn-ea"/>
                <a:cs typeface="+mn-cs"/>
              </a:rPr>
              <a:t>Historical reports of heavy shoreline oiling.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Surface staining or patchy residual oil.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Oil sheening when sediments are disturbed.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Evidence of recent sediment deposition after storms.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Gravel or cobble beaches where deep penetration is likely.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fontAlgn="t"/>
            <a:r>
              <a:rPr lang="en-GB" sz="1200" b="0" i="0" kern="1200" dirty="0">
                <a:solidFill>
                  <a:schemeClr val="tx1"/>
                </a:solidFill>
                <a:effectLst/>
                <a:latin typeface="+mn-lt"/>
                <a:ea typeface="+mn-ea"/>
                <a:cs typeface="+mn-cs"/>
              </a:rPr>
              <a:t>Pits and trenches allow teams to:</a:t>
            </a:r>
          </a:p>
          <a:p>
            <a:pPr lvl="0" fontAlgn="t"/>
            <a:r>
              <a:rPr lang="en-GB" sz="1200" b="0" i="0" kern="1200" dirty="0">
                <a:solidFill>
                  <a:schemeClr val="tx1"/>
                </a:solidFill>
                <a:effectLst/>
                <a:latin typeface="+mn-lt"/>
                <a:ea typeface="+mn-ea"/>
                <a:cs typeface="+mn-cs"/>
              </a:rPr>
              <a:t>Determine whether oil is present below the surface.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Measure the depth of burial.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dirty="0">
                <a:solidFill>
                  <a:schemeClr val="tx1"/>
                </a:solidFill>
                <a:effectLst/>
                <a:latin typeface="+mn-lt"/>
                <a:ea typeface="+mn-ea"/>
                <a:cs typeface="+mn-cs"/>
              </a:rPr>
              <a:t>Estimate the thickness and extent of buried oil. </a:t>
            </a:r>
            <a:r>
              <a:rPr lang="en-GB" sz="1200" b="0" i="0" u="none" strike="noStrike" kern="1200" dirty="0">
                <a:solidFill>
                  <a:schemeClr val="tx1"/>
                </a:solidFill>
                <a:effectLst/>
                <a:latin typeface="+mn-lt"/>
                <a:ea typeface="+mn-ea"/>
                <a:cs typeface="+mn-cs"/>
                <a:hlinkClick r:id="rId3"/>
              </a:rPr>
              <a:t>[Module 6 -...Assessment | PowerPoint]</a:t>
            </a:r>
            <a:endParaRPr lang="en-GB" sz="1200" b="0" i="0" kern="1200" dirty="0">
              <a:solidFill>
                <a:schemeClr val="tx1"/>
              </a:solidFill>
              <a:effectLst/>
              <a:latin typeface="+mn-lt"/>
              <a:ea typeface="+mn-ea"/>
              <a:cs typeface="+mn-cs"/>
            </a:endParaRPr>
          </a:p>
          <a:p>
            <a:pPr lvl="0" fontAlgn="t"/>
            <a:r>
              <a:rPr lang="en-GB" sz="1200" b="0" i="0" kern="1200">
                <a:solidFill>
                  <a:schemeClr val="tx1"/>
                </a:solidFill>
                <a:effectLst/>
                <a:latin typeface="+mn-lt"/>
                <a:ea typeface="+mn-ea"/>
                <a:cs typeface="+mn-cs"/>
              </a:rPr>
              <a:t>Classify the subsurface oil using SCAT terminology.</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 the example and discuss field indicators that suggest buried oil may be present.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participants to assess the image and determine appropriate tidal zone divisions.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Review the proposed zoning solution and discuss the rationale behind each zone boundary.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subsurface oiling assessment methods and explain how observations are documented.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p44:notes"/>
          <p:cNvSpPr>
            <a:spLocks noGrp="1" noRot="1" noChangeAspect="1"/>
          </p:cNvSpPr>
          <p:nvPr>
            <p:ph type="sldImg" idx="2"/>
          </p:nvPr>
        </p:nvSpPr>
        <p:spPr>
          <a:xfrm>
            <a:off x="76200" y="733425"/>
            <a:ext cx="6516688" cy="36671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7" name="Google Shape;967;p44:notes"/>
          <p:cNvSpPr txBox="1">
            <a:spLocks noGrp="1"/>
          </p:cNvSpPr>
          <p:nvPr>
            <p:ph type="body" idx="1"/>
          </p:nvPr>
        </p:nvSpPr>
        <p:spPr>
          <a:xfrm>
            <a:off x="666750" y="4643438"/>
            <a:ext cx="5335588" cy="4398962"/>
          </a:xfrm>
          <a:prstGeom prst="rect">
            <a:avLst/>
          </a:prstGeom>
          <a:noFill/>
          <a:ln>
            <a:noFill/>
          </a:ln>
        </p:spPr>
        <p:txBody>
          <a:bodyPr spcFirstLastPara="1" wrap="square" lIns="94875" tIns="47425" rIns="94875" bIns="47425" anchor="t" anchorCtr="0">
            <a:noAutofit/>
          </a:bodyPr>
          <a:lstStyle/>
          <a:p>
            <a:r>
              <a:t>Review the subsurface oiling classification system and explain each category from NO to SAP.</a:t>
            </a:r>
          </a:p>
        </p:txBody>
      </p:sp>
      <p:sp>
        <p:nvSpPr>
          <p:cNvPr id="968" name="Google Shape;968;p44:notes"/>
          <p:cNvSpPr txBox="1">
            <a:spLocks noGrp="1"/>
          </p:cNvSpPr>
          <p:nvPr>
            <p:ph type="sldNum" idx="12"/>
          </p:nvPr>
        </p:nvSpPr>
        <p:spPr>
          <a:xfrm>
            <a:off x="3776663" y="9285288"/>
            <a:ext cx="2890837" cy="488950"/>
          </a:xfrm>
          <a:prstGeom prst="rect">
            <a:avLst/>
          </a:prstGeom>
          <a:noFill/>
          <a:ln>
            <a:noFill/>
          </a:ln>
        </p:spPr>
        <p:txBody>
          <a:bodyPr spcFirstLastPara="1" wrap="square" lIns="94875" tIns="47425" rIns="94875" bIns="47425" anchor="b" anchorCtr="0">
            <a:noAutofit/>
          </a:bodyPr>
          <a:lstStyle/>
          <a:p>
            <a:pPr marL="0" lvl="0" indent="0" algn="r" rtl="0">
              <a:spcBef>
                <a:spcPts val="0"/>
              </a:spcBef>
              <a:spcAft>
                <a:spcPts val="0"/>
              </a:spcAft>
              <a:buNone/>
            </a:pPr>
            <a:fld id="{00000000-1234-1234-1234-123412341234}" type="slidenum">
              <a:rPr lang="en-US" sz="1200">
                <a:latin typeface="Arial"/>
                <a:ea typeface="Arial"/>
                <a:cs typeface="Arial"/>
                <a:sym typeface="Arial"/>
              </a:rPr>
              <a:t>28</a:t>
            </a:fld>
            <a:endParaRPr sz="1200">
              <a:latin typeface="Arial"/>
              <a:ea typeface="Arial"/>
              <a:cs typeface="Arial"/>
              <a:sym typeface="Arial"/>
            </a:endParaRPr>
          </a:p>
        </p:txBody>
      </p:sp>
    </p:spTree>
    <p:extLst>
      <p:ext uri="{BB962C8B-B14F-4D97-AF65-F5344CB8AC3E}">
        <p14:creationId xmlns:p14="http://schemas.microsoft.com/office/powerpoint/2010/main" val="28818536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supporting video and explain what participants should observe while watching.</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Summarise the key learning points and ask participants to record three lessons from the session.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Date Placeholder 11">
            <a:extLst>
              <a:ext uri="{FF2B5EF4-FFF2-40B4-BE49-F238E27FC236}">
                <a16:creationId xmlns:a16="http://schemas.microsoft.com/office/drawing/2014/main" id="{73C565E0-416B-C52D-EF18-5867A012649F}"/>
              </a:ext>
            </a:extLst>
          </p:cNvPr>
          <p:cNvSpPr>
            <a:spLocks noGrp="1"/>
          </p:cNvSpPr>
          <p:nvPr>
            <p:ph type="dt" sz="half" idx="10"/>
          </p:nvPr>
        </p:nvSpPr>
        <p:spPr/>
        <p:txBody>
          <a:bodyPr/>
          <a:lstStyle/>
          <a:p>
            <a:fld id="{1044C8F6-0D8D-4815-BB0D-52B7D1F9D66F}" type="datetime3">
              <a:rPr lang="en-US" smtClean="0"/>
              <a:t>1 October 2026</a:t>
            </a:fld>
            <a:endParaRPr lang="en-US" dirty="0"/>
          </a:p>
        </p:txBody>
      </p:sp>
      <p:sp>
        <p:nvSpPr>
          <p:cNvPr id="13" name="Footer Placeholder 12">
            <a:extLst>
              <a:ext uri="{FF2B5EF4-FFF2-40B4-BE49-F238E27FC236}">
                <a16:creationId xmlns:a16="http://schemas.microsoft.com/office/drawing/2014/main" id="{9794333B-7B7F-69A1-88AE-A6815E946B61}"/>
              </a:ext>
            </a:extLst>
          </p:cNvPr>
          <p:cNvSpPr>
            <a:spLocks noGrp="1"/>
          </p:cNvSpPr>
          <p:nvPr>
            <p:ph type="ftr" sz="quarter" idx="11"/>
          </p:nvPr>
        </p:nvSpPr>
        <p:spPr/>
        <p:txBody>
          <a:bodyPr/>
          <a:lstStyle/>
          <a:p>
            <a:endParaRPr lang="en-US" dirty="0"/>
          </a:p>
        </p:txBody>
      </p:sp>
      <p:sp>
        <p:nvSpPr>
          <p:cNvPr id="14" name="Slide Number Placeholder 13">
            <a:extLst>
              <a:ext uri="{FF2B5EF4-FFF2-40B4-BE49-F238E27FC236}">
                <a16:creationId xmlns:a16="http://schemas.microsoft.com/office/drawing/2014/main" id="{11BF0CE3-413E-DD14-662C-17EE97BC1DD2}"/>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6000"/>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7641407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9296418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Light Blue">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67297712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Imag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Freeform 6">
            <a:extLst>
              <a:ext uri="{FF2B5EF4-FFF2-40B4-BE49-F238E27FC236}">
                <a16:creationId xmlns:a16="http://schemas.microsoft.com/office/drawing/2014/main" id="{1F59D8CD-2905-7D4E-0849-2441F985B086}"/>
              </a:ext>
            </a:extLst>
          </p:cNvPr>
          <p:cNvSpPr>
            <a:spLocks noChangeAspect="1" noEditPoints="1"/>
          </p:cNvSpPr>
          <p:nvPr/>
        </p:nvSpPr>
        <p:spPr bwMode="auto">
          <a:xfrm>
            <a:off x="407988" y="57467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414881732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p:bg>
      <p:bgPr>
        <a:solidFill>
          <a:schemeClr val="bg2"/>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35CE66AB-A0D7-67AE-380A-53A6F957D1AD}"/>
              </a:ext>
            </a:extLst>
          </p:cNvPr>
          <p:cNvSpPr>
            <a:spLocks noGrp="1"/>
          </p:cNvSpPr>
          <p:nvPr>
            <p:ph type="pic" sz="quarter" idx="14"/>
          </p:nvPr>
        </p:nvSpPr>
        <p:spPr>
          <a:xfrm>
            <a:off x="0" y="1"/>
            <a:ext cx="12192000" cy="6858000"/>
          </a:xfrm>
          <a:solidFill>
            <a:schemeClr val="bg2">
              <a:lumMod val="90000"/>
            </a:schemeClr>
          </a:solidFill>
        </p:spPr>
        <p:txBody>
          <a:bodyPr/>
          <a:lstStyle>
            <a:lvl1pPr>
              <a:defRPr sz="1000"/>
            </a:lvl1pPr>
          </a:lstStyle>
          <a:p>
            <a:r>
              <a:rPr lang="en-US"/>
              <a:t>Click icon to add picture</a:t>
            </a:r>
            <a:endParaRPr lang="en-GB"/>
          </a:p>
        </p:txBody>
      </p:sp>
      <p:sp>
        <p:nvSpPr>
          <p:cNvPr id="2" name="Title 1"/>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Date Placeholder 4">
            <a:extLst>
              <a:ext uri="{FF2B5EF4-FFF2-40B4-BE49-F238E27FC236}">
                <a16:creationId xmlns:a16="http://schemas.microsoft.com/office/drawing/2014/main" id="{5D27BE51-F485-EF4E-BB0B-C635562659C4}"/>
              </a:ext>
            </a:extLst>
          </p:cNvPr>
          <p:cNvSpPr>
            <a:spLocks noGrp="1"/>
          </p:cNvSpPr>
          <p:nvPr>
            <p:ph type="dt" sz="half" idx="10"/>
          </p:nvPr>
        </p:nvSpPr>
        <p:spPr/>
        <p:txBody>
          <a:bodyPr/>
          <a:lstStyle>
            <a:lvl1pPr>
              <a:defRPr>
                <a:solidFill>
                  <a:schemeClr val="bg1"/>
                </a:solidFill>
              </a:defRPr>
            </a:lvl1pPr>
          </a:lstStyle>
          <a:p>
            <a:fld id="{084C4DB8-9623-4224-BA86-5DE662FF7DC6}" type="datetime3">
              <a:rPr lang="en-US" smtClean="0"/>
              <a:pPr/>
              <a:t>1 October 2026</a:t>
            </a:fld>
            <a:endParaRPr lang="en-US" dirty="0"/>
          </a:p>
        </p:txBody>
      </p:sp>
      <p:sp>
        <p:nvSpPr>
          <p:cNvPr id="6" name="Footer Placeholder 5">
            <a:extLst>
              <a:ext uri="{FF2B5EF4-FFF2-40B4-BE49-F238E27FC236}">
                <a16:creationId xmlns:a16="http://schemas.microsoft.com/office/drawing/2014/main" id="{79879A88-4923-60A4-16B0-142C9512E93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410D0920-1D3A-D281-EC6B-354F901A7029}"/>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9" name="Text Placeholder 2">
            <a:extLst>
              <a:ext uri="{FF2B5EF4-FFF2-40B4-BE49-F238E27FC236}">
                <a16:creationId xmlns:a16="http://schemas.microsoft.com/office/drawing/2014/main" id="{9F3673F9-A375-DA91-CA09-A1DF14FF022B}"/>
              </a:ext>
            </a:extLst>
          </p:cNvPr>
          <p:cNvSpPr>
            <a:spLocks noGrp="1"/>
          </p:cNvSpPr>
          <p:nvPr>
            <p:ph type="body" sz="quarter" idx="19"/>
          </p:nvPr>
        </p:nvSpPr>
        <p:spPr>
          <a:xfrm>
            <a:off x="407988" y="576000"/>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35359487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Picture Yellow ">
    <p:bg>
      <p:bgPr>
        <a:solidFill>
          <a:schemeClr val="bg1"/>
        </a:solidFill>
        <a:effectLst/>
      </p:bgPr>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accent2"/>
                </a:solidFill>
              </a:defRPr>
            </a:lvl1pPr>
          </a:lstStyle>
          <a:p>
            <a:fld id="{26267213-5B65-4CDC-91D5-D7C44E3C9E26}"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accent2"/>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Picture Placeholder 4">
            <a:extLst>
              <a:ext uri="{FF2B5EF4-FFF2-40B4-BE49-F238E27FC236}">
                <a16:creationId xmlns:a16="http://schemas.microsoft.com/office/drawing/2014/main" id="{C4C18E78-505B-EC69-6A44-6D0AAECBF80F}"/>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212821749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Picture Blue ">
    <p:bg>
      <p:bgPr>
        <a:solidFill>
          <a:schemeClr val="accent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DF219BD-77EA-837C-F8B6-1B25D21F184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bg1"/>
                </a:solidFill>
              </a:defRPr>
            </a:lvl1pPr>
          </a:lstStyle>
          <a:p>
            <a:fld id="{7F256C4A-9AE9-447B-804C-8020AED96F84}" type="datetime3">
              <a:rPr lang="en-US" smtClean="0"/>
              <a:pPr/>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88339703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Picture Light Blue ">
    <p:bg>
      <p:bgPr>
        <a:solidFill>
          <a:schemeClr val="accent6"/>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DF219BD-77EA-837C-F8B6-1B25D21F184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solidFill>
                  <a:schemeClr val="bg1"/>
                </a:solidFill>
              </a:defRPr>
            </a:lvl1pPr>
          </a:lstStyle>
          <a:p>
            <a:fld id="{7F256C4A-9AE9-447B-804C-8020AED96F84}" type="datetime3">
              <a:rPr lang="en-US" smtClean="0"/>
              <a:pPr/>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6" name="Title 1">
            <a:extLst>
              <a:ext uri="{FF2B5EF4-FFF2-40B4-BE49-F238E27FC236}">
                <a16:creationId xmlns:a16="http://schemas.microsoft.com/office/drawing/2014/main" id="{48D40AAE-032D-9869-FD62-D58AB23E8B9C}"/>
              </a:ext>
            </a:extLst>
          </p:cNvPr>
          <p:cNvSpPr>
            <a:spLocks noGrp="1"/>
          </p:cNvSpPr>
          <p:nvPr>
            <p:ph type="ctrTitle"/>
          </p:nvPr>
        </p:nvSpPr>
        <p:spPr>
          <a:xfrm>
            <a:off x="407988"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52E8C97E-95A7-0EF5-E8CB-94373E46BFF4}"/>
              </a:ext>
            </a:extLst>
          </p:cNvPr>
          <p:cNvSpPr>
            <a:spLocks noGrp="1"/>
          </p:cNvSpPr>
          <p:nvPr>
            <p:ph type="subTitle" idx="1"/>
          </p:nvPr>
        </p:nvSpPr>
        <p:spPr>
          <a:xfrm>
            <a:off x="407988"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Freeform 6">
            <a:extLst>
              <a:ext uri="{FF2B5EF4-FFF2-40B4-BE49-F238E27FC236}">
                <a16:creationId xmlns:a16="http://schemas.microsoft.com/office/drawing/2014/main" id="{60554BC8-9866-135D-B675-64DDE5547717}"/>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746227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Picture Yellow 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BFAC6AC-59C1-98F6-B6B8-3A8753CA98B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0F5C3658-A1B0-42A5-860E-7340AE884B96}"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accent2"/>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25070456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Picture Blue 2">
    <p:bg>
      <p:bgPr>
        <a:solidFill>
          <a:schemeClr val="accent2"/>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AF8CC41-D441-B2B7-3F22-52E56AEF931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DA183968-61A8-4AD1-B2F5-4ABFC11C7692}"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87996258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Picture Light Blue 2">
    <p:bg>
      <p:bgPr>
        <a:solidFill>
          <a:schemeClr val="accent6"/>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AF8CC41-D441-B2B7-3F22-52E56AEF9312}"/>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7" name="Date Placeholder 6">
            <a:extLst>
              <a:ext uri="{FF2B5EF4-FFF2-40B4-BE49-F238E27FC236}">
                <a16:creationId xmlns:a16="http://schemas.microsoft.com/office/drawing/2014/main" id="{00498258-88E9-CB8C-3EE2-3F6D713F440B}"/>
              </a:ext>
            </a:extLst>
          </p:cNvPr>
          <p:cNvSpPr>
            <a:spLocks noGrp="1"/>
          </p:cNvSpPr>
          <p:nvPr>
            <p:ph type="dt" sz="half" idx="10"/>
          </p:nvPr>
        </p:nvSpPr>
        <p:spPr/>
        <p:txBody>
          <a:bodyPr/>
          <a:lstStyle>
            <a:lvl1pPr>
              <a:defRPr>
                <a:noFill/>
              </a:defRPr>
            </a:lvl1pPr>
          </a:lstStyle>
          <a:p>
            <a:fld id="{DA183968-61A8-4AD1-B2F5-4ABFC11C7692}" type="datetime3">
              <a:rPr lang="en-US" smtClean="0"/>
              <a:t>1 October 2026</a:t>
            </a:fld>
            <a:endParaRPr lang="en-US" dirty="0"/>
          </a:p>
        </p:txBody>
      </p:sp>
      <p:sp>
        <p:nvSpPr>
          <p:cNvPr id="8" name="Footer Placeholder 7">
            <a:extLst>
              <a:ext uri="{FF2B5EF4-FFF2-40B4-BE49-F238E27FC236}">
                <a16:creationId xmlns:a16="http://schemas.microsoft.com/office/drawing/2014/main" id="{03C93E9D-5F07-9459-468D-9C2261945706}"/>
              </a:ext>
            </a:extLst>
          </p:cNvPr>
          <p:cNvSpPr>
            <a:spLocks noGrp="1"/>
          </p:cNvSpPr>
          <p:nvPr>
            <p:ph type="ftr" sz="quarter" idx="11"/>
          </p:nvPr>
        </p:nvSpPr>
        <p:spPr/>
        <p:txBody>
          <a:bodyPr/>
          <a:lstStyle>
            <a:lvl1pPr>
              <a:defRPr>
                <a:noFill/>
              </a:defRPr>
            </a:lvl1pPr>
          </a:lstStyle>
          <a:p>
            <a:endParaRPr lang="en-US" dirty="0"/>
          </a:p>
        </p:txBody>
      </p:sp>
      <p:sp>
        <p:nvSpPr>
          <p:cNvPr id="9" name="Slide Number Placeholder 8">
            <a:extLst>
              <a:ext uri="{FF2B5EF4-FFF2-40B4-BE49-F238E27FC236}">
                <a16:creationId xmlns:a16="http://schemas.microsoft.com/office/drawing/2014/main" id="{EEF29CF1-AD27-AAD6-4E0B-FCF1E44943D3}"/>
              </a:ext>
            </a:extLst>
          </p:cNvPr>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17FE45-4F71-99AF-63E9-7E5627A46391}"/>
              </a:ext>
            </a:extLst>
          </p:cNvPr>
          <p:cNvSpPr>
            <a:spLocks noGrp="1"/>
          </p:cNvSpPr>
          <p:nvPr>
            <p:ph type="ctrTitle"/>
          </p:nvPr>
        </p:nvSpPr>
        <p:spPr>
          <a:xfrm>
            <a:off x="6096001" y="1412875"/>
            <a:ext cx="5688012" cy="3384277"/>
          </a:xfrm>
        </p:spPr>
        <p:txBody>
          <a:bodyPr anchor="t" anchorCtr="0"/>
          <a:lstStyle>
            <a:lvl1pPr algn="l">
              <a:lnSpc>
                <a:spcPct val="90000"/>
              </a:lnSpc>
              <a:defRPr sz="6000" spc="-50" baseline="0">
                <a:solidFill>
                  <a:schemeClr val="bg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3D401EC3-AF83-E321-73C9-5264F6319B53}"/>
              </a:ext>
            </a:extLst>
          </p:cNvPr>
          <p:cNvSpPr>
            <a:spLocks noGrp="1"/>
          </p:cNvSpPr>
          <p:nvPr>
            <p:ph type="subTitle" idx="1"/>
          </p:nvPr>
        </p:nvSpPr>
        <p:spPr>
          <a:xfrm>
            <a:off x="6096001" y="5085184"/>
            <a:ext cx="5688012" cy="936204"/>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Freeform 6">
            <a:extLst>
              <a:ext uri="{FF2B5EF4-FFF2-40B4-BE49-F238E27FC236}">
                <a16:creationId xmlns:a16="http://schemas.microsoft.com/office/drawing/2014/main" id="{88B2A2B0-A12F-A76A-13F9-B89E6F7D8AE2}"/>
              </a:ext>
            </a:extLst>
          </p:cNvPr>
          <p:cNvSpPr>
            <a:spLocks noChangeAspect="1" noEditPoints="1"/>
          </p:cNvSpPr>
          <p:nvPr/>
        </p:nvSpPr>
        <p:spPr bwMode="auto">
          <a:xfrm>
            <a:off x="10653051"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70147827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07778805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and Content Blu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Date Placeholder 6"/>
          <p:cNvSpPr>
            <a:spLocks noGrp="1"/>
          </p:cNvSpPr>
          <p:nvPr>
            <p:ph type="dt" sz="half" idx="10"/>
          </p:nvPr>
        </p:nvSpPr>
        <p:spPr/>
        <p:txBody>
          <a:bodyPr/>
          <a:lstStyle>
            <a:lvl1pPr>
              <a:defRPr>
                <a:solidFill>
                  <a:schemeClr val="bg1"/>
                </a:solidFill>
              </a:defRPr>
            </a:lvl1pPr>
          </a:lstStyle>
          <a:p>
            <a:fld id="{8C9DF63D-ED94-46E4-B158-9F8CBCEFFBAF}"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Freeform 6">
            <a:extLst>
              <a:ext uri="{FF2B5EF4-FFF2-40B4-BE49-F238E27FC236}">
                <a16:creationId xmlns:a16="http://schemas.microsoft.com/office/drawing/2014/main" id="{FECDBB93-3470-DBF3-EA10-F4A9B298A79E}"/>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7336672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4" name="Text Placeholder 3">
            <a:extLst>
              <a:ext uri="{FF2B5EF4-FFF2-40B4-BE49-F238E27FC236}">
                <a16:creationId xmlns:a16="http://schemas.microsoft.com/office/drawing/2014/main" id="{0D788389-5703-9E2D-56A5-11DB215EC88B}"/>
              </a:ext>
            </a:extLst>
          </p:cNvPr>
          <p:cNvSpPr>
            <a:spLocks noGrp="1"/>
          </p:cNvSpPr>
          <p:nvPr>
            <p:ph type="body" sz="quarter" idx="13"/>
          </p:nvPr>
        </p:nvSpPr>
        <p:spPr>
          <a:xfrm>
            <a:off x="983433"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1" name="Text Placeholder 10">
            <a:extLst>
              <a:ext uri="{FF2B5EF4-FFF2-40B4-BE49-F238E27FC236}">
                <a16:creationId xmlns:a16="http://schemas.microsoft.com/office/drawing/2014/main" id="{4E560836-3854-58D4-8159-DA168C2F7F05}"/>
              </a:ext>
            </a:extLst>
          </p:cNvPr>
          <p:cNvSpPr>
            <a:spLocks noGrp="1" noChangeAspect="1"/>
          </p:cNvSpPr>
          <p:nvPr>
            <p:ph type="body" sz="quarter" idx="14" hasCustomPrompt="1"/>
          </p:nvPr>
        </p:nvSpPr>
        <p:spPr>
          <a:xfrm>
            <a:off x="383977"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2" name="Text Placeholder 10">
            <a:extLst>
              <a:ext uri="{FF2B5EF4-FFF2-40B4-BE49-F238E27FC236}">
                <a16:creationId xmlns:a16="http://schemas.microsoft.com/office/drawing/2014/main" id="{9AE80D00-0C63-79A0-9D76-1A0A735B580E}"/>
              </a:ext>
            </a:extLst>
          </p:cNvPr>
          <p:cNvSpPr>
            <a:spLocks noGrp="1" noChangeAspect="1"/>
          </p:cNvSpPr>
          <p:nvPr>
            <p:ph type="body" sz="quarter" idx="15" hasCustomPrompt="1"/>
          </p:nvPr>
        </p:nvSpPr>
        <p:spPr>
          <a:xfrm>
            <a:off x="383977"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3" name="Text Placeholder 10">
            <a:extLst>
              <a:ext uri="{FF2B5EF4-FFF2-40B4-BE49-F238E27FC236}">
                <a16:creationId xmlns:a16="http://schemas.microsoft.com/office/drawing/2014/main" id="{8B5CF24B-4B4F-39D2-3D9A-37B67AD9E9A4}"/>
              </a:ext>
            </a:extLst>
          </p:cNvPr>
          <p:cNvSpPr>
            <a:spLocks noGrp="1" noChangeAspect="1"/>
          </p:cNvSpPr>
          <p:nvPr>
            <p:ph type="body" sz="quarter" idx="16" hasCustomPrompt="1"/>
          </p:nvPr>
        </p:nvSpPr>
        <p:spPr>
          <a:xfrm>
            <a:off x="383977"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4" name="Text Placeholder 10">
            <a:extLst>
              <a:ext uri="{FF2B5EF4-FFF2-40B4-BE49-F238E27FC236}">
                <a16:creationId xmlns:a16="http://schemas.microsoft.com/office/drawing/2014/main" id="{EEA76244-10B6-3906-A848-9D3678041FA3}"/>
              </a:ext>
            </a:extLst>
          </p:cNvPr>
          <p:cNvSpPr>
            <a:spLocks noGrp="1" noChangeAspect="1"/>
          </p:cNvSpPr>
          <p:nvPr>
            <p:ph type="body" sz="quarter" idx="17" hasCustomPrompt="1"/>
          </p:nvPr>
        </p:nvSpPr>
        <p:spPr>
          <a:xfrm>
            <a:off x="383977"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5" name="Text Placeholder 10">
            <a:extLst>
              <a:ext uri="{FF2B5EF4-FFF2-40B4-BE49-F238E27FC236}">
                <a16:creationId xmlns:a16="http://schemas.microsoft.com/office/drawing/2014/main" id="{96C25A5E-75E8-EF2B-E3B0-19651E408A53}"/>
              </a:ext>
            </a:extLst>
          </p:cNvPr>
          <p:cNvSpPr>
            <a:spLocks noGrp="1" noChangeAspect="1"/>
          </p:cNvSpPr>
          <p:nvPr>
            <p:ph type="body" sz="quarter" idx="18" hasCustomPrompt="1"/>
          </p:nvPr>
        </p:nvSpPr>
        <p:spPr>
          <a:xfrm>
            <a:off x="383977"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6" name="Text Placeholder 3">
            <a:extLst>
              <a:ext uri="{FF2B5EF4-FFF2-40B4-BE49-F238E27FC236}">
                <a16:creationId xmlns:a16="http://schemas.microsoft.com/office/drawing/2014/main" id="{EB275EE9-C5B8-070A-8BAB-5C781105F904}"/>
              </a:ext>
            </a:extLst>
          </p:cNvPr>
          <p:cNvSpPr>
            <a:spLocks noGrp="1"/>
          </p:cNvSpPr>
          <p:nvPr>
            <p:ph type="body" sz="quarter" idx="19"/>
          </p:nvPr>
        </p:nvSpPr>
        <p:spPr>
          <a:xfrm>
            <a:off x="983433"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7" name="Text Placeholder 3">
            <a:extLst>
              <a:ext uri="{FF2B5EF4-FFF2-40B4-BE49-F238E27FC236}">
                <a16:creationId xmlns:a16="http://schemas.microsoft.com/office/drawing/2014/main" id="{9D9E554E-F9D6-538A-96FF-054CA5AC3F14}"/>
              </a:ext>
            </a:extLst>
          </p:cNvPr>
          <p:cNvSpPr>
            <a:spLocks noGrp="1"/>
          </p:cNvSpPr>
          <p:nvPr>
            <p:ph type="body" sz="quarter" idx="20"/>
          </p:nvPr>
        </p:nvSpPr>
        <p:spPr>
          <a:xfrm>
            <a:off x="983433"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8" name="Text Placeholder 3">
            <a:extLst>
              <a:ext uri="{FF2B5EF4-FFF2-40B4-BE49-F238E27FC236}">
                <a16:creationId xmlns:a16="http://schemas.microsoft.com/office/drawing/2014/main" id="{602B1D12-26E8-2859-B605-5813379AADEE}"/>
              </a:ext>
            </a:extLst>
          </p:cNvPr>
          <p:cNvSpPr>
            <a:spLocks noGrp="1"/>
          </p:cNvSpPr>
          <p:nvPr>
            <p:ph type="body" sz="quarter" idx="21"/>
          </p:nvPr>
        </p:nvSpPr>
        <p:spPr>
          <a:xfrm>
            <a:off x="983433"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9" name="Text Placeholder 3">
            <a:extLst>
              <a:ext uri="{FF2B5EF4-FFF2-40B4-BE49-F238E27FC236}">
                <a16:creationId xmlns:a16="http://schemas.microsoft.com/office/drawing/2014/main" id="{5B33E30F-B74A-24A0-A50C-DDAA3BA080CA}"/>
              </a:ext>
            </a:extLst>
          </p:cNvPr>
          <p:cNvSpPr>
            <a:spLocks noGrp="1"/>
          </p:cNvSpPr>
          <p:nvPr>
            <p:ph type="body" sz="quarter" idx="22"/>
          </p:nvPr>
        </p:nvSpPr>
        <p:spPr>
          <a:xfrm>
            <a:off x="983433"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0" name="Text Placeholder 3">
            <a:extLst>
              <a:ext uri="{FF2B5EF4-FFF2-40B4-BE49-F238E27FC236}">
                <a16:creationId xmlns:a16="http://schemas.microsoft.com/office/drawing/2014/main" id="{ED05F037-DF77-FA13-F526-B4726B8612B1}"/>
              </a:ext>
            </a:extLst>
          </p:cNvPr>
          <p:cNvSpPr>
            <a:spLocks noGrp="1"/>
          </p:cNvSpPr>
          <p:nvPr>
            <p:ph type="body" sz="quarter" idx="23"/>
          </p:nvPr>
        </p:nvSpPr>
        <p:spPr>
          <a:xfrm>
            <a:off x="6815461"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1" name="Text Placeholder 10">
            <a:extLst>
              <a:ext uri="{FF2B5EF4-FFF2-40B4-BE49-F238E27FC236}">
                <a16:creationId xmlns:a16="http://schemas.microsoft.com/office/drawing/2014/main" id="{B6DBCDB3-FB18-FE3C-9330-41839CA8CC55}"/>
              </a:ext>
            </a:extLst>
          </p:cNvPr>
          <p:cNvSpPr>
            <a:spLocks noGrp="1" noChangeAspect="1"/>
          </p:cNvSpPr>
          <p:nvPr>
            <p:ph type="body" sz="quarter" idx="24" hasCustomPrompt="1"/>
          </p:nvPr>
        </p:nvSpPr>
        <p:spPr>
          <a:xfrm>
            <a:off x="6216005"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2" name="Text Placeholder 10">
            <a:extLst>
              <a:ext uri="{FF2B5EF4-FFF2-40B4-BE49-F238E27FC236}">
                <a16:creationId xmlns:a16="http://schemas.microsoft.com/office/drawing/2014/main" id="{B046561C-5E20-A5DA-E429-B8E1E96AF630}"/>
              </a:ext>
            </a:extLst>
          </p:cNvPr>
          <p:cNvSpPr>
            <a:spLocks noGrp="1" noChangeAspect="1"/>
          </p:cNvSpPr>
          <p:nvPr>
            <p:ph type="body" sz="quarter" idx="25" hasCustomPrompt="1"/>
          </p:nvPr>
        </p:nvSpPr>
        <p:spPr>
          <a:xfrm>
            <a:off x="6216005"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3" name="Text Placeholder 10">
            <a:extLst>
              <a:ext uri="{FF2B5EF4-FFF2-40B4-BE49-F238E27FC236}">
                <a16:creationId xmlns:a16="http://schemas.microsoft.com/office/drawing/2014/main" id="{33CA333C-7A78-84A0-6E81-D1E485E51108}"/>
              </a:ext>
            </a:extLst>
          </p:cNvPr>
          <p:cNvSpPr>
            <a:spLocks noGrp="1" noChangeAspect="1"/>
          </p:cNvSpPr>
          <p:nvPr>
            <p:ph type="body" sz="quarter" idx="26" hasCustomPrompt="1"/>
          </p:nvPr>
        </p:nvSpPr>
        <p:spPr>
          <a:xfrm>
            <a:off x="6216005"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4" name="Text Placeholder 10">
            <a:extLst>
              <a:ext uri="{FF2B5EF4-FFF2-40B4-BE49-F238E27FC236}">
                <a16:creationId xmlns:a16="http://schemas.microsoft.com/office/drawing/2014/main" id="{6D5878AF-C28A-2A65-5C99-6E8EEB122BED}"/>
              </a:ext>
            </a:extLst>
          </p:cNvPr>
          <p:cNvSpPr>
            <a:spLocks noGrp="1" noChangeAspect="1"/>
          </p:cNvSpPr>
          <p:nvPr>
            <p:ph type="body" sz="quarter" idx="27" hasCustomPrompt="1"/>
          </p:nvPr>
        </p:nvSpPr>
        <p:spPr>
          <a:xfrm>
            <a:off x="6216005"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5" name="Text Placeholder 10">
            <a:extLst>
              <a:ext uri="{FF2B5EF4-FFF2-40B4-BE49-F238E27FC236}">
                <a16:creationId xmlns:a16="http://schemas.microsoft.com/office/drawing/2014/main" id="{D7AF9EC7-2944-F108-104C-7109692B8819}"/>
              </a:ext>
            </a:extLst>
          </p:cNvPr>
          <p:cNvSpPr>
            <a:spLocks noGrp="1" noChangeAspect="1"/>
          </p:cNvSpPr>
          <p:nvPr>
            <p:ph type="body" sz="quarter" idx="28" hasCustomPrompt="1"/>
          </p:nvPr>
        </p:nvSpPr>
        <p:spPr>
          <a:xfrm>
            <a:off x="6216005"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26" name="Text Placeholder 3">
            <a:extLst>
              <a:ext uri="{FF2B5EF4-FFF2-40B4-BE49-F238E27FC236}">
                <a16:creationId xmlns:a16="http://schemas.microsoft.com/office/drawing/2014/main" id="{21031959-31DA-659C-2444-C8DDC811E7AB}"/>
              </a:ext>
            </a:extLst>
          </p:cNvPr>
          <p:cNvSpPr>
            <a:spLocks noGrp="1"/>
          </p:cNvSpPr>
          <p:nvPr>
            <p:ph type="body" sz="quarter" idx="29"/>
          </p:nvPr>
        </p:nvSpPr>
        <p:spPr>
          <a:xfrm>
            <a:off x="6815461"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7" name="Text Placeholder 3">
            <a:extLst>
              <a:ext uri="{FF2B5EF4-FFF2-40B4-BE49-F238E27FC236}">
                <a16:creationId xmlns:a16="http://schemas.microsoft.com/office/drawing/2014/main" id="{1BEDAB55-5634-74A6-EE65-DB1D8C277AD9}"/>
              </a:ext>
            </a:extLst>
          </p:cNvPr>
          <p:cNvSpPr>
            <a:spLocks noGrp="1"/>
          </p:cNvSpPr>
          <p:nvPr>
            <p:ph type="body" sz="quarter" idx="30"/>
          </p:nvPr>
        </p:nvSpPr>
        <p:spPr>
          <a:xfrm>
            <a:off x="6815461"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8" name="Text Placeholder 3">
            <a:extLst>
              <a:ext uri="{FF2B5EF4-FFF2-40B4-BE49-F238E27FC236}">
                <a16:creationId xmlns:a16="http://schemas.microsoft.com/office/drawing/2014/main" id="{94940853-453D-8FA4-EE59-5FC0C40A98B0}"/>
              </a:ext>
            </a:extLst>
          </p:cNvPr>
          <p:cNvSpPr>
            <a:spLocks noGrp="1"/>
          </p:cNvSpPr>
          <p:nvPr>
            <p:ph type="body" sz="quarter" idx="31"/>
          </p:nvPr>
        </p:nvSpPr>
        <p:spPr>
          <a:xfrm>
            <a:off x="6815461"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29" name="Text Placeholder 3">
            <a:extLst>
              <a:ext uri="{FF2B5EF4-FFF2-40B4-BE49-F238E27FC236}">
                <a16:creationId xmlns:a16="http://schemas.microsoft.com/office/drawing/2014/main" id="{142D727D-7738-A03E-18B3-A3C41E184474}"/>
              </a:ext>
            </a:extLst>
          </p:cNvPr>
          <p:cNvSpPr>
            <a:spLocks noGrp="1"/>
          </p:cNvSpPr>
          <p:nvPr>
            <p:ph type="body" sz="quarter" idx="32"/>
          </p:nvPr>
        </p:nvSpPr>
        <p:spPr>
          <a:xfrm>
            <a:off x="6815461"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Tree>
    <p:extLst>
      <p:ext uri="{BB962C8B-B14F-4D97-AF65-F5344CB8AC3E}">
        <p14:creationId xmlns:p14="http://schemas.microsoft.com/office/powerpoint/2010/main" val="37750213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icture">
    <p:bg>
      <p:bgPr>
        <a:solidFill>
          <a:schemeClr val="bg2"/>
        </a:solidFill>
        <a:effectLst/>
      </p:bgPr>
    </p:bg>
    <p:spTree>
      <p:nvGrpSpPr>
        <p:cNvPr id="1" name=""/>
        <p:cNvGrpSpPr/>
        <p:nvPr/>
      </p:nvGrpSpPr>
      <p:grpSpPr>
        <a:xfrm>
          <a:off x="0" y="0"/>
          <a:ext cx="0" cy="0"/>
          <a:chOff x="0" y="0"/>
          <a:chExt cx="0" cy="0"/>
        </a:xfrm>
      </p:grpSpPr>
      <p:sp>
        <p:nvSpPr>
          <p:cNvPr id="3" name="Picture Placeholder 11">
            <a:extLst>
              <a:ext uri="{FF2B5EF4-FFF2-40B4-BE49-F238E27FC236}">
                <a16:creationId xmlns:a16="http://schemas.microsoft.com/office/drawing/2014/main" id="{C16098F8-3FAD-BA6F-7BA1-B5B4702D1484}"/>
              </a:ext>
            </a:extLst>
          </p:cNvPr>
          <p:cNvSpPr>
            <a:spLocks noGrp="1"/>
          </p:cNvSpPr>
          <p:nvPr>
            <p:ph type="pic" sz="quarter" idx="23"/>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2" name="Title 1"/>
          <p:cNvSpPr>
            <a:spLocks noGrp="1"/>
          </p:cNvSpPr>
          <p:nvPr>
            <p:ph type="title"/>
          </p:nvPr>
        </p:nvSpPr>
        <p:spPr>
          <a:xfrm>
            <a:off x="407989" y="548680"/>
            <a:ext cx="5543995" cy="1008112"/>
          </a:xfrm>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4" name="Text Placeholder 3">
            <a:extLst>
              <a:ext uri="{FF2B5EF4-FFF2-40B4-BE49-F238E27FC236}">
                <a16:creationId xmlns:a16="http://schemas.microsoft.com/office/drawing/2014/main" id="{0D788389-5703-9E2D-56A5-11DB215EC88B}"/>
              </a:ext>
            </a:extLst>
          </p:cNvPr>
          <p:cNvSpPr>
            <a:spLocks noGrp="1"/>
          </p:cNvSpPr>
          <p:nvPr>
            <p:ph type="body" sz="quarter" idx="13"/>
          </p:nvPr>
        </p:nvSpPr>
        <p:spPr>
          <a:xfrm>
            <a:off x="983433" y="191683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1" name="Text Placeholder 10">
            <a:extLst>
              <a:ext uri="{FF2B5EF4-FFF2-40B4-BE49-F238E27FC236}">
                <a16:creationId xmlns:a16="http://schemas.microsoft.com/office/drawing/2014/main" id="{4E560836-3854-58D4-8159-DA168C2F7F05}"/>
              </a:ext>
            </a:extLst>
          </p:cNvPr>
          <p:cNvSpPr>
            <a:spLocks noGrp="1" noChangeAspect="1"/>
          </p:cNvSpPr>
          <p:nvPr>
            <p:ph type="body" sz="quarter" idx="14" hasCustomPrompt="1"/>
          </p:nvPr>
        </p:nvSpPr>
        <p:spPr>
          <a:xfrm>
            <a:off x="383977" y="183021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2" name="Text Placeholder 10">
            <a:extLst>
              <a:ext uri="{FF2B5EF4-FFF2-40B4-BE49-F238E27FC236}">
                <a16:creationId xmlns:a16="http://schemas.microsoft.com/office/drawing/2014/main" id="{9AE80D00-0C63-79A0-9D76-1A0A735B580E}"/>
              </a:ext>
            </a:extLst>
          </p:cNvPr>
          <p:cNvSpPr>
            <a:spLocks noGrp="1" noChangeAspect="1"/>
          </p:cNvSpPr>
          <p:nvPr>
            <p:ph type="body" sz="quarter" idx="15" hasCustomPrompt="1"/>
          </p:nvPr>
        </p:nvSpPr>
        <p:spPr>
          <a:xfrm>
            <a:off x="383977" y="256490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3" name="Text Placeholder 10">
            <a:extLst>
              <a:ext uri="{FF2B5EF4-FFF2-40B4-BE49-F238E27FC236}">
                <a16:creationId xmlns:a16="http://schemas.microsoft.com/office/drawing/2014/main" id="{8B5CF24B-4B4F-39D2-3D9A-37B67AD9E9A4}"/>
              </a:ext>
            </a:extLst>
          </p:cNvPr>
          <p:cNvSpPr>
            <a:spLocks noGrp="1" noChangeAspect="1"/>
          </p:cNvSpPr>
          <p:nvPr>
            <p:ph type="body" sz="quarter" idx="16" hasCustomPrompt="1"/>
          </p:nvPr>
        </p:nvSpPr>
        <p:spPr>
          <a:xfrm>
            <a:off x="383977" y="328498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4" name="Text Placeholder 10">
            <a:extLst>
              <a:ext uri="{FF2B5EF4-FFF2-40B4-BE49-F238E27FC236}">
                <a16:creationId xmlns:a16="http://schemas.microsoft.com/office/drawing/2014/main" id="{EEA76244-10B6-3906-A848-9D3678041FA3}"/>
              </a:ext>
            </a:extLst>
          </p:cNvPr>
          <p:cNvSpPr>
            <a:spLocks noGrp="1" noChangeAspect="1"/>
          </p:cNvSpPr>
          <p:nvPr>
            <p:ph type="body" sz="quarter" idx="17" hasCustomPrompt="1"/>
          </p:nvPr>
        </p:nvSpPr>
        <p:spPr>
          <a:xfrm>
            <a:off x="383977" y="400506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5" name="Text Placeholder 10">
            <a:extLst>
              <a:ext uri="{FF2B5EF4-FFF2-40B4-BE49-F238E27FC236}">
                <a16:creationId xmlns:a16="http://schemas.microsoft.com/office/drawing/2014/main" id="{96C25A5E-75E8-EF2B-E3B0-19651E408A53}"/>
              </a:ext>
            </a:extLst>
          </p:cNvPr>
          <p:cNvSpPr>
            <a:spLocks noGrp="1" noChangeAspect="1"/>
          </p:cNvSpPr>
          <p:nvPr>
            <p:ph type="body" sz="quarter" idx="18" hasCustomPrompt="1"/>
          </p:nvPr>
        </p:nvSpPr>
        <p:spPr>
          <a:xfrm>
            <a:off x="383977" y="4725144"/>
            <a:ext cx="432000" cy="432000"/>
          </a:xfrm>
          <a:prstGeom prst="ellipse">
            <a:avLst/>
          </a:prstGeom>
          <a:ln w="31750">
            <a:solidFill>
              <a:schemeClr val="accent2"/>
            </a:solidFill>
          </a:ln>
        </p:spPr>
        <p:txBody>
          <a:bodyPr anchor="ctr" anchorCtr="0"/>
          <a:lstStyle>
            <a:lvl1pPr marL="0" indent="0" algn="ctr">
              <a:lnSpc>
                <a:spcPct val="100000"/>
              </a:lnSpc>
              <a:spcBef>
                <a:spcPts val="0"/>
              </a:spcBef>
              <a:buFontTx/>
              <a:buNone/>
              <a:defRPr sz="1800" b="1"/>
            </a:lvl1pPr>
            <a:lvl2pPr marL="0" indent="0" algn="ctr">
              <a:lnSpc>
                <a:spcPct val="100000"/>
              </a:lnSpc>
              <a:spcBef>
                <a:spcPts val="0"/>
              </a:spcBef>
              <a:buFontTx/>
              <a:buNone/>
              <a:defRPr sz="1800" b="1"/>
            </a:lvl2pPr>
            <a:lvl3pPr marL="0" indent="0" algn="ctr">
              <a:lnSpc>
                <a:spcPct val="100000"/>
              </a:lnSpc>
              <a:spcBef>
                <a:spcPts val="0"/>
              </a:spcBef>
              <a:buFontTx/>
              <a:buNone/>
              <a:defRPr sz="1800" b="1"/>
            </a:lvl3pPr>
            <a:lvl4pPr marL="0" indent="0" algn="ctr">
              <a:lnSpc>
                <a:spcPct val="100000"/>
              </a:lnSpc>
              <a:spcBef>
                <a:spcPts val="0"/>
              </a:spcBef>
              <a:buFontTx/>
              <a:buNone/>
              <a:defRPr sz="1800" b="1"/>
            </a:lvl4pPr>
            <a:lvl5pPr marL="0" indent="0" algn="ctr">
              <a:lnSpc>
                <a:spcPct val="100000"/>
              </a:lnSpc>
              <a:spcBef>
                <a:spcPts val="0"/>
              </a:spcBef>
              <a:buFontTx/>
              <a:buNone/>
              <a:defRPr sz="1800" b="1"/>
            </a:lvl5pPr>
            <a:lvl6pPr marL="0" indent="0" algn="ctr">
              <a:lnSpc>
                <a:spcPct val="100000"/>
              </a:lnSpc>
              <a:spcBef>
                <a:spcPts val="0"/>
              </a:spcBef>
              <a:buFontTx/>
              <a:buNone/>
              <a:defRPr sz="1800" b="1"/>
            </a:lvl6pPr>
            <a:lvl7pPr marL="0" indent="0" algn="ctr">
              <a:lnSpc>
                <a:spcPct val="100000"/>
              </a:lnSpc>
              <a:spcBef>
                <a:spcPts val="0"/>
              </a:spcBef>
              <a:buFontTx/>
              <a:buNone/>
              <a:defRPr sz="1800" b="1"/>
            </a:lvl7pPr>
            <a:lvl8pPr marL="0" indent="0" algn="ctr">
              <a:lnSpc>
                <a:spcPct val="100000"/>
              </a:lnSpc>
              <a:spcBef>
                <a:spcPts val="0"/>
              </a:spcBef>
              <a:buFontTx/>
              <a:buNone/>
              <a:defRPr sz="1800" b="1"/>
            </a:lvl8pPr>
            <a:lvl9pPr marL="0" indent="0" algn="ctr">
              <a:lnSpc>
                <a:spcPct val="100000"/>
              </a:lnSpc>
              <a:spcBef>
                <a:spcPts val="0"/>
              </a:spcBef>
              <a:buFontTx/>
              <a:buNone/>
              <a:defRPr sz="1800" b="1"/>
            </a:lvl9pPr>
          </a:lstStyle>
          <a:p>
            <a:pPr lvl="0"/>
            <a:r>
              <a:rPr lang="en-US" dirty="0"/>
              <a:t>#</a:t>
            </a:r>
          </a:p>
        </p:txBody>
      </p:sp>
      <p:sp>
        <p:nvSpPr>
          <p:cNvPr id="16" name="Text Placeholder 3">
            <a:extLst>
              <a:ext uri="{FF2B5EF4-FFF2-40B4-BE49-F238E27FC236}">
                <a16:creationId xmlns:a16="http://schemas.microsoft.com/office/drawing/2014/main" id="{EB275EE9-C5B8-070A-8BAB-5C781105F904}"/>
              </a:ext>
            </a:extLst>
          </p:cNvPr>
          <p:cNvSpPr>
            <a:spLocks noGrp="1"/>
          </p:cNvSpPr>
          <p:nvPr>
            <p:ph type="body" sz="quarter" idx="19"/>
          </p:nvPr>
        </p:nvSpPr>
        <p:spPr>
          <a:xfrm>
            <a:off x="983433" y="263691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7" name="Text Placeholder 3">
            <a:extLst>
              <a:ext uri="{FF2B5EF4-FFF2-40B4-BE49-F238E27FC236}">
                <a16:creationId xmlns:a16="http://schemas.microsoft.com/office/drawing/2014/main" id="{9D9E554E-F9D6-538A-96FF-054CA5AC3F14}"/>
              </a:ext>
            </a:extLst>
          </p:cNvPr>
          <p:cNvSpPr>
            <a:spLocks noGrp="1"/>
          </p:cNvSpPr>
          <p:nvPr>
            <p:ph type="body" sz="quarter" idx="20"/>
          </p:nvPr>
        </p:nvSpPr>
        <p:spPr>
          <a:xfrm>
            <a:off x="983433" y="335699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8" name="Text Placeholder 3">
            <a:extLst>
              <a:ext uri="{FF2B5EF4-FFF2-40B4-BE49-F238E27FC236}">
                <a16:creationId xmlns:a16="http://schemas.microsoft.com/office/drawing/2014/main" id="{602B1D12-26E8-2859-B605-5813379AADEE}"/>
              </a:ext>
            </a:extLst>
          </p:cNvPr>
          <p:cNvSpPr>
            <a:spLocks noGrp="1"/>
          </p:cNvSpPr>
          <p:nvPr>
            <p:ph type="body" sz="quarter" idx="21"/>
          </p:nvPr>
        </p:nvSpPr>
        <p:spPr>
          <a:xfrm>
            <a:off x="983433" y="407707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19" name="Text Placeholder 3">
            <a:extLst>
              <a:ext uri="{FF2B5EF4-FFF2-40B4-BE49-F238E27FC236}">
                <a16:creationId xmlns:a16="http://schemas.microsoft.com/office/drawing/2014/main" id="{5B33E30F-B74A-24A0-A50C-DDAA3BA080CA}"/>
              </a:ext>
            </a:extLst>
          </p:cNvPr>
          <p:cNvSpPr>
            <a:spLocks noGrp="1"/>
          </p:cNvSpPr>
          <p:nvPr>
            <p:ph type="body" sz="quarter" idx="22"/>
          </p:nvPr>
        </p:nvSpPr>
        <p:spPr>
          <a:xfrm>
            <a:off x="983433" y="4797152"/>
            <a:ext cx="4968552" cy="576064"/>
          </a:xfrm>
        </p:spPr>
        <p:txBody>
          <a:bodyPr/>
          <a:lstStyle>
            <a:lvl1pPr>
              <a:lnSpc>
                <a:spcPct val="100000"/>
              </a:lnSpc>
              <a:spcBef>
                <a:spcPts val="0"/>
              </a:spcBef>
              <a:defRPr/>
            </a:lvl1pPr>
            <a:lvl2pPr marL="0" indent="0">
              <a:lnSpc>
                <a:spcPct val="100000"/>
              </a:lnSpc>
              <a:spcBef>
                <a:spcPts val="0"/>
              </a:spcBef>
              <a:buNone/>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vl6pPr>
              <a:lnSpc>
                <a:spcPct val="100000"/>
              </a:lnSpc>
              <a:spcBef>
                <a:spcPts val="0"/>
              </a:spcBef>
              <a:defRPr/>
            </a:lvl6pPr>
            <a:lvl7pPr>
              <a:lnSpc>
                <a:spcPct val="100000"/>
              </a:lnSpc>
              <a:spcBef>
                <a:spcPts val="0"/>
              </a:spcBef>
              <a:defRPr/>
            </a:lvl7pPr>
            <a:lvl8pPr>
              <a:lnSpc>
                <a:spcPct val="100000"/>
              </a:lnSpc>
              <a:spcBef>
                <a:spcPts val="0"/>
              </a:spcBef>
              <a:defRPr/>
            </a:lvl8pPr>
            <a:lvl9pPr>
              <a:lnSpc>
                <a:spcPct val="100000"/>
              </a:lnSpc>
              <a:spcBef>
                <a:spcPts val="0"/>
              </a:spcBef>
              <a:defRPr/>
            </a:lvl9pPr>
          </a:lstStyle>
          <a:p>
            <a:pPr lvl="0"/>
            <a:r>
              <a:rPr lang="en-US"/>
              <a:t>Click to edit Master text styles</a:t>
            </a:r>
          </a:p>
        </p:txBody>
      </p:sp>
      <p:sp>
        <p:nvSpPr>
          <p:cNvPr id="5" name="Text Placeholder 2">
            <a:extLst>
              <a:ext uri="{FF2B5EF4-FFF2-40B4-BE49-F238E27FC236}">
                <a16:creationId xmlns:a16="http://schemas.microsoft.com/office/drawing/2014/main" id="{FB5209D2-7FA0-BFCC-99FC-52224133B0EC}"/>
              </a:ext>
            </a:extLst>
          </p:cNvPr>
          <p:cNvSpPr>
            <a:spLocks noGrp="1"/>
          </p:cNvSpPr>
          <p:nvPr>
            <p:ph type="body" sz="quarter" idx="24"/>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297847012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7988" y="3140968"/>
            <a:ext cx="11376025" cy="1944688"/>
          </a:xfrm>
        </p:spPr>
        <p:txBody>
          <a:bodyPr anchor="b"/>
          <a:lstStyle>
            <a:lvl1pPr>
              <a:defRPr sz="4800">
                <a:solidFill>
                  <a:schemeClr val="accent2"/>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solidFill>
                  <a:schemeClr val="accent2"/>
                </a:solidFill>
              </a:defRPr>
            </a:lvl1pPr>
          </a:lstStyle>
          <a:p>
            <a:fld id="{943B48A3-43DF-4B3A-9A04-041E7FDF21DA}" type="datetime3">
              <a:rPr lang="en-US" smtClean="0"/>
              <a:t>1 October 2026</a:t>
            </a:fld>
            <a:endParaRPr lang="en-US"/>
          </a:p>
        </p:txBody>
      </p:sp>
      <p:sp>
        <p:nvSpPr>
          <p:cNvPr id="5" name="Footer Placeholder 4"/>
          <p:cNvSpPr>
            <a:spLocks noGrp="1"/>
          </p:cNvSpPr>
          <p:nvPr>
            <p:ph type="ftr" sz="quarter" idx="11"/>
          </p:nvPr>
        </p:nvSpPr>
        <p:spPr/>
        <p:txBody>
          <a:bodyPr/>
          <a:lstStyle>
            <a:lvl1pPr>
              <a:defRPr>
                <a:solidFill>
                  <a:schemeClr val="accent2"/>
                </a:solidFill>
              </a:defRPr>
            </a:lvl1pPr>
          </a:lstStyle>
          <a:p>
            <a:endParaRPr lang="en-US"/>
          </a:p>
        </p:txBody>
      </p:sp>
      <p:sp>
        <p:nvSpPr>
          <p:cNvPr id="6" name="Slide Number Placeholder 5"/>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a:p>
        </p:txBody>
      </p:sp>
      <p:sp>
        <p:nvSpPr>
          <p:cNvPr id="8" name="Subtitle 2">
            <a:extLst>
              <a:ext uri="{FF2B5EF4-FFF2-40B4-BE49-F238E27FC236}">
                <a16:creationId xmlns:a16="http://schemas.microsoft.com/office/drawing/2014/main" id="{E8206086-1A67-0E96-3E5B-748FBB98DCCD}"/>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9177615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ection Header Blue">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414844196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Section Header Light Blue">
    <p:bg>
      <p:bgPr>
        <a:solidFill>
          <a:schemeClr val="accent6"/>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380358363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Imag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4E0F249-7A1E-40B4-88B4-E418338E686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8" y="3140968"/>
            <a:ext cx="11376025"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8" y="5373216"/>
            <a:ext cx="11376025"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180818277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Pictur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7989" y="3140968"/>
            <a:ext cx="6408092" cy="1944688"/>
          </a:xfrm>
        </p:spPr>
        <p:txBody>
          <a:bodyPr anchor="b"/>
          <a:lstStyle>
            <a:lvl1pPr>
              <a:defRPr sz="4800">
                <a:solidFill>
                  <a:schemeClr val="accent2"/>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solidFill>
                  <a:schemeClr val="accent2"/>
                </a:solidFill>
              </a:defRPr>
            </a:lvl1pPr>
          </a:lstStyle>
          <a:p>
            <a:fld id="{24D01926-8BA9-41BF-BC16-BA9B61A96AED}" type="datetime3">
              <a:rPr lang="en-US" smtClean="0"/>
              <a:t>1 October 2026</a:t>
            </a:fld>
            <a:endParaRPr lang="en-US"/>
          </a:p>
        </p:txBody>
      </p:sp>
      <p:sp>
        <p:nvSpPr>
          <p:cNvPr id="5" name="Footer Placeholder 4"/>
          <p:cNvSpPr>
            <a:spLocks noGrp="1"/>
          </p:cNvSpPr>
          <p:nvPr>
            <p:ph type="ftr" sz="quarter" idx="11"/>
          </p:nvPr>
        </p:nvSpPr>
        <p:spPr/>
        <p:txBody>
          <a:bodyPr/>
          <a:lstStyle>
            <a:lvl1pPr>
              <a:defRPr>
                <a:solidFill>
                  <a:schemeClr val="accent2"/>
                </a:solidFill>
              </a:defRPr>
            </a:lvl1pPr>
          </a:lstStyle>
          <a:p>
            <a:endParaRPr lang="en-US"/>
          </a:p>
        </p:txBody>
      </p:sp>
      <p:sp>
        <p:nvSpPr>
          <p:cNvPr id="6" name="Slide Number Placeholder 5"/>
          <p:cNvSpPr>
            <a:spLocks noGrp="1"/>
          </p:cNvSpPr>
          <p:nvPr>
            <p:ph type="sldNum" sz="quarter" idx="12"/>
          </p:nvPr>
        </p:nvSpPr>
        <p:spPr>
          <a:solidFill>
            <a:schemeClr val="accent1"/>
          </a:solidFill>
        </p:spPr>
        <p:txBody>
          <a:bodyPr/>
          <a:lstStyle>
            <a:lvl1pPr>
              <a:defRPr>
                <a:solidFill>
                  <a:schemeClr val="accent2"/>
                </a:solidFill>
              </a:defRPr>
            </a:lvl1pPr>
          </a:lstStyle>
          <a:p>
            <a:fld id="{5B16D1FE-3A35-41BA-8EBE-413702045235}" type="slidenum">
              <a:rPr lang="en-US" smtClean="0"/>
              <a:pPr/>
              <a:t>‹#›</a:t>
            </a:fld>
            <a:endParaRPr lang="en-US"/>
          </a:p>
        </p:txBody>
      </p:sp>
      <p:sp>
        <p:nvSpPr>
          <p:cNvPr id="8" name="Subtitle 2">
            <a:extLst>
              <a:ext uri="{FF2B5EF4-FFF2-40B4-BE49-F238E27FC236}">
                <a16:creationId xmlns:a16="http://schemas.microsoft.com/office/drawing/2014/main" id="{E8206086-1A67-0E96-3E5B-748FBB98DCCD}"/>
              </a:ext>
            </a:extLst>
          </p:cNvPr>
          <p:cNvSpPr>
            <a:spLocks noGrp="1"/>
          </p:cNvSpPr>
          <p:nvPr>
            <p:ph type="subTitle" idx="1"/>
          </p:nvPr>
        </p:nvSpPr>
        <p:spPr>
          <a:xfrm>
            <a:off x="407989" y="5373216"/>
            <a:ext cx="6408092" cy="648618"/>
          </a:xfrm>
        </p:spPr>
        <p:txBody>
          <a:bodyPr anchor="t"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 name="Freeform: Shape 2">
            <a:extLst>
              <a:ext uri="{FF2B5EF4-FFF2-40B4-BE49-F238E27FC236}">
                <a16:creationId xmlns:a16="http://schemas.microsoft.com/office/drawing/2014/main" id="{A9E56C58-5680-910E-E163-86B5CDB65D4F}"/>
              </a:ext>
            </a:extLst>
          </p:cNvPr>
          <p:cNvSpPr/>
          <p:nvPr/>
        </p:nvSpPr>
        <p:spPr bwMode="auto">
          <a:xfrm>
            <a:off x="9619824" y="0"/>
            <a:ext cx="2572176" cy="5301208"/>
          </a:xfrm>
          <a:custGeom>
            <a:avLst/>
            <a:gdLst>
              <a:gd name="connsiteX0" fmla="*/ 0 w 2572176"/>
              <a:gd name="connsiteY0" fmla="*/ 0 h 5301208"/>
              <a:gd name="connsiteX1" fmla="*/ 2572176 w 2572176"/>
              <a:gd name="connsiteY1" fmla="*/ 0 h 5301208"/>
              <a:gd name="connsiteX2" fmla="*/ 2572176 w 2572176"/>
              <a:gd name="connsiteY2" fmla="*/ 5301208 h 5301208"/>
              <a:gd name="connsiteX3" fmla="*/ 2571559 w 2572176"/>
              <a:gd name="connsiteY3" fmla="*/ 5301208 h 5301208"/>
              <a:gd name="connsiteX4" fmla="*/ 2571559 w 2572176"/>
              <a:gd name="connsiteY4" fmla="*/ 5008493 h 5301208"/>
              <a:gd name="connsiteX5" fmla="*/ 2200180 w 2572176"/>
              <a:gd name="connsiteY5" fmla="*/ 4286155 h 5301208"/>
              <a:gd name="connsiteX6" fmla="*/ 1760410 w 2572176"/>
              <a:gd name="connsiteY6" fmla="*/ 3428600 h 5301208"/>
              <a:gd name="connsiteX7" fmla="*/ 1319974 w 2572176"/>
              <a:gd name="connsiteY7" fmla="*/ 2570264 h 5301208"/>
              <a:gd name="connsiteX8" fmla="*/ 879443 w 2572176"/>
              <a:gd name="connsiteY8" fmla="*/ 1713509 h 5301208"/>
              <a:gd name="connsiteX9" fmla="*/ 438911 w 2572176"/>
              <a:gd name="connsiteY9" fmla="*/ 856753 h 530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176" h="5301208">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vert="horz" wrap="square" lIns="91440" tIns="45720" rIns="91440" bIns="45720" numCol="1" rtlCol="0" anchor="t" anchorCtr="0" compatLnSpc="1">
            <a:prstTxWarp prst="textNoShape">
              <a:avLst/>
            </a:prstTxWarp>
            <a:noAutofit/>
          </a:bodyPr>
          <a:lstStyle/>
          <a:p>
            <a:pPr algn="ctr"/>
            <a:endParaRPr lang="en-GB"/>
          </a:p>
        </p:txBody>
      </p:sp>
      <p:sp>
        <p:nvSpPr>
          <p:cNvPr id="7" name="Picture Placeholder 6">
            <a:extLst>
              <a:ext uri="{FF2B5EF4-FFF2-40B4-BE49-F238E27FC236}">
                <a16:creationId xmlns:a16="http://schemas.microsoft.com/office/drawing/2014/main" id="{67A228BE-EF36-C99C-E6F4-4BCC421D2363}"/>
              </a:ext>
            </a:extLst>
          </p:cNvPr>
          <p:cNvSpPr>
            <a:spLocks noGrp="1"/>
          </p:cNvSpPr>
          <p:nvPr>
            <p:ph type="pic" sz="quarter" idx="20"/>
          </p:nvPr>
        </p:nvSpPr>
        <p:spPr>
          <a:xfrm>
            <a:off x="5879976" y="0"/>
            <a:ext cx="6312024" cy="6858000"/>
          </a:xfrm>
          <a:custGeom>
            <a:avLst/>
            <a:gdLst>
              <a:gd name="connsiteX0" fmla="*/ 0 w 6312024"/>
              <a:gd name="connsiteY0" fmla="*/ 0 h 6858000"/>
              <a:gd name="connsiteX1" fmla="*/ 934634 w 6312024"/>
              <a:gd name="connsiteY1" fmla="*/ 0 h 6858000"/>
              <a:gd name="connsiteX2" fmla="*/ 1870063 w 6312024"/>
              <a:gd name="connsiteY2" fmla="*/ 0 h 6858000"/>
              <a:gd name="connsiteX3" fmla="*/ 2805491 w 6312024"/>
              <a:gd name="connsiteY3" fmla="*/ 0 h 6858000"/>
              <a:gd name="connsiteX4" fmla="*/ 3741714 w 6312024"/>
              <a:gd name="connsiteY4" fmla="*/ 0 h 6858000"/>
              <a:gd name="connsiteX5" fmla="*/ 4180420 w 6312024"/>
              <a:gd name="connsiteY5" fmla="*/ 856753 h 6858000"/>
              <a:gd name="connsiteX6" fmla="*/ 4620716 w 6312024"/>
              <a:gd name="connsiteY6" fmla="*/ 1713507 h 6858000"/>
              <a:gd name="connsiteX7" fmla="*/ 5061010 w 6312024"/>
              <a:gd name="connsiteY7" fmla="*/ 2570260 h 6858000"/>
              <a:gd name="connsiteX8" fmla="*/ 5501306 w 6312024"/>
              <a:gd name="connsiteY8" fmla="*/ 3428603 h 6858000"/>
              <a:gd name="connsiteX9" fmla="*/ 5940806 w 6312024"/>
              <a:gd name="connsiteY9" fmla="*/ 4286151 h 6858000"/>
              <a:gd name="connsiteX10" fmla="*/ 6312024 w 6312024"/>
              <a:gd name="connsiteY10" fmla="*/ 5008489 h 6858000"/>
              <a:gd name="connsiteX11" fmla="*/ 6312024 w 6312024"/>
              <a:gd name="connsiteY11" fmla="*/ 6858000 h 6858000"/>
              <a:gd name="connsiteX12" fmla="*/ 5382092 w 6312024"/>
              <a:gd name="connsiteY12" fmla="*/ 6858000 h 6858000"/>
              <a:gd name="connsiteX13" fmla="*/ 4441895 w 6312024"/>
              <a:gd name="connsiteY13" fmla="*/ 6858000 h 6858000"/>
              <a:gd name="connsiteX14" fmla="*/ 3503288 w 6312024"/>
              <a:gd name="connsiteY14" fmla="*/ 6858000 h 6858000"/>
              <a:gd name="connsiteX15" fmla="*/ 3063787 w 6312024"/>
              <a:gd name="connsiteY15" fmla="*/ 5999657 h 6858000"/>
              <a:gd name="connsiteX16" fmla="*/ 2626671 w 6312024"/>
              <a:gd name="connsiteY16" fmla="*/ 5142904 h 6858000"/>
              <a:gd name="connsiteX17" fmla="*/ 2188760 w 6312024"/>
              <a:gd name="connsiteY17" fmla="*/ 4286151 h 6858000"/>
              <a:gd name="connsiteX18" fmla="*/ 1751644 w 6312024"/>
              <a:gd name="connsiteY18" fmla="*/ 3428603 h 6858000"/>
              <a:gd name="connsiteX19" fmla="*/ 1312938 w 6312024"/>
              <a:gd name="connsiteY19" fmla="*/ 2570260 h 6858000"/>
              <a:gd name="connsiteX20" fmla="*/ 875027 w 6312024"/>
              <a:gd name="connsiteY20" fmla="*/ 1713507 h 6858000"/>
              <a:gd name="connsiteX21" fmla="*/ 437911 w 6312024"/>
              <a:gd name="connsiteY21"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312024" h="6858000">
                <a:moveTo>
                  <a:pt x="0" y="0"/>
                </a:moveTo>
                <a:lnTo>
                  <a:pt x="934634" y="0"/>
                </a:lnTo>
                <a:lnTo>
                  <a:pt x="1870063" y="0"/>
                </a:lnTo>
                <a:lnTo>
                  <a:pt x="2805491" y="0"/>
                </a:lnTo>
                <a:lnTo>
                  <a:pt x="3741714" y="0"/>
                </a:lnTo>
                <a:lnTo>
                  <a:pt x="4180420" y="856753"/>
                </a:lnTo>
                <a:lnTo>
                  <a:pt x="4620716" y="1713507"/>
                </a:lnTo>
                <a:lnTo>
                  <a:pt x="5061010" y="2570260"/>
                </a:lnTo>
                <a:lnTo>
                  <a:pt x="5501306" y="3428603"/>
                </a:lnTo>
                <a:lnTo>
                  <a:pt x="5940806" y="4286151"/>
                </a:lnTo>
                <a:lnTo>
                  <a:pt x="6312024" y="5008489"/>
                </a:lnTo>
                <a:lnTo>
                  <a:pt x="6312024" y="6858000"/>
                </a:lnTo>
                <a:lnTo>
                  <a:pt x="5382092" y="6858000"/>
                </a:lnTo>
                <a:lnTo>
                  <a:pt x="4441895" y="6858000"/>
                </a:lnTo>
                <a:lnTo>
                  <a:pt x="3503288" y="6858000"/>
                </a:lnTo>
                <a:lnTo>
                  <a:pt x="3063787" y="5999657"/>
                </a:lnTo>
                <a:lnTo>
                  <a:pt x="2626671" y="5142904"/>
                </a:lnTo>
                <a:lnTo>
                  <a:pt x="2188760" y="4286151"/>
                </a:lnTo>
                <a:lnTo>
                  <a:pt x="1751644" y="3428603"/>
                </a:lnTo>
                <a:lnTo>
                  <a:pt x="1312938" y="2570260"/>
                </a:lnTo>
                <a:lnTo>
                  <a:pt x="875027" y="1713507"/>
                </a:lnTo>
                <a:lnTo>
                  <a:pt x="437911"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9" name="Freeform 6">
            <a:extLst>
              <a:ext uri="{FF2B5EF4-FFF2-40B4-BE49-F238E27FC236}">
                <a16:creationId xmlns:a16="http://schemas.microsoft.com/office/drawing/2014/main" id="{6AF8CD90-E44F-834B-AEB1-4B3DD8D1D6EC}"/>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70917713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Section Header Picture Blue">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fld id="{0C063513-7BD0-4105-A58E-B0FD4ACB3121}" type="datetime3">
              <a:rPr lang="en-US" smtClean="0"/>
              <a:pPr/>
              <a:t>1 October 2026</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a:p>
        </p:txBody>
      </p:sp>
      <p:sp>
        <p:nvSpPr>
          <p:cNvPr id="3" name="Title 1">
            <a:extLst>
              <a:ext uri="{FF2B5EF4-FFF2-40B4-BE49-F238E27FC236}">
                <a16:creationId xmlns:a16="http://schemas.microsoft.com/office/drawing/2014/main" id="{A959A056-AFA0-26C6-101C-C000621FA311}"/>
              </a:ext>
            </a:extLst>
          </p:cNvPr>
          <p:cNvSpPr>
            <a:spLocks noGrp="1"/>
          </p:cNvSpPr>
          <p:nvPr>
            <p:ph type="title"/>
          </p:nvPr>
        </p:nvSpPr>
        <p:spPr>
          <a:xfrm>
            <a:off x="407989" y="3140968"/>
            <a:ext cx="6408092" cy="1944688"/>
          </a:xfrm>
        </p:spPr>
        <p:txBody>
          <a:bodyPr anchor="b"/>
          <a:lstStyle>
            <a:lvl1pPr>
              <a:defRPr sz="4800">
                <a:solidFill>
                  <a:schemeClr val="bg1"/>
                </a:solidFill>
              </a:defRPr>
            </a:lvl1pPr>
          </a:lstStyle>
          <a:p>
            <a:r>
              <a:rPr lang="en-US"/>
              <a:t>Click to edit Master title style</a:t>
            </a:r>
            <a:endParaRPr lang="en-US" dirty="0"/>
          </a:p>
        </p:txBody>
      </p:sp>
      <p:sp>
        <p:nvSpPr>
          <p:cNvPr id="7" name="Subtitle 2">
            <a:extLst>
              <a:ext uri="{FF2B5EF4-FFF2-40B4-BE49-F238E27FC236}">
                <a16:creationId xmlns:a16="http://schemas.microsoft.com/office/drawing/2014/main" id="{5B3994A8-7514-2133-F3BA-78A90F63BB28}"/>
              </a:ext>
            </a:extLst>
          </p:cNvPr>
          <p:cNvSpPr>
            <a:spLocks noGrp="1"/>
          </p:cNvSpPr>
          <p:nvPr>
            <p:ph type="subTitle" idx="1"/>
          </p:nvPr>
        </p:nvSpPr>
        <p:spPr>
          <a:xfrm>
            <a:off x="407989" y="5373216"/>
            <a:ext cx="6408092" cy="648618"/>
          </a:xfrm>
        </p:spPr>
        <p:txBody>
          <a:bodyPr anchor="t"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Freeform 6">
            <a:extLst>
              <a:ext uri="{FF2B5EF4-FFF2-40B4-BE49-F238E27FC236}">
                <a16:creationId xmlns:a16="http://schemas.microsoft.com/office/drawing/2014/main" id="{22776668-7B05-DC70-54FC-7A25F49BFF25}"/>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2" name="Freeform: Shape 1">
            <a:extLst>
              <a:ext uri="{FF2B5EF4-FFF2-40B4-BE49-F238E27FC236}">
                <a16:creationId xmlns:a16="http://schemas.microsoft.com/office/drawing/2014/main" id="{87E7FB48-1618-3E93-EF78-2EAE52CB0855}"/>
              </a:ext>
            </a:extLst>
          </p:cNvPr>
          <p:cNvSpPr/>
          <p:nvPr/>
        </p:nvSpPr>
        <p:spPr bwMode="auto">
          <a:xfrm>
            <a:off x="9619824" y="0"/>
            <a:ext cx="2572176" cy="5301208"/>
          </a:xfrm>
          <a:custGeom>
            <a:avLst/>
            <a:gdLst>
              <a:gd name="connsiteX0" fmla="*/ 0 w 2572176"/>
              <a:gd name="connsiteY0" fmla="*/ 0 h 5301208"/>
              <a:gd name="connsiteX1" fmla="*/ 2572176 w 2572176"/>
              <a:gd name="connsiteY1" fmla="*/ 0 h 5301208"/>
              <a:gd name="connsiteX2" fmla="*/ 2572176 w 2572176"/>
              <a:gd name="connsiteY2" fmla="*/ 5301208 h 5301208"/>
              <a:gd name="connsiteX3" fmla="*/ 2571559 w 2572176"/>
              <a:gd name="connsiteY3" fmla="*/ 5301208 h 5301208"/>
              <a:gd name="connsiteX4" fmla="*/ 2571559 w 2572176"/>
              <a:gd name="connsiteY4" fmla="*/ 5008493 h 5301208"/>
              <a:gd name="connsiteX5" fmla="*/ 2200180 w 2572176"/>
              <a:gd name="connsiteY5" fmla="*/ 4286155 h 5301208"/>
              <a:gd name="connsiteX6" fmla="*/ 1760410 w 2572176"/>
              <a:gd name="connsiteY6" fmla="*/ 3428600 h 5301208"/>
              <a:gd name="connsiteX7" fmla="*/ 1319974 w 2572176"/>
              <a:gd name="connsiteY7" fmla="*/ 2570264 h 5301208"/>
              <a:gd name="connsiteX8" fmla="*/ 879443 w 2572176"/>
              <a:gd name="connsiteY8" fmla="*/ 1713509 h 5301208"/>
              <a:gd name="connsiteX9" fmla="*/ 438911 w 2572176"/>
              <a:gd name="connsiteY9" fmla="*/ 856753 h 530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176" h="5301208">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vert="horz" wrap="square" lIns="91440" tIns="45720" rIns="91440" bIns="45720" numCol="1" rtlCol="0" anchor="t" anchorCtr="0" compatLnSpc="1">
            <a:prstTxWarp prst="textNoShape">
              <a:avLst/>
            </a:prstTxWarp>
            <a:noAutofit/>
          </a:bodyPr>
          <a:lstStyle/>
          <a:p>
            <a:pPr algn="ctr"/>
            <a:endParaRPr lang="en-GB"/>
          </a:p>
        </p:txBody>
      </p:sp>
      <p:sp>
        <p:nvSpPr>
          <p:cNvPr id="8" name="Picture Placeholder 7">
            <a:extLst>
              <a:ext uri="{FF2B5EF4-FFF2-40B4-BE49-F238E27FC236}">
                <a16:creationId xmlns:a16="http://schemas.microsoft.com/office/drawing/2014/main" id="{09AFA7A2-E5E3-B23A-5B28-80BF6335E9A3}"/>
              </a:ext>
            </a:extLst>
          </p:cNvPr>
          <p:cNvSpPr>
            <a:spLocks noGrp="1"/>
          </p:cNvSpPr>
          <p:nvPr>
            <p:ph type="pic" sz="quarter" idx="20"/>
          </p:nvPr>
        </p:nvSpPr>
        <p:spPr>
          <a:xfrm>
            <a:off x="5879976" y="0"/>
            <a:ext cx="6312024" cy="6858000"/>
          </a:xfrm>
          <a:custGeom>
            <a:avLst/>
            <a:gdLst>
              <a:gd name="connsiteX0" fmla="*/ 0 w 6312024"/>
              <a:gd name="connsiteY0" fmla="*/ 0 h 6858000"/>
              <a:gd name="connsiteX1" fmla="*/ 934634 w 6312024"/>
              <a:gd name="connsiteY1" fmla="*/ 0 h 6858000"/>
              <a:gd name="connsiteX2" fmla="*/ 1870063 w 6312024"/>
              <a:gd name="connsiteY2" fmla="*/ 0 h 6858000"/>
              <a:gd name="connsiteX3" fmla="*/ 2805491 w 6312024"/>
              <a:gd name="connsiteY3" fmla="*/ 0 h 6858000"/>
              <a:gd name="connsiteX4" fmla="*/ 3741714 w 6312024"/>
              <a:gd name="connsiteY4" fmla="*/ 0 h 6858000"/>
              <a:gd name="connsiteX5" fmla="*/ 4180420 w 6312024"/>
              <a:gd name="connsiteY5" fmla="*/ 856753 h 6858000"/>
              <a:gd name="connsiteX6" fmla="*/ 4620716 w 6312024"/>
              <a:gd name="connsiteY6" fmla="*/ 1713507 h 6858000"/>
              <a:gd name="connsiteX7" fmla="*/ 5061010 w 6312024"/>
              <a:gd name="connsiteY7" fmla="*/ 2570260 h 6858000"/>
              <a:gd name="connsiteX8" fmla="*/ 5501306 w 6312024"/>
              <a:gd name="connsiteY8" fmla="*/ 3428603 h 6858000"/>
              <a:gd name="connsiteX9" fmla="*/ 5940806 w 6312024"/>
              <a:gd name="connsiteY9" fmla="*/ 4286151 h 6858000"/>
              <a:gd name="connsiteX10" fmla="*/ 6312024 w 6312024"/>
              <a:gd name="connsiteY10" fmla="*/ 5008489 h 6858000"/>
              <a:gd name="connsiteX11" fmla="*/ 6312024 w 6312024"/>
              <a:gd name="connsiteY11" fmla="*/ 6858000 h 6858000"/>
              <a:gd name="connsiteX12" fmla="*/ 5382092 w 6312024"/>
              <a:gd name="connsiteY12" fmla="*/ 6858000 h 6858000"/>
              <a:gd name="connsiteX13" fmla="*/ 4441895 w 6312024"/>
              <a:gd name="connsiteY13" fmla="*/ 6858000 h 6858000"/>
              <a:gd name="connsiteX14" fmla="*/ 3503288 w 6312024"/>
              <a:gd name="connsiteY14" fmla="*/ 6858000 h 6858000"/>
              <a:gd name="connsiteX15" fmla="*/ 3063787 w 6312024"/>
              <a:gd name="connsiteY15" fmla="*/ 5999657 h 6858000"/>
              <a:gd name="connsiteX16" fmla="*/ 2626671 w 6312024"/>
              <a:gd name="connsiteY16" fmla="*/ 5142904 h 6858000"/>
              <a:gd name="connsiteX17" fmla="*/ 2188760 w 6312024"/>
              <a:gd name="connsiteY17" fmla="*/ 4286151 h 6858000"/>
              <a:gd name="connsiteX18" fmla="*/ 1751644 w 6312024"/>
              <a:gd name="connsiteY18" fmla="*/ 3428603 h 6858000"/>
              <a:gd name="connsiteX19" fmla="*/ 1312938 w 6312024"/>
              <a:gd name="connsiteY19" fmla="*/ 2570260 h 6858000"/>
              <a:gd name="connsiteX20" fmla="*/ 875027 w 6312024"/>
              <a:gd name="connsiteY20" fmla="*/ 1713507 h 6858000"/>
              <a:gd name="connsiteX21" fmla="*/ 437911 w 6312024"/>
              <a:gd name="connsiteY21"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312024" h="6858000">
                <a:moveTo>
                  <a:pt x="0" y="0"/>
                </a:moveTo>
                <a:lnTo>
                  <a:pt x="934634" y="0"/>
                </a:lnTo>
                <a:lnTo>
                  <a:pt x="1870063" y="0"/>
                </a:lnTo>
                <a:lnTo>
                  <a:pt x="2805491" y="0"/>
                </a:lnTo>
                <a:lnTo>
                  <a:pt x="3741714" y="0"/>
                </a:lnTo>
                <a:lnTo>
                  <a:pt x="4180420" y="856753"/>
                </a:lnTo>
                <a:lnTo>
                  <a:pt x="4620716" y="1713507"/>
                </a:lnTo>
                <a:lnTo>
                  <a:pt x="5061010" y="2570260"/>
                </a:lnTo>
                <a:lnTo>
                  <a:pt x="5501306" y="3428603"/>
                </a:lnTo>
                <a:lnTo>
                  <a:pt x="5940806" y="4286151"/>
                </a:lnTo>
                <a:lnTo>
                  <a:pt x="6312024" y="5008489"/>
                </a:lnTo>
                <a:lnTo>
                  <a:pt x="6312024" y="6858000"/>
                </a:lnTo>
                <a:lnTo>
                  <a:pt x="5382092" y="6858000"/>
                </a:lnTo>
                <a:lnTo>
                  <a:pt x="4441895" y="6858000"/>
                </a:lnTo>
                <a:lnTo>
                  <a:pt x="3503288" y="6858000"/>
                </a:lnTo>
                <a:lnTo>
                  <a:pt x="3063787" y="5999657"/>
                </a:lnTo>
                <a:lnTo>
                  <a:pt x="2626671" y="5142904"/>
                </a:lnTo>
                <a:lnTo>
                  <a:pt x="2188760" y="4286151"/>
                </a:lnTo>
                <a:lnTo>
                  <a:pt x="1751644" y="3428603"/>
                </a:lnTo>
                <a:lnTo>
                  <a:pt x="1312938" y="2570260"/>
                </a:lnTo>
                <a:lnTo>
                  <a:pt x="875027" y="1713507"/>
                </a:lnTo>
                <a:lnTo>
                  <a:pt x="437911" y="856753"/>
                </a:lnTo>
                <a:close/>
              </a:path>
            </a:pathLst>
          </a:custGeom>
          <a:solidFill>
            <a:schemeClr val="bg2">
              <a:lumMod val="90000"/>
            </a:schemeClr>
          </a:solidFill>
        </p:spPr>
        <p:txBody>
          <a:bodyPr wrap="square" bIns="648000" anchor="ctr" anchorCtr="0">
            <a:noAutofit/>
          </a:bodyPr>
          <a:lstStyle>
            <a:lvl1pPr algn="ctr">
              <a:defRPr sz="1000"/>
            </a:lvl1pPr>
          </a:lstStyle>
          <a:p>
            <a:r>
              <a:rPr lang="en-US"/>
              <a:t>Click icon to add picture</a:t>
            </a:r>
            <a:endParaRPr lang="en-GB"/>
          </a:p>
        </p:txBody>
      </p:sp>
      <p:sp>
        <p:nvSpPr>
          <p:cNvPr id="9" name="Freeform 6">
            <a:extLst>
              <a:ext uri="{FF2B5EF4-FFF2-40B4-BE49-F238E27FC236}">
                <a16:creationId xmlns:a16="http://schemas.microsoft.com/office/drawing/2014/main" id="{5DA44438-2C44-74CA-00B5-2AC54E313B58}"/>
              </a:ext>
            </a:extLst>
          </p:cNvPr>
          <p:cNvSpPr>
            <a:spLocks noChangeAspect="1" noEditPoints="1"/>
          </p:cNvSpPr>
          <p:nvPr/>
        </p:nvSpPr>
        <p:spPr bwMode="auto">
          <a:xfrm>
            <a:off x="407988" y="57827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29009672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Quote">
    <p:bg>
      <p:bgPr>
        <a:solidFill>
          <a:schemeClr val="accent2"/>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solidFill>
                  <a:schemeClr val="bg1"/>
                </a:solidFill>
              </a:defRPr>
            </a:lvl1pPr>
          </a:lstStyle>
          <a:p>
            <a:fld id="{B0DE974C-B015-4960-9DAB-14E5D9F97D84}"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0" name="Text Placeholder 6">
            <a:extLst>
              <a:ext uri="{FF2B5EF4-FFF2-40B4-BE49-F238E27FC236}">
                <a16:creationId xmlns:a16="http://schemas.microsoft.com/office/drawing/2014/main" id="{FE12270E-4CD9-35EB-27F8-CF96FB6E28A9}"/>
              </a:ext>
            </a:extLst>
          </p:cNvPr>
          <p:cNvSpPr>
            <a:spLocks noGrp="1"/>
          </p:cNvSpPr>
          <p:nvPr>
            <p:ph type="body" sz="quarter" idx="13" hasCustomPrompt="1"/>
          </p:nvPr>
        </p:nvSpPr>
        <p:spPr>
          <a:xfrm>
            <a:off x="407987" y="1844675"/>
            <a:ext cx="9504437" cy="4176714"/>
          </a:xfrm>
        </p:spPr>
        <p:txBody>
          <a:bodyPr/>
          <a:lstStyle>
            <a:lvl1pPr>
              <a:lnSpc>
                <a:spcPct val="90000"/>
              </a:lnSpc>
              <a:spcBef>
                <a:spcPts val="600"/>
              </a:spcBef>
              <a:defRPr sz="4800" b="1" i="0" spc="0" baseline="0">
                <a:solidFill>
                  <a:schemeClr val="bg1"/>
                </a:solidFill>
              </a:defRPr>
            </a:lvl1pPr>
            <a:lvl2pPr marL="0" indent="0">
              <a:lnSpc>
                <a:spcPct val="110000"/>
              </a:lnSpc>
              <a:spcBef>
                <a:spcPts val="600"/>
              </a:spcBef>
              <a:buFontTx/>
              <a:buNone/>
              <a:defRPr sz="1600" b="1" spc="0" baseline="0">
                <a:solidFill>
                  <a:schemeClr val="accent4"/>
                </a:solidFill>
              </a:defRPr>
            </a:lvl2pPr>
            <a:lvl3pPr marL="0" indent="0">
              <a:lnSpc>
                <a:spcPct val="90000"/>
              </a:lnSpc>
              <a:buFontTx/>
              <a:buNone/>
              <a:defRPr sz="1200"/>
            </a:lvl3pPr>
            <a:lvl4pPr marL="0" indent="0">
              <a:lnSpc>
                <a:spcPct val="90000"/>
              </a:lnSpc>
              <a:buFontTx/>
              <a:buNone/>
              <a:defRPr sz="1200"/>
            </a:lvl4pPr>
            <a:lvl5pPr marL="0" indent="0">
              <a:lnSpc>
                <a:spcPct val="90000"/>
              </a:lnSpc>
              <a:buFontTx/>
              <a:buNone/>
              <a:defRPr sz="1200"/>
            </a:lvl5pPr>
            <a:lvl6pPr marL="0" indent="0">
              <a:lnSpc>
                <a:spcPct val="90000"/>
              </a:lnSpc>
              <a:buFontTx/>
              <a:buNone/>
              <a:defRPr sz="1200"/>
            </a:lvl6pPr>
            <a:lvl7pPr marL="0" indent="0">
              <a:lnSpc>
                <a:spcPct val="90000"/>
              </a:lnSpc>
              <a:buFontTx/>
              <a:buNone/>
              <a:defRPr sz="1200"/>
            </a:lvl7pPr>
            <a:lvl8pPr marL="0" indent="0">
              <a:lnSpc>
                <a:spcPct val="90000"/>
              </a:lnSpc>
              <a:buFontTx/>
              <a:buNone/>
              <a:defRPr sz="1200"/>
            </a:lvl8pPr>
            <a:lvl9pPr marL="0" indent="0">
              <a:lnSpc>
                <a:spcPct val="90000"/>
              </a:lnSpc>
              <a:buFontTx/>
              <a:buNone/>
              <a:defRPr sz="1200"/>
            </a:lvl9pPr>
          </a:lstStyle>
          <a:p>
            <a:pPr lvl="0"/>
            <a:r>
              <a:rPr lang="en-US" dirty="0"/>
              <a:t>Add Quote</a:t>
            </a:r>
          </a:p>
          <a:p>
            <a:pPr lvl="1"/>
            <a:r>
              <a:rPr lang="en-US" dirty="0"/>
              <a:t>Second level</a:t>
            </a:r>
          </a:p>
        </p:txBody>
      </p:sp>
      <p:sp>
        <p:nvSpPr>
          <p:cNvPr id="3" name="Freeform 6">
            <a:extLst>
              <a:ext uri="{FF2B5EF4-FFF2-40B4-BE49-F238E27FC236}">
                <a16:creationId xmlns:a16="http://schemas.microsoft.com/office/drawing/2014/main" id="{A4015680-8341-F8ED-048E-F077734884C6}"/>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13" name="Freeform 5">
            <a:extLst>
              <a:ext uri="{FF2B5EF4-FFF2-40B4-BE49-F238E27FC236}">
                <a16:creationId xmlns:a16="http://schemas.microsoft.com/office/drawing/2014/main" id="{ACA59BE2-4195-3B8E-FE2C-636C236EF1D3}"/>
              </a:ext>
            </a:extLst>
          </p:cNvPr>
          <p:cNvSpPr>
            <a:spLocks noChangeAspect="1" noEditPoints="1"/>
          </p:cNvSpPr>
          <p:nvPr/>
        </p:nvSpPr>
        <p:spPr bwMode="auto">
          <a:xfrm>
            <a:off x="406847" y="1268760"/>
            <a:ext cx="448555" cy="432000"/>
          </a:xfrm>
          <a:custGeom>
            <a:avLst/>
            <a:gdLst>
              <a:gd name="T0" fmla="*/ 595 w 596"/>
              <a:gd name="T1" fmla="*/ 21 h 574"/>
              <a:gd name="T2" fmla="*/ 593 w 596"/>
              <a:gd name="T3" fmla="*/ 11 h 574"/>
              <a:gd name="T4" fmla="*/ 587 w 596"/>
              <a:gd name="T5" fmla="*/ 4 h 574"/>
              <a:gd name="T6" fmla="*/ 583 w 596"/>
              <a:gd name="T7" fmla="*/ 2 h 574"/>
              <a:gd name="T8" fmla="*/ 578 w 596"/>
              <a:gd name="T9" fmla="*/ 0 h 574"/>
              <a:gd name="T10" fmla="*/ 530 w 596"/>
              <a:gd name="T11" fmla="*/ 0 h 574"/>
              <a:gd name="T12" fmla="*/ 516 w 596"/>
              <a:gd name="T13" fmla="*/ 1 h 574"/>
              <a:gd name="T14" fmla="*/ 508 w 596"/>
              <a:gd name="T15" fmla="*/ 4 h 574"/>
              <a:gd name="T16" fmla="*/ 501 w 596"/>
              <a:gd name="T17" fmla="*/ 9 h 574"/>
              <a:gd name="T18" fmla="*/ 495 w 596"/>
              <a:gd name="T19" fmla="*/ 15 h 574"/>
              <a:gd name="T20" fmla="*/ 487 w 596"/>
              <a:gd name="T21" fmla="*/ 28 h 574"/>
              <a:gd name="T22" fmla="*/ 482 w 596"/>
              <a:gd name="T23" fmla="*/ 39 h 574"/>
              <a:gd name="T24" fmla="*/ 346 w 596"/>
              <a:gd name="T25" fmla="*/ 522 h 574"/>
              <a:gd name="T26" fmla="*/ 343 w 596"/>
              <a:gd name="T27" fmla="*/ 534 h 574"/>
              <a:gd name="T28" fmla="*/ 343 w 596"/>
              <a:gd name="T29" fmla="*/ 544 h 574"/>
              <a:gd name="T30" fmla="*/ 345 w 596"/>
              <a:gd name="T31" fmla="*/ 557 h 574"/>
              <a:gd name="T32" fmla="*/ 350 w 596"/>
              <a:gd name="T33" fmla="*/ 566 h 574"/>
              <a:gd name="T34" fmla="*/ 359 w 596"/>
              <a:gd name="T35" fmla="*/ 572 h 574"/>
              <a:gd name="T36" fmla="*/ 366 w 596"/>
              <a:gd name="T37" fmla="*/ 574 h 574"/>
              <a:gd name="T38" fmla="*/ 425 w 596"/>
              <a:gd name="T39" fmla="*/ 574 h 574"/>
              <a:gd name="T40" fmla="*/ 440 w 596"/>
              <a:gd name="T41" fmla="*/ 573 h 574"/>
              <a:gd name="T42" fmla="*/ 449 w 596"/>
              <a:gd name="T43" fmla="*/ 570 h 574"/>
              <a:gd name="T44" fmla="*/ 461 w 596"/>
              <a:gd name="T45" fmla="*/ 562 h 574"/>
              <a:gd name="T46" fmla="*/ 467 w 596"/>
              <a:gd name="T47" fmla="*/ 555 h 574"/>
              <a:gd name="T48" fmla="*/ 475 w 596"/>
              <a:gd name="T49" fmla="*/ 541 h 574"/>
              <a:gd name="T50" fmla="*/ 481 w 596"/>
              <a:gd name="T51" fmla="*/ 522 h 574"/>
              <a:gd name="T52" fmla="*/ 594 w 596"/>
              <a:gd name="T53" fmla="*/ 45 h 574"/>
              <a:gd name="T54" fmla="*/ 596 w 596"/>
              <a:gd name="T55" fmla="*/ 32 h 574"/>
              <a:gd name="T56" fmla="*/ 253 w 596"/>
              <a:gd name="T57" fmla="*/ 27 h 574"/>
              <a:gd name="T58" fmla="*/ 252 w 596"/>
              <a:gd name="T59" fmla="*/ 16 h 574"/>
              <a:gd name="T60" fmla="*/ 248 w 596"/>
              <a:gd name="T61" fmla="*/ 7 h 574"/>
              <a:gd name="T62" fmla="*/ 242 w 596"/>
              <a:gd name="T63" fmla="*/ 3 h 574"/>
              <a:gd name="T64" fmla="*/ 238 w 596"/>
              <a:gd name="T65" fmla="*/ 1 h 574"/>
              <a:gd name="T66" fmla="*/ 228 w 596"/>
              <a:gd name="T67" fmla="*/ 0 h 574"/>
              <a:gd name="T68" fmla="*/ 178 w 596"/>
              <a:gd name="T69" fmla="*/ 0 h 574"/>
              <a:gd name="T70" fmla="*/ 169 w 596"/>
              <a:gd name="T71" fmla="*/ 3 h 574"/>
              <a:gd name="T72" fmla="*/ 162 w 596"/>
              <a:gd name="T73" fmla="*/ 6 h 574"/>
              <a:gd name="T74" fmla="*/ 155 w 596"/>
              <a:gd name="T75" fmla="*/ 11 h 574"/>
              <a:gd name="T76" fmla="*/ 149 w 596"/>
              <a:gd name="T77" fmla="*/ 18 h 574"/>
              <a:gd name="T78" fmla="*/ 141 w 596"/>
              <a:gd name="T79" fmla="*/ 33 h 574"/>
              <a:gd name="T80" fmla="*/ 134 w 596"/>
              <a:gd name="T81" fmla="*/ 52 h 574"/>
              <a:gd name="T82" fmla="*/ 2 w 596"/>
              <a:gd name="T83" fmla="*/ 528 h 574"/>
              <a:gd name="T84" fmla="*/ 0 w 596"/>
              <a:gd name="T85" fmla="*/ 539 h 574"/>
              <a:gd name="T86" fmla="*/ 1 w 596"/>
              <a:gd name="T87" fmla="*/ 551 h 574"/>
              <a:gd name="T88" fmla="*/ 4 w 596"/>
              <a:gd name="T89" fmla="*/ 562 h 574"/>
              <a:gd name="T90" fmla="*/ 11 w 596"/>
              <a:gd name="T91" fmla="*/ 570 h 574"/>
              <a:gd name="T92" fmla="*/ 19 w 596"/>
              <a:gd name="T93" fmla="*/ 573 h 574"/>
              <a:gd name="T94" fmla="*/ 30 w 596"/>
              <a:gd name="T95" fmla="*/ 574 h 574"/>
              <a:gd name="T96" fmla="*/ 92 w 596"/>
              <a:gd name="T97" fmla="*/ 574 h 574"/>
              <a:gd name="T98" fmla="*/ 101 w 596"/>
              <a:gd name="T99" fmla="*/ 571 h 574"/>
              <a:gd name="T100" fmla="*/ 109 w 596"/>
              <a:gd name="T101" fmla="*/ 568 h 574"/>
              <a:gd name="T102" fmla="*/ 120 w 596"/>
              <a:gd name="T103" fmla="*/ 559 h 574"/>
              <a:gd name="T104" fmla="*/ 129 w 596"/>
              <a:gd name="T105" fmla="*/ 546 h 574"/>
              <a:gd name="T106" fmla="*/ 133 w 596"/>
              <a:gd name="T107" fmla="*/ 535 h 574"/>
              <a:gd name="T108" fmla="*/ 250 w 596"/>
              <a:gd name="T109" fmla="*/ 52 h 574"/>
              <a:gd name="T110" fmla="*/ 252 w 596"/>
              <a:gd name="T111" fmla="*/ 38 h 574"/>
              <a:gd name="T112" fmla="*/ 253 w 596"/>
              <a:gd name="T113" fmla="*/ 27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6" h="574">
                <a:moveTo>
                  <a:pt x="596" y="27"/>
                </a:moveTo>
                <a:lnTo>
                  <a:pt x="595" y="21"/>
                </a:lnTo>
                <a:lnTo>
                  <a:pt x="594" y="16"/>
                </a:lnTo>
                <a:lnTo>
                  <a:pt x="593" y="11"/>
                </a:lnTo>
                <a:lnTo>
                  <a:pt x="591" y="7"/>
                </a:lnTo>
                <a:lnTo>
                  <a:pt x="587" y="4"/>
                </a:lnTo>
                <a:lnTo>
                  <a:pt x="585" y="3"/>
                </a:lnTo>
                <a:lnTo>
                  <a:pt x="583" y="2"/>
                </a:lnTo>
                <a:lnTo>
                  <a:pt x="580" y="1"/>
                </a:lnTo>
                <a:lnTo>
                  <a:pt x="578" y="0"/>
                </a:lnTo>
                <a:lnTo>
                  <a:pt x="571" y="0"/>
                </a:lnTo>
                <a:lnTo>
                  <a:pt x="530" y="0"/>
                </a:lnTo>
                <a:lnTo>
                  <a:pt x="520" y="0"/>
                </a:lnTo>
                <a:lnTo>
                  <a:pt x="516" y="1"/>
                </a:lnTo>
                <a:lnTo>
                  <a:pt x="512" y="3"/>
                </a:lnTo>
                <a:lnTo>
                  <a:pt x="508" y="4"/>
                </a:lnTo>
                <a:lnTo>
                  <a:pt x="504" y="6"/>
                </a:lnTo>
                <a:lnTo>
                  <a:pt x="501" y="9"/>
                </a:lnTo>
                <a:lnTo>
                  <a:pt x="498" y="11"/>
                </a:lnTo>
                <a:lnTo>
                  <a:pt x="495" y="15"/>
                </a:lnTo>
                <a:lnTo>
                  <a:pt x="492" y="18"/>
                </a:lnTo>
                <a:lnTo>
                  <a:pt x="487" y="28"/>
                </a:lnTo>
                <a:lnTo>
                  <a:pt x="485" y="33"/>
                </a:lnTo>
                <a:lnTo>
                  <a:pt x="482" y="39"/>
                </a:lnTo>
                <a:lnTo>
                  <a:pt x="478" y="52"/>
                </a:lnTo>
                <a:lnTo>
                  <a:pt x="346" y="522"/>
                </a:lnTo>
                <a:lnTo>
                  <a:pt x="344" y="528"/>
                </a:lnTo>
                <a:lnTo>
                  <a:pt x="343" y="534"/>
                </a:lnTo>
                <a:lnTo>
                  <a:pt x="343" y="539"/>
                </a:lnTo>
                <a:lnTo>
                  <a:pt x="343" y="544"/>
                </a:lnTo>
                <a:lnTo>
                  <a:pt x="343" y="551"/>
                </a:lnTo>
                <a:lnTo>
                  <a:pt x="345" y="557"/>
                </a:lnTo>
                <a:lnTo>
                  <a:pt x="347" y="562"/>
                </a:lnTo>
                <a:lnTo>
                  <a:pt x="350" y="566"/>
                </a:lnTo>
                <a:lnTo>
                  <a:pt x="354" y="570"/>
                </a:lnTo>
                <a:lnTo>
                  <a:pt x="359" y="572"/>
                </a:lnTo>
                <a:lnTo>
                  <a:pt x="362" y="573"/>
                </a:lnTo>
                <a:lnTo>
                  <a:pt x="366" y="574"/>
                </a:lnTo>
                <a:lnTo>
                  <a:pt x="373" y="574"/>
                </a:lnTo>
                <a:lnTo>
                  <a:pt x="425" y="574"/>
                </a:lnTo>
                <a:lnTo>
                  <a:pt x="435" y="574"/>
                </a:lnTo>
                <a:lnTo>
                  <a:pt x="440" y="573"/>
                </a:lnTo>
                <a:lnTo>
                  <a:pt x="444" y="571"/>
                </a:lnTo>
                <a:lnTo>
                  <a:pt x="449" y="570"/>
                </a:lnTo>
                <a:lnTo>
                  <a:pt x="453" y="568"/>
                </a:lnTo>
                <a:lnTo>
                  <a:pt x="461" y="562"/>
                </a:lnTo>
                <a:lnTo>
                  <a:pt x="464" y="559"/>
                </a:lnTo>
                <a:lnTo>
                  <a:pt x="467" y="555"/>
                </a:lnTo>
                <a:lnTo>
                  <a:pt x="473" y="546"/>
                </a:lnTo>
                <a:lnTo>
                  <a:pt x="475" y="541"/>
                </a:lnTo>
                <a:lnTo>
                  <a:pt x="477" y="535"/>
                </a:lnTo>
                <a:lnTo>
                  <a:pt x="481" y="522"/>
                </a:lnTo>
                <a:lnTo>
                  <a:pt x="593" y="52"/>
                </a:lnTo>
                <a:lnTo>
                  <a:pt x="594" y="45"/>
                </a:lnTo>
                <a:lnTo>
                  <a:pt x="595" y="38"/>
                </a:lnTo>
                <a:lnTo>
                  <a:pt x="596" y="32"/>
                </a:lnTo>
                <a:lnTo>
                  <a:pt x="596" y="27"/>
                </a:lnTo>
                <a:close/>
                <a:moveTo>
                  <a:pt x="253" y="27"/>
                </a:moveTo>
                <a:lnTo>
                  <a:pt x="253" y="21"/>
                </a:lnTo>
                <a:lnTo>
                  <a:pt x="252" y="16"/>
                </a:lnTo>
                <a:lnTo>
                  <a:pt x="250" y="11"/>
                </a:lnTo>
                <a:lnTo>
                  <a:pt x="248" y="7"/>
                </a:lnTo>
                <a:lnTo>
                  <a:pt x="244" y="4"/>
                </a:lnTo>
                <a:lnTo>
                  <a:pt x="242" y="3"/>
                </a:lnTo>
                <a:lnTo>
                  <a:pt x="240" y="2"/>
                </a:lnTo>
                <a:lnTo>
                  <a:pt x="238" y="1"/>
                </a:lnTo>
                <a:lnTo>
                  <a:pt x="235" y="0"/>
                </a:lnTo>
                <a:lnTo>
                  <a:pt x="228" y="0"/>
                </a:lnTo>
                <a:lnTo>
                  <a:pt x="187" y="0"/>
                </a:lnTo>
                <a:lnTo>
                  <a:pt x="178" y="0"/>
                </a:lnTo>
                <a:lnTo>
                  <a:pt x="173" y="1"/>
                </a:lnTo>
                <a:lnTo>
                  <a:pt x="169" y="3"/>
                </a:lnTo>
                <a:lnTo>
                  <a:pt x="165" y="4"/>
                </a:lnTo>
                <a:lnTo>
                  <a:pt x="162" y="6"/>
                </a:lnTo>
                <a:lnTo>
                  <a:pt x="158" y="9"/>
                </a:lnTo>
                <a:lnTo>
                  <a:pt x="155" y="11"/>
                </a:lnTo>
                <a:lnTo>
                  <a:pt x="152" y="15"/>
                </a:lnTo>
                <a:lnTo>
                  <a:pt x="149" y="18"/>
                </a:lnTo>
                <a:lnTo>
                  <a:pt x="143" y="28"/>
                </a:lnTo>
                <a:lnTo>
                  <a:pt x="141" y="33"/>
                </a:lnTo>
                <a:lnTo>
                  <a:pt x="138" y="39"/>
                </a:lnTo>
                <a:lnTo>
                  <a:pt x="134" y="52"/>
                </a:lnTo>
                <a:lnTo>
                  <a:pt x="3" y="522"/>
                </a:lnTo>
                <a:lnTo>
                  <a:pt x="2" y="528"/>
                </a:lnTo>
                <a:lnTo>
                  <a:pt x="1" y="534"/>
                </a:lnTo>
                <a:lnTo>
                  <a:pt x="0" y="539"/>
                </a:lnTo>
                <a:lnTo>
                  <a:pt x="0" y="544"/>
                </a:lnTo>
                <a:lnTo>
                  <a:pt x="1" y="551"/>
                </a:lnTo>
                <a:lnTo>
                  <a:pt x="2" y="557"/>
                </a:lnTo>
                <a:lnTo>
                  <a:pt x="4" y="562"/>
                </a:lnTo>
                <a:lnTo>
                  <a:pt x="7" y="566"/>
                </a:lnTo>
                <a:lnTo>
                  <a:pt x="11" y="570"/>
                </a:lnTo>
                <a:lnTo>
                  <a:pt x="16" y="572"/>
                </a:lnTo>
                <a:lnTo>
                  <a:pt x="19" y="573"/>
                </a:lnTo>
                <a:lnTo>
                  <a:pt x="23" y="574"/>
                </a:lnTo>
                <a:lnTo>
                  <a:pt x="30" y="574"/>
                </a:lnTo>
                <a:lnTo>
                  <a:pt x="82" y="574"/>
                </a:lnTo>
                <a:lnTo>
                  <a:pt x="92" y="574"/>
                </a:lnTo>
                <a:lnTo>
                  <a:pt x="97" y="573"/>
                </a:lnTo>
                <a:lnTo>
                  <a:pt x="101" y="571"/>
                </a:lnTo>
                <a:lnTo>
                  <a:pt x="105" y="570"/>
                </a:lnTo>
                <a:lnTo>
                  <a:pt x="109" y="568"/>
                </a:lnTo>
                <a:lnTo>
                  <a:pt x="117" y="562"/>
                </a:lnTo>
                <a:lnTo>
                  <a:pt x="120" y="559"/>
                </a:lnTo>
                <a:lnTo>
                  <a:pt x="123" y="555"/>
                </a:lnTo>
                <a:lnTo>
                  <a:pt x="129" y="546"/>
                </a:lnTo>
                <a:lnTo>
                  <a:pt x="131" y="541"/>
                </a:lnTo>
                <a:lnTo>
                  <a:pt x="133" y="535"/>
                </a:lnTo>
                <a:lnTo>
                  <a:pt x="137" y="522"/>
                </a:lnTo>
                <a:lnTo>
                  <a:pt x="250" y="52"/>
                </a:lnTo>
                <a:lnTo>
                  <a:pt x="252" y="45"/>
                </a:lnTo>
                <a:lnTo>
                  <a:pt x="252" y="38"/>
                </a:lnTo>
                <a:lnTo>
                  <a:pt x="253" y="32"/>
                </a:lnTo>
                <a:lnTo>
                  <a:pt x="253" y="27"/>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2231083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1844675"/>
            <a:ext cx="554399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0020" y="1844675"/>
            <a:ext cx="5543993"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BE20E1-9C17-4699-92BB-D9C9F8E0BC6C}"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Tree>
    <p:extLst>
      <p:ext uri="{BB962C8B-B14F-4D97-AF65-F5344CB8AC3E}">
        <p14:creationId xmlns:p14="http://schemas.microsoft.com/office/powerpoint/2010/main" val="69476450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mparison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2420888"/>
            <a:ext cx="5543992"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0020" y="2420888"/>
            <a:ext cx="5543993"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F79EEE-7C92-4C70-ADA6-26F20A494A5D}"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C5896EA-FF55-0154-224C-599A7C2568AA}"/>
              </a:ext>
            </a:extLst>
          </p:cNvPr>
          <p:cNvSpPr>
            <a:spLocks noGrp="1"/>
          </p:cNvSpPr>
          <p:nvPr>
            <p:ph type="body" idx="13"/>
          </p:nvPr>
        </p:nvSpPr>
        <p:spPr>
          <a:xfrm>
            <a:off x="407975" y="1844675"/>
            <a:ext cx="5542983"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4">
            <a:extLst>
              <a:ext uri="{FF2B5EF4-FFF2-40B4-BE49-F238E27FC236}">
                <a16:creationId xmlns:a16="http://schemas.microsoft.com/office/drawing/2014/main" id="{10BF1523-1E04-DB5B-3A95-0BF8D194A830}"/>
              </a:ext>
            </a:extLst>
          </p:cNvPr>
          <p:cNvSpPr>
            <a:spLocks noGrp="1"/>
          </p:cNvSpPr>
          <p:nvPr>
            <p:ph type="body" sz="quarter" idx="3"/>
          </p:nvPr>
        </p:nvSpPr>
        <p:spPr>
          <a:xfrm>
            <a:off x="6240488" y="1844675"/>
            <a:ext cx="5543525"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1" name="Straight Connector 10">
            <a:extLst>
              <a:ext uri="{FF2B5EF4-FFF2-40B4-BE49-F238E27FC236}">
                <a16:creationId xmlns:a16="http://schemas.microsoft.com/office/drawing/2014/main" id="{E3312D50-F15E-3EC8-DA94-32D5A9D1EBA4}"/>
              </a:ext>
            </a:extLst>
          </p:cNvPr>
          <p:cNvCxnSpPr>
            <a:cxnSpLocks/>
          </p:cNvCxnSpPr>
          <p:nvPr/>
        </p:nvCxnSpPr>
        <p:spPr>
          <a:xfrm>
            <a:off x="6096000"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312287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Comparison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2420888"/>
            <a:ext cx="3599780"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95801" y="2420888"/>
            <a:ext cx="3600400"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F79EEE-7C92-4C70-ADA6-26F20A494A5D}"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C5896EA-FF55-0154-224C-599A7C2568AA}"/>
              </a:ext>
            </a:extLst>
          </p:cNvPr>
          <p:cNvSpPr>
            <a:spLocks noGrp="1"/>
          </p:cNvSpPr>
          <p:nvPr>
            <p:ph type="body" idx="13"/>
          </p:nvPr>
        </p:nvSpPr>
        <p:spPr>
          <a:xfrm>
            <a:off x="407975" y="1844675"/>
            <a:ext cx="3599125"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4">
            <a:extLst>
              <a:ext uri="{FF2B5EF4-FFF2-40B4-BE49-F238E27FC236}">
                <a16:creationId xmlns:a16="http://schemas.microsoft.com/office/drawing/2014/main" id="{10BF1523-1E04-DB5B-3A95-0BF8D194A830}"/>
              </a:ext>
            </a:extLst>
          </p:cNvPr>
          <p:cNvSpPr>
            <a:spLocks noGrp="1"/>
          </p:cNvSpPr>
          <p:nvPr>
            <p:ph type="body" sz="quarter" idx="3"/>
          </p:nvPr>
        </p:nvSpPr>
        <p:spPr>
          <a:xfrm>
            <a:off x="4296433" y="1844675"/>
            <a:ext cx="3600096"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0" name="Straight Connector 9">
            <a:extLst>
              <a:ext uri="{FF2B5EF4-FFF2-40B4-BE49-F238E27FC236}">
                <a16:creationId xmlns:a16="http://schemas.microsoft.com/office/drawing/2014/main" id="{718E971A-6710-C2BB-F744-7619ED66F7A1}"/>
              </a:ext>
            </a:extLst>
          </p:cNvPr>
          <p:cNvCxnSpPr>
            <a:cxnSpLocks/>
          </p:cNvCxnSpPr>
          <p:nvPr userDrawn="1"/>
        </p:nvCxnSpPr>
        <p:spPr>
          <a:xfrm>
            <a:off x="4151784"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3E3ADCF-3508-E6D9-DD76-0D136F2DF6EE}"/>
              </a:ext>
            </a:extLst>
          </p:cNvPr>
          <p:cNvCxnSpPr>
            <a:cxnSpLocks/>
          </p:cNvCxnSpPr>
          <p:nvPr userDrawn="1"/>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Content Placeholder 3">
            <a:extLst>
              <a:ext uri="{FF2B5EF4-FFF2-40B4-BE49-F238E27FC236}">
                <a16:creationId xmlns:a16="http://schemas.microsoft.com/office/drawing/2014/main" id="{6FE21C01-8778-92CB-6C3B-855251BB171F}"/>
              </a:ext>
            </a:extLst>
          </p:cNvPr>
          <p:cNvSpPr>
            <a:spLocks noGrp="1"/>
          </p:cNvSpPr>
          <p:nvPr>
            <p:ph sz="half" idx="14"/>
          </p:nvPr>
        </p:nvSpPr>
        <p:spPr>
          <a:xfrm>
            <a:off x="8184232" y="2420888"/>
            <a:ext cx="3599781" cy="36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4">
            <a:extLst>
              <a:ext uri="{FF2B5EF4-FFF2-40B4-BE49-F238E27FC236}">
                <a16:creationId xmlns:a16="http://schemas.microsoft.com/office/drawing/2014/main" id="{493E4F3A-8AAD-E825-C637-245CC58A74DE}"/>
              </a:ext>
            </a:extLst>
          </p:cNvPr>
          <p:cNvSpPr>
            <a:spLocks noGrp="1"/>
          </p:cNvSpPr>
          <p:nvPr>
            <p:ph type="body" sz="quarter" idx="15"/>
          </p:nvPr>
        </p:nvSpPr>
        <p:spPr>
          <a:xfrm>
            <a:off x="8184866" y="1844675"/>
            <a:ext cx="3599477" cy="576659"/>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6751835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and Highl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7988" y="1844675"/>
            <a:ext cx="748821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84EBF8-A38E-45A0-95D7-945283F1E2FE}"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71EBD4D-3E71-905B-0AA1-F24A59D6306D}"/>
              </a:ext>
            </a:extLst>
          </p:cNvPr>
          <p:cNvSpPr>
            <a:spLocks noGrp="1"/>
          </p:cNvSpPr>
          <p:nvPr>
            <p:ph type="body" sz="quarter" idx="16"/>
          </p:nvPr>
        </p:nvSpPr>
        <p:spPr>
          <a:xfrm>
            <a:off x="8184234" y="1844675"/>
            <a:ext cx="3599780" cy="4176713"/>
          </a:xfrm>
        </p:spPr>
        <p:txBody>
          <a:bodyPr/>
          <a:lstStyle>
            <a:lvl1pPr>
              <a:lnSpc>
                <a:spcPct val="100000"/>
              </a:lnSpc>
              <a:defRPr sz="2400" b="1">
                <a:solidFill>
                  <a:schemeClr val="accent2"/>
                </a:solidFill>
              </a:defRPr>
            </a:lvl1pPr>
            <a:lvl2pPr>
              <a:defRPr>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cxnSp>
        <p:nvCxnSpPr>
          <p:cNvPr id="4" name="Straight Connector 3">
            <a:extLst>
              <a:ext uri="{FF2B5EF4-FFF2-40B4-BE49-F238E27FC236}">
                <a16:creationId xmlns:a16="http://schemas.microsoft.com/office/drawing/2014/main" id="{87DD12A4-CAAA-276A-3515-43F04C708942}"/>
              </a:ext>
            </a:extLst>
          </p:cNvPr>
          <p:cNvCxnSpPr>
            <a:cxnSpLocks/>
          </p:cNvCxnSpPr>
          <p:nvPr/>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41038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and Highligh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295801" y="1844675"/>
            <a:ext cx="7488212"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00731F-9916-473B-AC82-AC8750A47D63}" type="datetime3">
              <a:rPr lang="en-US" smtClean="0"/>
              <a:t>1 October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16D1FE-3A35-41BA-8EBE-413702045235}" type="slidenum">
              <a:rPr lang="en-US" smtClean="0"/>
              <a:t>‹#›</a:t>
            </a:fld>
            <a:endParaRPr lang="en-US"/>
          </a:p>
        </p:txBody>
      </p:sp>
      <p:sp>
        <p:nvSpPr>
          <p:cNvPr id="8" name="Text Placeholder 2">
            <a:extLst>
              <a:ext uri="{FF2B5EF4-FFF2-40B4-BE49-F238E27FC236}">
                <a16:creationId xmlns:a16="http://schemas.microsoft.com/office/drawing/2014/main" id="{371EBD4D-3E71-905B-0AA1-F24A59D6306D}"/>
              </a:ext>
            </a:extLst>
          </p:cNvPr>
          <p:cNvSpPr>
            <a:spLocks noGrp="1"/>
          </p:cNvSpPr>
          <p:nvPr>
            <p:ph type="body" sz="quarter" idx="16"/>
          </p:nvPr>
        </p:nvSpPr>
        <p:spPr>
          <a:xfrm>
            <a:off x="407988" y="1844675"/>
            <a:ext cx="3600450" cy="4176713"/>
          </a:xfrm>
        </p:spPr>
        <p:txBody>
          <a:bodyPr/>
          <a:lstStyle>
            <a:lvl1pPr>
              <a:lnSpc>
                <a:spcPct val="100000"/>
              </a:lnSpc>
              <a:defRPr sz="2400" b="1">
                <a:solidFill>
                  <a:schemeClr val="accent2"/>
                </a:solidFill>
              </a:defRPr>
            </a:lvl1pPr>
            <a:lvl2pPr>
              <a:defRPr>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cxnSp>
        <p:nvCxnSpPr>
          <p:cNvPr id="4" name="Straight Connector 3">
            <a:extLst>
              <a:ext uri="{FF2B5EF4-FFF2-40B4-BE49-F238E27FC236}">
                <a16:creationId xmlns:a16="http://schemas.microsoft.com/office/drawing/2014/main" id="{0D971BF6-5672-38CE-B981-BA3BC3B80688}"/>
              </a:ext>
            </a:extLst>
          </p:cNvPr>
          <p:cNvCxnSpPr>
            <a:cxnSpLocks/>
          </p:cNvCxnSpPr>
          <p:nvPr/>
        </p:nvCxnSpPr>
        <p:spPr>
          <a:xfrm>
            <a:off x="4151784"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23435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6"/>
          <p:cNvSpPr>
            <a:spLocks noGrp="1"/>
          </p:cNvSpPr>
          <p:nvPr>
            <p:ph type="dt" sz="half" idx="10"/>
          </p:nvPr>
        </p:nvSpPr>
        <p:spPr/>
        <p:txBody>
          <a:bodyPr/>
          <a:lstStyle/>
          <a:p>
            <a:fld id="{ACA3FAB0-2B33-4026-8022-FB4BDB72EDB3}" type="datetime3">
              <a:rPr lang="en-US" smtClean="0"/>
              <a:t>1 October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B16D1FE-3A35-41BA-8EBE-413702045235}" type="slidenum">
              <a:rPr lang="en-US" smtClean="0"/>
              <a:pPr/>
              <a:t>‹#›</a:t>
            </a:fld>
            <a:endParaRPr lang="en-US" dirty="0"/>
          </a:p>
        </p:txBody>
      </p:sp>
      <p:sp>
        <p:nvSpPr>
          <p:cNvPr id="3" name="Text Placeholder 2">
            <a:extLst>
              <a:ext uri="{FF2B5EF4-FFF2-40B4-BE49-F238E27FC236}">
                <a16:creationId xmlns:a16="http://schemas.microsoft.com/office/drawing/2014/main" id="{F89566B9-12F8-284C-8FF9-6FDC1AED19A4}"/>
              </a:ext>
            </a:extLst>
          </p:cNvPr>
          <p:cNvSpPr>
            <a:spLocks noGrp="1"/>
          </p:cNvSpPr>
          <p:nvPr>
            <p:ph type="body" sz="quarter" idx="16"/>
          </p:nvPr>
        </p:nvSpPr>
        <p:spPr>
          <a:xfrm>
            <a:off x="407988" y="3429000"/>
            <a:ext cx="3600450" cy="2592388"/>
          </a:xfrm>
        </p:spPr>
        <p:txBody>
          <a:bodyPr/>
          <a:lstStyle/>
          <a:p>
            <a:pPr lvl="0"/>
            <a:r>
              <a:rPr lang="en-US"/>
              <a:t>Click to edit Master text styles</a:t>
            </a:r>
          </a:p>
          <a:p>
            <a:pPr lvl="1"/>
            <a:r>
              <a:rPr lang="en-US"/>
              <a:t>Second level</a:t>
            </a:r>
          </a:p>
          <a:p>
            <a:pPr lvl="2"/>
            <a:r>
              <a:rPr lang="en-US"/>
              <a:t>Third level</a:t>
            </a:r>
          </a:p>
        </p:txBody>
      </p:sp>
      <p:sp>
        <p:nvSpPr>
          <p:cNvPr id="10" name="Text Placeholder 2">
            <a:extLst>
              <a:ext uri="{FF2B5EF4-FFF2-40B4-BE49-F238E27FC236}">
                <a16:creationId xmlns:a16="http://schemas.microsoft.com/office/drawing/2014/main" id="{8007EE78-B21B-23A7-54BF-B521D91B2AA9}"/>
              </a:ext>
            </a:extLst>
          </p:cNvPr>
          <p:cNvSpPr>
            <a:spLocks noGrp="1"/>
          </p:cNvSpPr>
          <p:nvPr>
            <p:ph type="body" sz="quarter" idx="17"/>
          </p:nvPr>
        </p:nvSpPr>
        <p:spPr>
          <a:xfrm>
            <a:off x="4295801" y="3429000"/>
            <a:ext cx="3600398" cy="2592388"/>
          </a:xfrm>
        </p:spPr>
        <p:txBody>
          <a:bodyPr/>
          <a:lstStyle/>
          <a:p>
            <a:pPr lvl="0"/>
            <a:r>
              <a:rPr lang="en-US"/>
              <a:t>Click to edit Master text styles</a:t>
            </a:r>
          </a:p>
          <a:p>
            <a:pPr lvl="1"/>
            <a:r>
              <a:rPr lang="en-US"/>
              <a:t>Second level</a:t>
            </a:r>
          </a:p>
          <a:p>
            <a:pPr lvl="2"/>
            <a:r>
              <a:rPr lang="en-US"/>
              <a:t>Third level</a:t>
            </a:r>
          </a:p>
        </p:txBody>
      </p:sp>
      <p:sp>
        <p:nvSpPr>
          <p:cNvPr id="11" name="Text Placeholder 2">
            <a:extLst>
              <a:ext uri="{FF2B5EF4-FFF2-40B4-BE49-F238E27FC236}">
                <a16:creationId xmlns:a16="http://schemas.microsoft.com/office/drawing/2014/main" id="{CA93C399-907E-C5BB-591E-631455558992}"/>
              </a:ext>
            </a:extLst>
          </p:cNvPr>
          <p:cNvSpPr>
            <a:spLocks noGrp="1"/>
          </p:cNvSpPr>
          <p:nvPr>
            <p:ph type="body" sz="quarter" idx="18"/>
          </p:nvPr>
        </p:nvSpPr>
        <p:spPr>
          <a:xfrm>
            <a:off x="8183564" y="3429000"/>
            <a:ext cx="3600450" cy="2592388"/>
          </a:xfrm>
        </p:spPr>
        <p:txBody>
          <a:bodyPr/>
          <a:lstStyle/>
          <a:p>
            <a:pPr lvl="0"/>
            <a:r>
              <a:rPr lang="en-US"/>
              <a:t>Click to edit Master text styles</a:t>
            </a:r>
          </a:p>
          <a:p>
            <a:pPr lvl="1"/>
            <a:r>
              <a:rPr lang="en-US"/>
              <a:t>Second level</a:t>
            </a:r>
          </a:p>
          <a:p>
            <a:pPr lvl="2"/>
            <a:r>
              <a:rPr lang="en-US"/>
              <a:t>Third level</a:t>
            </a:r>
          </a:p>
        </p:txBody>
      </p:sp>
      <p:sp>
        <p:nvSpPr>
          <p:cNvPr id="12" name="Text Placeholder 2">
            <a:extLst>
              <a:ext uri="{FF2B5EF4-FFF2-40B4-BE49-F238E27FC236}">
                <a16:creationId xmlns:a16="http://schemas.microsoft.com/office/drawing/2014/main" id="{3CA9FCC5-FDD9-DC9F-FD7E-DC299FDA37D0}"/>
              </a:ext>
            </a:extLst>
          </p:cNvPr>
          <p:cNvSpPr>
            <a:spLocks noGrp="1"/>
          </p:cNvSpPr>
          <p:nvPr>
            <p:ph type="body" idx="1"/>
          </p:nvPr>
        </p:nvSpPr>
        <p:spPr>
          <a:xfrm>
            <a:off x="407988" y="1844675"/>
            <a:ext cx="3599780"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4">
            <a:extLst>
              <a:ext uri="{FF2B5EF4-FFF2-40B4-BE49-F238E27FC236}">
                <a16:creationId xmlns:a16="http://schemas.microsoft.com/office/drawing/2014/main" id="{EFAA3442-C32E-C521-1F86-60CC0A49B347}"/>
              </a:ext>
            </a:extLst>
          </p:cNvPr>
          <p:cNvSpPr>
            <a:spLocks noGrp="1"/>
          </p:cNvSpPr>
          <p:nvPr>
            <p:ph type="body" sz="quarter" idx="3"/>
          </p:nvPr>
        </p:nvSpPr>
        <p:spPr>
          <a:xfrm>
            <a:off x="4295800" y="1844675"/>
            <a:ext cx="3600400"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2A73817A-8DA0-A644-79C7-07F500AD431C}"/>
              </a:ext>
            </a:extLst>
          </p:cNvPr>
          <p:cNvSpPr>
            <a:spLocks noGrp="1"/>
          </p:cNvSpPr>
          <p:nvPr>
            <p:ph type="body" sz="quarter" idx="19"/>
          </p:nvPr>
        </p:nvSpPr>
        <p:spPr>
          <a:xfrm>
            <a:off x="8184232" y="1844675"/>
            <a:ext cx="3599781" cy="1368300"/>
          </a:xfrm>
        </p:spPr>
        <p:txBody>
          <a:bodyPr anchor="t" anchorCtr="0"/>
          <a:lstStyle>
            <a:lvl1pPr marL="0" indent="0">
              <a:lnSpc>
                <a:spcPct val="100000"/>
              </a:lnSpc>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6" name="Straight Connector 15">
            <a:extLst>
              <a:ext uri="{FF2B5EF4-FFF2-40B4-BE49-F238E27FC236}">
                <a16:creationId xmlns:a16="http://schemas.microsoft.com/office/drawing/2014/main" id="{F5691066-5FF3-2B0D-FA81-A572DB654937}"/>
              </a:ext>
            </a:extLst>
          </p:cNvPr>
          <p:cNvCxnSpPr>
            <a:cxnSpLocks/>
          </p:cNvCxnSpPr>
          <p:nvPr/>
        </p:nvCxnSpPr>
        <p:spPr>
          <a:xfrm>
            <a:off x="4151784"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01E8CBD-88AD-3DB4-D8FB-969D10AE3B5F}"/>
              </a:ext>
            </a:extLst>
          </p:cNvPr>
          <p:cNvCxnSpPr>
            <a:cxnSpLocks/>
          </p:cNvCxnSpPr>
          <p:nvPr/>
        </p:nvCxnSpPr>
        <p:spPr>
          <a:xfrm>
            <a:off x="8040216" y="1844675"/>
            <a:ext cx="0" cy="4176713"/>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918778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and Pictur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7988"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7642BECA-EF0C-BD72-6F7D-E1F5C6BCE1B6}"/>
              </a:ext>
            </a:extLst>
          </p:cNvPr>
          <p:cNvSpPr>
            <a:spLocks noGrp="1"/>
          </p:cNvSpPr>
          <p:nvPr>
            <p:ph type="pic" sz="quarter" idx="13"/>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4" name="Text Placeholder 2">
            <a:extLst>
              <a:ext uri="{FF2B5EF4-FFF2-40B4-BE49-F238E27FC236}">
                <a16:creationId xmlns:a16="http://schemas.microsoft.com/office/drawing/2014/main" id="{BA7DE626-2ACE-F5B9-6AEB-1372D3578784}"/>
              </a:ext>
            </a:extLst>
          </p:cNvPr>
          <p:cNvSpPr>
            <a:spLocks noGrp="1"/>
          </p:cNvSpPr>
          <p:nvPr>
            <p:ph type="body" sz="quarter" idx="19"/>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
        <p:nvSpPr>
          <p:cNvPr id="13" name="Title 12">
            <a:extLst>
              <a:ext uri="{FF2B5EF4-FFF2-40B4-BE49-F238E27FC236}">
                <a16:creationId xmlns:a16="http://schemas.microsoft.com/office/drawing/2014/main" id="{B136D86C-C951-D3DD-DC58-A2F034437F3C}"/>
              </a:ext>
            </a:extLst>
          </p:cNvPr>
          <p:cNvSpPr>
            <a:spLocks noGrp="1"/>
          </p:cNvSpPr>
          <p:nvPr>
            <p:ph type="title"/>
          </p:nvPr>
        </p:nvSpPr>
        <p:spPr>
          <a:xfrm>
            <a:off x="407989" y="548680"/>
            <a:ext cx="5543995" cy="1008112"/>
          </a:xfrm>
        </p:spPr>
        <p:txBody>
          <a:bodyPr/>
          <a:lstStyle/>
          <a:p>
            <a:r>
              <a:rPr lang="en-US"/>
              <a:t>Click to edit Master title style</a:t>
            </a:r>
            <a:endParaRPr lang="en-GB" dirty="0"/>
          </a:p>
        </p:txBody>
      </p:sp>
      <p:sp>
        <p:nvSpPr>
          <p:cNvPr id="14" name="Date Placeholder 13">
            <a:extLst>
              <a:ext uri="{FF2B5EF4-FFF2-40B4-BE49-F238E27FC236}">
                <a16:creationId xmlns:a16="http://schemas.microsoft.com/office/drawing/2014/main" id="{DCDF58FA-8C3D-B675-9126-F1692CC7A0BE}"/>
              </a:ext>
            </a:extLst>
          </p:cNvPr>
          <p:cNvSpPr>
            <a:spLocks noGrp="1"/>
          </p:cNvSpPr>
          <p:nvPr>
            <p:ph type="dt" sz="half" idx="20"/>
          </p:nvPr>
        </p:nvSpPr>
        <p:spPr/>
        <p:txBody>
          <a:bodyPr/>
          <a:lstStyle/>
          <a:p>
            <a:fld id="{46F98249-4418-430D-BC85-CBEB2C55707B}" type="datetime3">
              <a:rPr lang="en-US" smtClean="0"/>
              <a:t>1 October 2026</a:t>
            </a:fld>
            <a:endParaRPr lang="en-US" dirty="0"/>
          </a:p>
        </p:txBody>
      </p:sp>
      <p:sp>
        <p:nvSpPr>
          <p:cNvPr id="15" name="Footer Placeholder 14">
            <a:extLst>
              <a:ext uri="{FF2B5EF4-FFF2-40B4-BE49-F238E27FC236}">
                <a16:creationId xmlns:a16="http://schemas.microsoft.com/office/drawing/2014/main" id="{B9E7EBBE-A29B-487A-342B-20BED545D032}"/>
              </a:ext>
            </a:extLst>
          </p:cNvPr>
          <p:cNvSpPr>
            <a:spLocks noGrp="1"/>
          </p:cNvSpPr>
          <p:nvPr>
            <p:ph type="ftr" sz="quarter" idx="21"/>
          </p:nvPr>
        </p:nvSpPr>
        <p:spPr/>
        <p:txBody>
          <a:bodyPr/>
          <a:lstStyle/>
          <a:p>
            <a:endParaRPr lang="en-US" dirty="0"/>
          </a:p>
        </p:txBody>
      </p:sp>
      <p:sp>
        <p:nvSpPr>
          <p:cNvPr id="16" name="Slide Number Placeholder 15">
            <a:extLst>
              <a:ext uri="{FF2B5EF4-FFF2-40B4-BE49-F238E27FC236}">
                <a16:creationId xmlns:a16="http://schemas.microsoft.com/office/drawing/2014/main" id="{4C8549BF-7C39-73C0-AAC2-4716780B4413}"/>
              </a:ext>
            </a:extLst>
          </p:cNvPr>
          <p:cNvSpPr>
            <a:spLocks noGrp="1"/>
          </p:cNvSpPr>
          <p:nvPr>
            <p:ph type="sldNum" sz="quarter" idx="2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292278471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and Picture 2">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D09D38C-52A6-5776-24AC-CFA5EDE05C6E}"/>
              </a:ext>
            </a:extLst>
          </p:cNvPr>
          <p:cNvSpPr>
            <a:spLocks noGrp="1"/>
          </p:cNvSpPr>
          <p:nvPr>
            <p:ph type="pic" sz="quarter" idx="13"/>
          </p:nvPr>
        </p:nvSpPr>
        <p:spPr>
          <a:xfrm>
            <a:off x="1" y="0"/>
            <a:ext cx="5968441" cy="6858000"/>
          </a:xfrm>
          <a:custGeom>
            <a:avLst/>
            <a:gdLst>
              <a:gd name="connsiteX0" fmla="*/ 0 w 5968441"/>
              <a:gd name="connsiteY0" fmla="*/ 0 h 6858000"/>
              <a:gd name="connsiteX1" fmla="*/ 2465154 w 5968441"/>
              <a:gd name="connsiteY1" fmla="*/ 0 h 6858000"/>
              <a:gd name="connsiteX2" fmla="*/ 2903065 w 5968441"/>
              <a:gd name="connsiteY2" fmla="*/ 856753 h 6858000"/>
              <a:gd name="connsiteX3" fmla="*/ 3340181 w 5968441"/>
              <a:gd name="connsiteY3" fmla="*/ 1713507 h 6858000"/>
              <a:gd name="connsiteX4" fmla="*/ 3778092 w 5968441"/>
              <a:gd name="connsiteY4" fmla="*/ 2570260 h 6858000"/>
              <a:gd name="connsiteX5" fmla="*/ 4216798 w 5968441"/>
              <a:gd name="connsiteY5" fmla="*/ 3428603 h 6858000"/>
              <a:gd name="connsiteX6" fmla="*/ 4653914 w 5968441"/>
              <a:gd name="connsiteY6" fmla="*/ 4286151 h 6858000"/>
              <a:gd name="connsiteX7" fmla="*/ 5091825 w 5968441"/>
              <a:gd name="connsiteY7" fmla="*/ 5142904 h 6858000"/>
              <a:gd name="connsiteX8" fmla="*/ 5528941 w 5968441"/>
              <a:gd name="connsiteY8" fmla="*/ 5999657 h 6858000"/>
              <a:gd name="connsiteX9" fmla="*/ 5968441 w 5968441"/>
              <a:gd name="connsiteY9" fmla="*/ 6858000 h 6858000"/>
              <a:gd name="connsiteX10" fmla="*/ 0 w 5968441"/>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441" h="6858000">
                <a:moveTo>
                  <a:pt x="0" y="0"/>
                </a:moveTo>
                <a:lnTo>
                  <a:pt x="2465154" y="0"/>
                </a:lnTo>
                <a:lnTo>
                  <a:pt x="2903065" y="856753"/>
                </a:lnTo>
                <a:lnTo>
                  <a:pt x="3340181" y="1713507"/>
                </a:lnTo>
                <a:lnTo>
                  <a:pt x="3778092" y="2570260"/>
                </a:lnTo>
                <a:lnTo>
                  <a:pt x="4216798" y="3428603"/>
                </a:lnTo>
                <a:lnTo>
                  <a:pt x="4653914" y="4286151"/>
                </a:lnTo>
                <a:lnTo>
                  <a:pt x="5091825" y="5142904"/>
                </a:lnTo>
                <a:lnTo>
                  <a:pt x="5528941" y="5999657"/>
                </a:lnTo>
                <a:lnTo>
                  <a:pt x="5968441" y="6858000"/>
                </a:lnTo>
                <a:lnTo>
                  <a:pt x="0" y="6858000"/>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2" name="Title 1"/>
          <p:cNvSpPr>
            <a:spLocks noGrp="1"/>
          </p:cNvSpPr>
          <p:nvPr>
            <p:ph type="title"/>
          </p:nvPr>
        </p:nvSpPr>
        <p:spPr>
          <a:xfrm>
            <a:off x="6240016" y="549274"/>
            <a:ext cx="5543997" cy="100806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240017"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890A3BEA-E991-BB69-13DF-37F81DC12291}"/>
              </a:ext>
            </a:extLst>
          </p:cNvPr>
          <p:cNvSpPr>
            <a:spLocks noGrp="1"/>
          </p:cNvSpPr>
          <p:nvPr>
            <p:ph type="dt" sz="half" idx="14"/>
          </p:nvPr>
        </p:nvSpPr>
        <p:spPr/>
        <p:txBody>
          <a:bodyPr/>
          <a:lstStyle/>
          <a:p>
            <a:fld id="{30F635E9-B524-4054-960B-A142DA44153E}" type="datetime3">
              <a:rPr lang="en-US" smtClean="0"/>
              <a:t>1 October 2026</a:t>
            </a:fld>
            <a:endParaRPr lang="en-US" dirty="0"/>
          </a:p>
        </p:txBody>
      </p:sp>
      <p:sp>
        <p:nvSpPr>
          <p:cNvPr id="11" name="Footer Placeholder 10">
            <a:extLst>
              <a:ext uri="{FF2B5EF4-FFF2-40B4-BE49-F238E27FC236}">
                <a16:creationId xmlns:a16="http://schemas.microsoft.com/office/drawing/2014/main" id="{84538942-38C8-91EC-489B-EFBBFE80BBD3}"/>
              </a:ext>
            </a:extLst>
          </p:cNvPr>
          <p:cNvSpPr>
            <a:spLocks noGrp="1"/>
          </p:cNvSpPr>
          <p:nvPr>
            <p:ph type="ftr" sz="quarter" idx="15"/>
          </p:nvPr>
        </p:nvSpPr>
        <p:spPr/>
        <p:txBody>
          <a:bodyPr/>
          <a:lstStyle/>
          <a:p>
            <a:endParaRPr lang="en-US" dirty="0"/>
          </a:p>
        </p:txBody>
      </p:sp>
      <p:sp>
        <p:nvSpPr>
          <p:cNvPr id="12" name="Slide Number Placeholder 11">
            <a:extLst>
              <a:ext uri="{FF2B5EF4-FFF2-40B4-BE49-F238E27FC236}">
                <a16:creationId xmlns:a16="http://schemas.microsoft.com/office/drawing/2014/main" id="{F730571B-A724-50EC-034C-E271DC6477D1}"/>
              </a:ext>
            </a:extLst>
          </p:cNvPr>
          <p:cNvSpPr>
            <a:spLocks noGrp="1"/>
          </p:cNvSpPr>
          <p:nvPr>
            <p:ph type="sldNum" sz="quarter" idx="16"/>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45968457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and 2 Picture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7988"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62C22325-F61C-98FA-19DF-99B544D06B1B}"/>
              </a:ext>
            </a:extLst>
          </p:cNvPr>
          <p:cNvSpPr>
            <a:spLocks noGrp="1"/>
          </p:cNvSpPr>
          <p:nvPr>
            <p:ph type="pic" sz="quarter" idx="13"/>
          </p:nvPr>
        </p:nvSpPr>
        <p:spPr>
          <a:xfrm>
            <a:off x="6240016" y="0"/>
            <a:ext cx="5951984" cy="3356992"/>
          </a:xfrm>
          <a:custGeom>
            <a:avLst/>
            <a:gdLst>
              <a:gd name="connsiteX0" fmla="*/ 0 w 5951984"/>
              <a:gd name="connsiteY0" fmla="*/ 0 h 3356992"/>
              <a:gd name="connsiteX1" fmla="*/ 5951984 w 5951984"/>
              <a:gd name="connsiteY1" fmla="*/ 0 h 3356992"/>
              <a:gd name="connsiteX2" fmla="*/ 5951984 w 5951984"/>
              <a:gd name="connsiteY2" fmla="*/ 3356992 h 3356992"/>
              <a:gd name="connsiteX3" fmla="*/ 1689711 w 5951984"/>
              <a:gd name="connsiteY3" fmla="*/ 3356992 h 3356992"/>
              <a:gd name="connsiteX4" fmla="*/ 1286149 w 5951984"/>
              <a:gd name="connsiteY4" fmla="*/ 2570260 h 3356992"/>
              <a:gd name="connsiteX5" fmla="*/ 845854 w 5951984"/>
              <a:gd name="connsiteY5" fmla="*/ 1713507 h 3356992"/>
              <a:gd name="connsiteX6" fmla="*/ 405558 w 5951984"/>
              <a:gd name="connsiteY6" fmla="*/ 856753 h 3356992"/>
              <a:gd name="connsiteX7" fmla="*/ 0 w 5951984"/>
              <a:gd name="connsiteY7" fmla="*/ 64733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1984" h="3356992">
                <a:moveTo>
                  <a:pt x="0" y="0"/>
                </a:moveTo>
                <a:lnTo>
                  <a:pt x="5951984" y="0"/>
                </a:lnTo>
                <a:lnTo>
                  <a:pt x="5951984" y="3356992"/>
                </a:lnTo>
                <a:lnTo>
                  <a:pt x="1689711" y="3356992"/>
                </a:lnTo>
                <a:lnTo>
                  <a:pt x="1286149" y="2570260"/>
                </a:lnTo>
                <a:lnTo>
                  <a:pt x="845854" y="1713507"/>
                </a:lnTo>
                <a:lnTo>
                  <a:pt x="405558" y="856753"/>
                </a:lnTo>
                <a:lnTo>
                  <a:pt x="0" y="6473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4" name="Picture Placeholder 13">
            <a:extLst>
              <a:ext uri="{FF2B5EF4-FFF2-40B4-BE49-F238E27FC236}">
                <a16:creationId xmlns:a16="http://schemas.microsoft.com/office/drawing/2014/main" id="{2919189E-A891-5B5C-F128-8A0C3DA03DBB}"/>
              </a:ext>
            </a:extLst>
          </p:cNvPr>
          <p:cNvSpPr>
            <a:spLocks noGrp="1"/>
          </p:cNvSpPr>
          <p:nvPr>
            <p:ph type="pic" sz="quarter" idx="14"/>
          </p:nvPr>
        </p:nvSpPr>
        <p:spPr>
          <a:xfrm>
            <a:off x="8003568" y="3501008"/>
            <a:ext cx="4188432" cy="3356992"/>
          </a:xfrm>
          <a:custGeom>
            <a:avLst/>
            <a:gdLst>
              <a:gd name="connsiteX0" fmla="*/ 0 w 4188432"/>
              <a:gd name="connsiteY0" fmla="*/ 0 h 3356992"/>
              <a:gd name="connsiteX1" fmla="*/ 4188432 w 4188432"/>
              <a:gd name="connsiteY1" fmla="*/ 0 h 3356992"/>
              <a:gd name="connsiteX2" fmla="*/ 4188432 w 4188432"/>
              <a:gd name="connsiteY2" fmla="*/ 3356992 h 3356992"/>
              <a:gd name="connsiteX3" fmla="*/ 1723278 w 4188432"/>
              <a:gd name="connsiteY3" fmla="*/ 3356992 h 3356992"/>
              <a:gd name="connsiteX4" fmla="*/ 1282983 w 4188432"/>
              <a:gd name="connsiteY4" fmla="*/ 2498649 h 3356992"/>
              <a:gd name="connsiteX5" fmla="*/ 842688 w 4188432"/>
              <a:gd name="connsiteY5" fmla="*/ 1641896 h 3356992"/>
              <a:gd name="connsiteX6" fmla="*/ 402392 w 4188432"/>
              <a:gd name="connsiteY6" fmla="*/ 785143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8432" h="3356992">
                <a:moveTo>
                  <a:pt x="0" y="0"/>
                </a:moveTo>
                <a:lnTo>
                  <a:pt x="4188432" y="0"/>
                </a:lnTo>
                <a:lnTo>
                  <a:pt x="4188432" y="3356992"/>
                </a:lnTo>
                <a:lnTo>
                  <a:pt x="1723278" y="3356992"/>
                </a:lnTo>
                <a:lnTo>
                  <a:pt x="1282983" y="2498649"/>
                </a:lnTo>
                <a:lnTo>
                  <a:pt x="842688" y="1641896"/>
                </a:lnTo>
                <a:lnTo>
                  <a:pt x="402392" y="78514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1" name="Date Placeholder 10">
            <a:extLst>
              <a:ext uri="{FF2B5EF4-FFF2-40B4-BE49-F238E27FC236}">
                <a16:creationId xmlns:a16="http://schemas.microsoft.com/office/drawing/2014/main" id="{9AB318D4-C5E4-6B51-8461-1CC640F9355E}"/>
              </a:ext>
            </a:extLst>
          </p:cNvPr>
          <p:cNvSpPr>
            <a:spLocks noGrp="1"/>
          </p:cNvSpPr>
          <p:nvPr>
            <p:ph type="dt" sz="half" idx="16"/>
          </p:nvPr>
        </p:nvSpPr>
        <p:spPr/>
        <p:txBody>
          <a:bodyPr/>
          <a:lstStyle/>
          <a:p>
            <a:fld id="{532575C0-E963-4395-BF39-327DB8FF1C92}" type="datetime3">
              <a:rPr lang="en-US" smtClean="0"/>
              <a:t>1 October 2026</a:t>
            </a:fld>
            <a:endParaRPr lang="en-US" dirty="0"/>
          </a:p>
        </p:txBody>
      </p:sp>
      <p:sp>
        <p:nvSpPr>
          <p:cNvPr id="12" name="Footer Placeholder 11">
            <a:extLst>
              <a:ext uri="{FF2B5EF4-FFF2-40B4-BE49-F238E27FC236}">
                <a16:creationId xmlns:a16="http://schemas.microsoft.com/office/drawing/2014/main" id="{2B264BFF-29C1-E735-1F1C-D49847A44B14}"/>
              </a:ext>
            </a:extLst>
          </p:cNvPr>
          <p:cNvSpPr>
            <a:spLocks noGrp="1"/>
          </p:cNvSpPr>
          <p:nvPr>
            <p:ph type="ftr" sz="quarter" idx="17"/>
          </p:nvPr>
        </p:nvSpPr>
        <p:spPr/>
        <p:txBody>
          <a:bodyPr/>
          <a:lstStyle/>
          <a:p>
            <a:endParaRPr lang="en-US" dirty="0"/>
          </a:p>
        </p:txBody>
      </p:sp>
      <p:sp>
        <p:nvSpPr>
          <p:cNvPr id="13" name="Slide Number Placeholder 12">
            <a:extLst>
              <a:ext uri="{FF2B5EF4-FFF2-40B4-BE49-F238E27FC236}">
                <a16:creationId xmlns:a16="http://schemas.microsoft.com/office/drawing/2014/main" id="{4BBBB0F7-5688-68CB-8AE3-814025C62FB6}"/>
              </a:ext>
            </a:extLst>
          </p:cNvPr>
          <p:cNvSpPr>
            <a:spLocks noGrp="1"/>
          </p:cNvSpPr>
          <p:nvPr>
            <p:ph type="sldNum" sz="quarter" idx="18"/>
          </p:nvPr>
        </p:nvSpPr>
        <p:spPr/>
        <p:txBody>
          <a:bodyPr/>
          <a:lstStyle/>
          <a:p>
            <a:fld id="{5B16D1FE-3A35-41BA-8EBE-413702045235}" type="slidenum">
              <a:rPr lang="en-US" smtClean="0"/>
              <a:pPr/>
              <a:t>‹#›</a:t>
            </a:fld>
            <a:endParaRPr lang="en-US" dirty="0"/>
          </a:p>
        </p:txBody>
      </p:sp>
      <p:sp>
        <p:nvSpPr>
          <p:cNvPr id="15" name="Title 14">
            <a:extLst>
              <a:ext uri="{FF2B5EF4-FFF2-40B4-BE49-F238E27FC236}">
                <a16:creationId xmlns:a16="http://schemas.microsoft.com/office/drawing/2014/main" id="{D731E667-4044-2045-3ABD-D2986698F082}"/>
              </a:ext>
            </a:extLst>
          </p:cNvPr>
          <p:cNvSpPr>
            <a:spLocks noGrp="1"/>
          </p:cNvSpPr>
          <p:nvPr>
            <p:ph type="title"/>
          </p:nvPr>
        </p:nvSpPr>
        <p:spPr>
          <a:xfrm>
            <a:off x="407989" y="548680"/>
            <a:ext cx="5543996" cy="1008112"/>
          </a:xfrm>
        </p:spPr>
        <p:txBody>
          <a:bodyPr/>
          <a:lstStyle/>
          <a:p>
            <a:r>
              <a:rPr lang="en-US"/>
              <a:t>Click to edit Master title style</a:t>
            </a:r>
            <a:endParaRPr lang="en-GB" dirty="0"/>
          </a:p>
        </p:txBody>
      </p:sp>
    </p:spTree>
    <p:extLst>
      <p:ext uri="{BB962C8B-B14F-4D97-AF65-F5344CB8AC3E}">
        <p14:creationId xmlns:p14="http://schemas.microsoft.com/office/powerpoint/2010/main" val="266862129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and 2 Pictures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05B91F3-75BC-1093-B8F2-91DBFB5E7AB8}"/>
              </a:ext>
            </a:extLst>
          </p:cNvPr>
          <p:cNvSpPr>
            <a:spLocks noGrp="1"/>
          </p:cNvSpPr>
          <p:nvPr>
            <p:ph type="pic" sz="quarter" idx="13"/>
          </p:nvPr>
        </p:nvSpPr>
        <p:spPr>
          <a:xfrm>
            <a:off x="1" y="0"/>
            <a:ext cx="4180197" cy="3356992"/>
          </a:xfrm>
          <a:custGeom>
            <a:avLst/>
            <a:gdLst>
              <a:gd name="connsiteX0" fmla="*/ 0 w 4180197"/>
              <a:gd name="connsiteY0" fmla="*/ 0 h 3356992"/>
              <a:gd name="connsiteX1" fmla="*/ 2465154 w 4180197"/>
              <a:gd name="connsiteY1" fmla="*/ 0 h 3356992"/>
              <a:gd name="connsiteX2" fmla="*/ 2903065 w 4180197"/>
              <a:gd name="connsiteY2" fmla="*/ 856753 h 3356992"/>
              <a:gd name="connsiteX3" fmla="*/ 3340181 w 4180197"/>
              <a:gd name="connsiteY3" fmla="*/ 1713507 h 3356992"/>
              <a:gd name="connsiteX4" fmla="*/ 3778092 w 4180197"/>
              <a:gd name="connsiteY4" fmla="*/ 2570260 h 3356992"/>
              <a:gd name="connsiteX5" fmla="*/ 4180197 w 4180197"/>
              <a:gd name="connsiteY5" fmla="*/ 3356992 h 3356992"/>
              <a:gd name="connsiteX6" fmla="*/ 0 w 4180197"/>
              <a:gd name="connsiteY6" fmla="*/ 3356992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0197" h="3356992">
                <a:moveTo>
                  <a:pt x="0" y="0"/>
                </a:moveTo>
                <a:lnTo>
                  <a:pt x="2465154" y="0"/>
                </a:lnTo>
                <a:lnTo>
                  <a:pt x="2903065" y="856753"/>
                </a:lnTo>
                <a:lnTo>
                  <a:pt x="3340181" y="1713507"/>
                </a:lnTo>
                <a:lnTo>
                  <a:pt x="3778092" y="2570260"/>
                </a:lnTo>
                <a:lnTo>
                  <a:pt x="4180197" y="3356992"/>
                </a:lnTo>
                <a:lnTo>
                  <a:pt x="0" y="3356992"/>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8" name="Picture Placeholder 7">
            <a:extLst>
              <a:ext uri="{FF2B5EF4-FFF2-40B4-BE49-F238E27FC236}">
                <a16:creationId xmlns:a16="http://schemas.microsoft.com/office/drawing/2014/main" id="{B45109F2-ACF6-9853-75E4-3A604379021C}"/>
              </a:ext>
            </a:extLst>
          </p:cNvPr>
          <p:cNvSpPr>
            <a:spLocks noGrp="1"/>
          </p:cNvSpPr>
          <p:nvPr>
            <p:ph type="pic" sz="quarter" idx="14"/>
          </p:nvPr>
        </p:nvSpPr>
        <p:spPr>
          <a:xfrm>
            <a:off x="0" y="3501008"/>
            <a:ext cx="5951985" cy="3356992"/>
          </a:xfrm>
          <a:custGeom>
            <a:avLst/>
            <a:gdLst>
              <a:gd name="connsiteX0" fmla="*/ 0 w 5951985"/>
              <a:gd name="connsiteY0" fmla="*/ 0 h 3356992"/>
              <a:gd name="connsiteX1" fmla="*/ 4253705 w 5951985"/>
              <a:gd name="connsiteY1" fmla="*/ 0 h 3356992"/>
              <a:gd name="connsiteX2" fmla="*/ 4653914 w 5951985"/>
              <a:gd name="connsiteY2" fmla="*/ 785143 h 3356992"/>
              <a:gd name="connsiteX3" fmla="*/ 5091825 w 5951985"/>
              <a:gd name="connsiteY3" fmla="*/ 1641896 h 3356992"/>
              <a:gd name="connsiteX4" fmla="*/ 5528941 w 5951985"/>
              <a:gd name="connsiteY4" fmla="*/ 2498649 h 3356992"/>
              <a:gd name="connsiteX5" fmla="*/ 5951985 w 5951985"/>
              <a:gd name="connsiteY5" fmla="*/ 3324852 h 3356992"/>
              <a:gd name="connsiteX6" fmla="*/ 5951985 w 5951985"/>
              <a:gd name="connsiteY6" fmla="*/ 3356992 h 3356992"/>
              <a:gd name="connsiteX7" fmla="*/ 0 w 5951985"/>
              <a:gd name="connsiteY7" fmla="*/ 3356992 h 335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1985" h="3356992">
                <a:moveTo>
                  <a:pt x="0" y="0"/>
                </a:moveTo>
                <a:lnTo>
                  <a:pt x="4253705" y="0"/>
                </a:lnTo>
                <a:lnTo>
                  <a:pt x="4653914" y="785143"/>
                </a:lnTo>
                <a:lnTo>
                  <a:pt x="5091825" y="1641896"/>
                </a:lnTo>
                <a:lnTo>
                  <a:pt x="5528941" y="2498649"/>
                </a:lnTo>
                <a:lnTo>
                  <a:pt x="5951985" y="3324852"/>
                </a:lnTo>
                <a:lnTo>
                  <a:pt x="5951985" y="3356992"/>
                </a:lnTo>
                <a:lnTo>
                  <a:pt x="0" y="3356992"/>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
        <p:nvSpPr>
          <p:cNvPr id="11" name="Date Placeholder 10">
            <a:extLst>
              <a:ext uri="{FF2B5EF4-FFF2-40B4-BE49-F238E27FC236}">
                <a16:creationId xmlns:a16="http://schemas.microsoft.com/office/drawing/2014/main" id="{9AB318D4-C5E4-6B51-8461-1CC640F9355E}"/>
              </a:ext>
            </a:extLst>
          </p:cNvPr>
          <p:cNvSpPr>
            <a:spLocks noGrp="1"/>
          </p:cNvSpPr>
          <p:nvPr>
            <p:ph type="dt" sz="half" idx="16"/>
          </p:nvPr>
        </p:nvSpPr>
        <p:spPr/>
        <p:txBody>
          <a:bodyPr/>
          <a:lstStyle>
            <a:lvl1pPr>
              <a:defRPr>
                <a:noFill/>
              </a:defRPr>
            </a:lvl1pPr>
          </a:lstStyle>
          <a:p>
            <a:fld id="{E97F5548-2E80-4CB4-808D-BEB3B069CB39}" type="datetime3">
              <a:rPr lang="en-US" smtClean="0"/>
              <a:t>1 October 2026</a:t>
            </a:fld>
            <a:endParaRPr lang="en-US" dirty="0"/>
          </a:p>
        </p:txBody>
      </p:sp>
      <p:sp>
        <p:nvSpPr>
          <p:cNvPr id="12" name="Footer Placeholder 11">
            <a:extLst>
              <a:ext uri="{FF2B5EF4-FFF2-40B4-BE49-F238E27FC236}">
                <a16:creationId xmlns:a16="http://schemas.microsoft.com/office/drawing/2014/main" id="{2B264BFF-29C1-E735-1F1C-D49847A44B14}"/>
              </a:ext>
            </a:extLst>
          </p:cNvPr>
          <p:cNvSpPr>
            <a:spLocks noGrp="1"/>
          </p:cNvSpPr>
          <p:nvPr>
            <p:ph type="ftr" sz="quarter" idx="17"/>
          </p:nvPr>
        </p:nvSpPr>
        <p:spPr/>
        <p:txBody>
          <a:bodyPr/>
          <a:lstStyle>
            <a:lvl1pPr>
              <a:defRPr>
                <a:noFill/>
              </a:defRPr>
            </a:lvl1pPr>
          </a:lstStyle>
          <a:p>
            <a:endParaRPr lang="en-US" dirty="0"/>
          </a:p>
        </p:txBody>
      </p:sp>
      <p:sp>
        <p:nvSpPr>
          <p:cNvPr id="13" name="Slide Number Placeholder 12">
            <a:extLst>
              <a:ext uri="{FF2B5EF4-FFF2-40B4-BE49-F238E27FC236}">
                <a16:creationId xmlns:a16="http://schemas.microsoft.com/office/drawing/2014/main" id="{4BBBB0F7-5688-68CB-8AE3-814025C62FB6}"/>
              </a:ext>
            </a:extLst>
          </p:cNvPr>
          <p:cNvSpPr>
            <a:spLocks noGrp="1"/>
          </p:cNvSpPr>
          <p:nvPr>
            <p:ph type="sldNum" sz="quarter" idx="18"/>
          </p:nvPr>
        </p:nvSpPr>
        <p:spPr/>
        <p:txBody>
          <a:bodyPr/>
          <a:lstStyle/>
          <a:p>
            <a:fld id="{5B16D1FE-3A35-41BA-8EBE-413702045235}" type="slidenum">
              <a:rPr lang="en-US" smtClean="0"/>
              <a:pPr/>
              <a:t>‹#›</a:t>
            </a:fld>
            <a:endParaRPr lang="en-US" dirty="0"/>
          </a:p>
        </p:txBody>
      </p:sp>
      <p:sp>
        <p:nvSpPr>
          <p:cNvPr id="10" name="Title 1">
            <a:extLst>
              <a:ext uri="{FF2B5EF4-FFF2-40B4-BE49-F238E27FC236}">
                <a16:creationId xmlns:a16="http://schemas.microsoft.com/office/drawing/2014/main" id="{D7E8B995-1ABB-3245-C387-C00382E4F285}"/>
              </a:ext>
            </a:extLst>
          </p:cNvPr>
          <p:cNvSpPr>
            <a:spLocks noGrp="1"/>
          </p:cNvSpPr>
          <p:nvPr>
            <p:ph type="title"/>
          </p:nvPr>
        </p:nvSpPr>
        <p:spPr>
          <a:xfrm>
            <a:off x="6240016" y="549274"/>
            <a:ext cx="5543997" cy="1008064"/>
          </a:xfrm>
        </p:spPr>
        <p:txBody>
          <a:bodyPr/>
          <a:lstStyle/>
          <a:p>
            <a:r>
              <a:rPr lang="en-US"/>
              <a:t>Click to edit Master title style</a:t>
            </a:r>
            <a:endParaRPr lang="en-US" dirty="0"/>
          </a:p>
        </p:txBody>
      </p:sp>
      <p:sp>
        <p:nvSpPr>
          <p:cNvPr id="14" name="Content Placeholder 2">
            <a:extLst>
              <a:ext uri="{FF2B5EF4-FFF2-40B4-BE49-F238E27FC236}">
                <a16:creationId xmlns:a16="http://schemas.microsoft.com/office/drawing/2014/main" id="{483C0AA4-E938-3FAA-F3D2-A3F52C494FC3}"/>
              </a:ext>
            </a:extLst>
          </p:cNvPr>
          <p:cNvSpPr>
            <a:spLocks noGrp="1"/>
          </p:cNvSpPr>
          <p:nvPr>
            <p:ph sz="half" idx="1"/>
          </p:nvPr>
        </p:nvSpPr>
        <p:spPr>
          <a:xfrm>
            <a:off x="6240017" y="1844675"/>
            <a:ext cx="5543996"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129407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Product Pictur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3599780" cy="2592437"/>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295800" y="1844675"/>
            <a:ext cx="3600400" cy="2592437"/>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4"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4295801" y="4581128"/>
            <a:ext cx="3600398" cy="1440260"/>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2" name="Date Placeholder 1">
            <a:extLst>
              <a:ext uri="{FF2B5EF4-FFF2-40B4-BE49-F238E27FC236}">
                <a16:creationId xmlns:a16="http://schemas.microsoft.com/office/drawing/2014/main" id="{CC494563-DA14-CC81-C1A3-CF27EDFCFE51}"/>
              </a:ext>
            </a:extLst>
          </p:cNvPr>
          <p:cNvSpPr>
            <a:spLocks noGrp="1"/>
          </p:cNvSpPr>
          <p:nvPr>
            <p:ph type="dt" sz="half" idx="19"/>
          </p:nvPr>
        </p:nvSpPr>
        <p:spPr/>
        <p:txBody>
          <a:bodyPr/>
          <a:lstStyle/>
          <a:p>
            <a:fld id="{861BF0BE-E928-40B5-9A55-53B282F52AC8}" type="datetime3">
              <a:rPr lang="en-US" smtClean="0"/>
              <a:t>1 October 2026</a:t>
            </a:fld>
            <a:endParaRPr lang="en-US" dirty="0"/>
          </a:p>
        </p:txBody>
      </p:sp>
      <p:sp>
        <p:nvSpPr>
          <p:cNvPr id="10" name="Footer Placeholder 9">
            <a:extLst>
              <a:ext uri="{FF2B5EF4-FFF2-40B4-BE49-F238E27FC236}">
                <a16:creationId xmlns:a16="http://schemas.microsoft.com/office/drawing/2014/main" id="{39B411D4-47EB-1C79-3087-9D34CBED83B8}"/>
              </a:ext>
            </a:extLst>
          </p:cNvPr>
          <p:cNvSpPr>
            <a:spLocks noGrp="1"/>
          </p:cNvSpPr>
          <p:nvPr>
            <p:ph type="ftr" sz="quarter" idx="20"/>
          </p:nvPr>
        </p:nvSpPr>
        <p:spPr/>
        <p:txBody>
          <a:bodyPr/>
          <a:lstStyle/>
          <a:p>
            <a:endParaRPr lang="en-US" dirty="0"/>
          </a:p>
        </p:txBody>
      </p:sp>
      <p:sp>
        <p:nvSpPr>
          <p:cNvPr id="11" name="Slide Number Placeholder 10">
            <a:extLst>
              <a:ext uri="{FF2B5EF4-FFF2-40B4-BE49-F238E27FC236}">
                <a16:creationId xmlns:a16="http://schemas.microsoft.com/office/drawing/2014/main" id="{D01E4C71-D7DC-06FF-1A4E-0C2347727BD9}"/>
              </a:ext>
            </a:extLst>
          </p:cNvPr>
          <p:cNvSpPr>
            <a:spLocks noGrp="1"/>
          </p:cNvSpPr>
          <p:nvPr>
            <p:ph type="sldNum" sz="quarter" idx="21"/>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47432610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wo Product Pictur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7488212" cy="2592437"/>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4"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7488212" cy="1440260"/>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4581128"/>
            <a:ext cx="3600450" cy="1440260"/>
          </a:xfrm>
        </p:spPr>
        <p:txBody>
          <a:bodyPr/>
          <a:lstStyle/>
          <a:p>
            <a:pPr lvl="0"/>
            <a:r>
              <a:rPr lang="en-US"/>
              <a:t>Click to edit Master text styles</a:t>
            </a:r>
          </a:p>
          <a:p>
            <a:pPr lvl="1"/>
            <a:r>
              <a:rPr lang="en-US"/>
              <a:t>Second level</a:t>
            </a:r>
          </a:p>
          <a:p>
            <a:pPr lvl="2"/>
            <a:r>
              <a:rPr lang="en-US"/>
              <a:t>Third level</a:t>
            </a:r>
          </a:p>
        </p:txBody>
      </p:sp>
      <p:sp>
        <p:nvSpPr>
          <p:cNvPr id="2" name="Date Placeholder 1">
            <a:extLst>
              <a:ext uri="{FF2B5EF4-FFF2-40B4-BE49-F238E27FC236}">
                <a16:creationId xmlns:a16="http://schemas.microsoft.com/office/drawing/2014/main" id="{BE1A5B5C-BBAF-F795-1A7F-1967E5CA290F}"/>
              </a:ext>
            </a:extLst>
          </p:cNvPr>
          <p:cNvSpPr>
            <a:spLocks noGrp="1"/>
          </p:cNvSpPr>
          <p:nvPr>
            <p:ph type="dt" sz="half" idx="19"/>
          </p:nvPr>
        </p:nvSpPr>
        <p:spPr/>
        <p:txBody>
          <a:bodyPr/>
          <a:lstStyle/>
          <a:p>
            <a:fld id="{BCCB0CE9-E652-4BB4-93FD-75095B774744}" type="datetime3">
              <a:rPr lang="en-US" smtClean="0"/>
              <a:t>1 October 2026</a:t>
            </a:fld>
            <a:endParaRPr lang="en-US" dirty="0"/>
          </a:p>
        </p:txBody>
      </p:sp>
      <p:sp>
        <p:nvSpPr>
          <p:cNvPr id="4" name="Footer Placeholder 3">
            <a:extLst>
              <a:ext uri="{FF2B5EF4-FFF2-40B4-BE49-F238E27FC236}">
                <a16:creationId xmlns:a16="http://schemas.microsoft.com/office/drawing/2014/main" id="{57C1213D-C2FD-6A4D-0F06-3F804BDCFDA3}"/>
              </a:ext>
            </a:extLst>
          </p:cNvPr>
          <p:cNvSpPr>
            <a:spLocks noGrp="1"/>
          </p:cNvSpPr>
          <p:nvPr>
            <p:ph type="ftr" sz="quarter" idx="20"/>
          </p:nvPr>
        </p:nvSpPr>
        <p:spPr/>
        <p:txBody>
          <a:bodyPr/>
          <a:lstStyle/>
          <a:p>
            <a:endParaRPr lang="en-US" dirty="0"/>
          </a:p>
        </p:txBody>
      </p:sp>
      <p:sp>
        <p:nvSpPr>
          <p:cNvPr id="10" name="Slide Number Placeholder 9">
            <a:extLst>
              <a:ext uri="{FF2B5EF4-FFF2-40B4-BE49-F238E27FC236}">
                <a16:creationId xmlns:a16="http://schemas.microsoft.com/office/drawing/2014/main" id="{56241C6F-251A-D6C9-DF18-C7E7EE07BD88}"/>
              </a:ext>
            </a:extLst>
          </p:cNvPr>
          <p:cNvSpPr>
            <a:spLocks noGrp="1"/>
          </p:cNvSpPr>
          <p:nvPr>
            <p:ph type="sldNum" sz="quarter" idx="21"/>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30783846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roduct Cas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1844675"/>
            <a:ext cx="3599780" cy="2592437"/>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581128"/>
            <a:ext cx="3600450" cy="1440260"/>
          </a:xfrm>
        </p:spPr>
        <p:txBody>
          <a:bodyPr/>
          <a:lstStyle>
            <a:lvl1pPr>
              <a:defRPr sz="1800" b="1">
                <a:solidFill>
                  <a:schemeClr val="accent2"/>
                </a:solidFill>
              </a:defRPr>
            </a:lvl1pPr>
            <a:lvl2pPr>
              <a:defRPr sz="1800">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4069CD21-258E-F584-DB10-DDDF64A8BB88}"/>
              </a:ext>
            </a:extLst>
          </p:cNvPr>
          <p:cNvSpPr>
            <a:spLocks noGrp="1"/>
          </p:cNvSpPr>
          <p:nvPr>
            <p:ph sz="half" idx="1"/>
          </p:nvPr>
        </p:nvSpPr>
        <p:spPr>
          <a:xfrm>
            <a:off x="4295800" y="1844675"/>
            <a:ext cx="7488213"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3E3964F-AFAC-891A-5214-28B0F7BCE156}"/>
              </a:ext>
            </a:extLst>
          </p:cNvPr>
          <p:cNvSpPr>
            <a:spLocks noGrp="1"/>
          </p:cNvSpPr>
          <p:nvPr>
            <p:ph type="dt" sz="half" idx="17"/>
          </p:nvPr>
        </p:nvSpPr>
        <p:spPr/>
        <p:txBody>
          <a:bodyPr/>
          <a:lstStyle/>
          <a:p>
            <a:fld id="{328097AE-0DA7-4A45-BC38-5313283E2D9D}" type="datetime3">
              <a:rPr lang="en-US" smtClean="0"/>
              <a:t>1 October 2026</a:t>
            </a:fld>
            <a:endParaRPr lang="en-US" dirty="0"/>
          </a:p>
        </p:txBody>
      </p:sp>
      <p:sp>
        <p:nvSpPr>
          <p:cNvPr id="8" name="Footer Placeholder 7">
            <a:extLst>
              <a:ext uri="{FF2B5EF4-FFF2-40B4-BE49-F238E27FC236}">
                <a16:creationId xmlns:a16="http://schemas.microsoft.com/office/drawing/2014/main" id="{7A359FB3-5363-BBD7-8294-1DE1329EE694}"/>
              </a:ext>
            </a:extLst>
          </p:cNvPr>
          <p:cNvSpPr>
            <a:spLocks noGrp="1"/>
          </p:cNvSpPr>
          <p:nvPr>
            <p:ph type="ftr" sz="quarter" idx="18"/>
          </p:nvPr>
        </p:nvSpPr>
        <p:spPr/>
        <p:txBody>
          <a:bodyPr/>
          <a:lstStyle/>
          <a:p>
            <a:endParaRPr lang="en-US" dirty="0"/>
          </a:p>
        </p:txBody>
      </p:sp>
      <p:sp>
        <p:nvSpPr>
          <p:cNvPr id="10" name="Slide Number Placeholder 9">
            <a:extLst>
              <a:ext uri="{FF2B5EF4-FFF2-40B4-BE49-F238E27FC236}">
                <a16:creationId xmlns:a16="http://schemas.microsoft.com/office/drawing/2014/main" id="{DAA5D0B9-447A-F3D5-F8F2-07B039C7633B}"/>
              </a:ext>
            </a:extLst>
          </p:cNvPr>
          <p:cNvSpPr>
            <a:spLocks noGrp="1"/>
          </p:cNvSpPr>
          <p:nvPr>
            <p:ph type="sldNum" sz="quarter" idx="19"/>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28210556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roduct Cas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8184234" y="1844675"/>
            <a:ext cx="3599780" cy="2592437"/>
          </a:xfrm>
          <a:solidFill>
            <a:schemeClr val="bg2"/>
          </a:solidFill>
        </p:spPr>
        <p:txBody>
          <a:bodyPr/>
          <a:lstStyle>
            <a:lvl1pPr>
              <a:defRPr sz="1000"/>
            </a:lvl1pPr>
          </a:lstStyle>
          <a:p>
            <a:r>
              <a:rPr lang="en-US"/>
              <a:t>Click icon to add picture</a:t>
            </a:r>
            <a:endParaRPr lang="en-GB" dirty="0"/>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8184234" y="4581128"/>
            <a:ext cx="3599780" cy="1440260"/>
          </a:xfrm>
        </p:spPr>
        <p:txBody>
          <a:bodyPr/>
          <a:lstStyle>
            <a:lvl1pPr>
              <a:defRPr sz="1800" b="1">
                <a:solidFill>
                  <a:schemeClr val="accent2"/>
                </a:solidFill>
              </a:defRPr>
            </a:lvl1pPr>
            <a:lvl2pPr>
              <a:defRPr sz="1800">
                <a:solidFill>
                  <a:schemeClr val="accent2"/>
                </a:solidFill>
              </a:defRPr>
            </a:lvl2pPr>
            <a:lvl3pPr>
              <a:defRPr>
                <a:solidFill>
                  <a:schemeClr val="accent2"/>
                </a:solidFill>
              </a:defRPr>
            </a:lvl3pPr>
          </a:lstStyle>
          <a:p>
            <a:pPr lvl="0"/>
            <a:r>
              <a:rPr lang="en-US"/>
              <a:t>Click to edit Master text styles</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4069CD21-258E-F584-DB10-DDDF64A8BB88}"/>
              </a:ext>
            </a:extLst>
          </p:cNvPr>
          <p:cNvSpPr>
            <a:spLocks noGrp="1"/>
          </p:cNvSpPr>
          <p:nvPr>
            <p:ph sz="half" idx="1"/>
          </p:nvPr>
        </p:nvSpPr>
        <p:spPr>
          <a:xfrm>
            <a:off x="407988" y="1844675"/>
            <a:ext cx="7495828"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9CAC5B-0885-5983-A752-B7772C6BE75E}"/>
              </a:ext>
            </a:extLst>
          </p:cNvPr>
          <p:cNvSpPr>
            <a:spLocks noGrp="1"/>
          </p:cNvSpPr>
          <p:nvPr>
            <p:ph type="dt" sz="half" idx="17"/>
          </p:nvPr>
        </p:nvSpPr>
        <p:spPr/>
        <p:txBody>
          <a:bodyPr/>
          <a:lstStyle/>
          <a:p>
            <a:fld id="{71B795A0-B0DD-48F7-89AE-E7B093DA61B2}" type="datetime3">
              <a:rPr lang="en-US" smtClean="0"/>
              <a:t>1 October 2026</a:t>
            </a:fld>
            <a:endParaRPr lang="en-US" dirty="0"/>
          </a:p>
        </p:txBody>
      </p:sp>
      <p:sp>
        <p:nvSpPr>
          <p:cNvPr id="8" name="Footer Placeholder 7">
            <a:extLst>
              <a:ext uri="{FF2B5EF4-FFF2-40B4-BE49-F238E27FC236}">
                <a16:creationId xmlns:a16="http://schemas.microsoft.com/office/drawing/2014/main" id="{B14670D1-B039-76C6-4937-2BADDC7351D3}"/>
              </a:ext>
            </a:extLst>
          </p:cNvPr>
          <p:cNvSpPr>
            <a:spLocks noGrp="1"/>
          </p:cNvSpPr>
          <p:nvPr>
            <p:ph type="ftr" sz="quarter" idx="18"/>
          </p:nvPr>
        </p:nvSpPr>
        <p:spPr/>
        <p:txBody>
          <a:bodyPr/>
          <a:lstStyle/>
          <a:p>
            <a:endParaRPr lang="en-US" dirty="0"/>
          </a:p>
        </p:txBody>
      </p:sp>
      <p:sp>
        <p:nvSpPr>
          <p:cNvPr id="10" name="Slide Number Placeholder 9">
            <a:extLst>
              <a:ext uri="{FF2B5EF4-FFF2-40B4-BE49-F238E27FC236}">
                <a16:creationId xmlns:a16="http://schemas.microsoft.com/office/drawing/2014/main" id="{62400DED-003B-82AF-556C-66F7300463D3}"/>
              </a:ext>
            </a:extLst>
          </p:cNvPr>
          <p:cNvSpPr>
            <a:spLocks noGrp="1"/>
          </p:cNvSpPr>
          <p:nvPr>
            <p:ph type="sldNum" sz="quarter" idx="19"/>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7508403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Product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9" y="3717033"/>
            <a:ext cx="3599780" cy="2304355"/>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295800" y="3717033"/>
            <a:ext cx="3600400" cy="2304355"/>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184232" y="3717033"/>
            <a:ext cx="3599781" cy="2304355"/>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8" name="Text Placeholder 2">
            <a:extLst>
              <a:ext uri="{FF2B5EF4-FFF2-40B4-BE49-F238E27FC236}">
                <a16:creationId xmlns:a16="http://schemas.microsoft.com/office/drawing/2014/main" id="{42090DD4-8328-53E1-0B5E-F791C29A9232}"/>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2" name="Text Placeholder 2">
            <a:extLst>
              <a:ext uri="{FF2B5EF4-FFF2-40B4-BE49-F238E27FC236}">
                <a16:creationId xmlns:a16="http://schemas.microsoft.com/office/drawing/2014/main" id="{C12460F8-53D5-D49D-CCD5-2AB026B60FFC}"/>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4">
            <a:extLst>
              <a:ext uri="{FF2B5EF4-FFF2-40B4-BE49-F238E27FC236}">
                <a16:creationId xmlns:a16="http://schemas.microsoft.com/office/drawing/2014/main" id="{E65CDEC5-CCC3-05E5-2109-79577D28DD87}"/>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4">
            <a:extLst>
              <a:ext uri="{FF2B5EF4-FFF2-40B4-BE49-F238E27FC236}">
                <a16:creationId xmlns:a16="http://schemas.microsoft.com/office/drawing/2014/main" id="{CD684454-A390-CDC0-AD9B-DFA0DB463D1D}"/>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Date Placeholder 15">
            <a:extLst>
              <a:ext uri="{FF2B5EF4-FFF2-40B4-BE49-F238E27FC236}">
                <a16:creationId xmlns:a16="http://schemas.microsoft.com/office/drawing/2014/main" id="{EB006A7F-B34E-D6DA-D234-2F2B4DD705EB}"/>
              </a:ext>
            </a:extLst>
          </p:cNvPr>
          <p:cNvSpPr>
            <a:spLocks noGrp="1"/>
          </p:cNvSpPr>
          <p:nvPr>
            <p:ph type="dt" sz="half" idx="20"/>
          </p:nvPr>
        </p:nvSpPr>
        <p:spPr/>
        <p:txBody>
          <a:bodyPr/>
          <a:lstStyle/>
          <a:p>
            <a:fld id="{AE315EC7-3CFD-4AA5-BEA7-F82871B312A9}" type="datetime3">
              <a:rPr lang="en-US" smtClean="0"/>
              <a:t>1 October 2026</a:t>
            </a:fld>
            <a:endParaRPr lang="en-US" dirty="0"/>
          </a:p>
        </p:txBody>
      </p:sp>
      <p:sp>
        <p:nvSpPr>
          <p:cNvPr id="17" name="Footer Placeholder 16">
            <a:extLst>
              <a:ext uri="{FF2B5EF4-FFF2-40B4-BE49-F238E27FC236}">
                <a16:creationId xmlns:a16="http://schemas.microsoft.com/office/drawing/2014/main" id="{970AC6FC-E815-5471-6B70-56AD786B26E5}"/>
              </a:ext>
            </a:extLst>
          </p:cNvPr>
          <p:cNvSpPr>
            <a:spLocks noGrp="1"/>
          </p:cNvSpPr>
          <p:nvPr>
            <p:ph type="ftr" sz="quarter" idx="21"/>
          </p:nvPr>
        </p:nvSpPr>
        <p:spPr/>
        <p:txBody>
          <a:bodyPr/>
          <a:lstStyle/>
          <a:p>
            <a:endParaRPr lang="en-US" dirty="0"/>
          </a:p>
        </p:txBody>
      </p:sp>
      <p:sp>
        <p:nvSpPr>
          <p:cNvPr id="18" name="Slide Number Placeholder 17">
            <a:extLst>
              <a:ext uri="{FF2B5EF4-FFF2-40B4-BE49-F238E27FC236}">
                <a16:creationId xmlns:a16="http://schemas.microsoft.com/office/drawing/2014/main" id="{7A437C13-C2D7-2FA5-A9B3-F32577BB741A}"/>
              </a:ext>
            </a:extLst>
          </p:cNvPr>
          <p:cNvSpPr>
            <a:spLocks noGrp="1"/>
          </p:cNvSpPr>
          <p:nvPr>
            <p:ph type="sldNum" sz="quarter" idx="2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89559048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Product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p:cNvSpPr>
          <p:nvPr>
            <p:ph type="pic" sz="quarter" idx="13"/>
          </p:nvPr>
        </p:nvSpPr>
        <p:spPr>
          <a:xfrm>
            <a:off x="407988" y="3717033"/>
            <a:ext cx="5543996" cy="2304355"/>
          </a:xfrm>
          <a:solidFill>
            <a:schemeClr val="bg2"/>
          </a:solidFill>
        </p:spPr>
        <p:txBody>
          <a:bodyPr/>
          <a:lstStyle>
            <a:lvl1pPr>
              <a:defRPr sz="1000"/>
            </a:lvl1pPr>
          </a:lstStyle>
          <a:p>
            <a:r>
              <a:rPr lang="en-US"/>
              <a:t>Click icon to add picture</a:t>
            </a:r>
            <a:endParaRPr lang="en-GB"/>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6240016" y="3717033"/>
            <a:ext cx="5543997" cy="2304355"/>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2420888"/>
            <a:ext cx="5543996" cy="1152128"/>
          </a:xfrm>
        </p:spPr>
        <p:txBody>
          <a:bodyPr/>
          <a:lstStyle/>
          <a:p>
            <a:pPr lvl="0"/>
            <a:r>
              <a:rPr lang="en-US"/>
              <a:t>Click to edit Master text styles</a:t>
            </a:r>
          </a:p>
          <a:p>
            <a:pPr lvl="1"/>
            <a:r>
              <a:rPr lang="en-US"/>
              <a:t>Second level</a:t>
            </a:r>
          </a:p>
          <a:p>
            <a:pPr lvl="2"/>
            <a:r>
              <a:rPr lang="en-US"/>
              <a:t>Third level</a:t>
            </a:r>
          </a:p>
        </p:txBody>
      </p:sp>
      <p:sp>
        <p:nvSpPr>
          <p:cNvPr id="4" name="Text Placeholder 2">
            <a:extLst>
              <a:ext uri="{FF2B5EF4-FFF2-40B4-BE49-F238E27FC236}">
                <a16:creationId xmlns:a16="http://schemas.microsoft.com/office/drawing/2014/main" id="{6DF9E083-F665-1347-A43D-E23E10466F7B}"/>
              </a:ext>
            </a:extLst>
          </p:cNvPr>
          <p:cNvSpPr>
            <a:spLocks noGrp="1"/>
          </p:cNvSpPr>
          <p:nvPr>
            <p:ph type="body" sz="quarter" idx="17"/>
          </p:nvPr>
        </p:nvSpPr>
        <p:spPr>
          <a:xfrm>
            <a:off x="6240488" y="2420888"/>
            <a:ext cx="5543525" cy="1152128"/>
          </a:xfrm>
        </p:spPr>
        <p:txBody>
          <a:bodyPr/>
          <a:lstStyle/>
          <a:p>
            <a:pPr lvl="0"/>
            <a:r>
              <a:rPr lang="en-US"/>
              <a:t>Click to edit Master text styles</a:t>
            </a:r>
          </a:p>
          <a:p>
            <a:pPr lvl="1"/>
            <a:r>
              <a:rPr lang="en-US"/>
              <a:t>Second level</a:t>
            </a:r>
          </a:p>
          <a:p>
            <a:pPr lvl="2"/>
            <a:r>
              <a:rPr lang="en-US"/>
              <a:t>Third level</a:t>
            </a:r>
          </a:p>
        </p:txBody>
      </p:sp>
      <p:sp>
        <p:nvSpPr>
          <p:cNvPr id="2" name="Text Placeholder 2">
            <a:extLst>
              <a:ext uri="{FF2B5EF4-FFF2-40B4-BE49-F238E27FC236}">
                <a16:creationId xmlns:a16="http://schemas.microsoft.com/office/drawing/2014/main" id="{C12460F8-53D5-D49D-CCD5-2AB026B60FFC}"/>
              </a:ext>
            </a:extLst>
          </p:cNvPr>
          <p:cNvSpPr>
            <a:spLocks noGrp="1"/>
          </p:cNvSpPr>
          <p:nvPr>
            <p:ph type="body" idx="1"/>
          </p:nvPr>
        </p:nvSpPr>
        <p:spPr>
          <a:xfrm>
            <a:off x="407975" y="1844675"/>
            <a:ext cx="5542983"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4">
            <a:extLst>
              <a:ext uri="{FF2B5EF4-FFF2-40B4-BE49-F238E27FC236}">
                <a16:creationId xmlns:a16="http://schemas.microsoft.com/office/drawing/2014/main" id="{E65CDEC5-CCC3-05E5-2109-79577D28DD87}"/>
              </a:ext>
            </a:extLst>
          </p:cNvPr>
          <p:cNvSpPr>
            <a:spLocks noGrp="1"/>
          </p:cNvSpPr>
          <p:nvPr>
            <p:ph type="body" sz="quarter" idx="3"/>
          </p:nvPr>
        </p:nvSpPr>
        <p:spPr>
          <a:xfrm>
            <a:off x="6240488" y="1844675"/>
            <a:ext cx="5543528"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Date Placeholder 11">
            <a:extLst>
              <a:ext uri="{FF2B5EF4-FFF2-40B4-BE49-F238E27FC236}">
                <a16:creationId xmlns:a16="http://schemas.microsoft.com/office/drawing/2014/main" id="{C007422C-D740-116D-D816-DEF4F0D4B3A0}"/>
              </a:ext>
            </a:extLst>
          </p:cNvPr>
          <p:cNvSpPr>
            <a:spLocks noGrp="1"/>
          </p:cNvSpPr>
          <p:nvPr>
            <p:ph type="dt" sz="half" idx="18"/>
          </p:nvPr>
        </p:nvSpPr>
        <p:spPr/>
        <p:txBody>
          <a:bodyPr/>
          <a:lstStyle/>
          <a:p>
            <a:fld id="{7C84BE1F-F46C-40EE-8DA5-E59052F3E046}" type="datetime3">
              <a:rPr lang="en-US" smtClean="0"/>
              <a:t>1 October 2026</a:t>
            </a:fld>
            <a:endParaRPr lang="en-US" dirty="0"/>
          </a:p>
        </p:txBody>
      </p:sp>
      <p:sp>
        <p:nvSpPr>
          <p:cNvPr id="16" name="Footer Placeholder 15">
            <a:extLst>
              <a:ext uri="{FF2B5EF4-FFF2-40B4-BE49-F238E27FC236}">
                <a16:creationId xmlns:a16="http://schemas.microsoft.com/office/drawing/2014/main" id="{B4363070-C085-5DB0-0026-7423B2184E8E}"/>
              </a:ext>
            </a:extLst>
          </p:cNvPr>
          <p:cNvSpPr>
            <a:spLocks noGrp="1"/>
          </p:cNvSpPr>
          <p:nvPr>
            <p:ph type="ftr" sz="quarter" idx="19"/>
          </p:nvPr>
        </p:nvSpPr>
        <p:spPr/>
        <p:txBody>
          <a:bodyPr/>
          <a:lstStyle/>
          <a:p>
            <a:endParaRPr lang="en-US" dirty="0"/>
          </a:p>
        </p:txBody>
      </p:sp>
      <p:sp>
        <p:nvSpPr>
          <p:cNvPr id="17" name="Slide Number Placeholder 16">
            <a:extLst>
              <a:ext uri="{FF2B5EF4-FFF2-40B4-BE49-F238E27FC236}">
                <a16:creationId xmlns:a16="http://schemas.microsoft.com/office/drawing/2014/main" id="{AF017768-2CF7-CF02-1F85-8C493C73605F}"/>
              </a:ext>
            </a:extLst>
          </p:cNvPr>
          <p:cNvSpPr>
            <a:spLocks noGrp="1"/>
          </p:cNvSpPr>
          <p:nvPr>
            <p:ph type="sldNum" sz="quarter" idx="20"/>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254504190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Highlight Products">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0E88811A-4106-5F88-85E8-CA5D41690973}"/>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13" name="Picture Placeholder 8">
            <a:extLst>
              <a:ext uri="{FF2B5EF4-FFF2-40B4-BE49-F238E27FC236}">
                <a16:creationId xmlns:a16="http://schemas.microsoft.com/office/drawing/2014/main" id="{77D5736D-2F13-0DB0-3DBC-A4313B7EFC19}"/>
              </a:ext>
            </a:extLst>
          </p:cNvPr>
          <p:cNvSpPr>
            <a:spLocks noGrp="1"/>
          </p:cNvSpPr>
          <p:nvPr>
            <p:ph type="pic" sz="quarter" idx="14"/>
          </p:nvPr>
        </p:nvSpPr>
        <p:spPr>
          <a:xfrm>
            <a:off x="4151313" y="3717033"/>
            <a:ext cx="3889376" cy="2304355"/>
          </a:xfrm>
          <a:solidFill>
            <a:schemeClr val="bg2"/>
          </a:solidFill>
        </p:spPr>
        <p:txBody>
          <a:bodyPr/>
          <a:lstStyle>
            <a:lvl1pP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p:cNvSpPr>
          <p:nvPr>
            <p:ph type="pic" sz="quarter" idx="15"/>
          </p:nvPr>
        </p:nvSpPr>
        <p:spPr>
          <a:xfrm>
            <a:off x="8040688" y="3717033"/>
            <a:ext cx="4151311" cy="2304356"/>
          </a:xfrm>
          <a:solidFill>
            <a:schemeClr val="bg2"/>
          </a:solidFill>
        </p:spPr>
        <p:txBody>
          <a:bodyPr/>
          <a:lstStyle>
            <a:lvl1pP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7090D65D-B2E9-4770-A040-75AF7CEB5FA2}"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1844A489-5310-AED1-FF20-D1A7F90F44A4}"/>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9BB1B909-B5A3-BBF7-75F3-FA140F15118D}"/>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6E4343A6-B33B-138E-E8B4-4C946F748B8D}"/>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9" name="Text Placeholder 2">
            <a:extLst>
              <a:ext uri="{FF2B5EF4-FFF2-40B4-BE49-F238E27FC236}">
                <a16:creationId xmlns:a16="http://schemas.microsoft.com/office/drawing/2014/main" id="{CD19BF13-29DD-3B32-68D0-2F6B1EDA3DA5}"/>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4">
            <a:extLst>
              <a:ext uri="{FF2B5EF4-FFF2-40B4-BE49-F238E27FC236}">
                <a16:creationId xmlns:a16="http://schemas.microsoft.com/office/drawing/2014/main" id="{1EF62AE2-C920-CA6F-1970-443612A89CE6}"/>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80921090-7B13-C9B0-82BC-21F9143B7FC3}"/>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20836908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Highlight Products 2">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9" name="Picture Placeholder 8">
            <a:extLst>
              <a:ext uri="{FF2B5EF4-FFF2-40B4-BE49-F238E27FC236}">
                <a16:creationId xmlns:a16="http://schemas.microsoft.com/office/drawing/2014/main" id="{B69BD66C-8504-C5E2-02E7-AD28D2F668CB}"/>
              </a:ext>
            </a:extLst>
          </p:cNvPr>
          <p:cNvSpPr>
            <a:spLocks noGrp="1"/>
          </p:cNvSpPr>
          <p:nvPr>
            <p:ph type="pic" sz="quarter" idx="13"/>
          </p:nvPr>
        </p:nvSpPr>
        <p:spPr>
          <a:xfrm>
            <a:off x="0" y="3717033"/>
            <a:ext cx="4151313" cy="2304355"/>
          </a:xfrm>
          <a:solidFill>
            <a:schemeClr val="bg2"/>
          </a:solidFill>
        </p:spPr>
        <p:txBody>
          <a:bodyPr/>
          <a:lstStyle>
            <a:lvl1pPr>
              <a:defRPr sz="1000"/>
            </a:lvl1pPr>
          </a:lstStyle>
          <a:p>
            <a:r>
              <a:rPr lang="en-US"/>
              <a:t>Click icon to add picture</a:t>
            </a:r>
            <a:endParaRPr lang="en-GB"/>
          </a:p>
        </p:txBody>
      </p:sp>
      <p:sp>
        <p:nvSpPr>
          <p:cNvPr id="16" name="Picture Placeholder 8">
            <a:extLst>
              <a:ext uri="{FF2B5EF4-FFF2-40B4-BE49-F238E27FC236}">
                <a16:creationId xmlns:a16="http://schemas.microsoft.com/office/drawing/2014/main" id="{09062606-FC0F-D5E4-EB60-021D2095A4CF}"/>
              </a:ext>
            </a:extLst>
          </p:cNvPr>
          <p:cNvSpPr>
            <a:spLocks noGrp="1"/>
          </p:cNvSpPr>
          <p:nvPr>
            <p:ph type="pic" sz="quarter" idx="15"/>
          </p:nvPr>
        </p:nvSpPr>
        <p:spPr>
          <a:xfrm>
            <a:off x="8040688" y="3717033"/>
            <a:ext cx="4151311" cy="2304355"/>
          </a:xfrm>
          <a:solidFill>
            <a:schemeClr val="bg2"/>
          </a:solidFill>
        </p:spPr>
        <p:txBody>
          <a:bodyPr/>
          <a:lstStyle>
            <a:lvl1pPr>
              <a:defRPr sz="1000"/>
            </a:lvl1pPr>
          </a:lstStyle>
          <a:p>
            <a:r>
              <a:rPr lang="en-US"/>
              <a:t>Click icon to add picture</a:t>
            </a:r>
            <a:endParaRPr lang="en-GB"/>
          </a:p>
        </p:txBody>
      </p:sp>
      <p:sp>
        <p:nvSpPr>
          <p:cNvPr id="17" name="Date Placeholder 16">
            <a:extLst>
              <a:ext uri="{FF2B5EF4-FFF2-40B4-BE49-F238E27FC236}">
                <a16:creationId xmlns:a16="http://schemas.microsoft.com/office/drawing/2014/main" id="{0965D103-B908-7B7F-C79C-1E0B98028F4B}"/>
              </a:ext>
            </a:extLst>
          </p:cNvPr>
          <p:cNvSpPr>
            <a:spLocks noGrp="1"/>
          </p:cNvSpPr>
          <p:nvPr>
            <p:ph type="dt" sz="half" idx="21"/>
          </p:nvPr>
        </p:nvSpPr>
        <p:spPr/>
        <p:txBody>
          <a:bodyPr/>
          <a:lstStyle/>
          <a:p>
            <a:fld id="{6CE1CB92-3E35-4AE1-875F-6EF1029AF5E6}" type="datetime3">
              <a:rPr lang="en-US" smtClean="0"/>
              <a:t>1 October 2026</a:t>
            </a:fld>
            <a:endParaRPr lang="en-US" dirty="0"/>
          </a:p>
        </p:txBody>
      </p:sp>
      <p:sp>
        <p:nvSpPr>
          <p:cNvPr id="18" name="Footer Placeholder 17">
            <a:extLst>
              <a:ext uri="{FF2B5EF4-FFF2-40B4-BE49-F238E27FC236}">
                <a16:creationId xmlns:a16="http://schemas.microsoft.com/office/drawing/2014/main" id="{5ECFFF64-9053-8CAF-B91A-A58860DE4B65}"/>
              </a:ext>
            </a:extLst>
          </p:cNvPr>
          <p:cNvSpPr>
            <a:spLocks noGrp="1"/>
          </p:cNvSpPr>
          <p:nvPr>
            <p:ph type="ftr" sz="quarter" idx="22"/>
          </p:nvPr>
        </p:nvSpPr>
        <p:spPr/>
        <p:txBody>
          <a:bodyPr/>
          <a:lstStyle/>
          <a:p>
            <a:endParaRPr lang="en-US" dirty="0"/>
          </a:p>
        </p:txBody>
      </p:sp>
      <p:sp>
        <p:nvSpPr>
          <p:cNvPr id="19" name="Slide Number Placeholder 18">
            <a:extLst>
              <a:ext uri="{FF2B5EF4-FFF2-40B4-BE49-F238E27FC236}">
                <a16:creationId xmlns:a16="http://schemas.microsoft.com/office/drawing/2014/main" id="{880FD83C-8535-12BF-91BB-1BEA6EE5AFDF}"/>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AF641EC9-568A-C3ED-22B2-34FE3A215053}"/>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4DC71462-AE8F-2A78-EE2E-9B7954AB7806}"/>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61AA0BC4-4755-1068-B70D-EFC35B72392B}"/>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13" name="Text Placeholder 2">
            <a:extLst>
              <a:ext uri="{FF2B5EF4-FFF2-40B4-BE49-F238E27FC236}">
                <a16:creationId xmlns:a16="http://schemas.microsoft.com/office/drawing/2014/main" id="{3435487D-09DB-FC17-5B16-37374D0EDF07}"/>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F4C8225A-31CF-1C00-D728-989A398AB890}"/>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39016365-5CB4-F7DB-E49C-618FD9E1FE81}"/>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2">
            <a:extLst>
              <a:ext uri="{FF2B5EF4-FFF2-40B4-BE49-F238E27FC236}">
                <a16:creationId xmlns:a16="http://schemas.microsoft.com/office/drawing/2014/main" id="{8DFCAB70-F4D3-E367-D96D-6DAA05629250}"/>
              </a:ext>
            </a:extLst>
          </p:cNvPr>
          <p:cNvSpPr>
            <a:spLocks noGrp="1"/>
          </p:cNvSpPr>
          <p:nvPr>
            <p:ph type="body" sz="quarter" idx="20"/>
          </p:nvPr>
        </p:nvSpPr>
        <p:spPr>
          <a:xfrm>
            <a:off x="4151313" y="3717032"/>
            <a:ext cx="3889375"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7590788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Highlight Products 3">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9" name="Picture Placeholder 8">
            <a:extLst>
              <a:ext uri="{FF2B5EF4-FFF2-40B4-BE49-F238E27FC236}">
                <a16:creationId xmlns:a16="http://schemas.microsoft.com/office/drawing/2014/main" id="{613B908F-1DDF-F0DD-37D0-77FEF89ECE40}"/>
              </a:ext>
            </a:extLst>
          </p:cNvPr>
          <p:cNvSpPr>
            <a:spLocks noGrp="1"/>
          </p:cNvSpPr>
          <p:nvPr>
            <p:ph type="pic" sz="quarter" idx="13"/>
          </p:nvPr>
        </p:nvSpPr>
        <p:spPr>
          <a:xfrm>
            <a:off x="0" y="3717033"/>
            <a:ext cx="4151313" cy="2304355"/>
          </a:xfrm>
          <a:solidFill>
            <a:schemeClr val="bg2"/>
          </a:solidFill>
        </p:spPr>
        <p:txBody>
          <a:bodyPr/>
          <a:lstStyle>
            <a:lvl1pPr>
              <a:defRPr sz="1000"/>
            </a:lvl1pPr>
          </a:lstStyle>
          <a:p>
            <a:r>
              <a:rPr lang="en-US"/>
              <a:t>Click icon to add picture</a:t>
            </a:r>
            <a:endParaRPr lang="en-GB"/>
          </a:p>
        </p:txBody>
      </p:sp>
      <p:sp>
        <p:nvSpPr>
          <p:cNvPr id="16" name="Picture Placeholder 8">
            <a:extLst>
              <a:ext uri="{FF2B5EF4-FFF2-40B4-BE49-F238E27FC236}">
                <a16:creationId xmlns:a16="http://schemas.microsoft.com/office/drawing/2014/main" id="{A50D2020-AD18-BC80-A346-B86B9969518D}"/>
              </a:ext>
            </a:extLst>
          </p:cNvPr>
          <p:cNvSpPr>
            <a:spLocks noGrp="1"/>
          </p:cNvSpPr>
          <p:nvPr>
            <p:ph type="pic" sz="quarter" idx="14"/>
          </p:nvPr>
        </p:nvSpPr>
        <p:spPr>
          <a:xfrm>
            <a:off x="4151313" y="3717033"/>
            <a:ext cx="3889375" cy="2304355"/>
          </a:xfrm>
          <a:solidFill>
            <a:schemeClr val="bg2"/>
          </a:solidFill>
        </p:spPr>
        <p:txBody>
          <a:bodyPr/>
          <a:lstStyle>
            <a:lvl1pPr>
              <a:defRPr sz="1000"/>
            </a:lvl1pPr>
          </a:lstStyle>
          <a:p>
            <a:r>
              <a:rPr lang="en-US"/>
              <a:t>Click icon to add picture</a:t>
            </a:r>
            <a:endParaRPr lang="en-GB"/>
          </a:p>
        </p:txBody>
      </p:sp>
      <p:sp>
        <p:nvSpPr>
          <p:cNvPr id="17" name="Date Placeholder 16">
            <a:extLst>
              <a:ext uri="{FF2B5EF4-FFF2-40B4-BE49-F238E27FC236}">
                <a16:creationId xmlns:a16="http://schemas.microsoft.com/office/drawing/2014/main" id="{D2F94CBA-C235-D825-991F-45AEA9EFC72E}"/>
              </a:ext>
            </a:extLst>
          </p:cNvPr>
          <p:cNvSpPr>
            <a:spLocks noGrp="1"/>
          </p:cNvSpPr>
          <p:nvPr>
            <p:ph type="dt" sz="half" idx="21"/>
          </p:nvPr>
        </p:nvSpPr>
        <p:spPr/>
        <p:txBody>
          <a:bodyPr/>
          <a:lstStyle/>
          <a:p>
            <a:fld id="{84EE040F-A63B-4B0E-991C-38B9BE5F62A2}" type="datetime3">
              <a:rPr lang="en-US" smtClean="0"/>
              <a:t>1 October 2026</a:t>
            </a:fld>
            <a:endParaRPr lang="en-US" dirty="0"/>
          </a:p>
        </p:txBody>
      </p:sp>
      <p:sp>
        <p:nvSpPr>
          <p:cNvPr id="18" name="Footer Placeholder 17">
            <a:extLst>
              <a:ext uri="{FF2B5EF4-FFF2-40B4-BE49-F238E27FC236}">
                <a16:creationId xmlns:a16="http://schemas.microsoft.com/office/drawing/2014/main" id="{04D3B586-DB38-4818-19BE-97449162CCF6}"/>
              </a:ext>
            </a:extLst>
          </p:cNvPr>
          <p:cNvSpPr>
            <a:spLocks noGrp="1"/>
          </p:cNvSpPr>
          <p:nvPr>
            <p:ph type="ftr" sz="quarter" idx="22"/>
          </p:nvPr>
        </p:nvSpPr>
        <p:spPr/>
        <p:txBody>
          <a:bodyPr/>
          <a:lstStyle/>
          <a:p>
            <a:endParaRPr lang="en-US" dirty="0"/>
          </a:p>
        </p:txBody>
      </p:sp>
      <p:sp>
        <p:nvSpPr>
          <p:cNvPr id="19" name="Slide Number Placeholder 18">
            <a:extLst>
              <a:ext uri="{FF2B5EF4-FFF2-40B4-BE49-F238E27FC236}">
                <a16:creationId xmlns:a16="http://schemas.microsoft.com/office/drawing/2014/main" id="{D3413A37-40BD-0523-4B42-385FF45DA098}"/>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D68911FD-CD79-8C48-FD1F-4C922DB7732B}"/>
              </a:ext>
            </a:extLst>
          </p:cNvPr>
          <p:cNvSpPr>
            <a:spLocks noGrp="1"/>
          </p:cNvSpPr>
          <p:nvPr>
            <p:ph type="body" sz="quarter" idx="16"/>
          </p:nvPr>
        </p:nvSpPr>
        <p:spPr>
          <a:xfrm>
            <a:off x="407988"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62B85062-EDAD-B73B-7B0A-8F5974B79CE9}"/>
              </a:ext>
            </a:extLst>
          </p:cNvPr>
          <p:cNvSpPr>
            <a:spLocks noGrp="1"/>
          </p:cNvSpPr>
          <p:nvPr>
            <p:ph type="body" sz="quarter" idx="17"/>
          </p:nvPr>
        </p:nvSpPr>
        <p:spPr>
          <a:xfrm>
            <a:off x="4295801" y="2420888"/>
            <a:ext cx="3600398" cy="1152128"/>
          </a:xfrm>
        </p:spPr>
        <p:txBody>
          <a:body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7D294A7C-D273-7C5B-A651-1644BE0BEBE7}"/>
              </a:ext>
            </a:extLst>
          </p:cNvPr>
          <p:cNvSpPr>
            <a:spLocks noGrp="1"/>
          </p:cNvSpPr>
          <p:nvPr>
            <p:ph type="body" sz="quarter" idx="18"/>
          </p:nvPr>
        </p:nvSpPr>
        <p:spPr>
          <a:xfrm>
            <a:off x="8183564" y="2420888"/>
            <a:ext cx="3600450" cy="1152128"/>
          </a:xfrm>
        </p:spPr>
        <p:txBody>
          <a:bodyPr/>
          <a:lstStyle/>
          <a:p>
            <a:pPr lvl="0"/>
            <a:r>
              <a:rPr lang="en-US"/>
              <a:t>Click to edit Master text styles</a:t>
            </a:r>
          </a:p>
          <a:p>
            <a:pPr lvl="1"/>
            <a:r>
              <a:rPr lang="en-US"/>
              <a:t>Second level</a:t>
            </a:r>
          </a:p>
          <a:p>
            <a:pPr lvl="2"/>
            <a:r>
              <a:rPr lang="en-US"/>
              <a:t>Third level</a:t>
            </a:r>
          </a:p>
        </p:txBody>
      </p:sp>
      <p:sp>
        <p:nvSpPr>
          <p:cNvPr id="13" name="Text Placeholder 2">
            <a:extLst>
              <a:ext uri="{FF2B5EF4-FFF2-40B4-BE49-F238E27FC236}">
                <a16:creationId xmlns:a16="http://schemas.microsoft.com/office/drawing/2014/main" id="{8E66B095-EC91-2239-78D8-80D89F75AF92}"/>
              </a:ext>
            </a:extLst>
          </p:cNvPr>
          <p:cNvSpPr>
            <a:spLocks noGrp="1"/>
          </p:cNvSpPr>
          <p:nvPr>
            <p:ph type="body" idx="1"/>
          </p:nvPr>
        </p:nvSpPr>
        <p:spPr>
          <a:xfrm>
            <a:off x="407976" y="1844675"/>
            <a:ext cx="3599792"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4">
            <a:extLst>
              <a:ext uri="{FF2B5EF4-FFF2-40B4-BE49-F238E27FC236}">
                <a16:creationId xmlns:a16="http://schemas.microsoft.com/office/drawing/2014/main" id="{3299F341-3B2B-8196-9440-46124FB7E694}"/>
              </a:ext>
            </a:extLst>
          </p:cNvPr>
          <p:cNvSpPr>
            <a:spLocks noGrp="1"/>
          </p:cNvSpPr>
          <p:nvPr>
            <p:ph type="body" sz="quarter" idx="3"/>
          </p:nvPr>
        </p:nvSpPr>
        <p:spPr>
          <a:xfrm>
            <a:off x="4295800" y="1844675"/>
            <a:ext cx="3600400"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a:extLst>
              <a:ext uri="{FF2B5EF4-FFF2-40B4-BE49-F238E27FC236}">
                <a16:creationId xmlns:a16="http://schemas.microsoft.com/office/drawing/2014/main" id="{115ECE21-176F-F115-65BA-E2ABBE4BF7EE}"/>
              </a:ext>
            </a:extLst>
          </p:cNvPr>
          <p:cNvSpPr>
            <a:spLocks noGrp="1"/>
          </p:cNvSpPr>
          <p:nvPr>
            <p:ph type="body" sz="quarter" idx="19"/>
          </p:nvPr>
        </p:nvSpPr>
        <p:spPr>
          <a:xfrm>
            <a:off x="8184232" y="1844675"/>
            <a:ext cx="3599794" cy="576213"/>
          </a:xfrm>
        </p:spPr>
        <p:txBody>
          <a:bodyPr anchor="t" anchorCtr="0"/>
          <a:lstStyle>
            <a:lvl1pPr marL="0" indent="0">
              <a:lnSpc>
                <a:spcPct val="100000"/>
              </a:lnSpc>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Text Placeholder 2">
            <a:extLst>
              <a:ext uri="{FF2B5EF4-FFF2-40B4-BE49-F238E27FC236}">
                <a16:creationId xmlns:a16="http://schemas.microsoft.com/office/drawing/2014/main" id="{09458398-2856-3067-5F28-8F764090A240}"/>
              </a:ext>
            </a:extLst>
          </p:cNvPr>
          <p:cNvSpPr>
            <a:spLocks noGrp="1"/>
          </p:cNvSpPr>
          <p:nvPr>
            <p:ph type="body" sz="quarter" idx="20"/>
          </p:nvPr>
        </p:nvSpPr>
        <p:spPr>
          <a:xfrm>
            <a:off x="8040688" y="3717032"/>
            <a:ext cx="4151312"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25548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Highlights">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E1EDE74A-AD64-43AB-880A-469989077659}"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C9A81D43-2A87-7D8B-3084-7FAC51173A12}"/>
              </a:ext>
            </a:extLst>
          </p:cNvPr>
          <p:cNvSpPr>
            <a:spLocks noGrp="1"/>
          </p:cNvSpPr>
          <p:nvPr>
            <p:ph type="body" sz="quarter" idx="24"/>
          </p:nvPr>
        </p:nvSpPr>
        <p:spPr>
          <a:xfrm>
            <a:off x="4151313" y="3717032"/>
            <a:ext cx="3889376" cy="2304356"/>
          </a:xfrm>
          <a:solidFill>
            <a:schemeClr val="accent4"/>
          </a:solidFill>
        </p:spPr>
        <p:txBody>
          <a:bodyPr lIns="432000" tIns="288000" rIns="432000" bIns="288000"/>
          <a:lstStyle>
            <a:lvl1pPr>
              <a:defRPr sz="1600" b="1">
                <a:solidFill>
                  <a:schemeClr val="accent2"/>
                </a:solidFill>
              </a:defRPr>
            </a:lvl1pPr>
            <a:lvl2pPr>
              <a:defRPr sz="1600">
                <a:solidFill>
                  <a:schemeClr val="accent2"/>
                </a:solidFill>
              </a:defRPr>
            </a:lvl2pPr>
            <a:lvl3pPr>
              <a:defRPr>
                <a:solidFill>
                  <a:schemeClr val="accent2"/>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9" name="Text Placeholder 8">
            <a:extLst>
              <a:ext uri="{FF2B5EF4-FFF2-40B4-BE49-F238E27FC236}">
                <a16:creationId xmlns:a16="http://schemas.microsoft.com/office/drawing/2014/main" id="{F1E9A983-C184-292C-FCB8-B134DA776E2A}"/>
              </a:ext>
            </a:extLst>
          </p:cNvPr>
          <p:cNvSpPr>
            <a:spLocks noGrp="1"/>
          </p:cNvSpPr>
          <p:nvPr>
            <p:ph type="body" sz="quarter" idx="26"/>
          </p:nvPr>
        </p:nvSpPr>
        <p:spPr>
          <a:xfrm>
            <a:off x="407988" y="1844675"/>
            <a:ext cx="11376025" cy="1584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ext Placeholder 2">
            <a:extLst>
              <a:ext uri="{FF2B5EF4-FFF2-40B4-BE49-F238E27FC236}">
                <a16:creationId xmlns:a16="http://schemas.microsoft.com/office/drawing/2014/main" id="{17FC383E-DDB5-9BEB-7303-367FE2E3A177}"/>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3" name="Text Placeholder 2">
            <a:extLst>
              <a:ext uri="{FF2B5EF4-FFF2-40B4-BE49-F238E27FC236}">
                <a16:creationId xmlns:a16="http://schemas.microsoft.com/office/drawing/2014/main" id="{AEAD5233-7D78-5DD0-DE62-AB65FAFA59F7}"/>
              </a:ext>
            </a:extLst>
          </p:cNvPr>
          <p:cNvSpPr>
            <a:spLocks noGrp="1"/>
          </p:cNvSpPr>
          <p:nvPr>
            <p:ph type="body" sz="quarter" idx="27"/>
          </p:nvPr>
        </p:nvSpPr>
        <p:spPr>
          <a:xfrm>
            <a:off x="8040688" y="3717032"/>
            <a:ext cx="4151312" cy="2304356"/>
          </a:xfrm>
          <a:solidFill>
            <a:srgbClr val="115EFA"/>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782193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Highlights 2">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16" name="Date Placeholder 15">
            <a:extLst>
              <a:ext uri="{FF2B5EF4-FFF2-40B4-BE49-F238E27FC236}">
                <a16:creationId xmlns:a16="http://schemas.microsoft.com/office/drawing/2014/main" id="{E25F17CB-93EE-1A67-C5EF-0688CADF210A}"/>
              </a:ext>
            </a:extLst>
          </p:cNvPr>
          <p:cNvSpPr>
            <a:spLocks noGrp="1"/>
          </p:cNvSpPr>
          <p:nvPr>
            <p:ph type="dt" sz="half" idx="21"/>
          </p:nvPr>
        </p:nvSpPr>
        <p:spPr/>
        <p:txBody>
          <a:bodyPr/>
          <a:lstStyle/>
          <a:p>
            <a:fld id="{4F5CC819-B43B-41E5-A010-0A27490D97B1}" type="datetime3">
              <a:rPr lang="en-US" smtClean="0"/>
              <a:t>1 October 2026</a:t>
            </a:fld>
            <a:endParaRPr lang="en-US" dirty="0"/>
          </a:p>
        </p:txBody>
      </p:sp>
      <p:sp>
        <p:nvSpPr>
          <p:cNvPr id="17" name="Footer Placeholder 16">
            <a:extLst>
              <a:ext uri="{FF2B5EF4-FFF2-40B4-BE49-F238E27FC236}">
                <a16:creationId xmlns:a16="http://schemas.microsoft.com/office/drawing/2014/main" id="{2E6BFB01-721D-2F28-910C-0362B8187347}"/>
              </a:ext>
            </a:extLst>
          </p:cNvPr>
          <p:cNvSpPr>
            <a:spLocks noGrp="1"/>
          </p:cNvSpPr>
          <p:nvPr>
            <p:ph type="ftr" sz="quarter" idx="22"/>
          </p:nvPr>
        </p:nvSpPr>
        <p:spPr/>
        <p:txBody>
          <a:bodyPr/>
          <a:lstStyle/>
          <a:p>
            <a:endParaRPr lang="en-US" dirty="0"/>
          </a:p>
        </p:txBody>
      </p:sp>
      <p:sp>
        <p:nvSpPr>
          <p:cNvPr id="18" name="Slide Number Placeholder 17">
            <a:extLst>
              <a:ext uri="{FF2B5EF4-FFF2-40B4-BE49-F238E27FC236}">
                <a16:creationId xmlns:a16="http://schemas.microsoft.com/office/drawing/2014/main" id="{E95A88BF-5656-09FB-9C37-347222FE5BD0}"/>
              </a:ext>
            </a:extLst>
          </p:cNvPr>
          <p:cNvSpPr>
            <a:spLocks noGrp="1"/>
          </p:cNvSpPr>
          <p:nvPr>
            <p:ph type="sldNum" sz="quarter" idx="23"/>
          </p:nvPr>
        </p:nvSpPr>
        <p:spPr/>
        <p:txBody>
          <a:bodyPr/>
          <a:lstStyle/>
          <a:p>
            <a:fld id="{5B16D1FE-3A35-41BA-8EBE-413702045235}" type="slidenum">
              <a:rPr lang="en-US" smtClean="0"/>
              <a:pPr/>
              <a:t>‹#›</a:t>
            </a:fld>
            <a:endParaRPr lang="en-US" dirty="0"/>
          </a:p>
        </p:txBody>
      </p:sp>
      <p:sp>
        <p:nvSpPr>
          <p:cNvPr id="2" name="Text Placeholder 8">
            <a:extLst>
              <a:ext uri="{FF2B5EF4-FFF2-40B4-BE49-F238E27FC236}">
                <a16:creationId xmlns:a16="http://schemas.microsoft.com/office/drawing/2014/main" id="{415694B7-E753-7533-97B2-CE82DA66B371}"/>
              </a:ext>
            </a:extLst>
          </p:cNvPr>
          <p:cNvSpPr>
            <a:spLocks noGrp="1"/>
          </p:cNvSpPr>
          <p:nvPr>
            <p:ph type="body" sz="quarter" idx="26"/>
          </p:nvPr>
        </p:nvSpPr>
        <p:spPr>
          <a:xfrm>
            <a:off x="407988" y="1844675"/>
            <a:ext cx="11376025" cy="1584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Picture Placeholder 8">
            <a:extLst>
              <a:ext uri="{FF2B5EF4-FFF2-40B4-BE49-F238E27FC236}">
                <a16:creationId xmlns:a16="http://schemas.microsoft.com/office/drawing/2014/main" id="{F6C549E9-7222-5C4C-2FD1-B2A978BC03AB}"/>
              </a:ext>
            </a:extLst>
          </p:cNvPr>
          <p:cNvSpPr>
            <a:spLocks noGrp="1"/>
          </p:cNvSpPr>
          <p:nvPr>
            <p:ph type="pic" sz="quarter" idx="15"/>
          </p:nvPr>
        </p:nvSpPr>
        <p:spPr>
          <a:xfrm>
            <a:off x="8040688" y="3717033"/>
            <a:ext cx="4151311" cy="2304355"/>
          </a:xfrm>
          <a:solidFill>
            <a:schemeClr val="bg2"/>
          </a:solidFill>
        </p:spPr>
        <p:txBody>
          <a:bodyPr/>
          <a:lstStyle>
            <a:lvl1pPr>
              <a:defRPr sz="1000"/>
            </a:lvl1pPr>
          </a:lstStyle>
          <a:p>
            <a:r>
              <a:rPr lang="en-US"/>
              <a:t>Click icon to add picture</a:t>
            </a:r>
            <a:endParaRPr lang="en-GB"/>
          </a:p>
        </p:txBody>
      </p:sp>
      <p:sp>
        <p:nvSpPr>
          <p:cNvPr id="4" name="Text Placeholder 2">
            <a:extLst>
              <a:ext uri="{FF2B5EF4-FFF2-40B4-BE49-F238E27FC236}">
                <a16:creationId xmlns:a16="http://schemas.microsoft.com/office/drawing/2014/main" id="{5CB240BB-DFBB-B457-BCE9-B77029C6B204}"/>
              </a:ext>
            </a:extLst>
          </p:cNvPr>
          <p:cNvSpPr>
            <a:spLocks noGrp="1"/>
          </p:cNvSpPr>
          <p:nvPr>
            <p:ph type="body" sz="quarter" idx="24"/>
          </p:nvPr>
        </p:nvSpPr>
        <p:spPr>
          <a:xfrm>
            <a:off x="4151313" y="3717032"/>
            <a:ext cx="3889376" cy="2304356"/>
          </a:xfrm>
          <a:solidFill>
            <a:schemeClr val="accent4"/>
          </a:solidFill>
        </p:spPr>
        <p:txBody>
          <a:bodyPr lIns="432000" tIns="288000" rIns="432000" bIns="288000"/>
          <a:lstStyle>
            <a:lvl1pPr>
              <a:defRPr sz="1600" b="1">
                <a:solidFill>
                  <a:schemeClr val="accent2"/>
                </a:solidFill>
              </a:defRPr>
            </a:lvl1pPr>
            <a:lvl2pPr>
              <a:defRPr sz="1600">
                <a:solidFill>
                  <a:schemeClr val="accent2"/>
                </a:solidFill>
              </a:defRPr>
            </a:lvl2pPr>
            <a:lvl3pPr>
              <a:defRPr>
                <a:solidFill>
                  <a:schemeClr val="accent2"/>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CECAE5DB-B563-0FA0-58DA-78BFCC985920}"/>
              </a:ext>
            </a:extLst>
          </p:cNvPr>
          <p:cNvSpPr>
            <a:spLocks noGrp="1"/>
          </p:cNvSpPr>
          <p:nvPr>
            <p:ph type="body" sz="quarter" idx="20"/>
          </p:nvPr>
        </p:nvSpPr>
        <p:spPr>
          <a:xfrm>
            <a:off x="-15205" y="3717032"/>
            <a:ext cx="4166518" cy="2304356"/>
          </a:xfrm>
          <a:solidFill>
            <a:schemeClr val="accent2"/>
          </a:solidFill>
        </p:spPr>
        <p:txBody>
          <a:bodyPr lIns="432000" tIns="288000" rIns="432000" bIns="288000"/>
          <a:lstStyle>
            <a:lvl1pPr>
              <a:defRPr sz="1600" b="1">
                <a:solidFill>
                  <a:schemeClr val="bg1"/>
                </a:solidFill>
              </a:defRPr>
            </a:lvl1pPr>
            <a:lvl2pPr>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marL="1885950" indent="0">
              <a:buNone/>
              <a:defRPr>
                <a:solidFill>
                  <a:schemeClr val="bg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8383891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ntent Picture Background">
    <p:bg>
      <p:bgPr>
        <a:solidFill>
          <a:schemeClr val="bg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7E58B3B-4D6E-375D-E8F7-083ED84956BB}"/>
              </a:ext>
            </a:extLst>
          </p:cNvPr>
          <p:cNvSpPr>
            <a:spLocks noGrp="1"/>
          </p:cNvSpPr>
          <p:nvPr>
            <p:ph type="pic" sz="quarter" idx="14"/>
          </p:nvPr>
        </p:nvSpPr>
        <p:spPr>
          <a:xfrm>
            <a:off x="0" y="1"/>
            <a:ext cx="12192000" cy="6858000"/>
          </a:xfrm>
          <a:solidFill>
            <a:schemeClr val="bg2">
              <a:lumMod val="90000"/>
            </a:schemeClr>
          </a:solidFill>
        </p:spPr>
        <p:txBody>
          <a:bodyPr/>
          <a:lstStyle>
            <a:lvl1pPr>
              <a:defRPr sz="1000"/>
            </a:lvl1pPr>
          </a:lstStyle>
          <a:p>
            <a:r>
              <a:rPr lang="en-US"/>
              <a:t>Click icon to add picture</a:t>
            </a:r>
            <a:endParaRPr lang="en-GB"/>
          </a:p>
        </p:txBody>
      </p:sp>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Date Placeholder 6"/>
          <p:cNvSpPr>
            <a:spLocks noGrp="1"/>
          </p:cNvSpPr>
          <p:nvPr>
            <p:ph type="dt" sz="half" idx="10"/>
          </p:nvPr>
        </p:nvSpPr>
        <p:spPr/>
        <p:txBody>
          <a:bodyPr/>
          <a:lstStyle>
            <a:lvl1pPr>
              <a:defRPr>
                <a:solidFill>
                  <a:schemeClr val="bg1"/>
                </a:solidFill>
              </a:defRPr>
            </a:lvl1pPr>
          </a:lstStyle>
          <a:p>
            <a:fld id="{8C9DF63D-ED94-46E4-B158-9F8CBCEFFBAF}" type="datetime3">
              <a:rPr lang="en-US" smtClean="0"/>
              <a:pPr/>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5" name="Content Placeholder 4">
            <a:extLst>
              <a:ext uri="{FF2B5EF4-FFF2-40B4-BE49-F238E27FC236}">
                <a16:creationId xmlns:a16="http://schemas.microsoft.com/office/drawing/2014/main" id="{33E42DB2-359E-9A4B-BB65-F1D1F836066F}"/>
              </a:ext>
            </a:extLst>
          </p:cNvPr>
          <p:cNvSpPr>
            <a:spLocks noGrp="1"/>
          </p:cNvSpPr>
          <p:nvPr>
            <p:ph sz="quarter" idx="13"/>
          </p:nvPr>
        </p:nvSpPr>
        <p:spPr>
          <a:xfrm>
            <a:off x="407988" y="1844675"/>
            <a:ext cx="11376025" cy="41767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2">
            <a:extLst>
              <a:ext uri="{FF2B5EF4-FFF2-40B4-BE49-F238E27FC236}">
                <a16:creationId xmlns:a16="http://schemas.microsoft.com/office/drawing/2014/main" id="{FC04CCAA-3C3C-6391-BC98-7CBE819B797F}"/>
              </a:ext>
            </a:extLst>
          </p:cNvPr>
          <p:cNvSpPr>
            <a:spLocks noGrp="1"/>
          </p:cNvSpPr>
          <p:nvPr>
            <p:ph type="body" sz="quarter" idx="19"/>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429411542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F4909C0-CB7F-4820-564D-70F4F52CDD98}"/>
              </a:ext>
            </a:extLst>
          </p:cNvPr>
          <p:cNvSpPr>
            <a:spLocks noGrp="1" noChangeAspect="1"/>
          </p:cNvSpPr>
          <p:nvPr>
            <p:ph type="pic" sz="quarter" idx="13"/>
          </p:nvPr>
        </p:nvSpPr>
        <p:spPr>
          <a:xfrm>
            <a:off x="767919" y="1844675"/>
            <a:ext cx="2879821" cy="2880000"/>
          </a:xfrm>
          <a:prstGeom prst="ellipse">
            <a:avLst/>
          </a:prstGeom>
          <a:solidFill>
            <a:schemeClr val="bg2"/>
          </a:solidFill>
        </p:spPr>
        <p:txBody>
          <a:bodyPr/>
          <a:lstStyle>
            <a:lvl1pPr algn="ctr">
              <a:defRPr sz="1000"/>
            </a:lvl1pPr>
          </a:lstStyle>
          <a:p>
            <a:r>
              <a:rPr lang="en-US"/>
              <a:t>Click icon to add picture</a:t>
            </a:r>
            <a:endParaRPr lang="en-GB" dirty="0"/>
          </a:p>
        </p:txBody>
      </p:sp>
      <p:sp>
        <p:nvSpPr>
          <p:cNvPr id="13" name="Picture Placeholder 8">
            <a:extLst>
              <a:ext uri="{FF2B5EF4-FFF2-40B4-BE49-F238E27FC236}">
                <a16:creationId xmlns:a16="http://schemas.microsoft.com/office/drawing/2014/main" id="{77D5736D-2F13-0DB0-3DBC-A4313B7EFC19}"/>
              </a:ext>
            </a:extLst>
          </p:cNvPr>
          <p:cNvSpPr>
            <a:spLocks noGrp="1" noChangeAspect="1"/>
          </p:cNvSpPr>
          <p:nvPr>
            <p:ph type="pic" sz="quarter" idx="14"/>
          </p:nvPr>
        </p:nvSpPr>
        <p:spPr>
          <a:xfrm>
            <a:off x="4656000" y="1844674"/>
            <a:ext cx="2880000" cy="2880000"/>
          </a:xfrm>
          <a:prstGeom prst="ellipse">
            <a:avLst/>
          </a:prstGeom>
          <a:solidFill>
            <a:schemeClr val="bg2"/>
          </a:solidFill>
        </p:spPr>
        <p:txBody>
          <a:bodyPr/>
          <a:lstStyle>
            <a:lvl1pPr algn="ctr">
              <a:defRPr sz="1000"/>
            </a:lvl1pPr>
          </a:lstStyle>
          <a:p>
            <a:r>
              <a:rPr lang="en-US"/>
              <a:t>Click icon to add picture</a:t>
            </a:r>
            <a:endParaRPr lang="en-GB"/>
          </a:p>
        </p:txBody>
      </p:sp>
      <p:sp>
        <p:nvSpPr>
          <p:cNvPr id="14" name="Picture Placeholder 8">
            <a:extLst>
              <a:ext uri="{FF2B5EF4-FFF2-40B4-BE49-F238E27FC236}">
                <a16:creationId xmlns:a16="http://schemas.microsoft.com/office/drawing/2014/main" id="{E6E0F798-4B85-2B68-5278-91C94AD246FA}"/>
              </a:ext>
            </a:extLst>
          </p:cNvPr>
          <p:cNvSpPr>
            <a:spLocks noGrp="1" noChangeAspect="1"/>
          </p:cNvSpPr>
          <p:nvPr>
            <p:ph type="pic" sz="quarter" idx="15"/>
          </p:nvPr>
        </p:nvSpPr>
        <p:spPr>
          <a:xfrm>
            <a:off x="8544592" y="1844674"/>
            <a:ext cx="2880000" cy="2880000"/>
          </a:xfrm>
          <a:prstGeom prst="ellipse">
            <a:avLst/>
          </a:prstGeom>
          <a:solidFill>
            <a:schemeClr val="bg2"/>
          </a:solidFill>
        </p:spPr>
        <p:txBody>
          <a:bodyPr/>
          <a:lstStyle>
            <a:lvl1pPr algn="ctr">
              <a:defRPr sz="1000"/>
            </a:lvl1pPr>
          </a:lstStyle>
          <a:p>
            <a:r>
              <a:rPr lang="en-US"/>
              <a:t>Click icon to add picture</a:t>
            </a:r>
            <a:endParaRPr lang="en-GB"/>
          </a:p>
        </p:txBody>
      </p:sp>
      <p:sp>
        <p:nvSpPr>
          <p:cNvPr id="15" name="Title 14">
            <a:extLst>
              <a:ext uri="{FF2B5EF4-FFF2-40B4-BE49-F238E27FC236}">
                <a16:creationId xmlns:a16="http://schemas.microsoft.com/office/drawing/2014/main" id="{5D07E5D9-645F-CC2E-67AB-1286220222E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AB9E4B-FEA6-18A8-0FDA-CE7F8E78D2F3}"/>
              </a:ext>
            </a:extLst>
          </p:cNvPr>
          <p:cNvSpPr>
            <a:spLocks noGrp="1"/>
          </p:cNvSpPr>
          <p:nvPr>
            <p:ph type="body" sz="quarter" idx="16"/>
          </p:nvPr>
        </p:nvSpPr>
        <p:spPr>
          <a:xfrm>
            <a:off x="407988"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CC494563-DA14-CC81-C1A3-CF27EDFCFE51}"/>
              </a:ext>
            </a:extLst>
          </p:cNvPr>
          <p:cNvSpPr>
            <a:spLocks noGrp="1"/>
          </p:cNvSpPr>
          <p:nvPr>
            <p:ph type="dt" sz="half" idx="19"/>
          </p:nvPr>
        </p:nvSpPr>
        <p:spPr/>
        <p:txBody>
          <a:bodyPr/>
          <a:lstStyle/>
          <a:p>
            <a:fld id="{861BF0BE-E928-40B5-9A55-53B282F52AC8}" type="datetime3">
              <a:rPr lang="en-US" smtClean="0"/>
              <a:t>1 October 2026</a:t>
            </a:fld>
            <a:endParaRPr lang="en-US" dirty="0"/>
          </a:p>
        </p:txBody>
      </p:sp>
      <p:sp>
        <p:nvSpPr>
          <p:cNvPr id="10" name="Footer Placeholder 9">
            <a:extLst>
              <a:ext uri="{FF2B5EF4-FFF2-40B4-BE49-F238E27FC236}">
                <a16:creationId xmlns:a16="http://schemas.microsoft.com/office/drawing/2014/main" id="{39B411D4-47EB-1C79-3087-9D34CBED83B8}"/>
              </a:ext>
            </a:extLst>
          </p:cNvPr>
          <p:cNvSpPr>
            <a:spLocks noGrp="1"/>
          </p:cNvSpPr>
          <p:nvPr>
            <p:ph type="ftr" sz="quarter" idx="20"/>
          </p:nvPr>
        </p:nvSpPr>
        <p:spPr/>
        <p:txBody>
          <a:bodyPr/>
          <a:lstStyle/>
          <a:p>
            <a:endParaRPr lang="en-US" dirty="0"/>
          </a:p>
        </p:txBody>
      </p:sp>
      <p:sp>
        <p:nvSpPr>
          <p:cNvPr id="11" name="Slide Number Placeholder 10">
            <a:extLst>
              <a:ext uri="{FF2B5EF4-FFF2-40B4-BE49-F238E27FC236}">
                <a16:creationId xmlns:a16="http://schemas.microsoft.com/office/drawing/2014/main" id="{D01E4C71-D7DC-06FF-1A4E-0C2347727BD9}"/>
              </a:ext>
            </a:extLst>
          </p:cNvPr>
          <p:cNvSpPr>
            <a:spLocks noGrp="1"/>
          </p:cNvSpPr>
          <p:nvPr>
            <p:ph type="sldNum" sz="quarter" idx="21"/>
          </p:nvPr>
        </p:nvSpPr>
        <p:spPr/>
        <p:txBody>
          <a:bodyPr/>
          <a:lstStyle/>
          <a:p>
            <a:fld id="{5B16D1FE-3A35-41BA-8EBE-413702045235}" type="slidenum">
              <a:rPr lang="en-US" smtClean="0"/>
              <a:pPr/>
              <a:t>‹#›</a:t>
            </a:fld>
            <a:endParaRPr lang="en-US" dirty="0"/>
          </a:p>
        </p:txBody>
      </p:sp>
      <p:sp>
        <p:nvSpPr>
          <p:cNvPr id="5" name="Text Placeholder 2">
            <a:extLst>
              <a:ext uri="{FF2B5EF4-FFF2-40B4-BE49-F238E27FC236}">
                <a16:creationId xmlns:a16="http://schemas.microsoft.com/office/drawing/2014/main" id="{BD0121CD-9C45-66A8-CB74-5C6A1A188F92}"/>
              </a:ext>
            </a:extLst>
          </p:cNvPr>
          <p:cNvSpPr>
            <a:spLocks noGrp="1"/>
          </p:cNvSpPr>
          <p:nvPr>
            <p:ph type="body" sz="quarter" idx="22"/>
          </p:nvPr>
        </p:nvSpPr>
        <p:spPr>
          <a:xfrm>
            <a:off x="4295775"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
        <p:nvSpPr>
          <p:cNvPr id="6" name="Text Placeholder 2">
            <a:extLst>
              <a:ext uri="{FF2B5EF4-FFF2-40B4-BE49-F238E27FC236}">
                <a16:creationId xmlns:a16="http://schemas.microsoft.com/office/drawing/2014/main" id="{9F784041-EB67-20AA-7E7F-F57ED6BC8352}"/>
              </a:ext>
            </a:extLst>
          </p:cNvPr>
          <p:cNvSpPr>
            <a:spLocks noGrp="1"/>
          </p:cNvSpPr>
          <p:nvPr>
            <p:ph type="body" sz="quarter" idx="23"/>
          </p:nvPr>
        </p:nvSpPr>
        <p:spPr>
          <a:xfrm>
            <a:off x="8183563" y="4941168"/>
            <a:ext cx="3600450" cy="1080220"/>
          </a:xfrm>
        </p:spPr>
        <p:txBody>
          <a:bodyPr/>
          <a:lstStyle>
            <a:lvl1pPr marL="0" indent="0" algn="ctr">
              <a:spcBef>
                <a:spcPts val="200"/>
              </a:spcBef>
              <a:defRPr sz="1600" b="1"/>
            </a:lvl1pPr>
            <a:lvl2pPr marL="0" indent="0" algn="ctr">
              <a:spcBef>
                <a:spcPts val="200"/>
              </a:spcBef>
              <a:buFontTx/>
              <a:buNone/>
              <a:defRPr sz="1600"/>
            </a:lvl2pPr>
            <a:lvl3pPr marL="0" indent="0" algn="ctr">
              <a:spcBef>
                <a:spcPts val="200"/>
              </a:spcBef>
              <a:buFontTx/>
              <a:buNone/>
              <a:defRPr/>
            </a:lvl3pPr>
            <a:lvl4pPr marL="0" indent="0" algn="ctr">
              <a:spcBef>
                <a:spcPts val="200"/>
              </a:spcBef>
              <a:buFontTx/>
              <a:buNone/>
              <a:defRPr/>
            </a:lvl4pPr>
            <a:lvl5pPr marL="0" indent="0" algn="ctr">
              <a:spcBef>
                <a:spcPts val="200"/>
              </a:spcBef>
              <a:buFontTx/>
              <a:buNone/>
              <a:defRPr/>
            </a:lvl5pPr>
            <a:lvl6pPr marL="0" indent="0" algn="ctr">
              <a:spcBef>
                <a:spcPts val="200"/>
              </a:spcBef>
              <a:buFontTx/>
              <a:buNone/>
              <a:defRPr/>
            </a:lvl6pPr>
            <a:lvl7pPr marL="0" indent="0" algn="ctr">
              <a:spcBef>
                <a:spcPts val="200"/>
              </a:spcBef>
              <a:buFontTx/>
              <a:buNone/>
              <a:defRPr/>
            </a:lvl7pPr>
            <a:lvl8pPr marL="0" indent="0" algn="ctr">
              <a:spcBef>
                <a:spcPts val="200"/>
              </a:spcBef>
              <a:buFontTx/>
              <a:buNone/>
              <a:defRPr/>
            </a:lvl8pPr>
            <a:lvl9pPr marL="0" indent="0" algn="ctr">
              <a:spcBef>
                <a:spcPts val="200"/>
              </a:spcBef>
              <a:buFontTx/>
              <a:buNone/>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8177457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2615">
          <p15:clr>
            <a:srgbClr val="FBAE40"/>
          </p15:clr>
        </p15:guide>
        <p15:guide id="3" pos="506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Just Titl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DEBD7-2361-B0FF-D550-3B9C61A4332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35592731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o ">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D993E4D4-F507-4C81-A003-C45002AC76A0}"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9675615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Thank You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accent2"/>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7" name="Group 6">
            <a:extLst>
              <a:ext uri="{FF2B5EF4-FFF2-40B4-BE49-F238E27FC236}">
                <a16:creationId xmlns:a16="http://schemas.microsoft.com/office/drawing/2014/main" id="{88111A34-160B-5E4A-BBB9-B527517B02E0}"/>
              </a:ext>
            </a:extLst>
          </p:cNvPr>
          <p:cNvGrpSpPr>
            <a:grpSpLocks noChangeAspect="1"/>
          </p:cNvGrpSpPr>
          <p:nvPr/>
        </p:nvGrpSpPr>
        <p:grpSpPr>
          <a:xfrm>
            <a:off x="407988" y="576000"/>
            <a:ext cx="1130400" cy="437949"/>
            <a:chOff x="2389188" y="1992313"/>
            <a:chExt cx="7424738" cy="2876551"/>
          </a:xfrm>
          <a:solidFill>
            <a:schemeClr val="accent2"/>
          </a:solidFill>
        </p:grpSpPr>
        <p:sp>
          <p:nvSpPr>
            <p:cNvPr id="8" name="Freeform 5">
              <a:extLst>
                <a:ext uri="{FF2B5EF4-FFF2-40B4-BE49-F238E27FC236}">
                  <a16:creationId xmlns:a16="http://schemas.microsoft.com/office/drawing/2014/main" id="{B9F0DAF2-A9D6-63CF-6EEE-6FCFBB3CED83}"/>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E42D6B06-3804-BC09-9BA8-381F8D5A25C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0" name="Date Placeholder 9">
            <a:extLst>
              <a:ext uri="{FF2B5EF4-FFF2-40B4-BE49-F238E27FC236}">
                <a16:creationId xmlns:a16="http://schemas.microsoft.com/office/drawing/2014/main" id="{4B7E675F-CD0B-B380-9D74-9F6A984A5CBE}"/>
              </a:ext>
            </a:extLst>
          </p:cNvPr>
          <p:cNvSpPr>
            <a:spLocks noGrp="1"/>
          </p:cNvSpPr>
          <p:nvPr>
            <p:ph type="dt" sz="half" idx="10"/>
          </p:nvPr>
        </p:nvSpPr>
        <p:spPr/>
        <p:txBody>
          <a:bodyPr/>
          <a:lstStyle>
            <a:lvl1pPr>
              <a:defRPr>
                <a:noFill/>
              </a:defRPr>
            </a:lvl1pPr>
          </a:lstStyle>
          <a:p>
            <a:fld id="{B0B0DD62-209E-425B-80D6-8D5BC6328449}" type="datetime3">
              <a:rPr lang="en-US" smtClean="0"/>
              <a:t>1 October 2026</a:t>
            </a:fld>
            <a:endParaRPr lang="en-US" dirty="0"/>
          </a:p>
        </p:txBody>
      </p:sp>
      <p:sp>
        <p:nvSpPr>
          <p:cNvPr id="11" name="Footer Placeholder 10">
            <a:extLst>
              <a:ext uri="{FF2B5EF4-FFF2-40B4-BE49-F238E27FC236}">
                <a16:creationId xmlns:a16="http://schemas.microsoft.com/office/drawing/2014/main" id="{6E7AE93F-C253-84DC-4405-57A3849C30EB}"/>
              </a:ext>
            </a:extLst>
          </p:cNvPr>
          <p:cNvSpPr>
            <a:spLocks noGrp="1"/>
          </p:cNvSpPr>
          <p:nvPr>
            <p:ph type="ftr" sz="quarter" idx="11"/>
          </p:nvPr>
        </p:nvSpPr>
        <p:spPr/>
        <p:txBody>
          <a:bodyPr/>
          <a:lstStyle>
            <a:lvl1pPr>
              <a:defRPr>
                <a:noFill/>
              </a:defRPr>
            </a:lvl1pPr>
          </a:lstStyle>
          <a:p>
            <a:endParaRPr lang="en-US" dirty="0"/>
          </a:p>
        </p:txBody>
      </p:sp>
      <p:sp>
        <p:nvSpPr>
          <p:cNvPr id="18" name="Slide Number Placeholder 17">
            <a:extLst>
              <a:ext uri="{FF2B5EF4-FFF2-40B4-BE49-F238E27FC236}">
                <a16:creationId xmlns:a16="http://schemas.microsoft.com/office/drawing/2014/main" id="{54AE54CC-4485-00F8-6865-9D4B1BB595A5}"/>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60119524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hank You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119191453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Thank You Light Blue">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354997730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Picture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accent2"/>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7" name="Group 6">
            <a:extLst>
              <a:ext uri="{FF2B5EF4-FFF2-40B4-BE49-F238E27FC236}">
                <a16:creationId xmlns:a16="http://schemas.microsoft.com/office/drawing/2014/main" id="{88111A34-160B-5E4A-BBB9-B527517B02E0}"/>
              </a:ext>
            </a:extLst>
          </p:cNvPr>
          <p:cNvGrpSpPr>
            <a:grpSpLocks noChangeAspect="1"/>
          </p:cNvGrpSpPr>
          <p:nvPr/>
        </p:nvGrpSpPr>
        <p:grpSpPr>
          <a:xfrm>
            <a:off x="407988" y="576000"/>
            <a:ext cx="1130400" cy="437949"/>
            <a:chOff x="2389188" y="1992313"/>
            <a:chExt cx="7424738" cy="2876551"/>
          </a:xfrm>
          <a:solidFill>
            <a:schemeClr val="accent2"/>
          </a:solidFill>
        </p:grpSpPr>
        <p:sp>
          <p:nvSpPr>
            <p:cNvPr id="8" name="Freeform 5">
              <a:extLst>
                <a:ext uri="{FF2B5EF4-FFF2-40B4-BE49-F238E27FC236}">
                  <a16:creationId xmlns:a16="http://schemas.microsoft.com/office/drawing/2014/main" id="{B9F0DAF2-A9D6-63CF-6EEE-6FCFBB3CED83}"/>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E42D6B06-3804-BC09-9BA8-381F8D5A25C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0" name="Date Placeholder 9">
            <a:extLst>
              <a:ext uri="{FF2B5EF4-FFF2-40B4-BE49-F238E27FC236}">
                <a16:creationId xmlns:a16="http://schemas.microsoft.com/office/drawing/2014/main" id="{4B7E675F-CD0B-B380-9D74-9F6A984A5CBE}"/>
              </a:ext>
            </a:extLst>
          </p:cNvPr>
          <p:cNvSpPr>
            <a:spLocks noGrp="1"/>
          </p:cNvSpPr>
          <p:nvPr>
            <p:ph type="dt" sz="half" idx="10"/>
          </p:nvPr>
        </p:nvSpPr>
        <p:spPr/>
        <p:txBody>
          <a:bodyPr/>
          <a:lstStyle>
            <a:lvl1pPr>
              <a:defRPr>
                <a:noFill/>
              </a:defRPr>
            </a:lvl1pPr>
          </a:lstStyle>
          <a:p>
            <a:fld id="{B0B0DD62-209E-425B-80D6-8D5BC6328449}" type="datetime3">
              <a:rPr lang="en-US" smtClean="0"/>
              <a:t>1 October 2026</a:t>
            </a:fld>
            <a:endParaRPr lang="en-US" dirty="0"/>
          </a:p>
        </p:txBody>
      </p:sp>
      <p:sp>
        <p:nvSpPr>
          <p:cNvPr id="11" name="Footer Placeholder 10">
            <a:extLst>
              <a:ext uri="{FF2B5EF4-FFF2-40B4-BE49-F238E27FC236}">
                <a16:creationId xmlns:a16="http://schemas.microsoft.com/office/drawing/2014/main" id="{6E7AE93F-C253-84DC-4405-57A3849C30EB}"/>
              </a:ext>
            </a:extLst>
          </p:cNvPr>
          <p:cNvSpPr>
            <a:spLocks noGrp="1"/>
          </p:cNvSpPr>
          <p:nvPr>
            <p:ph type="ftr" sz="quarter" idx="11"/>
          </p:nvPr>
        </p:nvSpPr>
        <p:spPr/>
        <p:txBody>
          <a:bodyPr/>
          <a:lstStyle>
            <a:lvl1pPr>
              <a:defRPr>
                <a:noFill/>
              </a:defRPr>
            </a:lvl1pPr>
          </a:lstStyle>
          <a:p>
            <a:endParaRPr lang="en-US" dirty="0"/>
          </a:p>
        </p:txBody>
      </p:sp>
      <p:sp>
        <p:nvSpPr>
          <p:cNvPr id="18" name="Slide Number Placeholder 17">
            <a:extLst>
              <a:ext uri="{FF2B5EF4-FFF2-40B4-BE49-F238E27FC236}">
                <a16:creationId xmlns:a16="http://schemas.microsoft.com/office/drawing/2014/main" id="{54AE54CC-4485-00F8-6865-9D4B1BB595A5}"/>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450BC700-0ECE-F0AF-38D7-0264B58D1D6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8754539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Picture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E393BD64-6D58-4343-D3B4-7FB7BB2348C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2518708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Picture Light Blue">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19D8-4647-F6A6-4F8F-664F998F80FC}"/>
              </a:ext>
            </a:extLst>
          </p:cNvPr>
          <p:cNvSpPr>
            <a:spLocks noGrp="1"/>
          </p:cNvSpPr>
          <p:nvPr>
            <p:ph type="title" hasCustomPrompt="1"/>
          </p:nvPr>
        </p:nvSpPr>
        <p:spPr>
          <a:xfrm>
            <a:off x="407988" y="1412876"/>
            <a:ext cx="5543996" cy="3024238"/>
          </a:xfrm>
        </p:spPr>
        <p:txBody>
          <a:bodyPr anchor="t" anchorCtr="0"/>
          <a:lstStyle>
            <a:lvl1pPr>
              <a:defRPr sz="4800">
                <a:solidFill>
                  <a:schemeClr val="bg1"/>
                </a:solidFill>
              </a:defRPr>
            </a:lvl1pPr>
          </a:lstStyle>
          <a:p>
            <a:r>
              <a:rPr lang="en-US" dirty="0"/>
              <a:t>Add thank you message.</a:t>
            </a:r>
          </a:p>
        </p:txBody>
      </p:sp>
      <p:sp>
        <p:nvSpPr>
          <p:cNvPr id="12" name="Subtitle 2">
            <a:extLst>
              <a:ext uri="{FF2B5EF4-FFF2-40B4-BE49-F238E27FC236}">
                <a16:creationId xmlns:a16="http://schemas.microsoft.com/office/drawing/2014/main" id="{42A9CFB3-2DB2-039B-17A5-C50A5777B960}"/>
              </a:ext>
            </a:extLst>
          </p:cNvPr>
          <p:cNvSpPr>
            <a:spLocks noGrp="1"/>
          </p:cNvSpPr>
          <p:nvPr>
            <p:ph type="subTitle" idx="1" hasCustomPrompt="1"/>
          </p:nvPr>
        </p:nvSpPr>
        <p:spPr>
          <a:xfrm>
            <a:off x="407988" y="4581128"/>
            <a:ext cx="5543996" cy="1440260"/>
          </a:xfrm>
        </p:spPr>
        <p:txBody>
          <a:bodyPr anchor="b" anchorCtr="0">
            <a:noAutofit/>
          </a:bodyPr>
          <a:lstStyle>
            <a:lvl1pPr marL="0" indent="0" algn="l">
              <a:lnSpc>
                <a:spcPct val="100000"/>
              </a:lnSpc>
              <a:spcBef>
                <a:spcPts val="2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Contact details</a:t>
            </a:r>
          </a:p>
        </p:txBody>
      </p:sp>
      <p:grpSp>
        <p:nvGrpSpPr>
          <p:cNvPr id="6" name="Group 5">
            <a:extLst>
              <a:ext uri="{FF2B5EF4-FFF2-40B4-BE49-F238E27FC236}">
                <a16:creationId xmlns:a16="http://schemas.microsoft.com/office/drawing/2014/main" id="{A5294374-980A-7525-7E71-40EF6F0AF9B3}"/>
              </a:ext>
            </a:extLst>
          </p:cNvPr>
          <p:cNvGrpSpPr>
            <a:grpSpLocks noChangeAspect="1"/>
          </p:cNvGrpSpPr>
          <p:nvPr/>
        </p:nvGrpSpPr>
        <p:grpSpPr>
          <a:xfrm>
            <a:off x="407988" y="576000"/>
            <a:ext cx="1130400" cy="437949"/>
            <a:chOff x="2389188" y="1992313"/>
            <a:chExt cx="7424738" cy="2876551"/>
          </a:xfrm>
          <a:solidFill>
            <a:schemeClr val="bg1"/>
          </a:solidFill>
        </p:grpSpPr>
        <p:sp>
          <p:nvSpPr>
            <p:cNvPr id="7" name="Freeform 5">
              <a:extLst>
                <a:ext uri="{FF2B5EF4-FFF2-40B4-BE49-F238E27FC236}">
                  <a16:creationId xmlns:a16="http://schemas.microsoft.com/office/drawing/2014/main" id="{C0324067-CF15-5490-4558-F90AFFF0CBD7}"/>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6">
              <a:extLst>
                <a:ext uri="{FF2B5EF4-FFF2-40B4-BE49-F238E27FC236}">
                  <a16:creationId xmlns:a16="http://schemas.microsoft.com/office/drawing/2014/main" id="{B0983813-A6C0-2384-6958-DDC82E12A621}"/>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ate Placeholder 8">
            <a:extLst>
              <a:ext uri="{FF2B5EF4-FFF2-40B4-BE49-F238E27FC236}">
                <a16:creationId xmlns:a16="http://schemas.microsoft.com/office/drawing/2014/main" id="{0C2813E5-55F5-8A94-3DE1-71D49DDAE3B1}"/>
              </a:ext>
            </a:extLst>
          </p:cNvPr>
          <p:cNvSpPr>
            <a:spLocks noGrp="1"/>
          </p:cNvSpPr>
          <p:nvPr>
            <p:ph type="dt" sz="half" idx="10"/>
          </p:nvPr>
        </p:nvSpPr>
        <p:spPr/>
        <p:txBody>
          <a:bodyPr/>
          <a:lstStyle>
            <a:lvl1pPr>
              <a:defRPr>
                <a:noFill/>
              </a:defRPr>
            </a:lvl1pPr>
          </a:lstStyle>
          <a:p>
            <a:fld id="{E203FBB3-C058-4116-A975-F4A059FF88AE}" type="datetime3">
              <a:rPr lang="en-US" smtClean="0"/>
              <a:t>1 October 2026</a:t>
            </a:fld>
            <a:endParaRPr lang="en-US" dirty="0"/>
          </a:p>
        </p:txBody>
      </p:sp>
      <p:sp>
        <p:nvSpPr>
          <p:cNvPr id="10" name="Footer Placeholder 9">
            <a:extLst>
              <a:ext uri="{FF2B5EF4-FFF2-40B4-BE49-F238E27FC236}">
                <a16:creationId xmlns:a16="http://schemas.microsoft.com/office/drawing/2014/main" id="{9D8B47C5-11B1-0904-E798-3D21F88B94FF}"/>
              </a:ext>
            </a:extLst>
          </p:cNvPr>
          <p:cNvSpPr>
            <a:spLocks noGrp="1"/>
          </p:cNvSpPr>
          <p:nvPr>
            <p:ph type="ftr" sz="quarter" idx="11"/>
          </p:nvPr>
        </p:nvSpPr>
        <p:spPr/>
        <p:txBody>
          <a:bodyPr/>
          <a:lstStyle>
            <a:lvl1pPr>
              <a:defRPr>
                <a:noFill/>
              </a:defRPr>
            </a:lvl1pPr>
          </a:lstStyle>
          <a:p>
            <a:endParaRPr lang="en-US" dirty="0"/>
          </a:p>
        </p:txBody>
      </p:sp>
      <p:sp>
        <p:nvSpPr>
          <p:cNvPr id="11" name="Slide Number Placeholder 10">
            <a:extLst>
              <a:ext uri="{FF2B5EF4-FFF2-40B4-BE49-F238E27FC236}">
                <a16:creationId xmlns:a16="http://schemas.microsoft.com/office/drawing/2014/main" id="{C5E8C107-73AF-09B8-3331-EEE2C8E6ADD3}"/>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sp>
        <p:nvSpPr>
          <p:cNvPr id="3" name="Picture Placeholder 4">
            <a:extLst>
              <a:ext uri="{FF2B5EF4-FFF2-40B4-BE49-F238E27FC236}">
                <a16:creationId xmlns:a16="http://schemas.microsoft.com/office/drawing/2014/main" id="{E393BD64-6D58-4343-D3B4-7FB7BB2348CE}"/>
              </a:ext>
            </a:extLst>
          </p:cNvPr>
          <p:cNvSpPr>
            <a:spLocks noGrp="1"/>
          </p:cNvSpPr>
          <p:nvPr>
            <p:ph type="pic" sz="quarter" idx="20"/>
          </p:nvPr>
        </p:nvSpPr>
        <p:spPr>
          <a:xfrm>
            <a:off x="620687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1 w 5985131"/>
              <a:gd name="connsiteY7" fmla="*/ 3428603 h 6858000"/>
              <a:gd name="connsiteX8" fmla="*/ 1319296 w 5985131"/>
              <a:gd name="connsiteY8" fmla="*/ 2570260 h 6858000"/>
              <a:gd name="connsiteX9" fmla="*/ 879001 w 5985131"/>
              <a:gd name="connsiteY9" fmla="*/ 1713507 h 6858000"/>
              <a:gd name="connsiteX10" fmla="*/ 438705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1" y="3428603"/>
                </a:lnTo>
                <a:lnTo>
                  <a:pt x="1319296" y="2570260"/>
                </a:lnTo>
                <a:lnTo>
                  <a:pt x="879001" y="1713507"/>
                </a:lnTo>
                <a:lnTo>
                  <a:pt x="438705" y="856753"/>
                </a:lnTo>
                <a:close/>
              </a:path>
            </a:pathLst>
          </a:custGeom>
          <a:solidFill>
            <a:schemeClr val="bg2"/>
          </a:solidFill>
        </p:spPr>
        <p:txBody>
          <a:bodyPr wrap="square" bIns="648000" anchor="ctr" anchorCtr="0">
            <a:noAutofit/>
          </a:bodyPr>
          <a:lstStyle>
            <a:lvl1pPr algn="ctr">
              <a:defRPr sz="1000"/>
            </a:lvl1pPr>
          </a:lstStyle>
          <a:p>
            <a:r>
              <a:rPr lang="en-US"/>
              <a:t>Click icon to add picture</a:t>
            </a:r>
            <a:endParaRPr lang="en-GB"/>
          </a:p>
        </p:txBody>
      </p:sp>
    </p:spTree>
    <p:extLst>
      <p:ext uri="{BB962C8B-B14F-4D97-AF65-F5344CB8AC3E}">
        <p14:creationId xmlns:p14="http://schemas.microsoft.com/office/powerpoint/2010/main" val="55320830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Logo Yellow">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2BF987D3-94ED-4346-BA0E-C2418F3A4535}"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a:solidFill>
            <a:schemeClr val="accent1"/>
          </a:solidFill>
        </p:spPr>
        <p:txBody>
          <a:bodyPr/>
          <a:lstStyle>
            <a:lvl1pPr>
              <a:defRPr>
                <a:noFill/>
              </a:defRPr>
            </a:lvl1pPr>
          </a:lstStyle>
          <a:p>
            <a:fld id="{5B16D1FE-3A35-41BA-8EBE-413702045235}" type="slidenum">
              <a:rPr lang="en-US" smtClean="0"/>
              <a:pPr/>
              <a:t>‹#›</a:t>
            </a:fld>
            <a:endParaRPr lang="en-US" dirty="0"/>
          </a:p>
        </p:txBody>
      </p:sp>
      <p:grpSp>
        <p:nvGrpSpPr>
          <p:cNvPr id="7" name="Group 6">
            <a:extLst>
              <a:ext uri="{FF2B5EF4-FFF2-40B4-BE49-F238E27FC236}">
                <a16:creationId xmlns:a16="http://schemas.microsoft.com/office/drawing/2014/main" id="{5122DD8F-06C8-6092-4AEE-6F419E6AE39C}"/>
              </a:ext>
            </a:extLst>
          </p:cNvPr>
          <p:cNvGrpSpPr>
            <a:grpSpLocks noChangeAspect="1"/>
          </p:cNvGrpSpPr>
          <p:nvPr/>
        </p:nvGrpSpPr>
        <p:grpSpPr>
          <a:xfrm>
            <a:off x="4237590" y="2709000"/>
            <a:ext cx="3716820" cy="1440000"/>
            <a:chOff x="2389188" y="1992313"/>
            <a:chExt cx="7424738" cy="2876551"/>
          </a:xfrm>
          <a:solidFill>
            <a:schemeClr val="accent2"/>
          </a:solidFill>
        </p:grpSpPr>
        <p:sp>
          <p:nvSpPr>
            <p:cNvPr id="8" name="Freeform 5">
              <a:extLst>
                <a:ext uri="{FF2B5EF4-FFF2-40B4-BE49-F238E27FC236}">
                  <a16:creationId xmlns:a16="http://schemas.microsoft.com/office/drawing/2014/main" id="{DBDC538C-CF08-240D-31FC-42D67CB83C3E}"/>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4F9087B9-0E76-AC2F-A2C4-3D31D17FBFF0}"/>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57640768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Logo Blue">
    <p:bg>
      <p:bgPr>
        <a:solidFill>
          <a:schemeClr val="accent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9F5B65EA-EE44-45C4-A4B8-0C6C07CC8D04}"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grpSp>
        <p:nvGrpSpPr>
          <p:cNvPr id="2" name="Group 1">
            <a:extLst>
              <a:ext uri="{FF2B5EF4-FFF2-40B4-BE49-F238E27FC236}">
                <a16:creationId xmlns:a16="http://schemas.microsoft.com/office/drawing/2014/main" id="{9CE59E56-778D-B4BE-5F7C-6F85EEB11C5A}"/>
              </a:ext>
            </a:extLst>
          </p:cNvPr>
          <p:cNvGrpSpPr>
            <a:grpSpLocks noChangeAspect="1"/>
          </p:cNvGrpSpPr>
          <p:nvPr/>
        </p:nvGrpSpPr>
        <p:grpSpPr>
          <a:xfrm>
            <a:off x="4237590" y="2709000"/>
            <a:ext cx="3716820" cy="1440000"/>
            <a:chOff x="2389188" y="1992313"/>
            <a:chExt cx="7424738" cy="2876551"/>
          </a:xfrm>
          <a:solidFill>
            <a:schemeClr val="bg1"/>
          </a:solidFill>
        </p:grpSpPr>
        <p:sp>
          <p:nvSpPr>
            <p:cNvPr id="10" name="Freeform 5">
              <a:extLst>
                <a:ext uri="{FF2B5EF4-FFF2-40B4-BE49-F238E27FC236}">
                  <a16:creationId xmlns:a16="http://schemas.microsoft.com/office/drawing/2014/main" id="{2250B84F-BEFC-3CD3-E0E3-6FEA5EDEA1A8}"/>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6">
              <a:extLst>
                <a:ext uri="{FF2B5EF4-FFF2-40B4-BE49-F238E27FC236}">
                  <a16:creationId xmlns:a16="http://schemas.microsoft.com/office/drawing/2014/main" id="{066AA960-BA64-4BEB-B4C1-6A3D54D66B28}"/>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67911376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Logo Light Blue">
    <p:bg>
      <p:bgPr>
        <a:solidFill>
          <a:schemeClr val="accent6"/>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76795B2-FE30-1DC4-C7F8-C133E7F17889}"/>
              </a:ext>
            </a:extLst>
          </p:cNvPr>
          <p:cNvSpPr>
            <a:spLocks noGrp="1"/>
          </p:cNvSpPr>
          <p:nvPr>
            <p:ph type="dt" sz="half" idx="10"/>
          </p:nvPr>
        </p:nvSpPr>
        <p:spPr/>
        <p:txBody>
          <a:bodyPr/>
          <a:lstStyle>
            <a:lvl1pPr>
              <a:defRPr>
                <a:noFill/>
              </a:defRPr>
            </a:lvl1pPr>
          </a:lstStyle>
          <a:p>
            <a:fld id="{9F5B65EA-EE44-45C4-A4B8-0C6C07CC8D04}" type="datetime3">
              <a:rPr lang="en-US" smtClean="0"/>
              <a:t>1 October 2026</a:t>
            </a:fld>
            <a:endParaRPr lang="en-US" dirty="0"/>
          </a:p>
        </p:txBody>
      </p:sp>
      <p:sp>
        <p:nvSpPr>
          <p:cNvPr id="4" name="Footer Placeholder 3">
            <a:extLst>
              <a:ext uri="{FF2B5EF4-FFF2-40B4-BE49-F238E27FC236}">
                <a16:creationId xmlns:a16="http://schemas.microsoft.com/office/drawing/2014/main" id="{96C8F627-8C81-B2E2-4671-5B5E302AA87C}"/>
              </a:ext>
            </a:extLst>
          </p:cNvPr>
          <p:cNvSpPr>
            <a:spLocks noGrp="1"/>
          </p:cNvSpPr>
          <p:nvPr>
            <p:ph type="ftr" sz="quarter" idx="11"/>
          </p:nvPr>
        </p:nvSpPr>
        <p:spPr/>
        <p:txBody>
          <a:bodyPr/>
          <a:lstStyle>
            <a:lvl1pPr>
              <a:defRPr>
                <a:noFill/>
              </a:defRPr>
            </a:lvl1pPr>
          </a:lstStyle>
          <a:p>
            <a:endParaRPr lang="en-US" dirty="0"/>
          </a:p>
        </p:txBody>
      </p:sp>
      <p:sp>
        <p:nvSpPr>
          <p:cNvPr id="5" name="Slide Number Placeholder 4">
            <a:extLst>
              <a:ext uri="{FF2B5EF4-FFF2-40B4-BE49-F238E27FC236}">
                <a16:creationId xmlns:a16="http://schemas.microsoft.com/office/drawing/2014/main" id="{3861CE72-161B-1D80-1C28-F6DAF5B974DF}"/>
              </a:ext>
            </a:extLst>
          </p:cNvPr>
          <p:cNvSpPr>
            <a:spLocks noGrp="1"/>
          </p:cNvSpPr>
          <p:nvPr>
            <p:ph type="sldNum" sz="quarter" idx="12"/>
          </p:nvPr>
        </p:nvSpPr>
        <p:spPr/>
        <p:txBody>
          <a:bodyPr/>
          <a:lstStyle>
            <a:lvl1pPr>
              <a:defRPr>
                <a:noFill/>
              </a:defRPr>
            </a:lvl1pPr>
          </a:lstStyle>
          <a:p>
            <a:fld id="{5B16D1FE-3A35-41BA-8EBE-413702045235}" type="slidenum">
              <a:rPr lang="en-US" smtClean="0"/>
              <a:pPr/>
              <a:t>‹#›</a:t>
            </a:fld>
            <a:endParaRPr lang="en-US" dirty="0"/>
          </a:p>
        </p:txBody>
      </p:sp>
      <p:grpSp>
        <p:nvGrpSpPr>
          <p:cNvPr id="2" name="Group 1">
            <a:extLst>
              <a:ext uri="{FF2B5EF4-FFF2-40B4-BE49-F238E27FC236}">
                <a16:creationId xmlns:a16="http://schemas.microsoft.com/office/drawing/2014/main" id="{9CE59E56-778D-B4BE-5F7C-6F85EEB11C5A}"/>
              </a:ext>
            </a:extLst>
          </p:cNvPr>
          <p:cNvGrpSpPr>
            <a:grpSpLocks noChangeAspect="1"/>
          </p:cNvGrpSpPr>
          <p:nvPr/>
        </p:nvGrpSpPr>
        <p:grpSpPr>
          <a:xfrm>
            <a:off x="4237590" y="2709000"/>
            <a:ext cx="3716820" cy="1440000"/>
            <a:chOff x="2389188" y="1992313"/>
            <a:chExt cx="7424738" cy="2876551"/>
          </a:xfrm>
          <a:solidFill>
            <a:schemeClr val="bg1"/>
          </a:solidFill>
        </p:grpSpPr>
        <p:sp>
          <p:nvSpPr>
            <p:cNvPr id="10" name="Freeform 5">
              <a:extLst>
                <a:ext uri="{FF2B5EF4-FFF2-40B4-BE49-F238E27FC236}">
                  <a16:creationId xmlns:a16="http://schemas.microsoft.com/office/drawing/2014/main" id="{2250B84F-BEFC-3CD3-E0E3-6FEA5EDEA1A8}"/>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6">
              <a:extLst>
                <a:ext uri="{FF2B5EF4-FFF2-40B4-BE49-F238E27FC236}">
                  <a16:creationId xmlns:a16="http://schemas.microsoft.com/office/drawing/2014/main" id="{066AA960-BA64-4BEB-B4C1-6A3D54D66B28}"/>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94847980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Section Header Picture Blue">
  <p:cSld name="1_Section Header Picture Blue">
    <p:bg>
      <p:bgPr>
        <a:solidFill>
          <a:schemeClr val="accent2"/>
        </a:solidFill>
        <a:effectLst/>
      </p:bgPr>
    </p:bg>
    <p:spTree>
      <p:nvGrpSpPr>
        <p:cNvPr id="1" name="Shape 207"/>
        <p:cNvGrpSpPr/>
        <p:nvPr/>
      </p:nvGrpSpPr>
      <p:grpSpPr>
        <a:xfrm>
          <a:off x="0" y="0"/>
          <a:ext cx="0" cy="0"/>
          <a:chOff x="0" y="0"/>
          <a:chExt cx="0" cy="0"/>
        </a:xfrm>
      </p:grpSpPr>
      <p:sp>
        <p:nvSpPr>
          <p:cNvPr id="208" name="Google Shape;208;p48"/>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9" name="Google Shape;209;p48"/>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0" name="Google Shape;210;p48"/>
          <p:cNvSpPr>
            <a:spLocks noGrp="1"/>
          </p:cNvSpPr>
          <p:nvPr>
            <p:ph type="sldNum" idx="12"/>
          </p:nvPr>
        </p:nvSpPr>
        <p:spPr>
          <a:xfrm flipH="1">
            <a:off x="407989"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1pPr>
            <a:lvl2pPr marL="0" lvl="1"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2pPr>
            <a:lvl3pPr marL="0" lvl="2"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3pPr>
            <a:lvl4pPr marL="0" lvl="3"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4pPr>
            <a:lvl5pPr marL="0" lvl="4"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5pPr>
            <a:lvl6pPr marL="0" lvl="5"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6pPr>
            <a:lvl7pPr marL="0" lvl="6"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7pPr>
            <a:lvl8pPr marL="0" lvl="7"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8pPr>
            <a:lvl9pPr marL="0" lvl="8" indent="0" algn="ctr">
              <a:lnSpc>
                <a:spcPct val="100000"/>
              </a:lnSpc>
              <a:spcBef>
                <a:spcPts val="0"/>
              </a:spcBef>
              <a:spcAft>
                <a:spcPts val="0"/>
              </a:spcAft>
              <a:buNone/>
              <a:defRPr sz="450" b="0" i="0" u="none" strike="noStrike" cap="none">
                <a:solidFill>
                  <a:schemeClr val="accent2"/>
                </a:solidFill>
                <a:latin typeface="Arial"/>
                <a:ea typeface="Arial"/>
                <a:cs typeface="Arial"/>
                <a:sym typeface="Arial"/>
              </a:defRPr>
            </a:lvl9pPr>
          </a:lstStyle>
          <a:p>
            <a:fld id="{00000000-1234-1234-1234-123412341234}" type="slidenum">
              <a:rPr lang="en-US" smtClean="0"/>
              <a:pPr/>
              <a:t>‹#›</a:t>
            </a:fld>
            <a:endParaRPr lang="en-US"/>
          </a:p>
        </p:txBody>
      </p:sp>
      <p:sp>
        <p:nvSpPr>
          <p:cNvPr id="211" name="Google Shape;211;p48"/>
          <p:cNvSpPr txBox="1">
            <a:spLocks noGrp="1"/>
          </p:cNvSpPr>
          <p:nvPr>
            <p:ph type="title"/>
          </p:nvPr>
        </p:nvSpPr>
        <p:spPr>
          <a:xfrm>
            <a:off x="407990" y="3140968"/>
            <a:ext cx="6408092" cy="1944688"/>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2" name="Google Shape;212;p48"/>
          <p:cNvSpPr txBox="1">
            <a:spLocks noGrp="1"/>
          </p:cNvSpPr>
          <p:nvPr>
            <p:ph type="subTitle" idx="1"/>
          </p:nvPr>
        </p:nvSpPr>
        <p:spPr>
          <a:xfrm>
            <a:off x="407990" y="5373216"/>
            <a:ext cx="6408092" cy="648618"/>
          </a:xfrm>
          <a:prstGeom prst="rect">
            <a:avLst/>
          </a:prstGeom>
          <a:noFill/>
          <a:ln>
            <a:noFill/>
          </a:ln>
        </p:spPr>
        <p:txBody>
          <a:bodyPr spcFirstLastPara="1" wrap="square" lIns="0" tIns="0" rIns="0" bIns="0" anchor="t" anchorCtr="0">
            <a:noAutofit/>
          </a:bodyPr>
          <a:lstStyle>
            <a:lvl1pPr lvl="0" algn="l">
              <a:lnSpc>
                <a:spcPct val="100000"/>
              </a:lnSpc>
              <a:spcBef>
                <a:spcPts val="150"/>
              </a:spcBef>
              <a:spcAft>
                <a:spcPts val="0"/>
              </a:spcAft>
              <a:buClr>
                <a:schemeClr val="lt1"/>
              </a:buClr>
              <a:buSzPts val="1350"/>
              <a:buFont typeface="Arial"/>
              <a:buNone/>
              <a:defRPr sz="1350" b="0">
                <a:solidFill>
                  <a:schemeClr val="lt1"/>
                </a:solidFill>
              </a:defRPr>
            </a:lvl1pPr>
            <a:lvl2pPr lvl="1" algn="ctr">
              <a:lnSpc>
                <a:spcPct val="120000"/>
              </a:lnSpc>
              <a:spcBef>
                <a:spcPts val="450"/>
              </a:spcBef>
              <a:spcAft>
                <a:spcPts val="0"/>
              </a:spcAft>
              <a:buClr>
                <a:schemeClr val="accent2"/>
              </a:buClr>
              <a:buSzPts val="1500"/>
              <a:buNone/>
              <a:defRPr sz="1500"/>
            </a:lvl2pPr>
            <a:lvl3pPr lvl="2" algn="ctr">
              <a:lnSpc>
                <a:spcPct val="120000"/>
              </a:lnSpc>
              <a:spcBef>
                <a:spcPts val="450"/>
              </a:spcBef>
              <a:spcAft>
                <a:spcPts val="0"/>
              </a:spcAft>
              <a:buClr>
                <a:schemeClr val="accent2"/>
              </a:buClr>
              <a:buSzPts val="1350"/>
              <a:buNone/>
              <a:defRPr sz="1350"/>
            </a:lvl3pPr>
            <a:lvl4pPr lvl="3" algn="ctr">
              <a:lnSpc>
                <a:spcPct val="120000"/>
              </a:lnSpc>
              <a:spcBef>
                <a:spcPts val="450"/>
              </a:spcBef>
              <a:spcAft>
                <a:spcPts val="0"/>
              </a:spcAft>
              <a:buClr>
                <a:schemeClr val="accent2"/>
              </a:buClr>
              <a:buSzPts val="1200"/>
              <a:buNone/>
              <a:defRPr sz="1200"/>
            </a:lvl4pPr>
            <a:lvl5pPr lvl="4" algn="ctr">
              <a:lnSpc>
                <a:spcPct val="120000"/>
              </a:lnSpc>
              <a:spcBef>
                <a:spcPts val="450"/>
              </a:spcBef>
              <a:spcAft>
                <a:spcPts val="0"/>
              </a:spcAft>
              <a:buClr>
                <a:schemeClr val="accent2"/>
              </a:buClr>
              <a:buSzPts val="1200"/>
              <a:buNone/>
              <a:defRPr sz="1200"/>
            </a:lvl5pPr>
            <a:lvl6pPr lvl="5" algn="ctr">
              <a:lnSpc>
                <a:spcPct val="120000"/>
              </a:lnSpc>
              <a:spcBef>
                <a:spcPts val="450"/>
              </a:spcBef>
              <a:spcAft>
                <a:spcPts val="0"/>
              </a:spcAft>
              <a:buClr>
                <a:schemeClr val="accent2"/>
              </a:buClr>
              <a:buSzPts val="1200"/>
              <a:buNone/>
              <a:defRPr sz="1200"/>
            </a:lvl6pPr>
            <a:lvl7pPr lvl="6" algn="ctr">
              <a:lnSpc>
                <a:spcPct val="120000"/>
              </a:lnSpc>
              <a:spcBef>
                <a:spcPts val="450"/>
              </a:spcBef>
              <a:spcAft>
                <a:spcPts val="0"/>
              </a:spcAft>
              <a:buClr>
                <a:schemeClr val="accent2"/>
              </a:buClr>
              <a:buSzPts val="1200"/>
              <a:buNone/>
              <a:defRPr sz="1200"/>
            </a:lvl7pPr>
            <a:lvl8pPr lvl="7" algn="ctr">
              <a:lnSpc>
                <a:spcPct val="120000"/>
              </a:lnSpc>
              <a:spcBef>
                <a:spcPts val="450"/>
              </a:spcBef>
              <a:spcAft>
                <a:spcPts val="0"/>
              </a:spcAft>
              <a:buClr>
                <a:schemeClr val="accent2"/>
              </a:buClr>
              <a:buSzPts val="1200"/>
              <a:buNone/>
              <a:defRPr sz="1200"/>
            </a:lvl8pPr>
            <a:lvl9pPr lvl="8" algn="ctr">
              <a:lnSpc>
                <a:spcPct val="120000"/>
              </a:lnSpc>
              <a:spcBef>
                <a:spcPts val="450"/>
              </a:spcBef>
              <a:spcAft>
                <a:spcPts val="0"/>
              </a:spcAft>
              <a:buClr>
                <a:schemeClr val="accent2"/>
              </a:buClr>
              <a:buSzPts val="1200"/>
              <a:buNone/>
              <a:defRPr sz="1200"/>
            </a:lvl9pPr>
          </a:lstStyle>
          <a:p>
            <a:endParaRPr/>
          </a:p>
        </p:txBody>
      </p:sp>
      <p:sp>
        <p:nvSpPr>
          <p:cNvPr id="213" name="Google Shape;213;p48"/>
          <p:cNvSpPr/>
          <p:nvPr/>
        </p:nvSpPr>
        <p:spPr>
          <a:xfrm>
            <a:off x="10646501" y="6236625"/>
            <a:ext cx="1130963"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endParaRPr sz="1050" b="0" i="0" u="none" strike="noStrike" cap="none">
              <a:solidFill>
                <a:schemeClr val="lt1"/>
              </a:solidFill>
              <a:latin typeface="Arial"/>
              <a:ea typeface="Arial"/>
              <a:cs typeface="Arial"/>
              <a:sym typeface="Arial"/>
            </a:endParaRPr>
          </a:p>
        </p:txBody>
      </p:sp>
      <p:sp>
        <p:nvSpPr>
          <p:cNvPr id="214" name="Google Shape;214;p48"/>
          <p:cNvSpPr/>
          <p:nvPr/>
        </p:nvSpPr>
        <p:spPr>
          <a:xfrm>
            <a:off x="9619824" y="0"/>
            <a:ext cx="2572176" cy="5301208"/>
          </a:xfrm>
          <a:custGeom>
            <a:avLst/>
            <a:gdLst/>
            <a:ahLst/>
            <a:cxnLst/>
            <a:rect l="l" t="t" r="r" b="b"/>
            <a:pathLst>
              <a:path w="2572176" h="5301208" extrusionOk="0">
                <a:moveTo>
                  <a:pt x="0" y="0"/>
                </a:moveTo>
                <a:lnTo>
                  <a:pt x="2572176" y="0"/>
                </a:lnTo>
                <a:lnTo>
                  <a:pt x="2572176" y="5301208"/>
                </a:lnTo>
                <a:lnTo>
                  <a:pt x="2571559" y="5301208"/>
                </a:lnTo>
                <a:lnTo>
                  <a:pt x="2571559" y="5008493"/>
                </a:lnTo>
                <a:lnTo>
                  <a:pt x="2200180" y="4286155"/>
                </a:lnTo>
                <a:lnTo>
                  <a:pt x="1760410" y="3428600"/>
                </a:lnTo>
                <a:lnTo>
                  <a:pt x="1319974" y="2570264"/>
                </a:lnTo>
                <a:lnTo>
                  <a:pt x="879443" y="1713509"/>
                </a:lnTo>
                <a:lnTo>
                  <a:pt x="438911" y="856753"/>
                </a:lnTo>
                <a:close/>
              </a:path>
            </a:pathLst>
          </a:custGeom>
          <a:solidFill>
            <a:schemeClr val="accent6"/>
          </a:solid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215" name="Google Shape;215;p48"/>
          <p:cNvSpPr>
            <a:spLocks noGrp="1"/>
          </p:cNvSpPr>
          <p:nvPr>
            <p:ph type="pic" idx="2"/>
          </p:nvPr>
        </p:nvSpPr>
        <p:spPr>
          <a:xfrm>
            <a:off x="5879976" y="0"/>
            <a:ext cx="6312024" cy="6858000"/>
          </a:xfrm>
          <a:prstGeom prst="rect">
            <a:avLst/>
          </a:prstGeom>
          <a:solidFill>
            <a:srgbClr val="C9D4DC"/>
          </a:solidFill>
          <a:ln>
            <a:noFill/>
          </a:ln>
        </p:spPr>
      </p:sp>
      <p:sp>
        <p:nvSpPr>
          <p:cNvPr id="216" name="Google Shape;216;p48"/>
          <p:cNvSpPr/>
          <p:nvPr/>
        </p:nvSpPr>
        <p:spPr>
          <a:xfrm>
            <a:off x="407988" y="578272"/>
            <a:ext cx="1130963" cy="288000"/>
          </a:xfrm>
          <a:custGeom>
            <a:avLst/>
            <a:gdLst/>
            <a:ahLst/>
            <a:cxnLst/>
            <a:rect l="l" t="t" r="r" b="b"/>
            <a:pathLst>
              <a:path w="4677" h="2381" extrusionOk="0">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l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31814936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2_Just Title ">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B885671-9EC3-4D5F-BC0A-21F369F7C190}"/>
              </a:ext>
            </a:extLst>
          </p:cNvPr>
          <p:cNvSpPr/>
          <p:nvPr userDrawn="1"/>
        </p:nvSpPr>
        <p:spPr bwMode="auto">
          <a:xfrm>
            <a:off x="5663952" y="0"/>
            <a:ext cx="6528047" cy="6858000"/>
          </a:xfrm>
          <a:prstGeom prst="rect">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12298BC6-B8FC-4977-BDF3-5EA2C90C1388}" type="datetime1">
              <a:rPr lang="en-US" smtClean="0"/>
              <a:t>10/1/26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
        <p:nvSpPr>
          <p:cNvPr id="11" name="Title 1">
            <a:extLst>
              <a:ext uri="{FF2B5EF4-FFF2-40B4-BE49-F238E27FC236}">
                <a16:creationId xmlns:a16="http://schemas.microsoft.com/office/drawing/2014/main" id="{E7FD9106-DFAC-4F0B-BE85-72B03FA0AF9F}"/>
              </a:ext>
            </a:extLst>
          </p:cNvPr>
          <p:cNvSpPr>
            <a:spLocks noGrp="1"/>
          </p:cNvSpPr>
          <p:nvPr>
            <p:ph type="ctrTitle"/>
          </p:nvPr>
        </p:nvSpPr>
        <p:spPr>
          <a:xfrm>
            <a:off x="6096001" y="1412875"/>
            <a:ext cx="5688012" cy="2232149"/>
          </a:xfrm>
        </p:spPr>
        <p:txBody>
          <a:bodyPr anchor="t" anchorCtr="0"/>
          <a:lstStyle>
            <a:lvl1pPr algn="l">
              <a:lnSpc>
                <a:spcPct val="90000"/>
              </a:lnSpc>
              <a:defRPr sz="2800" b="0" spc="-50" baseline="0">
                <a:solidFill>
                  <a:schemeClr val="tx1"/>
                </a:solidFill>
              </a:defRPr>
            </a:lvl1pPr>
          </a:lstStyle>
          <a:p>
            <a:r>
              <a:rPr lang="en-US" dirty="0"/>
              <a:t>Click to edit Master title style</a:t>
            </a:r>
          </a:p>
        </p:txBody>
      </p:sp>
      <p:sp>
        <p:nvSpPr>
          <p:cNvPr id="12" name="Subtitle 2">
            <a:extLst>
              <a:ext uri="{FF2B5EF4-FFF2-40B4-BE49-F238E27FC236}">
                <a16:creationId xmlns:a16="http://schemas.microsoft.com/office/drawing/2014/main" id="{B2CD9EFF-FB5B-4329-A395-F9CA3B958B3E}"/>
              </a:ext>
            </a:extLst>
          </p:cNvPr>
          <p:cNvSpPr>
            <a:spLocks noGrp="1"/>
          </p:cNvSpPr>
          <p:nvPr>
            <p:ph type="subTitle" idx="1"/>
          </p:nvPr>
        </p:nvSpPr>
        <p:spPr>
          <a:xfrm>
            <a:off x="6096001" y="4076972"/>
            <a:ext cx="5688012" cy="936204"/>
          </a:xfrm>
        </p:spPr>
        <p:txBody>
          <a:bodyPr anchor="t" anchorCtr="0">
            <a:noAutofit/>
          </a:bodyPr>
          <a:lstStyle>
            <a:lvl1pPr marL="0" indent="0" algn="l">
              <a:lnSpc>
                <a:spcPct val="100000"/>
              </a:lnSpc>
              <a:spcBef>
                <a:spcPts val="200"/>
              </a:spcBef>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8" name="Text Placeholder 2">
            <a:extLst>
              <a:ext uri="{FF2B5EF4-FFF2-40B4-BE49-F238E27FC236}">
                <a16:creationId xmlns:a16="http://schemas.microsoft.com/office/drawing/2014/main" id="{97441136-31B8-4339-872E-D46F0D1A66D2}"/>
              </a:ext>
            </a:extLst>
          </p:cNvPr>
          <p:cNvSpPr txBox="1">
            <a:spLocks/>
          </p:cNvSpPr>
          <p:nvPr userDrawn="1"/>
        </p:nvSpPr>
        <p:spPr>
          <a:xfrm>
            <a:off x="10639821" y="6236625"/>
            <a:ext cx="1130400" cy="28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a:lstStyle>
            <a:lvl1pPr marL="0" indent="0" algn="l" defTabSz="914400" rtl="0" eaLnBrk="1" latinLnBrk="0" hangingPunct="1">
              <a:lnSpc>
                <a:spcPct val="120000"/>
              </a:lnSpc>
              <a:spcBef>
                <a:spcPts val="600"/>
              </a:spcBef>
              <a:buFontTx/>
              <a:buNone/>
              <a:defRPr sz="100" kern="1200">
                <a:no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a:lstStyle>
          <a:p>
            <a:r>
              <a:rPr lang="en-US"/>
              <a:t>Click to edit Master text styles</a:t>
            </a:r>
            <a:endParaRPr lang="en-US" dirty="0"/>
          </a:p>
        </p:txBody>
      </p:sp>
    </p:spTree>
    <p:extLst>
      <p:ext uri="{BB962C8B-B14F-4D97-AF65-F5344CB8AC3E}">
        <p14:creationId xmlns:p14="http://schemas.microsoft.com/office/powerpoint/2010/main" val="12602139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B006A-D28E-4731-87FC-09C07212C3BB}"/>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B110497D-B69C-4B2D-A320-E5FA4CF44736}"/>
              </a:ext>
            </a:extLst>
          </p:cNvPr>
          <p:cNvSpPr>
            <a:spLocks noGrp="1"/>
          </p:cNvSpPr>
          <p:nvPr>
            <p:ph type="sldNum" sz="quarter" idx="10"/>
          </p:nvPr>
        </p:nvSpPr>
        <p:spPr/>
        <p:txBody>
          <a:bodyPr/>
          <a:lstStyle/>
          <a:p>
            <a:fld id="{5B16D1FE-3A35-41BA-8EBE-413702045235}" type="slidenum">
              <a:rPr lang="en-US" smtClean="0"/>
              <a:pPr/>
              <a:t>‹#›</a:t>
            </a:fld>
            <a:endParaRPr lang="en-US" dirty="0"/>
          </a:p>
        </p:txBody>
      </p:sp>
      <p:sp>
        <p:nvSpPr>
          <p:cNvPr id="4" name="Date Placeholder 3">
            <a:extLst>
              <a:ext uri="{FF2B5EF4-FFF2-40B4-BE49-F238E27FC236}">
                <a16:creationId xmlns:a16="http://schemas.microsoft.com/office/drawing/2014/main" id="{A61771FE-1608-4291-9106-74B46741EB3A}"/>
              </a:ext>
            </a:extLst>
          </p:cNvPr>
          <p:cNvSpPr>
            <a:spLocks noGrp="1"/>
          </p:cNvSpPr>
          <p:nvPr>
            <p:ph type="dt" sz="half" idx="11"/>
          </p:nvPr>
        </p:nvSpPr>
        <p:spPr/>
        <p:txBody>
          <a:bodyPr/>
          <a:lstStyle/>
          <a:p>
            <a:fld id="{DF9D4DF1-2A99-4798-989D-E2A18073FA50}" type="datetime3">
              <a:rPr lang="en-US" smtClean="0"/>
              <a:t>1 October 2026</a:t>
            </a:fld>
            <a:endParaRPr lang="en-US" dirty="0"/>
          </a:p>
        </p:txBody>
      </p:sp>
      <p:sp>
        <p:nvSpPr>
          <p:cNvPr id="5" name="Footer Placeholder 4">
            <a:extLst>
              <a:ext uri="{FF2B5EF4-FFF2-40B4-BE49-F238E27FC236}">
                <a16:creationId xmlns:a16="http://schemas.microsoft.com/office/drawing/2014/main" id="{00F418BB-E7B5-462B-8F0C-3B1B6CF9FA3C}"/>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37487102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E6D88-3C0E-40D3-B9BC-3CB9A82192C0}"/>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8E877F1C-F4DB-457C-A4E7-BC2F08974815}"/>
              </a:ext>
            </a:extLst>
          </p:cNvPr>
          <p:cNvSpPr>
            <a:spLocks noGrp="1"/>
          </p:cNvSpPr>
          <p:nvPr>
            <p:ph type="sldNum" sz="quarter" idx="10"/>
          </p:nvPr>
        </p:nvSpPr>
        <p:spPr/>
        <p:txBody>
          <a:bodyPr/>
          <a:lstStyle/>
          <a:p>
            <a:fld id="{5B16D1FE-3A35-41BA-8EBE-413702045235}" type="slidenum">
              <a:rPr lang="en-US" smtClean="0"/>
              <a:pPr/>
              <a:t>‹#›</a:t>
            </a:fld>
            <a:endParaRPr lang="en-US" dirty="0"/>
          </a:p>
        </p:txBody>
      </p:sp>
      <p:sp>
        <p:nvSpPr>
          <p:cNvPr id="4" name="Date Placeholder 3">
            <a:extLst>
              <a:ext uri="{FF2B5EF4-FFF2-40B4-BE49-F238E27FC236}">
                <a16:creationId xmlns:a16="http://schemas.microsoft.com/office/drawing/2014/main" id="{47575077-FB46-4E02-B805-853E0779F750}"/>
              </a:ext>
            </a:extLst>
          </p:cNvPr>
          <p:cNvSpPr>
            <a:spLocks noGrp="1"/>
          </p:cNvSpPr>
          <p:nvPr>
            <p:ph type="dt" sz="half" idx="11"/>
          </p:nvPr>
        </p:nvSpPr>
        <p:spPr/>
        <p:txBody>
          <a:bodyPr/>
          <a:lstStyle/>
          <a:p>
            <a:fld id="{F7EC1592-2712-46EA-BC04-30ED289BF679}" type="datetime3">
              <a:rPr lang="en-US" smtClean="0"/>
              <a:t>1 October 2026</a:t>
            </a:fld>
            <a:endParaRPr lang="en-US" dirty="0"/>
          </a:p>
        </p:txBody>
      </p:sp>
      <p:sp>
        <p:nvSpPr>
          <p:cNvPr id="5" name="Footer Placeholder 4">
            <a:extLst>
              <a:ext uri="{FF2B5EF4-FFF2-40B4-BE49-F238E27FC236}">
                <a16:creationId xmlns:a16="http://schemas.microsoft.com/office/drawing/2014/main" id="{8CCD2526-F8AE-45EA-A712-E66A0FD65C53}"/>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419623338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3_Just Titl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DEBD7-2361-B0FF-D550-3B9C61A43324}"/>
              </a:ext>
            </a:extLst>
          </p:cNvPr>
          <p:cNvSpPr>
            <a:spLocks noGrp="1"/>
          </p:cNvSpPr>
          <p:nvPr>
            <p:ph type="title"/>
          </p:nvPr>
        </p:nvSpPr>
        <p:spPr>
          <a:xfrm>
            <a:off x="407989" y="548680"/>
            <a:ext cx="10368531" cy="1008112"/>
          </a:xfrm>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772B3D28-0427-3F85-E66C-35F07DCA1730}"/>
              </a:ext>
            </a:extLst>
          </p:cNvPr>
          <p:cNvSpPr>
            <a:spLocks noGrp="1"/>
          </p:cNvSpPr>
          <p:nvPr>
            <p:ph type="dt" sz="half" idx="10"/>
          </p:nvPr>
        </p:nvSpPr>
        <p:spPr/>
        <p:txBody>
          <a:bodyPr/>
          <a:lstStyle/>
          <a:p>
            <a:fld id="{BCB15D08-2A55-4C51-8A65-8D30E6AC4A81}" type="datetime3">
              <a:rPr lang="en-US" smtClean="0"/>
              <a:t>1 October 2026</a:t>
            </a:fld>
            <a:endParaRPr lang="en-US" dirty="0"/>
          </a:p>
        </p:txBody>
      </p:sp>
      <p:sp>
        <p:nvSpPr>
          <p:cNvPr id="4" name="Footer Placeholder 3">
            <a:extLst>
              <a:ext uri="{FF2B5EF4-FFF2-40B4-BE49-F238E27FC236}">
                <a16:creationId xmlns:a16="http://schemas.microsoft.com/office/drawing/2014/main" id="{7380FAA5-158A-A4A5-2E12-00858603C6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C60D0EB-3C4B-4CAD-CA14-53BE84A56208}"/>
              </a:ext>
            </a:extLst>
          </p:cNvPr>
          <p:cNvSpPr>
            <a:spLocks noGrp="1"/>
          </p:cNvSpPr>
          <p:nvPr>
            <p:ph type="sldNum" sz="quarter" idx="12"/>
          </p:nvPr>
        </p:nvSpPr>
        <p:spPr/>
        <p:txBody>
          <a:bodyPr/>
          <a:lstStyle/>
          <a:p>
            <a:fld id="{5B16D1FE-3A35-41BA-8EBE-413702045235}" type="slidenum">
              <a:rPr lang="en-US" smtClean="0"/>
              <a:pPr/>
              <a:t>‹#›</a:t>
            </a:fld>
            <a:endParaRPr lang="en-US" dirty="0"/>
          </a:p>
        </p:txBody>
      </p:sp>
    </p:spTree>
    <p:extLst>
      <p:ext uri="{BB962C8B-B14F-4D97-AF65-F5344CB8AC3E}">
        <p14:creationId xmlns:p14="http://schemas.microsoft.com/office/powerpoint/2010/main" val="281652725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_Slide Judu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E5CB433-D068-463B-A9E9-E23E8D7F2F56}"/>
              </a:ext>
            </a:extLst>
          </p:cNvPr>
          <p:cNvSpPr/>
          <p:nvPr userDrawn="1"/>
        </p:nvSpPr>
        <p:spPr bwMode="auto">
          <a:xfrm>
            <a:off x="10462026" y="5384800"/>
            <a:ext cx="1709085" cy="1473200"/>
          </a:xfrm>
          <a:prstGeom prst="rect">
            <a:avLst/>
          </a:prstGeom>
          <a:solidFill>
            <a:schemeClr val="bg1"/>
          </a:solidFill>
          <a:ln>
            <a:noFill/>
          </a:ln>
        </p:spPr>
        <p:txBody>
          <a:bodyPr vert="horz" wrap="square" lIns="121920" tIns="60960" rIns="121920" bIns="60960" numCol="1" rtlCol="0" anchor="t" anchorCtr="0" compatLnSpc="1">
            <a:prstTxWarp prst="textNoShape">
              <a:avLst/>
            </a:prstTxWarp>
          </a:bodyPr>
          <a:lstStyle/>
          <a:p>
            <a:pPr algn="ctr"/>
            <a:endParaRPr lang="en-US" sz="2400"/>
          </a:p>
        </p:txBody>
      </p:sp>
      <p:sp>
        <p:nvSpPr>
          <p:cNvPr id="3" name="Bentuk bebas 2">
            <a:extLst>
              <a:ext uri="{FF2B5EF4-FFF2-40B4-BE49-F238E27FC236}">
                <a16:creationId xmlns:a16="http://schemas.microsoft.com/office/drawing/2014/main" id="{CA3A361B-6AA9-5D19-471C-88764981DC85}"/>
              </a:ext>
            </a:extLst>
          </p:cNvPr>
          <p:cNvSpPr/>
          <p:nvPr userDrawn="1"/>
        </p:nvSpPr>
        <p:spPr>
          <a:xfrm>
            <a:off x="6259855" y="0"/>
            <a:ext cx="1709085" cy="6858000"/>
          </a:xfrm>
          <a:custGeom>
            <a:avLst/>
            <a:gdLst>
              <a:gd name="connsiteX0" fmla="*/ 1934369 w 2563627"/>
              <a:gd name="connsiteY0" fmla="*/ 0 h 10288588"/>
              <a:gd name="connsiteX1" fmla="*/ 2563627 w 2563627"/>
              <a:gd name="connsiteY1" fmla="*/ 0 h 10288588"/>
              <a:gd name="connsiteX2" fmla="*/ 629257 w 2563627"/>
              <a:gd name="connsiteY2" fmla="*/ 10288588 h 10288588"/>
              <a:gd name="connsiteX3" fmla="*/ 0 w 2563627"/>
              <a:gd name="connsiteY3" fmla="*/ 10288588 h 10288588"/>
            </a:gdLst>
            <a:ahLst/>
            <a:cxnLst>
              <a:cxn ang="0">
                <a:pos x="connsiteX0" y="connsiteY0"/>
              </a:cxn>
              <a:cxn ang="0">
                <a:pos x="connsiteX1" y="connsiteY1"/>
              </a:cxn>
              <a:cxn ang="0">
                <a:pos x="connsiteX2" y="connsiteY2"/>
              </a:cxn>
              <a:cxn ang="0">
                <a:pos x="connsiteX3" y="connsiteY3"/>
              </a:cxn>
            </a:cxnLst>
            <a:rect l="l" t="t" r="r" b="b"/>
            <a:pathLst>
              <a:path w="2563627" h="10288588">
                <a:moveTo>
                  <a:pt x="1934369" y="0"/>
                </a:moveTo>
                <a:lnTo>
                  <a:pt x="2563627" y="0"/>
                </a:lnTo>
                <a:lnTo>
                  <a:pt x="629257" y="10288588"/>
                </a:lnTo>
                <a:lnTo>
                  <a:pt x="0" y="10288588"/>
                </a:lnTo>
                <a:close/>
              </a:path>
            </a:pathLst>
          </a:custGeom>
          <a:solidFill>
            <a:srgbClr val="002F5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33"/>
          </a:p>
        </p:txBody>
      </p:sp>
      <p:sp>
        <p:nvSpPr>
          <p:cNvPr id="11" name="Tampungan Gambar 10">
            <a:extLst>
              <a:ext uri="{FF2B5EF4-FFF2-40B4-BE49-F238E27FC236}">
                <a16:creationId xmlns:a16="http://schemas.microsoft.com/office/drawing/2014/main" id="{3C1F5F2C-F78A-C516-3910-EA47FD591CDB}"/>
              </a:ext>
            </a:extLst>
          </p:cNvPr>
          <p:cNvSpPr>
            <a:spLocks noGrp="1"/>
          </p:cNvSpPr>
          <p:nvPr>
            <p:ph type="pic" sz="quarter" idx="11"/>
          </p:nvPr>
        </p:nvSpPr>
        <p:spPr>
          <a:xfrm>
            <a:off x="7033684" y="0"/>
            <a:ext cx="5158317" cy="6858000"/>
          </a:xfrm>
          <a:custGeom>
            <a:avLst/>
            <a:gdLst>
              <a:gd name="connsiteX0" fmla="*/ 1934369 w 7737475"/>
              <a:gd name="connsiteY0" fmla="*/ 0 h 10288588"/>
              <a:gd name="connsiteX1" fmla="*/ 7737475 w 7737475"/>
              <a:gd name="connsiteY1" fmla="*/ 0 h 10288588"/>
              <a:gd name="connsiteX2" fmla="*/ 5803106 w 7737475"/>
              <a:gd name="connsiteY2" fmla="*/ 10288588 h 10288588"/>
              <a:gd name="connsiteX3" fmla="*/ 0 w 7737475"/>
              <a:gd name="connsiteY3" fmla="*/ 10288588 h 10288588"/>
            </a:gdLst>
            <a:ahLst/>
            <a:cxnLst>
              <a:cxn ang="0">
                <a:pos x="connsiteX0" y="connsiteY0"/>
              </a:cxn>
              <a:cxn ang="0">
                <a:pos x="connsiteX1" y="connsiteY1"/>
              </a:cxn>
              <a:cxn ang="0">
                <a:pos x="connsiteX2" y="connsiteY2"/>
              </a:cxn>
              <a:cxn ang="0">
                <a:pos x="connsiteX3" y="connsiteY3"/>
              </a:cxn>
            </a:cxnLst>
            <a:rect l="l" t="t" r="r" b="b"/>
            <a:pathLst>
              <a:path w="7737475" h="10288588">
                <a:moveTo>
                  <a:pt x="1934369" y="0"/>
                </a:moveTo>
                <a:lnTo>
                  <a:pt x="7737475" y="0"/>
                </a:lnTo>
                <a:lnTo>
                  <a:pt x="5803106" y="10288588"/>
                </a:lnTo>
                <a:lnTo>
                  <a:pt x="0" y="10288588"/>
                </a:lnTo>
                <a:close/>
              </a:path>
            </a:pathLst>
          </a:custGeom>
          <a:pattFill prst="pct5">
            <a:fgClr>
              <a:srgbClr val="002F5F"/>
            </a:fgClr>
            <a:bgClr>
              <a:schemeClr val="bg1"/>
            </a:bgClr>
          </a:pattFill>
        </p:spPr>
        <p:txBody>
          <a:bodyPr wrap="square">
            <a:noAutofit/>
          </a:bodyPr>
          <a:lstStyle>
            <a:lvl1pPr>
              <a:defRPr sz="1333">
                <a:latin typeface="Arial" panose="020B0604020202020204" pitchFamily="34" charset="0"/>
                <a:cs typeface="Arial" panose="020B0604020202020204" pitchFamily="34" charset="0"/>
              </a:defRPr>
            </a:lvl1pPr>
          </a:lstStyle>
          <a:p>
            <a:endParaRPr lang="id-ID"/>
          </a:p>
        </p:txBody>
      </p:sp>
      <p:sp>
        <p:nvSpPr>
          <p:cNvPr id="12" name="Freeform: Shape 11">
            <a:extLst>
              <a:ext uri="{FF2B5EF4-FFF2-40B4-BE49-F238E27FC236}">
                <a16:creationId xmlns:a16="http://schemas.microsoft.com/office/drawing/2014/main" id="{3EDEC9AA-5F2A-43B8-A0C5-120898A55A7C}"/>
              </a:ext>
            </a:extLst>
          </p:cNvPr>
          <p:cNvSpPr/>
          <p:nvPr userDrawn="1"/>
        </p:nvSpPr>
        <p:spPr bwMode="auto">
          <a:xfrm rot="620604">
            <a:off x="11747287" y="2099163"/>
            <a:ext cx="861205" cy="4875768"/>
          </a:xfrm>
          <a:custGeom>
            <a:avLst/>
            <a:gdLst>
              <a:gd name="connsiteX0" fmla="*/ 0 w 645904"/>
              <a:gd name="connsiteY0" fmla="*/ 0 h 3656826"/>
              <a:gd name="connsiteX1" fmla="*/ 645904 w 645904"/>
              <a:gd name="connsiteY1" fmla="*/ 3538940 h 3656826"/>
              <a:gd name="connsiteX2" fmla="*/ 0 w 645904"/>
              <a:gd name="connsiteY2" fmla="*/ 3656826 h 3656826"/>
            </a:gdLst>
            <a:ahLst/>
            <a:cxnLst>
              <a:cxn ang="0">
                <a:pos x="connsiteX0" y="connsiteY0"/>
              </a:cxn>
              <a:cxn ang="0">
                <a:pos x="connsiteX1" y="connsiteY1"/>
              </a:cxn>
              <a:cxn ang="0">
                <a:pos x="connsiteX2" y="connsiteY2"/>
              </a:cxn>
            </a:cxnLst>
            <a:rect l="l" t="t" r="r" b="b"/>
            <a:pathLst>
              <a:path w="645904" h="3656826">
                <a:moveTo>
                  <a:pt x="0" y="0"/>
                </a:moveTo>
                <a:lnTo>
                  <a:pt x="645904" y="3538940"/>
                </a:lnTo>
                <a:lnTo>
                  <a:pt x="0" y="3656826"/>
                </a:lnTo>
                <a:close/>
              </a:path>
            </a:pathLst>
          </a:custGeom>
          <a:solidFill>
            <a:srgbClr val="115EFA"/>
          </a:solidFill>
          <a:ln>
            <a:noFill/>
          </a:ln>
        </p:spPr>
        <p:txBody>
          <a:bodyPr vert="horz" wrap="square" lIns="121920" tIns="60960" rIns="121920" bIns="60960" numCol="1" rtlCol="0" anchor="t" anchorCtr="0" compatLnSpc="1">
            <a:prstTxWarp prst="textNoShape">
              <a:avLst/>
            </a:prstTxWarp>
            <a:noAutofit/>
          </a:bodyPr>
          <a:lstStyle/>
          <a:p>
            <a:pPr algn="ctr"/>
            <a:endParaRPr lang="en-US" sz="2400"/>
          </a:p>
        </p:txBody>
      </p:sp>
      <p:grpSp>
        <p:nvGrpSpPr>
          <p:cNvPr id="14" name="Group 13">
            <a:extLst>
              <a:ext uri="{FF2B5EF4-FFF2-40B4-BE49-F238E27FC236}">
                <a16:creationId xmlns:a16="http://schemas.microsoft.com/office/drawing/2014/main" id="{3FD95B29-60B1-4DB7-88DB-A0BF0FCBD40C}"/>
              </a:ext>
            </a:extLst>
          </p:cNvPr>
          <p:cNvGrpSpPr>
            <a:grpSpLocks noChangeAspect="1"/>
          </p:cNvGrpSpPr>
          <p:nvPr userDrawn="1"/>
        </p:nvGrpSpPr>
        <p:grpSpPr>
          <a:xfrm>
            <a:off x="407988" y="576000"/>
            <a:ext cx="1130400" cy="437949"/>
            <a:chOff x="2389188" y="1992313"/>
            <a:chExt cx="7424738" cy="2876551"/>
          </a:xfrm>
          <a:solidFill>
            <a:schemeClr val="accent2"/>
          </a:solidFill>
        </p:grpSpPr>
        <p:sp>
          <p:nvSpPr>
            <p:cNvPr id="15" name="Freeform 5">
              <a:extLst>
                <a:ext uri="{FF2B5EF4-FFF2-40B4-BE49-F238E27FC236}">
                  <a16:creationId xmlns:a16="http://schemas.microsoft.com/office/drawing/2014/main" id="{183CDD3C-C2EB-47C8-9F19-288346C0ACA4}"/>
                </a:ext>
              </a:extLst>
            </p:cNvPr>
            <p:cNvSpPr>
              <a:spLocks noEditPoints="1"/>
            </p:cNvSpPr>
            <p:nvPr/>
          </p:nvSpPr>
          <p:spPr bwMode="auto">
            <a:xfrm>
              <a:off x="2424113" y="4270376"/>
              <a:ext cx="7361238" cy="598488"/>
            </a:xfrm>
            <a:custGeom>
              <a:avLst/>
              <a:gdLst>
                <a:gd name="T0" fmla="*/ 4474 w 4637"/>
                <a:gd name="T1" fmla="*/ 613 h 753"/>
                <a:gd name="T2" fmla="*/ 4500 w 4637"/>
                <a:gd name="T3" fmla="*/ 735 h 753"/>
                <a:gd name="T4" fmla="*/ 4506 w 4637"/>
                <a:gd name="T5" fmla="*/ 214 h 753"/>
                <a:gd name="T6" fmla="*/ 61 w 4637"/>
                <a:gd name="T7" fmla="*/ 747 h 753"/>
                <a:gd name="T8" fmla="*/ 22 w 4637"/>
                <a:gd name="T9" fmla="*/ 20 h 753"/>
                <a:gd name="T10" fmla="*/ 263 w 4637"/>
                <a:gd name="T11" fmla="*/ 487 h 753"/>
                <a:gd name="T12" fmla="*/ 437 w 4637"/>
                <a:gd name="T13" fmla="*/ 699 h 753"/>
                <a:gd name="T14" fmla="*/ 246 w 4637"/>
                <a:gd name="T15" fmla="*/ 601 h 753"/>
                <a:gd name="T16" fmla="*/ 378 w 4637"/>
                <a:gd name="T17" fmla="*/ 212 h 753"/>
                <a:gd name="T18" fmla="*/ 409 w 4637"/>
                <a:gd name="T19" fmla="*/ 315 h 753"/>
                <a:gd name="T20" fmla="*/ 264 w 4637"/>
                <a:gd name="T21" fmla="*/ 399 h 753"/>
                <a:gd name="T22" fmla="*/ 506 w 4637"/>
                <a:gd name="T23" fmla="*/ 232 h 753"/>
                <a:gd name="T24" fmla="*/ 657 w 4637"/>
                <a:gd name="T25" fmla="*/ 220 h 753"/>
                <a:gd name="T26" fmla="*/ 657 w 4637"/>
                <a:gd name="T27" fmla="*/ 737 h 753"/>
                <a:gd name="T28" fmla="*/ 768 w 4637"/>
                <a:gd name="T29" fmla="*/ 14 h 753"/>
                <a:gd name="T30" fmla="*/ 918 w 4637"/>
                <a:gd name="T31" fmla="*/ 711 h 753"/>
                <a:gd name="T32" fmla="*/ 837 w 4637"/>
                <a:gd name="T33" fmla="*/ 415 h 753"/>
                <a:gd name="T34" fmla="*/ 973 w 4637"/>
                <a:gd name="T35" fmla="*/ 216 h 753"/>
                <a:gd name="T36" fmla="*/ 838 w 4637"/>
                <a:gd name="T37" fmla="*/ 325 h 753"/>
                <a:gd name="T38" fmla="*/ 982 w 4637"/>
                <a:gd name="T39" fmla="*/ 659 h 753"/>
                <a:gd name="T40" fmla="*/ 1245 w 4637"/>
                <a:gd name="T41" fmla="*/ 729 h 753"/>
                <a:gd name="T42" fmla="*/ 1265 w 4637"/>
                <a:gd name="T43" fmla="*/ 210 h 753"/>
                <a:gd name="T44" fmla="*/ 1267 w 4637"/>
                <a:gd name="T45" fmla="*/ 250 h 753"/>
                <a:gd name="T46" fmla="*/ 1276 w 4637"/>
                <a:gd name="T47" fmla="*/ 711 h 753"/>
                <a:gd name="T48" fmla="*/ 1456 w 4637"/>
                <a:gd name="T49" fmla="*/ 6 h 753"/>
                <a:gd name="T50" fmla="*/ 1617 w 4637"/>
                <a:gd name="T51" fmla="*/ 675 h 753"/>
                <a:gd name="T52" fmla="*/ 1700 w 4637"/>
                <a:gd name="T53" fmla="*/ 751 h 753"/>
                <a:gd name="T54" fmla="*/ 1581 w 4637"/>
                <a:gd name="T55" fmla="*/ 315 h 753"/>
                <a:gd name="T56" fmla="*/ 1767 w 4637"/>
                <a:gd name="T57" fmla="*/ 365 h 753"/>
                <a:gd name="T58" fmla="*/ 1681 w 4637"/>
                <a:gd name="T59" fmla="*/ 242 h 753"/>
                <a:gd name="T60" fmla="*/ 2012 w 4637"/>
                <a:gd name="T61" fmla="*/ 731 h 753"/>
                <a:gd name="T62" fmla="*/ 1849 w 4637"/>
                <a:gd name="T63" fmla="*/ 591 h 753"/>
                <a:gd name="T64" fmla="*/ 1999 w 4637"/>
                <a:gd name="T65" fmla="*/ 276 h 753"/>
                <a:gd name="T66" fmla="*/ 1926 w 4637"/>
                <a:gd name="T67" fmla="*/ 204 h 753"/>
                <a:gd name="T68" fmla="*/ 2031 w 4637"/>
                <a:gd name="T69" fmla="*/ 741 h 753"/>
                <a:gd name="T70" fmla="*/ 1881 w 4637"/>
                <a:gd name="T71" fmla="*/ 671 h 753"/>
                <a:gd name="T72" fmla="*/ 2299 w 4637"/>
                <a:gd name="T73" fmla="*/ 355 h 753"/>
                <a:gd name="T74" fmla="*/ 2139 w 4637"/>
                <a:gd name="T75" fmla="*/ 747 h 753"/>
                <a:gd name="T76" fmla="*/ 2224 w 4637"/>
                <a:gd name="T77" fmla="*/ 204 h 753"/>
                <a:gd name="T78" fmla="*/ 2652 w 4637"/>
                <a:gd name="T79" fmla="*/ 753 h 753"/>
                <a:gd name="T80" fmla="*/ 2541 w 4637"/>
                <a:gd name="T81" fmla="*/ 208 h 753"/>
                <a:gd name="T82" fmla="*/ 2681 w 4637"/>
                <a:gd name="T83" fmla="*/ 248 h 753"/>
                <a:gd name="T84" fmla="*/ 2937 w 4637"/>
                <a:gd name="T85" fmla="*/ 751 h 753"/>
                <a:gd name="T86" fmla="*/ 2789 w 4637"/>
                <a:gd name="T87" fmla="*/ 737 h 753"/>
                <a:gd name="T88" fmla="*/ 2882 w 4637"/>
                <a:gd name="T89" fmla="*/ 206 h 753"/>
                <a:gd name="T90" fmla="*/ 3232 w 4637"/>
                <a:gd name="T91" fmla="*/ 487 h 753"/>
                <a:gd name="T92" fmla="*/ 3235 w 4637"/>
                <a:gd name="T93" fmla="*/ 697 h 753"/>
                <a:gd name="T94" fmla="*/ 3046 w 4637"/>
                <a:gd name="T95" fmla="*/ 615 h 753"/>
                <a:gd name="T96" fmla="*/ 3166 w 4637"/>
                <a:gd name="T97" fmla="*/ 206 h 753"/>
                <a:gd name="T98" fmla="*/ 3210 w 4637"/>
                <a:gd name="T99" fmla="*/ 321 h 753"/>
                <a:gd name="T100" fmla="*/ 3064 w 4637"/>
                <a:gd name="T101" fmla="*/ 379 h 753"/>
                <a:gd name="T102" fmla="*/ 3618 w 4637"/>
                <a:gd name="T103" fmla="*/ 305 h 753"/>
                <a:gd name="T104" fmla="*/ 3458 w 4637"/>
                <a:gd name="T105" fmla="*/ 208 h 753"/>
                <a:gd name="T106" fmla="*/ 3634 w 4637"/>
                <a:gd name="T107" fmla="*/ 282 h 753"/>
                <a:gd name="T108" fmla="*/ 3781 w 4637"/>
                <a:gd name="T109" fmla="*/ 232 h 753"/>
                <a:gd name="T110" fmla="*/ 3859 w 4637"/>
                <a:gd name="T111" fmla="*/ 319 h 753"/>
                <a:gd name="T112" fmla="*/ 4039 w 4637"/>
                <a:gd name="T113" fmla="*/ 290 h 753"/>
                <a:gd name="T114" fmla="*/ 3965 w 4637"/>
                <a:gd name="T115" fmla="*/ 753 h 753"/>
                <a:gd name="T116" fmla="*/ 3901 w 4637"/>
                <a:gd name="T117" fmla="*/ 272 h 753"/>
                <a:gd name="T118" fmla="*/ 3919 w 4637"/>
                <a:gd name="T119" fmla="*/ 703 h 753"/>
                <a:gd name="T120" fmla="*/ 4206 w 4637"/>
                <a:gd name="T121" fmla="*/ 250 h 753"/>
                <a:gd name="T122" fmla="*/ 4166 w 4637"/>
                <a:gd name="T123" fmla="*/ 216 h 753"/>
                <a:gd name="T124" fmla="*/ 4339 w 4637"/>
                <a:gd name="T125" fmla="*/ 753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37" h="753">
                  <a:moveTo>
                    <a:pt x="4615" y="254"/>
                  </a:moveTo>
                  <a:lnTo>
                    <a:pt x="4599" y="250"/>
                  </a:lnTo>
                  <a:lnTo>
                    <a:pt x="4580" y="246"/>
                  </a:lnTo>
                  <a:lnTo>
                    <a:pt x="4561" y="242"/>
                  </a:lnTo>
                  <a:lnTo>
                    <a:pt x="4545" y="242"/>
                  </a:lnTo>
                  <a:lnTo>
                    <a:pt x="4535" y="242"/>
                  </a:lnTo>
                  <a:lnTo>
                    <a:pt x="4526" y="244"/>
                  </a:lnTo>
                  <a:lnTo>
                    <a:pt x="4517" y="248"/>
                  </a:lnTo>
                  <a:lnTo>
                    <a:pt x="4509" y="254"/>
                  </a:lnTo>
                  <a:lnTo>
                    <a:pt x="4503" y="262"/>
                  </a:lnTo>
                  <a:lnTo>
                    <a:pt x="4496" y="270"/>
                  </a:lnTo>
                  <a:lnTo>
                    <a:pt x="4493" y="276"/>
                  </a:lnTo>
                  <a:lnTo>
                    <a:pt x="4491" y="280"/>
                  </a:lnTo>
                  <a:lnTo>
                    <a:pt x="4488" y="286"/>
                  </a:lnTo>
                  <a:lnTo>
                    <a:pt x="4486" y="292"/>
                  </a:lnTo>
                  <a:lnTo>
                    <a:pt x="4482" y="305"/>
                  </a:lnTo>
                  <a:lnTo>
                    <a:pt x="4477" y="319"/>
                  </a:lnTo>
                  <a:lnTo>
                    <a:pt x="4474" y="337"/>
                  </a:lnTo>
                  <a:lnTo>
                    <a:pt x="4471" y="355"/>
                  </a:lnTo>
                  <a:lnTo>
                    <a:pt x="4470" y="375"/>
                  </a:lnTo>
                  <a:lnTo>
                    <a:pt x="4468" y="395"/>
                  </a:lnTo>
                  <a:lnTo>
                    <a:pt x="4468" y="417"/>
                  </a:lnTo>
                  <a:lnTo>
                    <a:pt x="4467" y="443"/>
                  </a:lnTo>
                  <a:lnTo>
                    <a:pt x="4467" y="509"/>
                  </a:lnTo>
                  <a:lnTo>
                    <a:pt x="4468" y="533"/>
                  </a:lnTo>
                  <a:lnTo>
                    <a:pt x="4468" y="555"/>
                  </a:lnTo>
                  <a:lnTo>
                    <a:pt x="4470" y="575"/>
                  </a:lnTo>
                  <a:lnTo>
                    <a:pt x="4471" y="595"/>
                  </a:lnTo>
                  <a:lnTo>
                    <a:pt x="4474" y="613"/>
                  </a:lnTo>
                  <a:lnTo>
                    <a:pt x="4477" y="631"/>
                  </a:lnTo>
                  <a:lnTo>
                    <a:pt x="4480" y="647"/>
                  </a:lnTo>
                  <a:lnTo>
                    <a:pt x="4485" y="659"/>
                  </a:lnTo>
                  <a:lnTo>
                    <a:pt x="4490" y="673"/>
                  </a:lnTo>
                  <a:lnTo>
                    <a:pt x="4496" y="683"/>
                  </a:lnTo>
                  <a:lnTo>
                    <a:pt x="4502" y="693"/>
                  </a:lnTo>
                  <a:lnTo>
                    <a:pt x="4505" y="697"/>
                  </a:lnTo>
                  <a:lnTo>
                    <a:pt x="4509" y="701"/>
                  </a:lnTo>
                  <a:lnTo>
                    <a:pt x="4513" y="703"/>
                  </a:lnTo>
                  <a:lnTo>
                    <a:pt x="4517" y="707"/>
                  </a:lnTo>
                  <a:lnTo>
                    <a:pt x="4525" y="711"/>
                  </a:lnTo>
                  <a:lnTo>
                    <a:pt x="4535" y="713"/>
                  </a:lnTo>
                  <a:lnTo>
                    <a:pt x="4545" y="713"/>
                  </a:lnTo>
                  <a:lnTo>
                    <a:pt x="4563" y="713"/>
                  </a:lnTo>
                  <a:lnTo>
                    <a:pt x="4582" y="709"/>
                  </a:lnTo>
                  <a:lnTo>
                    <a:pt x="4600" y="705"/>
                  </a:lnTo>
                  <a:lnTo>
                    <a:pt x="4615" y="701"/>
                  </a:lnTo>
                  <a:lnTo>
                    <a:pt x="4615" y="254"/>
                  </a:lnTo>
                  <a:close/>
                  <a:moveTo>
                    <a:pt x="4629" y="735"/>
                  </a:moveTo>
                  <a:lnTo>
                    <a:pt x="4611" y="741"/>
                  </a:lnTo>
                  <a:lnTo>
                    <a:pt x="4600" y="745"/>
                  </a:lnTo>
                  <a:lnTo>
                    <a:pt x="4590" y="747"/>
                  </a:lnTo>
                  <a:lnTo>
                    <a:pt x="4567" y="751"/>
                  </a:lnTo>
                  <a:lnTo>
                    <a:pt x="4545" y="753"/>
                  </a:lnTo>
                  <a:lnTo>
                    <a:pt x="4532" y="753"/>
                  </a:lnTo>
                  <a:lnTo>
                    <a:pt x="4521" y="749"/>
                  </a:lnTo>
                  <a:lnTo>
                    <a:pt x="4510" y="743"/>
                  </a:lnTo>
                  <a:lnTo>
                    <a:pt x="4505" y="739"/>
                  </a:lnTo>
                  <a:lnTo>
                    <a:pt x="4500" y="735"/>
                  </a:lnTo>
                  <a:lnTo>
                    <a:pt x="4491" y="725"/>
                  </a:lnTo>
                  <a:lnTo>
                    <a:pt x="4483" y="715"/>
                  </a:lnTo>
                  <a:lnTo>
                    <a:pt x="4478" y="707"/>
                  </a:lnTo>
                  <a:lnTo>
                    <a:pt x="4475" y="701"/>
                  </a:lnTo>
                  <a:lnTo>
                    <a:pt x="4468" y="685"/>
                  </a:lnTo>
                  <a:lnTo>
                    <a:pt x="4463" y="669"/>
                  </a:lnTo>
                  <a:lnTo>
                    <a:pt x="4458" y="649"/>
                  </a:lnTo>
                  <a:lnTo>
                    <a:pt x="4454" y="629"/>
                  </a:lnTo>
                  <a:lnTo>
                    <a:pt x="4451" y="607"/>
                  </a:lnTo>
                  <a:lnTo>
                    <a:pt x="4448" y="585"/>
                  </a:lnTo>
                  <a:lnTo>
                    <a:pt x="4447" y="561"/>
                  </a:lnTo>
                  <a:lnTo>
                    <a:pt x="4445" y="535"/>
                  </a:lnTo>
                  <a:lnTo>
                    <a:pt x="4445" y="509"/>
                  </a:lnTo>
                  <a:lnTo>
                    <a:pt x="4445" y="443"/>
                  </a:lnTo>
                  <a:lnTo>
                    <a:pt x="4446" y="413"/>
                  </a:lnTo>
                  <a:lnTo>
                    <a:pt x="4447" y="387"/>
                  </a:lnTo>
                  <a:lnTo>
                    <a:pt x="4449" y="361"/>
                  </a:lnTo>
                  <a:lnTo>
                    <a:pt x="4451" y="337"/>
                  </a:lnTo>
                  <a:lnTo>
                    <a:pt x="4455" y="315"/>
                  </a:lnTo>
                  <a:lnTo>
                    <a:pt x="4459" y="298"/>
                  </a:lnTo>
                  <a:lnTo>
                    <a:pt x="4464" y="280"/>
                  </a:lnTo>
                  <a:lnTo>
                    <a:pt x="4470" y="264"/>
                  </a:lnTo>
                  <a:lnTo>
                    <a:pt x="4473" y="256"/>
                  </a:lnTo>
                  <a:lnTo>
                    <a:pt x="4476" y="248"/>
                  </a:lnTo>
                  <a:lnTo>
                    <a:pt x="4485" y="236"/>
                  </a:lnTo>
                  <a:lnTo>
                    <a:pt x="4489" y="232"/>
                  </a:lnTo>
                  <a:lnTo>
                    <a:pt x="4493" y="226"/>
                  </a:lnTo>
                  <a:lnTo>
                    <a:pt x="4502" y="218"/>
                  </a:lnTo>
                  <a:lnTo>
                    <a:pt x="4506" y="214"/>
                  </a:lnTo>
                  <a:lnTo>
                    <a:pt x="4511" y="212"/>
                  </a:lnTo>
                  <a:lnTo>
                    <a:pt x="4522" y="206"/>
                  </a:lnTo>
                  <a:lnTo>
                    <a:pt x="4527" y="204"/>
                  </a:lnTo>
                  <a:lnTo>
                    <a:pt x="4533" y="204"/>
                  </a:lnTo>
                  <a:lnTo>
                    <a:pt x="4545" y="202"/>
                  </a:lnTo>
                  <a:lnTo>
                    <a:pt x="4561" y="204"/>
                  </a:lnTo>
                  <a:lnTo>
                    <a:pt x="4580" y="206"/>
                  </a:lnTo>
                  <a:lnTo>
                    <a:pt x="4598" y="212"/>
                  </a:lnTo>
                  <a:lnTo>
                    <a:pt x="4615" y="218"/>
                  </a:lnTo>
                  <a:lnTo>
                    <a:pt x="4615" y="20"/>
                  </a:lnTo>
                  <a:lnTo>
                    <a:pt x="4615" y="16"/>
                  </a:lnTo>
                  <a:lnTo>
                    <a:pt x="4615" y="12"/>
                  </a:lnTo>
                  <a:lnTo>
                    <a:pt x="4617" y="6"/>
                  </a:lnTo>
                  <a:lnTo>
                    <a:pt x="4618" y="4"/>
                  </a:lnTo>
                  <a:lnTo>
                    <a:pt x="4620" y="2"/>
                  </a:lnTo>
                  <a:lnTo>
                    <a:pt x="4623" y="0"/>
                  </a:lnTo>
                  <a:lnTo>
                    <a:pt x="4628" y="0"/>
                  </a:lnTo>
                  <a:lnTo>
                    <a:pt x="4632" y="2"/>
                  </a:lnTo>
                  <a:lnTo>
                    <a:pt x="4635" y="6"/>
                  </a:lnTo>
                  <a:lnTo>
                    <a:pt x="4636" y="12"/>
                  </a:lnTo>
                  <a:lnTo>
                    <a:pt x="4637" y="20"/>
                  </a:lnTo>
                  <a:lnTo>
                    <a:pt x="4637" y="715"/>
                  </a:lnTo>
                  <a:lnTo>
                    <a:pt x="4637" y="723"/>
                  </a:lnTo>
                  <a:lnTo>
                    <a:pt x="4636" y="725"/>
                  </a:lnTo>
                  <a:lnTo>
                    <a:pt x="4635" y="727"/>
                  </a:lnTo>
                  <a:lnTo>
                    <a:pt x="4633" y="731"/>
                  </a:lnTo>
                  <a:lnTo>
                    <a:pt x="4629" y="735"/>
                  </a:lnTo>
                  <a:close/>
                  <a:moveTo>
                    <a:pt x="177" y="747"/>
                  </a:moveTo>
                  <a:lnTo>
                    <a:pt x="61" y="747"/>
                  </a:lnTo>
                  <a:lnTo>
                    <a:pt x="54" y="747"/>
                  </a:lnTo>
                  <a:lnTo>
                    <a:pt x="48" y="745"/>
                  </a:lnTo>
                  <a:lnTo>
                    <a:pt x="41" y="745"/>
                  </a:lnTo>
                  <a:lnTo>
                    <a:pt x="36" y="741"/>
                  </a:lnTo>
                  <a:lnTo>
                    <a:pt x="30" y="739"/>
                  </a:lnTo>
                  <a:lnTo>
                    <a:pt x="28" y="737"/>
                  </a:lnTo>
                  <a:lnTo>
                    <a:pt x="25" y="733"/>
                  </a:lnTo>
                  <a:lnTo>
                    <a:pt x="21" y="729"/>
                  </a:lnTo>
                  <a:lnTo>
                    <a:pt x="16" y="723"/>
                  </a:lnTo>
                  <a:lnTo>
                    <a:pt x="13" y="715"/>
                  </a:lnTo>
                  <a:lnTo>
                    <a:pt x="9" y="707"/>
                  </a:lnTo>
                  <a:lnTo>
                    <a:pt x="7" y="699"/>
                  </a:lnTo>
                  <a:lnTo>
                    <a:pt x="4" y="687"/>
                  </a:lnTo>
                  <a:lnTo>
                    <a:pt x="3" y="677"/>
                  </a:lnTo>
                  <a:lnTo>
                    <a:pt x="1" y="663"/>
                  </a:lnTo>
                  <a:lnTo>
                    <a:pt x="1" y="649"/>
                  </a:lnTo>
                  <a:lnTo>
                    <a:pt x="0" y="635"/>
                  </a:lnTo>
                  <a:lnTo>
                    <a:pt x="0" y="20"/>
                  </a:lnTo>
                  <a:lnTo>
                    <a:pt x="0" y="16"/>
                  </a:lnTo>
                  <a:lnTo>
                    <a:pt x="1" y="12"/>
                  </a:lnTo>
                  <a:lnTo>
                    <a:pt x="3" y="6"/>
                  </a:lnTo>
                  <a:lnTo>
                    <a:pt x="4" y="4"/>
                  </a:lnTo>
                  <a:lnTo>
                    <a:pt x="5" y="2"/>
                  </a:lnTo>
                  <a:lnTo>
                    <a:pt x="9" y="0"/>
                  </a:lnTo>
                  <a:lnTo>
                    <a:pt x="14" y="0"/>
                  </a:lnTo>
                  <a:lnTo>
                    <a:pt x="17" y="2"/>
                  </a:lnTo>
                  <a:lnTo>
                    <a:pt x="20" y="6"/>
                  </a:lnTo>
                  <a:lnTo>
                    <a:pt x="22" y="12"/>
                  </a:lnTo>
                  <a:lnTo>
                    <a:pt x="22" y="20"/>
                  </a:lnTo>
                  <a:lnTo>
                    <a:pt x="22" y="635"/>
                  </a:lnTo>
                  <a:lnTo>
                    <a:pt x="23" y="645"/>
                  </a:lnTo>
                  <a:lnTo>
                    <a:pt x="23" y="655"/>
                  </a:lnTo>
                  <a:lnTo>
                    <a:pt x="24" y="665"/>
                  </a:lnTo>
                  <a:lnTo>
                    <a:pt x="25" y="671"/>
                  </a:lnTo>
                  <a:lnTo>
                    <a:pt x="27" y="679"/>
                  </a:lnTo>
                  <a:lnTo>
                    <a:pt x="28" y="685"/>
                  </a:lnTo>
                  <a:lnTo>
                    <a:pt x="30" y="689"/>
                  </a:lnTo>
                  <a:lnTo>
                    <a:pt x="33" y="693"/>
                  </a:lnTo>
                  <a:lnTo>
                    <a:pt x="35" y="697"/>
                  </a:lnTo>
                  <a:lnTo>
                    <a:pt x="38" y="699"/>
                  </a:lnTo>
                  <a:lnTo>
                    <a:pt x="45" y="703"/>
                  </a:lnTo>
                  <a:lnTo>
                    <a:pt x="53" y="705"/>
                  </a:lnTo>
                  <a:lnTo>
                    <a:pt x="61" y="705"/>
                  </a:lnTo>
                  <a:lnTo>
                    <a:pt x="177" y="705"/>
                  </a:lnTo>
                  <a:lnTo>
                    <a:pt x="181" y="707"/>
                  </a:lnTo>
                  <a:lnTo>
                    <a:pt x="182" y="709"/>
                  </a:lnTo>
                  <a:lnTo>
                    <a:pt x="184" y="711"/>
                  </a:lnTo>
                  <a:lnTo>
                    <a:pt x="186" y="715"/>
                  </a:lnTo>
                  <a:lnTo>
                    <a:pt x="186" y="719"/>
                  </a:lnTo>
                  <a:lnTo>
                    <a:pt x="187" y="723"/>
                  </a:lnTo>
                  <a:lnTo>
                    <a:pt x="187" y="731"/>
                  </a:lnTo>
                  <a:lnTo>
                    <a:pt x="186" y="733"/>
                  </a:lnTo>
                  <a:lnTo>
                    <a:pt x="186" y="737"/>
                  </a:lnTo>
                  <a:lnTo>
                    <a:pt x="184" y="743"/>
                  </a:lnTo>
                  <a:lnTo>
                    <a:pt x="181" y="745"/>
                  </a:lnTo>
                  <a:lnTo>
                    <a:pt x="177" y="747"/>
                  </a:lnTo>
                  <a:close/>
                  <a:moveTo>
                    <a:pt x="433" y="487"/>
                  </a:moveTo>
                  <a:lnTo>
                    <a:pt x="263" y="487"/>
                  </a:lnTo>
                  <a:lnTo>
                    <a:pt x="263" y="509"/>
                  </a:lnTo>
                  <a:lnTo>
                    <a:pt x="263" y="539"/>
                  </a:lnTo>
                  <a:lnTo>
                    <a:pt x="264" y="553"/>
                  </a:lnTo>
                  <a:lnTo>
                    <a:pt x="265" y="565"/>
                  </a:lnTo>
                  <a:lnTo>
                    <a:pt x="266" y="579"/>
                  </a:lnTo>
                  <a:lnTo>
                    <a:pt x="267" y="591"/>
                  </a:lnTo>
                  <a:lnTo>
                    <a:pt x="270" y="613"/>
                  </a:lnTo>
                  <a:lnTo>
                    <a:pt x="274" y="631"/>
                  </a:lnTo>
                  <a:lnTo>
                    <a:pt x="279" y="647"/>
                  </a:lnTo>
                  <a:lnTo>
                    <a:pt x="284" y="663"/>
                  </a:lnTo>
                  <a:lnTo>
                    <a:pt x="287" y="669"/>
                  </a:lnTo>
                  <a:lnTo>
                    <a:pt x="290" y="675"/>
                  </a:lnTo>
                  <a:lnTo>
                    <a:pt x="293" y="681"/>
                  </a:lnTo>
                  <a:lnTo>
                    <a:pt x="296" y="685"/>
                  </a:lnTo>
                  <a:lnTo>
                    <a:pt x="303" y="693"/>
                  </a:lnTo>
                  <a:lnTo>
                    <a:pt x="311" y="701"/>
                  </a:lnTo>
                  <a:lnTo>
                    <a:pt x="319" y="705"/>
                  </a:lnTo>
                  <a:lnTo>
                    <a:pt x="327" y="709"/>
                  </a:lnTo>
                  <a:lnTo>
                    <a:pt x="336" y="713"/>
                  </a:lnTo>
                  <a:lnTo>
                    <a:pt x="345" y="713"/>
                  </a:lnTo>
                  <a:lnTo>
                    <a:pt x="354" y="713"/>
                  </a:lnTo>
                  <a:lnTo>
                    <a:pt x="372" y="713"/>
                  </a:lnTo>
                  <a:lnTo>
                    <a:pt x="390" y="709"/>
                  </a:lnTo>
                  <a:lnTo>
                    <a:pt x="410" y="703"/>
                  </a:lnTo>
                  <a:lnTo>
                    <a:pt x="429" y="697"/>
                  </a:lnTo>
                  <a:lnTo>
                    <a:pt x="431" y="697"/>
                  </a:lnTo>
                  <a:lnTo>
                    <a:pt x="432" y="697"/>
                  </a:lnTo>
                  <a:lnTo>
                    <a:pt x="436" y="697"/>
                  </a:lnTo>
                  <a:lnTo>
                    <a:pt x="437" y="699"/>
                  </a:lnTo>
                  <a:lnTo>
                    <a:pt x="438" y="703"/>
                  </a:lnTo>
                  <a:lnTo>
                    <a:pt x="439" y="705"/>
                  </a:lnTo>
                  <a:lnTo>
                    <a:pt x="439" y="709"/>
                  </a:lnTo>
                  <a:lnTo>
                    <a:pt x="439" y="721"/>
                  </a:lnTo>
                  <a:lnTo>
                    <a:pt x="438" y="725"/>
                  </a:lnTo>
                  <a:lnTo>
                    <a:pt x="437" y="729"/>
                  </a:lnTo>
                  <a:lnTo>
                    <a:pt x="436" y="731"/>
                  </a:lnTo>
                  <a:lnTo>
                    <a:pt x="434" y="733"/>
                  </a:lnTo>
                  <a:lnTo>
                    <a:pt x="430" y="737"/>
                  </a:lnTo>
                  <a:lnTo>
                    <a:pt x="411" y="743"/>
                  </a:lnTo>
                  <a:lnTo>
                    <a:pt x="391" y="749"/>
                  </a:lnTo>
                  <a:lnTo>
                    <a:pt x="372" y="751"/>
                  </a:lnTo>
                  <a:lnTo>
                    <a:pt x="354" y="753"/>
                  </a:lnTo>
                  <a:lnTo>
                    <a:pt x="343" y="753"/>
                  </a:lnTo>
                  <a:lnTo>
                    <a:pt x="331" y="751"/>
                  </a:lnTo>
                  <a:lnTo>
                    <a:pt x="320" y="747"/>
                  </a:lnTo>
                  <a:lnTo>
                    <a:pt x="310" y="741"/>
                  </a:lnTo>
                  <a:lnTo>
                    <a:pt x="300" y="735"/>
                  </a:lnTo>
                  <a:lnTo>
                    <a:pt x="295" y="731"/>
                  </a:lnTo>
                  <a:lnTo>
                    <a:pt x="291" y="727"/>
                  </a:lnTo>
                  <a:lnTo>
                    <a:pt x="282" y="715"/>
                  </a:lnTo>
                  <a:lnTo>
                    <a:pt x="274" y="703"/>
                  </a:lnTo>
                  <a:lnTo>
                    <a:pt x="270" y="695"/>
                  </a:lnTo>
                  <a:lnTo>
                    <a:pt x="267" y="687"/>
                  </a:lnTo>
                  <a:lnTo>
                    <a:pt x="260" y="669"/>
                  </a:lnTo>
                  <a:lnTo>
                    <a:pt x="255" y="649"/>
                  </a:lnTo>
                  <a:lnTo>
                    <a:pt x="250" y="627"/>
                  </a:lnTo>
                  <a:lnTo>
                    <a:pt x="248" y="615"/>
                  </a:lnTo>
                  <a:lnTo>
                    <a:pt x="246" y="601"/>
                  </a:lnTo>
                  <a:lnTo>
                    <a:pt x="243" y="573"/>
                  </a:lnTo>
                  <a:lnTo>
                    <a:pt x="241" y="543"/>
                  </a:lnTo>
                  <a:lnTo>
                    <a:pt x="241" y="527"/>
                  </a:lnTo>
                  <a:lnTo>
                    <a:pt x="241" y="509"/>
                  </a:lnTo>
                  <a:lnTo>
                    <a:pt x="241" y="443"/>
                  </a:lnTo>
                  <a:lnTo>
                    <a:pt x="241" y="417"/>
                  </a:lnTo>
                  <a:lnTo>
                    <a:pt x="242" y="391"/>
                  </a:lnTo>
                  <a:lnTo>
                    <a:pt x="245" y="369"/>
                  </a:lnTo>
                  <a:lnTo>
                    <a:pt x="247" y="345"/>
                  </a:lnTo>
                  <a:lnTo>
                    <a:pt x="249" y="335"/>
                  </a:lnTo>
                  <a:lnTo>
                    <a:pt x="251" y="325"/>
                  </a:lnTo>
                  <a:lnTo>
                    <a:pt x="253" y="315"/>
                  </a:lnTo>
                  <a:lnTo>
                    <a:pt x="255" y="305"/>
                  </a:lnTo>
                  <a:lnTo>
                    <a:pt x="258" y="296"/>
                  </a:lnTo>
                  <a:lnTo>
                    <a:pt x="261" y="288"/>
                  </a:lnTo>
                  <a:lnTo>
                    <a:pt x="267" y="270"/>
                  </a:lnTo>
                  <a:lnTo>
                    <a:pt x="274" y="256"/>
                  </a:lnTo>
                  <a:lnTo>
                    <a:pt x="281" y="242"/>
                  </a:lnTo>
                  <a:lnTo>
                    <a:pt x="289" y="230"/>
                  </a:lnTo>
                  <a:lnTo>
                    <a:pt x="299" y="220"/>
                  </a:lnTo>
                  <a:lnTo>
                    <a:pt x="308" y="212"/>
                  </a:lnTo>
                  <a:lnTo>
                    <a:pt x="319" y="208"/>
                  </a:lnTo>
                  <a:lnTo>
                    <a:pt x="330" y="204"/>
                  </a:lnTo>
                  <a:lnTo>
                    <a:pt x="336" y="202"/>
                  </a:lnTo>
                  <a:lnTo>
                    <a:pt x="343" y="202"/>
                  </a:lnTo>
                  <a:lnTo>
                    <a:pt x="355" y="204"/>
                  </a:lnTo>
                  <a:lnTo>
                    <a:pt x="361" y="204"/>
                  </a:lnTo>
                  <a:lnTo>
                    <a:pt x="367" y="206"/>
                  </a:lnTo>
                  <a:lnTo>
                    <a:pt x="378" y="212"/>
                  </a:lnTo>
                  <a:lnTo>
                    <a:pt x="383" y="216"/>
                  </a:lnTo>
                  <a:lnTo>
                    <a:pt x="387" y="220"/>
                  </a:lnTo>
                  <a:lnTo>
                    <a:pt x="397" y="230"/>
                  </a:lnTo>
                  <a:lnTo>
                    <a:pt x="405" y="240"/>
                  </a:lnTo>
                  <a:lnTo>
                    <a:pt x="412" y="254"/>
                  </a:lnTo>
                  <a:lnTo>
                    <a:pt x="416" y="260"/>
                  </a:lnTo>
                  <a:lnTo>
                    <a:pt x="419" y="268"/>
                  </a:lnTo>
                  <a:lnTo>
                    <a:pt x="424" y="286"/>
                  </a:lnTo>
                  <a:lnTo>
                    <a:pt x="429" y="303"/>
                  </a:lnTo>
                  <a:lnTo>
                    <a:pt x="433" y="323"/>
                  </a:lnTo>
                  <a:lnTo>
                    <a:pt x="437" y="343"/>
                  </a:lnTo>
                  <a:lnTo>
                    <a:pt x="439" y="365"/>
                  </a:lnTo>
                  <a:lnTo>
                    <a:pt x="441" y="389"/>
                  </a:lnTo>
                  <a:lnTo>
                    <a:pt x="442" y="415"/>
                  </a:lnTo>
                  <a:lnTo>
                    <a:pt x="443" y="441"/>
                  </a:lnTo>
                  <a:lnTo>
                    <a:pt x="443" y="469"/>
                  </a:lnTo>
                  <a:lnTo>
                    <a:pt x="443" y="473"/>
                  </a:lnTo>
                  <a:lnTo>
                    <a:pt x="442" y="475"/>
                  </a:lnTo>
                  <a:lnTo>
                    <a:pt x="440" y="483"/>
                  </a:lnTo>
                  <a:lnTo>
                    <a:pt x="437" y="487"/>
                  </a:lnTo>
                  <a:lnTo>
                    <a:pt x="433" y="487"/>
                  </a:lnTo>
                  <a:close/>
                  <a:moveTo>
                    <a:pt x="421" y="441"/>
                  </a:moveTo>
                  <a:lnTo>
                    <a:pt x="420" y="417"/>
                  </a:lnTo>
                  <a:lnTo>
                    <a:pt x="420" y="397"/>
                  </a:lnTo>
                  <a:lnTo>
                    <a:pt x="418" y="375"/>
                  </a:lnTo>
                  <a:lnTo>
                    <a:pt x="416" y="357"/>
                  </a:lnTo>
                  <a:lnTo>
                    <a:pt x="414" y="339"/>
                  </a:lnTo>
                  <a:lnTo>
                    <a:pt x="411" y="321"/>
                  </a:lnTo>
                  <a:lnTo>
                    <a:pt x="409" y="315"/>
                  </a:lnTo>
                  <a:lnTo>
                    <a:pt x="407" y="307"/>
                  </a:lnTo>
                  <a:lnTo>
                    <a:pt x="403" y="294"/>
                  </a:lnTo>
                  <a:lnTo>
                    <a:pt x="400" y="288"/>
                  </a:lnTo>
                  <a:lnTo>
                    <a:pt x="398" y="282"/>
                  </a:lnTo>
                  <a:lnTo>
                    <a:pt x="395" y="276"/>
                  </a:lnTo>
                  <a:lnTo>
                    <a:pt x="392" y="272"/>
                  </a:lnTo>
                  <a:lnTo>
                    <a:pt x="389" y="266"/>
                  </a:lnTo>
                  <a:lnTo>
                    <a:pt x="386" y="262"/>
                  </a:lnTo>
                  <a:lnTo>
                    <a:pt x="379" y="256"/>
                  </a:lnTo>
                  <a:lnTo>
                    <a:pt x="371" y="250"/>
                  </a:lnTo>
                  <a:lnTo>
                    <a:pt x="362" y="246"/>
                  </a:lnTo>
                  <a:lnTo>
                    <a:pt x="353" y="242"/>
                  </a:lnTo>
                  <a:lnTo>
                    <a:pt x="343" y="242"/>
                  </a:lnTo>
                  <a:lnTo>
                    <a:pt x="332" y="242"/>
                  </a:lnTo>
                  <a:lnTo>
                    <a:pt x="328" y="244"/>
                  </a:lnTo>
                  <a:lnTo>
                    <a:pt x="323" y="246"/>
                  </a:lnTo>
                  <a:lnTo>
                    <a:pt x="314" y="250"/>
                  </a:lnTo>
                  <a:lnTo>
                    <a:pt x="307" y="256"/>
                  </a:lnTo>
                  <a:lnTo>
                    <a:pt x="299" y="264"/>
                  </a:lnTo>
                  <a:lnTo>
                    <a:pt x="293" y="274"/>
                  </a:lnTo>
                  <a:lnTo>
                    <a:pt x="287" y="284"/>
                  </a:lnTo>
                  <a:lnTo>
                    <a:pt x="282" y="298"/>
                  </a:lnTo>
                  <a:lnTo>
                    <a:pt x="277" y="311"/>
                  </a:lnTo>
                  <a:lnTo>
                    <a:pt x="275" y="317"/>
                  </a:lnTo>
                  <a:lnTo>
                    <a:pt x="273" y="325"/>
                  </a:lnTo>
                  <a:lnTo>
                    <a:pt x="270" y="343"/>
                  </a:lnTo>
                  <a:lnTo>
                    <a:pt x="268" y="361"/>
                  </a:lnTo>
                  <a:lnTo>
                    <a:pt x="266" y="379"/>
                  </a:lnTo>
                  <a:lnTo>
                    <a:pt x="264" y="399"/>
                  </a:lnTo>
                  <a:lnTo>
                    <a:pt x="263" y="421"/>
                  </a:lnTo>
                  <a:lnTo>
                    <a:pt x="263" y="443"/>
                  </a:lnTo>
                  <a:lnTo>
                    <a:pt x="421" y="447"/>
                  </a:lnTo>
                  <a:lnTo>
                    <a:pt x="421" y="441"/>
                  </a:lnTo>
                  <a:close/>
                  <a:moveTo>
                    <a:pt x="649" y="751"/>
                  </a:moveTo>
                  <a:lnTo>
                    <a:pt x="636" y="753"/>
                  </a:lnTo>
                  <a:lnTo>
                    <a:pt x="622" y="753"/>
                  </a:lnTo>
                  <a:lnTo>
                    <a:pt x="610" y="753"/>
                  </a:lnTo>
                  <a:lnTo>
                    <a:pt x="598" y="749"/>
                  </a:lnTo>
                  <a:lnTo>
                    <a:pt x="593" y="745"/>
                  </a:lnTo>
                  <a:lnTo>
                    <a:pt x="589" y="741"/>
                  </a:lnTo>
                  <a:lnTo>
                    <a:pt x="584" y="737"/>
                  </a:lnTo>
                  <a:lnTo>
                    <a:pt x="581" y="731"/>
                  </a:lnTo>
                  <a:lnTo>
                    <a:pt x="577" y="725"/>
                  </a:lnTo>
                  <a:lnTo>
                    <a:pt x="574" y="717"/>
                  </a:lnTo>
                  <a:lnTo>
                    <a:pt x="571" y="709"/>
                  </a:lnTo>
                  <a:lnTo>
                    <a:pt x="569" y="699"/>
                  </a:lnTo>
                  <a:lnTo>
                    <a:pt x="568" y="687"/>
                  </a:lnTo>
                  <a:lnTo>
                    <a:pt x="566" y="675"/>
                  </a:lnTo>
                  <a:lnTo>
                    <a:pt x="566" y="659"/>
                  </a:lnTo>
                  <a:lnTo>
                    <a:pt x="565" y="645"/>
                  </a:lnTo>
                  <a:lnTo>
                    <a:pt x="565" y="248"/>
                  </a:lnTo>
                  <a:lnTo>
                    <a:pt x="516" y="248"/>
                  </a:lnTo>
                  <a:lnTo>
                    <a:pt x="512" y="248"/>
                  </a:lnTo>
                  <a:lnTo>
                    <a:pt x="510" y="246"/>
                  </a:lnTo>
                  <a:lnTo>
                    <a:pt x="509" y="244"/>
                  </a:lnTo>
                  <a:lnTo>
                    <a:pt x="507" y="240"/>
                  </a:lnTo>
                  <a:lnTo>
                    <a:pt x="506" y="236"/>
                  </a:lnTo>
                  <a:lnTo>
                    <a:pt x="506" y="232"/>
                  </a:lnTo>
                  <a:lnTo>
                    <a:pt x="506" y="222"/>
                  </a:lnTo>
                  <a:lnTo>
                    <a:pt x="506" y="220"/>
                  </a:lnTo>
                  <a:lnTo>
                    <a:pt x="507" y="216"/>
                  </a:lnTo>
                  <a:lnTo>
                    <a:pt x="508" y="214"/>
                  </a:lnTo>
                  <a:lnTo>
                    <a:pt x="509" y="212"/>
                  </a:lnTo>
                  <a:lnTo>
                    <a:pt x="510" y="210"/>
                  </a:lnTo>
                  <a:lnTo>
                    <a:pt x="512" y="208"/>
                  </a:lnTo>
                  <a:lnTo>
                    <a:pt x="516" y="208"/>
                  </a:lnTo>
                  <a:lnTo>
                    <a:pt x="565" y="208"/>
                  </a:lnTo>
                  <a:lnTo>
                    <a:pt x="565" y="104"/>
                  </a:lnTo>
                  <a:lnTo>
                    <a:pt x="566" y="96"/>
                  </a:lnTo>
                  <a:lnTo>
                    <a:pt x="567" y="94"/>
                  </a:lnTo>
                  <a:lnTo>
                    <a:pt x="568" y="90"/>
                  </a:lnTo>
                  <a:lnTo>
                    <a:pt x="569" y="88"/>
                  </a:lnTo>
                  <a:lnTo>
                    <a:pt x="570" y="86"/>
                  </a:lnTo>
                  <a:lnTo>
                    <a:pt x="572" y="86"/>
                  </a:lnTo>
                  <a:lnTo>
                    <a:pt x="574" y="84"/>
                  </a:lnTo>
                  <a:lnTo>
                    <a:pt x="580" y="84"/>
                  </a:lnTo>
                  <a:lnTo>
                    <a:pt x="583" y="86"/>
                  </a:lnTo>
                  <a:lnTo>
                    <a:pt x="585" y="90"/>
                  </a:lnTo>
                  <a:lnTo>
                    <a:pt x="587" y="96"/>
                  </a:lnTo>
                  <a:lnTo>
                    <a:pt x="588" y="104"/>
                  </a:lnTo>
                  <a:lnTo>
                    <a:pt x="588" y="208"/>
                  </a:lnTo>
                  <a:lnTo>
                    <a:pt x="648" y="208"/>
                  </a:lnTo>
                  <a:lnTo>
                    <a:pt x="651" y="208"/>
                  </a:lnTo>
                  <a:lnTo>
                    <a:pt x="653" y="210"/>
                  </a:lnTo>
                  <a:lnTo>
                    <a:pt x="654" y="212"/>
                  </a:lnTo>
                  <a:lnTo>
                    <a:pt x="656" y="216"/>
                  </a:lnTo>
                  <a:lnTo>
                    <a:pt x="657" y="220"/>
                  </a:lnTo>
                  <a:lnTo>
                    <a:pt x="657" y="222"/>
                  </a:lnTo>
                  <a:lnTo>
                    <a:pt x="657" y="232"/>
                  </a:lnTo>
                  <a:lnTo>
                    <a:pt x="657" y="236"/>
                  </a:lnTo>
                  <a:lnTo>
                    <a:pt x="656" y="240"/>
                  </a:lnTo>
                  <a:lnTo>
                    <a:pt x="654" y="244"/>
                  </a:lnTo>
                  <a:lnTo>
                    <a:pt x="653" y="246"/>
                  </a:lnTo>
                  <a:lnTo>
                    <a:pt x="651" y="248"/>
                  </a:lnTo>
                  <a:lnTo>
                    <a:pt x="648" y="248"/>
                  </a:lnTo>
                  <a:lnTo>
                    <a:pt x="588" y="248"/>
                  </a:lnTo>
                  <a:lnTo>
                    <a:pt x="588" y="645"/>
                  </a:lnTo>
                  <a:lnTo>
                    <a:pt x="588" y="665"/>
                  </a:lnTo>
                  <a:lnTo>
                    <a:pt x="590" y="681"/>
                  </a:lnTo>
                  <a:lnTo>
                    <a:pt x="593" y="693"/>
                  </a:lnTo>
                  <a:lnTo>
                    <a:pt x="595" y="697"/>
                  </a:lnTo>
                  <a:lnTo>
                    <a:pt x="597" y="701"/>
                  </a:lnTo>
                  <a:lnTo>
                    <a:pt x="599" y="705"/>
                  </a:lnTo>
                  <a:lnTo>
                    <a:pt x="602" y="707"/>
                  </a:lnTo>
                  <a:lnTo>
                    <a:pt x="605" y="711"/>
                  </a:lnTo>
                  <a:lnTo>
                    <a:pt x="608" y="711"/>
                  </a:lnTo>
                  <a:lnTo>
                    <a:pt x="615" y="713"/>
                  </a:lnTo>
                  <a:lnTo>
                    <a:pt x="622" y="713"/>
                  </a:lnTo>
                  <a:lnTo>
                    <a:pt x="647" y="713"/>
                  </a:lnTo>
                  <a:lnTo>
                    <a:pt x="651" y="715"/>
                  </a:lnTo>
                  <a:lnTo>
                    <a:pt x="655" y="717"/>
                  </a:lnTo>
                  <a:lnTo>
                    <a:pt x="656" y="719"/>
                  </a:lnTo>
                  <a:lnTo>
                    <a:pt x="657" y="723"/>
                  </a:lnTo>
                  <a:lnTo>
                    <a:pt x="657" y="725"/>
                  </a:lnTo>
                  <a:lnTo>
                    <a:pt x="657" y="729"/>
                  </a:lnTo>
                  <a:lnTo>
                    <a:pt x="657" y="737"/>
                  </a:lnTo>
                  <a:lnTo>
                    <a:pt x="655" y="743"/>
                  </a:lnTo>
                  <a:lnTo>
                    <a:pt x="654" y="747"/>
                  </a:lnTo>
                  <a:lnTo>
                    <a:pt x="653" y="747"/>
                  </a:lnTo>
                  <a:lnTo>
                    <a:pt x="649" y="751"/>
                  </a:lnTo>
                  <a:close/>
                  <a:moveTo>
                    <a:pt x="767" y="20"/>
                  </a:moveTo>
                  <a:lnTo>
                    <a:pt x="743" y="192"/>
                  </a:lnTo>
                  <a:lnTo>
                    <a:pt x="742" y="202"/>
                  </a:lnTo>
                  <a:lnTo>
                    <a:pt x="740" y="208"/>
                  </a:lnTo>
                  <a:lnTo>
                    <a:pt x="737" y="210"/>
                  </a:lnTo>
                  <a:lnTo>
                    <a:pt x="734" y="212"/>
                  </a:lnTo>
                  <a:lnTo>
                    <a:pt x="726" y="212"/>
                  </a:lnTo>
                  <a:lnTo>
                    <a:pt x="724" y="210"/>
                  </a:lnTo>
                  <a:lnTo>
                    <a:pt x="722" y="208"/>
                  </a:lnTo>
                  <a:lnTo>
                    <a:pt x="722" y="206"/>
                  </a:lnTo>
                  <a:lnTo>
                    <a:pt x="722" y="202"/>
                  </a:lnTo>
                  <a:lnTo>
                    <a:pt x="722" y="198"/>
                  </a:lnTo>
                  <a:lnTo>
                    <a:pt x="722" y="192"/>
                  </a:lnTo>
                  <a:lnTo>
                    <a:pt x="743" y="20"/>
                  </a:lnTo>
                  <a:lnTo>
                    <a:pt x="744" y="10"/>
                  </a:lnTo>
                  <a:lnTo>
                    <a:pt x="745" y="6"/>
                  </a:lnTo>
                  <a:lnTo>
                    <a:pt x="746" y="4"/>
                  </a:lnTo>
                  <a:lnTo>
                    <a:pt x="749" y="2"/>
                  </a:lnTo>
                  <a:lnTo>
                    <a:pt x="753" y="0"/>
                  </a:lnTo>
                  <a:lnTo>
                    <a:pt x="762" y="0"/>
                  </a:lnTo>
                  <a:lnTo>
                    <a:pt x="765" y="0"/>
                  </a:lnTo>
                  <a:lnTo>
                    <a:pt x="767" y="2"/>
                  </a:lnTo>
                  <a:lnTo>
                    <a:pt x="768" y="6"/>
                  </a:lnTo>
                  <a:lnTo>
                    <a:pt x="768" y="12"/>
                  </a:lnTo>
                  <a:lnTo>
                    <a:pt x="768" y="14"/>
                  </a:lnTo>
                  <a:lnTo>
                    <a:pt x="767" y="20"/>
                  </a:lnTo>
                  <a:close/>
                  <a:moveTo>
                    <a:pt x="898" y="753"/>
                  </a:moveTo>
                  <a:lnTo>
                    <a:pt x="879" y="753"/>
                  </a:lnTo>
                  <a:lnTo>
                    <a:pt x="859" y="749"/>
                  </a:lnTo>
                  <a:lnTo>
                    <a:pt x="841" y="745"/>
                  </a:lnTo>
                  <a:lnTo>
                    <a:pt x="825" y="739"/>
                  </a:lnTo>
                  <a:lnTo>
                    <a:pt x="820" y="737"/>
                  </a:lnTo>
                  <a:lnTo>
                    <a:pt x="818" y="735"/>
                  </a:lnTo>
                  <a:lnTo>
                    <a:pt x="817" y="735"/>
                  </a:lnTo>
                  <a:lnTo>
                    <a:pt x="815" y="733"/>
                  </a:lnTo>
                  <a:lnTo>
                    <a:pt x="814" y="729"/>
                  </a:lnTo>
                  <a:lnTo>
                    <a:pt x="814" y="727"/>
                  </a:lnTo>
                  <a:lnTo>
                    <a:pt x="814" y="723"/>
                  </a:lnTo>
                  <a:lnTo>
                    <a:pt x="814" y="711"/>
                  </a:lnTo>
                  <a:lnTo>
                    <a:pt x="814" y="707"/>
                  </a:lnTo>
                  <a:lnTo>
                    <a:pt x="814" y="705"/>
                  </a:lnTo>
                  <a:lnTo>
                    <a:pt x="816" y="701"/>
                  </a:lnTo>
                  <a:lnTo>
                    <a:pt x="817" y="699"/>
                  </a:lnTo>
                  <a:lnTo>
                    <a:pt x="819" y="699"/>
                  </a:lnTo>
                  <a:lnTo>
                    <a:pt x="820" y="697"/>
                  </a:lnTo>
                  <a:lnTo>
                    <a:pt x="822" y="697"/>
                  </a:lnTo>
                  <a:lnTo>
                    <a:pt x="825" y="697"/>
                  </a:lnTo>
                  <a:lnTo>
                    <a:pt x="844" y="703"/>
                  </a:lnTo>
                  <a:lnTo>
                    <a:pt x="863" y="709"/>
                  </a:lnTo>
                  <a:lnTo>
                    <a:pt x="873" y="711"/>
                  </a:lnTo>
                  <a:lnTo>
                    <a:pt x="882" y="713"/>
                  </a:lnTo>
                  <a:lnTo>
                    <a:pt x="899" y="713"/>
                  </a:lnTo>
                  <a:lnTo>
                    <a:pt x="912" y="713"/>
                  </a:lnTo>
                  <a:lnTo>
                    <a:pt x="918" y="711"/>
                  </a:lnTo>
                  <a:lnTo>
                    <a:pt x="924" y="709"/>
                  </a:lnTo>
                  <a:lnTo>
                    <a:pt x="930" y="707"/>
                  </a:lnTo>
                  <a:lnTo>
                    <a:pt x="935" y="703"/>
                  </a:lnTo>
                  <a:lnTo>
                    <a:pt x="940" y="699"/>
                  </a:lnTo>
                  <a:lnTo>
                    <a:pt x="944" y="695"/>
                  </a:lnTo>
                  <a:lnTo>
                    <a:pt x="948" y="689"/>
                  </a:lnTo>
                  <a:lnTo>
                    <a:pt x="952" y="681"/>
                  </a:lnTo>
                  <a:lnTo>
                    <a:pt x="955" y="673"/>
                  </a:lnTo>
                  <a:lnTo>
                    <a:pt x="958" y="663"/>
                  </a:lnTo>
                  <a:lnTo>
                    <a:pt x="960" y="653"/>
                  </a:lnTo>
                  <a:lnTo>
                    <a:pt x="961" y="641"/>
                  </a:lnTo>
                  <a:lnTo>
                    <a:pt x="962" y="627"/>
                  </a:lnTo>
                  <a:lnTo>
                    <a:pt x="963" y="613"/>
                  </a:lnTo>
                  <a:lnTo>
                    <a:pt x="962" y="599"/>
                  </a:lnTo>
                  <a:lnTo>
                    <a:pt x="960" y="585"/>
                  </a:lnTo>
                  <a:lnTo>
                    <a:pt x="959" y="579"/>
                  </a:lnTo>
                  <a:lnTo>
                    <a:pt x="957" y="573"/>
                  </a:lnTo>
                  <a:lnTo>
                    <a:pt x="952" y="561"/>
                  </a:lnTo>
                  <a:lnTo>
                    <a:pt x="949" y="555"/>
                  </a:lnTo>
                  <a:lnTo>
                    <a:pt x="945" y="547"/>
                  </a:lnTo>
                  <a:lnTo>
                    <a:pt x="935" y="535"/>
                  </a:lnTo>
                  <a:lnTo>
                    <a:pt x="924" y="519"/>
                  </a:lnTo>
                  <a:lnTo>
                    <a:pt x="909" y="503"/>
                  </a:lnTo>
                  <a:lnTo>
                    <a:pt x="877" y="469"/>
                  </a:lnTo>
                  <a:lnTo>
                    <a:pt x="864" y="453"/>
                  </a:lnTo>
                  <a:lnTo>
                    <a:pt x="852" y="439"/>
                  </a:lnTo>
                  <a:lnTo>
                    <a:pt x="841" y="423"/>
                  </a:lnTo>
                  <a:lnTo>
                    <a:pt x="839" y="419"/>
                  </a:lnTo>
                  <a:lnTo>
                    <a:pt x="837" y="415"/>
                  </a:lnTo>
                  <a:lnTo>
                    <a:pt x="832" y="407"/>
                  </a:lnTo>
                  <a:lnTo>
                    <a:pt x="829" y="399"/>
                  </a:lnTo>
                  <a:lnTo>
                    <a:pt x="825" y="389"/>
                  </a:lnTo>
                  <a:lnTo>
                    <a:pt x="823" y="381"/>
                  </a:lnTo>
                  <a:lnTo>
                    <a:pt x="820" y="371"/>
                  </a:lnTo>
                  <a:lnTo>
                    <a:pt x="819" y="361"/>
                  </a:lnTo>
                  <a:lnTo>
                    <a:pt x="817" y="349"/>
                  </a:lnTo>
                  <a:lnTo>
                    <a:pt x="816" y="337"/>
                  </a:lnTo>
                  <a:lnTo>
                    <a:pt x="816" y="325"/>
                  </a:lnTo>
                  <a:lnTo>
                    <a:pt x="817" y="309"/>
                  </a:lnTo>
                  <a:lnTo>
                    <a:pt x="818" y="294"/>
                  </a:lnTo>
                  <a:lnTo>
                    <a:pt x="820" y="280"/>
                  </a:lnTo>
                  <a:lnTo>
                    <a:pt x="823" y="268"/>
                  </a:lnTo>
                  <a:lnTo>
                    <a:pt x="826" y="256"/>
                  </a:lnTo>
                  <a:lnTo>
                    <a:pt x="830" y="246"/>
                  </a:lnTo>
                  <a:lnTo>
                    <a:pt x="835" y="238"/>
                  </a:lnTo>
                  <a:lnTo>
                    <a:pt x="840" y="230"/>
                  </a:lnTo>
                  <a:lnTo>
                    <a:pt x="845" y="222"/>
                  </a:lnTo>
                  <a:lnTo>
                    <a:pt x="851" y="216"/>
                  </a:lnTo>
                  <a:lnTo>
                    <a:pt x="858" y="212"/>
                  </a:lnTo>
                  <a:lnTo>
                    <a:pt x="864" y="208"/>
                  </a:lnTo>
                  <a:lnTo>
                    <a:pt x="871" y="206"/>
                  </a:lnTo>
                  <a:lnTo>
                    <a:pt x="878" y="204"/>
                  </a:lnTo>
                  <a:lnTo>
                    <a:pt x="893" y="202"/>
                  </a:lnTo>
                  <a:lnTo>
                    <a:pt x="917" y="204"/>
                  </a:lnTo>
                  <a:lnTo>
                    <a:pt x="936" y="206"/>
                  </a:lnTo>
                  <a:lnTo>
                    <a:pt x="965" y="212"/>
                  </a:lnTo>
                  <a:lnTo>
                    <a:pt x="970" y="214"/>
                  </a:lnTo>
                  <a:lnTo>
                    <a:pt x="973" y="216"/>
                  </a:lnTo>
                  <a:lnTo>
                    <a:pt x="974" y="218"/>
                  </a:lnTo>
                  <a:lnTo>
                    <a:pt x="975" y="220"/>
                  </a:lnTo>
                  <a:lnTo>
                    <a:pt x="976" y="224"/>
                  </a:lnTo>
                  <a:lnTo>
                    <a:pt x="976" y="228"/>
                  </a:lnTo>
                  <a:lnTo>
                    <a:pt x="976" y="236"/>
                  </a:lnTo>
                  <a:lnTo>
                    <a:pt x="975" y="246"/>
                  </a:lnTo>
                  <a:lnTo>
                    <a:pt x="973" y="252"/>
                  </a:lnTo>
                  <a:lnTo>
                    <a:pt x="970" y="254"/>
                  </a:lnTo>
                  <a:lnTo>
                    <a:pt x="965" y="252"/>
                  </a:lnTo>
                  <a:lnTo>
                    <a:pt x="953" y="250"/>
                  </a:lnTo>
                  <a:lnTo>
                    <a:pt x="936" y="246"/>
                  </a:lnTo>
                  <a:lnTo>
                    <a:pt x="926" y="244"/>
                  </a:lnTo>
                  <a:lnTo>
                    <a:pt x="916" y="244"/>
                  </a:lnTo>
                  <a:lnTo>
                    <a:pt x="895" y="242"/>
                  </a:lnTo>
                  <a:lnTo>
                    <a:pt x="883" y="242"/>
                  </a:lnTo>
                  <a:lnTo>
                    <a:pt x="873" y="244"/>
                  </a:lnTo>
                  <a:lnTo>
                    <a:pt x="868" y="246"/>
                  </a:lnTo>
                  <a:lnTo>
                    <a:pt x="863" y="250"/>
                  </a:lnTo>
                  <a:lnTo>
                    <a:pt x="859" y="254"/>
                  </a:lnTo>
                  <a:lnTo>
                    <a:pt x="855" y="258"/>
                  </a:lnTo>
                  <a:lnTo>
                    <a:pt x="851" y="262"/>
                  </a:lnTo>
                  <a:lnTo>
                    <a:pt x="848" y="268"/>
                  </a:lnTo>
                  <a:lnTo>
                    <a:pt x="845" y="276"/>
                  </a:lnTo>
                  <a:lnTo>
                    <a:pt x="844" y="278"/>
                  </a:lnTo>
                  <a:lnTo>
                    <a:pt x="843" y="282"/>
                  </a:lnTo>
                  <a:lnTo>
                    <a:pt x="841" y="292"/>
                  </a:lnTo>
                  <a:lnTo>
                    <a:pt x="839" y="301"/>
                  </a:lnTo>
                  <a:lnTo>
                    <a:pt x="839" y="313"/>
                  </a:lnTo>
                  <a:lnTo>
                    <a:pt x="838" y="325"/>
                  </a:lnTo>
                  <a:lnTo>
                    <a:pt x="838" y="333"/>
                  </a:lnTo>
                  <a:lnTo>
                    <a:pt x="839" y="341"/>
                  </a:lnTo>
                  <a:lnTo>
                    <a:pt x="840" y="349"/>
                  </a:lnTo>
                  <a:lnTo>
                    <a:pt x="842" y="355"/>
                  </a:lnTo>
                  <a:lnTo>
                    <a:pt x="843" y="363"/>
                  </a:lnTo>
                  <a:lnTo>
                    <a:pt x="846" y="369"/>
                  </a:lnTo>
                  <a:lnTo>
                    <a:pt x="848" y="375"/>
                  </a:lnTo>
                  <a:lnTo>
                    <a:pt x="851" y="381"/>
                  </a:lnTo>
                  <a:lnTo>
                    <a:pt x="858" y="393"/>
                  </a:lnTo>
                  <a:lnTo>
                    <a:pt x="867" y="405"/>
                  </a:lnTo>
                  <a:lnTo>
                    <a:pt x="876" y="417"/>
                  </a:lnTo>
                  <a:lnTo>
                    <a:pt x="887" y="431"/>
                  </a:lnTo>
                  <a:lnTo>
                    <a:pt x="921" y="467"/>
                  </a:lnTo>
                  <a:lnTo>
                    <a:pt x="936" y="485"/>
                  </a:lnTo>
                  <a:lnTo>
                    <a:pt x="948" y="501"/>
                  </a:lnTo>
                  <a:lnTo>
                    <a:pt x="954" y="509"/>
                  </a:lnTo>
                  <a:lnTo>
                    <a:pt x="959" y="517"/>
                  </a:lnTo>
                  <a:lnTo>
                    <a:pt x="968" y="533"/>
                  </a:lnTo>
                  <a:lnTo>
                    <a:pt x="972" y="541"/>
                  </a:lnTo>
                  <a:lnTo>
                    <a:pt x="976" y="551"/>
                  </a:lnTo>
                  <a:lnTo>
                    <a:pt x="978" y="559"/>
                  </a:lnTo>
                  <a:lnTo>
                    <a:pt x="981" y="569"/>
                  </a:lnTo>
                  <a:lnTo>
                    <a:pt x="982" y="579"/>
                  </a:lnTo>
                  <a:lnTo>
                    <a:pt x="984" y="589"/>
                  </a:lnTo>
                  <a:lnTo>
                    <a:pt x="985" y="601"/>
                  </a:lnTo>
                  <a:lnTo>
                    <a:pt x="985" y="613"/>
                  </a:lnTo>
                  <a:lnTo>
                    <a:pt x="984" y="633"/>
                  </a:lnTo>
                  <a:lnTo>
                    <a:pt x="983" y="651"/>
                  </a:lnTo>
                  <a:lnTo>
                    <a:pt x="982" y="659"/>
                  </a:lnTo>
                  <a:lnTo>
                    <a:pt x="981" y="667"/>
                  </a:lnTo>
                  <a:lnTo>
                    <a:pt x="979" y="673"/>
                  </a:lnTo>
                  <a:lnTo>
                    <a:pt x="978" y="681"/>
                  </a:lnTo>
                  <a:lnTo>
                    <a:pt x="974" y="693"/>
                  </a:lnTo>
                  <a:lnTo>
                    <a:pt x="972" y="699"/>
                  </a:lnTo>
                  <a:lnTo>
                    <a:pt x="970" y="705"/>
                  </a:lnTo>
                  <a:lnTo>
                    <a:pt x="964" y="715"/>
                  </a:lnTo>
                  <a:lnTo>
                    <a:pt x="959" y="723"/>
                  </a:lnTo>
                  <a:lnTo>
                    <a:pt x="953" y="731"/>
                  </a:lnTo>
                  <a:lnTo>
                    <a:pt x="946" y="737"/>
                  </a:lnTo>
                  <a:lnTo>
                    <a:pt x="939" y="743"/>
                  </a:lnTo>
                  <a:lnTo>
                    <a:pt x="931" y="747"/>
                  </a:lnTo>
                  <a:lnTo>
                    <a:pt x="923" y="749"/>
                  </a:lnTo>
                  <a:lnTo>
                    <a:pt x="915" y="751"/>
                  </a:lnTo>
                  <a:lnTo>
                    <a:pt x="906" y="753"/>
                  </a:lnTo>
                  <a:lnTo>
                    <a:pt x="898" y="753"/>
                  </a:lnTo>
                  <a:close/>
                  <a:moveTo>
                    <a:pt x="1357" y="745"/>
                  </a:moveTo>
                  <a:lnTo>
                    <a:pt x="1341" y="747"/>
                  </a:lnTo>
                  <a:lnTo>
                    <a:pt x="1324" y="751"/>
                  </a:lnTo>
                  <a:lnTo>
                    <a:pt x="1309" y="753"/>
                  </a:lnTo>
                  <a:lnTo>
                    <a:pt x="1296" y="753"/>
                  </a:lnTo>
                  <a:lnTo>
                    <a:pt x="1283" y="751"/>
                  </a:lnTo>
                  <a:lnTo>
                    <a:pt x="1277" y="751"/>
                  </a:lnTo>
                  <a:lnTo>
                    <a:pt x="1271" y="749"/>
                  </a:lnTo>
                  <a:lnTo>
                    <a:pt x="1265" y="745"/>
                  </a:lnTo>
                  <a:lnTo>
                    <a:pt x="1260" y="743"/>
                  </a:lnTo>
                  <a:lnTo>
                    <a:pt x="1255" y="739"/>
                  </a:lnTo>
                  <a:lnTo>
                    <a:pt x="1250" y="733"/>
                  </a:lnTo>
                  <a:lnTo>
                    <a:pt x="1245" y="729"/>
                  </a:lnTo>
                  <a:lnTo>
                    <a:pt x="1241" y="723"/>
                  </a:lnTo>
                  <a:lnTo>
                    <a:pt x="1233" y="711"/>
                  </a:lnTo>
                  <a:lnTo>
                    <a:pt x="1225" y="697"/>
                  </a:lnTo>
                  <a:lnTo>
                    <a:pt x="1219" y="681"/>
                  </a:lnTo>
                  <a:lnTo>
                    <a:pt x="1213" y="663"/>
                  </a:lnTo>
                  <a:lnTo>
                    <a:pt x="1209" y="645"/>
                  </a:lnTo>
                  <a:lnTo>
                    <a:pt x="1205" y="625"/>
                  </a:lnTo>
                  <a:lnTo>
                    <a:pt x="1202" y="603"/>
                  </a:lnTo>
                  <a:lnTo>
                    <a:pt x="1199" y="581"/>
                  </a:lnTo>
                  <a:lnTo>
                    <a:pt x="1197" y="557"/>
                  </a:lnTo>
                  <a:lnTo>
                    <a:pt x="1196" y="535"/>
                  </a:lnTo>
                  <a:lnTo>
                    <a:pt x="1196" y="509"/>
                  </a:lnTo>
                  <a:lnTo>
                    <a:pt x="1196" y="443"/>
                  </a:lnTo>
                  <a:lnTo>
                    <a:pt x="1196" y="417"/>
                  </a:lnTo>
                  <a:lnTo>
                    <a:pt x="1197" y="393"/>
                  </a:lnTo>
                  <a:lnTo>
                    <a:pt x="1199" y="371"/>
                  </a:lnTo>
                  <a:lnTo>
                    <a:pt x="1202" y="349"/>
                  </a:lnTo>
                  <a:lnTo>
                    <a:pt x="1205" y="327"/>
                  </a:lnTo>
                  <a:lnTo>
                    <a:pt x="1209" y="307"/>
                  </a:lnTo>
                  <a:lnTo>
                    <a:pt x="1213" y="290"/>
                  </a:lnTo>
                  <a:lnTo>
                    <a:pt x="1219" y="272"/>
                  </a:lnTo>
                  <a:lnTo>
                    <a:pt x="1222" y="264"/>
                  </a:lnTo>
                  <a:lnTo>
                    <a:pt x="1225" y="258"/>
                  </a:lnTo>
                  <a:lnTo>
                    <a:pt x="1233" y="244"/>
                  </a:lnTo>
                  <a:lnTo>
                    <a:pt x="1237" y="238"/>
                  </a:lnTo>
                  <a:lnTo>
                    <a:pt x="1241" y="232"/>
                  </a:lnTo>
                  <a:lnTo>
                    <a:pt x="1250" y="222"/>
                  </a:lnTo>
                  <a:lnTo>
                    <a:pt x="1260" y="214"/>
                  </a:lnTo>
                  <a:lnTo>
                    <a:pt x="1265" y="210"/>
                  </a:lnTo>
                  <a:lnTo>
                    <a:pt x="1271" y="208"/>
                  </a:lnTo>
                  <a:lnTo>
                    <a:pt x="1277" y="206"/>
                  </a:lnTo>
                  <a:lnTo>
                    <a:pt x="1283" y="204"/>
                  </a:lnTo>
                  <a:lnTo>
                    <a:pt x="1289" y="202"/>
                  </a:lnTo>
                  <a:lnTo>
                    <a:pt x="1296" y="202"/>
                  </a:lnTo>
                  <a:lnTo>
                    <a:pt x="1309" y="204"/>
                  </a:lnTo>
                  <a:lnTo>
                    <a:pt x="1324" y="206"/>
                  </a:lnTo>
                  <a:lnTo>
                    <a:pt x="1341" y="208"/>
                  </a:lnTo>
                  <a:lnTo>
                    <a:pt x="1357" y="212"/>
                  </a:lnTo>
                  <a:lnTo>
                    <a:pt x="1361" y="214"/>
                  </a:lnTo>
                  <a:lnTo>
                    <a:pt x="1364" y="218"/>
                  </a:lnTo>
                  <a:lnTo>
                    <a:pt x="1365" y="220"/>
                  </a:lnTo>
                  <a:lnTo>
                    <a:pt x="1366" y="222"/>
                  </a:lnTo>
                  <a:lnTo>
                    <a:pt x="1366" y="230"/>
                  </a:lnTo>
                  <a:lnTo>
                    <a:pt x="1366" y="236"/>
                  </a:lnTo>
                  <a:lnTo>
                    <a:pt x="1365" y="240"/>
                  </a:lnTo>
                  <a:lnTo>
                    <a:pt x="1365" y="244"/>
                  </a:lnTo>
                  <a:lnTo>
                    <a:pt x="1363" y="248"/>
                  </a:lnTo>
                  <a:lnTo>
                    <a:pt x="1362" y="250"/>
                  </a:lnTo>
                  <a:lnTo>
                    <a:pt x="1360" y="250"/>
                  </a:lnTo>
                  <a:lnTo>
                    <a:pt x="1356" y="250"/>
                  </a:lnTo>
                  <a:lnTo>
                    <a:pt x="1339" y="246"/>
                  </a:lnTo>
                  <a:lnTo>
                    <a:pt x="1323" y="244"/>
                  </a:lnTo>
                  <a:lnTo>
                    <a:pt x="1309" y="242"/>
                  </a:lnTo>
                  <a:lnTo>
                    <a:pt x="1296" y="242"/>
                  </a:lnTo>
                  <a:lnTo>
                    <a:pt x="1285" y="242"/>
                  </a:lnTo>
                  <a:lnTo>
                    <a:pt x="1276" y="246"/>
                  </a:lnTo>
                  <a:lnTo>
                    <a:pt x="1272" y="248"/>
                  </a:lnTo>
                  <a:lnTo>
                    <a:pt x="1267" y="250"/>
                  </a:lnTo>
                  <a:lnTo>
                    <a:pt x="1259" y="256"/>
                  </a:lnTo>
                  <a:lnTo>
                    <a:pt x="1252" y="264"/>
                  </a:lnTo>
                  <a:lnTo>
                    <a:pt x="1246" y="274"/>
                  </a:lnTo>
                  <a:lnTo>
                    <a:pt x="1240" y="284"/>
                  </a:lnTo>
                  <a:lnTo>
                    <a:pt x="1236" y="296"/>
                  </a:lnTo>
                  <a:lnTo>
                    <a:pt x="1231" y="309"/>
                  </a:lnTo>
                  <a:lnTo>
                    <a:pt x="1228" y="325"/>
                  </a:lnTo>
                  <a:lnTo>
                    <a:pt x="1225" y="341"/>
                  </a:lnTo>
                  <a:lnTo>
                    <a:pt x="1222" y="359"/>
                  </a:lnTo>
                  <a:lnTo>
                    <a:pt x="1221" y="379"/>
                  </a:lnTo>
                  <a:lnTo>
                    <a:pt x="1219" y="399"/>
                  </a:lnTo>
                  <a:lnTo>
                    <a:pt x="1219" y="419"/>
                  </a:lnTo>
                  <a:lnTo>
                    <a:pt x="1218" y="443"/>
                  </a:lnTo>
                  <a:lnTo>
                    <a:pt x="1218" y="509"/>
                  </a:lnTo>
                  <a:lnTo>
                    <a:pt x="1219" y="531"/>
                  </a:lnTo>
                  <a:lnTo>
                    <a:pt x="1219" y="553"/>
                  </a:lnTo>
                  <a:lnTo>
                    <a:pt x="1221" y="573"/>
                  </a:lnTo>
                  <a:lnTo>
                    <a:pt x="1222" y="593"/>
                  </a:lnTo>
                  <a:lnTo>
                    <a:pt x="1225" y="611"/>
                  </a:lnTo>
                  <a:lnTo>
                    <a:pt x="1228" y="627"/>
                  </a:lnTo>
                  <a:lnTo>
                    <a:pt x="1231" y="643"/>
                  </a:lnTo>
                  <a:lnTo>
                    <a:pt x="1236" y="657"/>
                  </a:lnTo>
                  <a:lnTo>
                    <a:pt x="1240" y="671"/>
                  </a:lnTo>
                  <a:lnTo>
                    <a:pt x="1246" y="681"/>
                  </a:lnTo>
                  <a:lnTo>
                    <a:pt x="1252" y="691"/>
                  </a:lnTo>
                  <a:lnTo>
                    <a:pt x="1259" y="699"/>
                  </a:lnTo>
                  <a:lnTo>
                    <a:pt x="1267" y="705"/>
                  </a:lnTo>
                  <a:lnTo>
                    <a:pt x="1272" y="709"/>
                  </a:lnTo>
                  <a:lnTo>
                    <a:pt x="1276" y="711"/>
                  </a:lnTo>
                  <a:lnTo>
                    <a:pt x="1285" y="713"/>
                  </a:lnTo>
                  <a:lnTo>
                    <a:pt x="1296" y="713"/>
                  </a:lnTo>
                  <a:lnTo>
                    <a:pt x="1309" y="713"/>
                  </a:lnTo>
                  <a:lnTo>
                    <a:pt x="1323" y="711"/>
                  </a:lnTo>
                  <a:lnTo>
                    <a:pt x="1339" y="709"/>
                  </a:lnTo>
                  <a:lnTo>
                    <a:pt x="1356" y="705"/>
                  </a:lnTo>
                  <a:lnTo>
                    <a:pt x="1360" y="705"/>
                  </a:lnTo>
                  <a:lnTo>
                    <a:pt x="1362" y="705"/>
                  </a:lnTo>
                  <a:lnTo>
                    <a:pt x="1363" y="707"/>
                  </a:lnTo>
                  <a:lnTo>
                    <a:pt x="1365" y="709"/>
                  </a:lnTo>
                  <a:lnTo>
                    <a:pt x="1365" y="711"/>
                  </a:lnTo>
                  <a:lnTo>
                    <a:pt x="1366" y="715"/>
                  </a:lnTo>
                  <a:lnTo>
                    <a:pt x="1366" y="719"/>
                  </a:lnTo>
                  <a:lnTo>
                    <a:pt x="1366" y="731"/>
                  </a:lnTo>
                  <a:lnTo>
                    <a:pt x="1365" y="735"/>
                  </a:lnTo>
                  <a:lnTo>
                    <a:pt x="1364" y="737"/>
                  </a:lnTo>
                  <a:lnTo>
                    <a:pt x="1363" y="741"/>
                  </a:lnTo>
                  <a:lnTo>
                    <a:pt x="1361" y="741"/>
                  </a:lnTo>
                  <a:lnTo>
                    <a:pt x="1357" y="745"/>
                  </a:lnTo>
                  <a:close/>
                  <a:moveTo>
                    <a:pt x="1467" y="753"/>
                  </a:moveTo>
                  <a:lnTo>
                    <a:pt x="1462" y="753"/>
                  </a:lnTo>
                  <a:lnTo>
                    <a:pt x="1458" y="751"/>
                  </a:lnTo>
                  <a:lnTo>
                    <a:pt x="1456" y="747"/>
                  </a:lnTo>
                  <a:lnTo>
                    <a:pt x="1454" y="741"/>
                  </a:lnTo>
                  <a:lnTo>
                    <a:pt x="1453" y="735"/>
                  </a:lnTo>
                  <a:lnTo>
                    <a:pt x="1453" y="20"/>
                  </a:lnTo>
                  <a:lnTo>
                    <a:pt x="1454" y="16"/>
                  </a:lnTo>
                  <a:lnTo>
                    <a:pt x="1454" y="12"/>
                  </a:lnTo>
                  <a:lnTo>
                    <a:pt x="1456" y="6"/>
                  </a:lnTo>
                  <a:lnTo>
                    <a:pt x="1457" y="4"/>
                  </a:lnTo>
                  <a:lnTo>
                    <a:pt x="1458" y="2"/>
                  </a:lnTo>
                  <a:lnTo>
                    <a:pt x="1462" y="0"/>
                  </a:lnTo>
                  <a:lnTo>
                    <a:pt x="1467" y="0"/>
                  </a:lnTo>
                  <a:lnTo>
                    <a:pt x="1470" y="2"/>
                  </a:lnTo>
                  <a:lnTo>
                    <a:pt x="1473" y="6"/>
                  </a:lnTo>
                  <a:lnTo>
                    <a:pt x="1475" y="12"/>
                  </a:lnTo>
                  <a:lnTo>
                    <a:pt x="1476" y="20"/>
                  </a:lnTo>
                  <a:lnTo>
                    <a:pt x="1476" y="735"/>
                  </a:lnTo>
                  <a:lnTo>
                    <a:pt x="1475" y="737"/>
                  </a:lnTo>
                  <a:lnTo>
                    <a:pt x="1475" y="741"/>
                  </a:lnTo>
                  <a:lnTo>
                    <a:pt x="1473" y="747"/>
                  </a:lnTo>
                  <a:lnTo>
                    <a:pt x="1472" y="749"/>
                  </a:lnTo>
                  <a:lnTo>
                    <a:pt x="1470" y="751"/>
                  </a:lnTo>
                  <a:lnTo>
                    <a:pt x="1467" y="753"/>
                  </a:lnTo>
                  <a:close/>
                  <a:moveTo>
                    <a:pt x="1761" y="487"/>
                  </a:moveTo>
                  <a:lnTo>
                    <a:pt x="1591" y="487"/>
                  </a:lnTo>
                  <a:lnTo>
                    <a:pt x="1591" y="509"/>
                  </a:lnTo>
                  <a:lnTo>
                    <a:pt x="1591" y="539"/>
                  </a:lnTo>
                  <a:lnTo>
                    <a:pt x="1592" y="553"/>
                  </a:lnTo>
                  <a:lnTo>
                    <a:pt x="1593" y="565"/>
                  </a:lnTo>
                  <a:lnTo>
                    <a:pt x="1594" y="579"/>
                  </a:lnTo>
                  <a:lnTo>
                    <a:pt x="1595" y="591"/>
                  </a:lnTo>
                  <a:lnTo>
                    <a:pt x="1598" y="613"/>
                  </a:lnTo>
                  <a:lnTo>
                    <a:pt x="1602" y="631"/>
                  </a:lnTo>
                  <a:lnTo>
                    <a:pt x="1606" y="647"/>
                  </a:lnTo>
                  <a:lnTo>
                    <a:pt x="1612" y="663"/>
                  </a:lnTo>
                  <a:lnTo>
                    <a:pt x="1614" y="669"/>
                  </a:lnTo>
                  <a:lnTo>
                    <a:pt x="1617" y="675"/>
                  </a:lnTo>
                  <a:lnTo>
                    <a:pt x="1621" y="681"/>
                  </a:lnTo>
                  <a:lnTo>
                    <a:pt x="1624" y="685"/>
                  </a:lnTo>
                  <a:lnTo>
                    <a:pt x="1631" y="693"/>
                  </a:lnTo>
                  <a:lnTo>
                    <a:pt x="1638" y="701"/>
                  </a:lnTo>
                  <a:lnTo>
                    <a:pt x="1646" y="705"/>
                  </a:lnTo>
                  <a:lnTo>
                    <a:pt x="1655" y="709"/>
                  </a:lnTo>
                  <a:lnTo>
                    <a:pt x="1664" y="713"/>
                  </a:lnTo>
                  <a:lnTo>
                    <a:pt x="1673" y="713"/>
                  </a:lnTo>
                  <a:lnTo>
                    <a:pt x="1682" y="713"/>
                  </a:lnTo>
                  <a:lnTo>
                    <a:pt x="1699" y="713"/>
                  </a:lnTo>
                  <a:lnTo>
                    <a:pt x="1718" y="709"/>
                  </a:lnTo>
                  <a:lnTo>
                    <a:pt x="1737" y="703"/>
                  </a:lnTo>
                  <a:lnTo>
                    <a:pt x="1756" y="697"/>
                  </a:lnTo>
                  <a:lnTo>
                    <a:pt x="1758" y="697"/>
                  </a:lnTo>
                  <a:lnTo>
                    <a:pt x="1760" y="697"/>
                  </a:lnTo>
                  <a:lnTo>
                    <a:pt x="1764" y="697"/>
                  </a:lnTo>
                  <a:lnTo>
                    <a:pt x="1765" y="699"/>
                  </a:lnTo>
                  <a:lnTo>
                    <a:pt x="1766" y="703"/>
                  </a:lnTo>
                  <a:lnTo>
                    <a:pt x="1767" y="705"/>
                  </a:lnTo>
                  <a:lnTo>
                    <a:pt x="1767" y="709"/>
                  </a:lnTo>
                  <a:lnTo>
                    <a:pt x="1767" y="721"/>
                  </a:lnTo>
                  <a:lnTo>
                    <a:pt x="1766" y="725"/>
                  </a:lnTo>
                  <a:lnTo>
                    <a:pt x="1765" y="729"/>
                  </a:lnTo>
                  <a:lnTo>
                    <a:pt x="1764" y="731"/>
                  </a:lnTo>
                  <a:lnTo>
                    <a:pt x="1762" y="733"/>
                  </a:lnTo>
                  <a:lnTo>
                    <a:pt x="1757" y="737"/>
                  </a:lnTo>
                  <a:lnTo>
                    <a:pt x="1739" y="743"/>
                  </a:lnTo>
                  <a:lnTo>
                    <a:pt x="1719" y="749"/>
                  </a:lnTo>
                  <a:lnTo>
                    <a:pt x="1700" y="751"/>
                  </a:lnTo>
                  <a:lnTo>
                    <a:pt x="1682" y="753"/>
                  </a:lnTo>
                  <a:lnTo>
                    <a:pt x="1670" y="753"/>
                  </a:lnTo>
                  <a:lnTo>
                    <a:pt x="1659" y="751"/>
                  </a:lnTo>
                  <a:lnTo>
                    <a:pt x="1648" y="747"/>
                  </a:lnTo>
                  <a:lnTo>
                    <a:pt x="1638" y="741"/>
                  </a:lnTo>
                  <a:lnTo>
                    <a:pt x="1628" y="735"/>
                  </a:lnTo>
                  <a:lnTo>
                    <a:pt x="1623" y="731"/>
                  </a:lnTo>
                  <a:lnTo>
                    <a:pt x="1619" y="727"/>
                  </a:lnTo>
                  <a:lnTo>
                    <a:pt x="1610" y="715"/>
                  </a:lnTo>
                  <a:lnTo>
                    <a:pt x="1602" y="703"/>
                  </a:lnTo>
                  <a:lnTo>
                    <a:pt x="1598" y="695"/>
                  </a:lnTo>
                  <a:lnTo>
                    <a:pt x="1595" y="687"/>
                  </a:lnTo>
                  <a:lnTo>
                    <a:pt x="1588" y="669"/>
                  </a:lnTo>
                  <a:lnTo>
                    <a:pt x="1582" y="649"/>
                  </a:lnTo>
                  <a:lnTo>
                    <a:pt x="1578" y="627"/>
                  </a:lnTo>
                  <a:lnTo>
                    <a:pt x="1575" y="615"/>
                  </a:lnTo>
                  <a:lnTo>
                    <a:pt x="1574" y="601"/>
                  </a:lnTo>
                  <a:lnTo>
                    <a:pt x="1571" y="573"/>
                  </a:lnTo>
                  <a:lnTo>
                    <a:pt x="1569" y="543"/>
                  </a:lnTo>
                  <a:lnTo>
                    <a:pt x="1569" y="527"/>
                  </a:lnTo>
                  <a:lnTo>
                    <a:pt x="1569" y="509"/>
                  </a:lnTo>
                  <a:lnTo>
                    <a:pt x="1569" y="443"/>
                  </a:lnTo>
                  <a:lnTo>
                    <a:pt x="1569" y="417"/>
                  </a:lnTo>
                  <a:lnTo>
                    <a:pt x="1570" y="391"/>
                  </a:lnTo>
                  <a:lnTo>
                    <a:pt x="1572" y="369"/>
                  </a:lnTo>
                  <a:lnTo>
                    <a:pt x="1575" y="345"/>
                  </a:lnTo>
                  <a:lnTo>
                    <a:pt x="1577" y="335"/>
                  </a:lnTo>
                  <a:lnTo>
                    <a:pt x="1579" y="325"/>
                  </a:lnTo>
                  <a:lnTo>
                    <a:pt x="1581" y="315"/>
                  </a:lnTo>
                  <a:lnTo>
                    <a:pt x="1583" y="305"/>
                  </a:lnTo>
                  <a:lnTo>
                    <a:pt x="1586" y="296"/>
                  </a:lnTo>
                  <a:lnTo>
                    <a:pt x="1589" y="288"/>
                  </a:lnTo>
                  <a:lnTo>
                    <a:pt x="1595" y="270"/>
                  </a:lnTo>
                  <a:lnTo>
                    <a:pt x="1601" y="256"/>
                  </a:lnTo>
                  <a:lnTo>
                    <a:pt x="1609" y="242"/>
                  </a:lnTo>
                  <a:lnTo>
                    <a:pt x="1617" y="230"/>
                  </a:lnTo>
                  <a:lnTo>
                    <a:pt x="1626" y="220"/>
                  </a:lnTo>
                  <a:lnTo>
                    <a:pt x="1636" y="212"/>
                  </a:lnTo>
                  <a:lnTo>
                    <a:pt x="1647" y="208"/>
                  </a:lnTo>
                  <a:lnTo>
                    <a:pt x="1658" y="204"/>
                  </a:lnTo>
                  <a:lnTo>
                    <a:pt x="1664" y="202"/>
                  </a:lnTo>
                  <a:lnTo>
                    <a:pt x="1670" y="202"/>
                  </a:lnTo>
                  <a:lnTo>
                    <a:pt x="1683" y="204"/>
                  </a:lnTo>
                  <a:lnTo>
                    <a:pt x="1689" y="204"/>
                  </a:lnTo>
                  <a:lnTo>
                    <a:pt x="1695" y="206"/>
                  </a:lnTo>
                  <a:lnTo>
                    <a:pt x="1705" y="212"/>
                  </a:lnTo>
                  <a:lnTo>
                    <a:pt x="1710" y="216"/>
                  </a:lnTo>
                  <a:lnTo>
                    <a:pt x="1715" y="220"/>
                  </a:lnTo>
                  <a:lnTo>
                    <a:pt x="1724" y="230"/>
                  </a:lnTo>
                  <a:lnTo>
                    <a:pt x="1733" y="240"/>
                  </a:lnTo>
                  <a:lnTo>
                    <a:pt x="1740" y="254"/>
                  </a:lnTo>
                  <a:lnTo>
                    <a:pt x="1743" y="260"/>
                  </a:lnTo>
                  <a:lnTo>
                    <a:pt x="1746" y="268"/>
                  </a:lnTo>
                  <a:lnTo>
                    <a:pt x="1752" y="286"/>
                  </a:lnTo>
                  <a:lnTo>
                    <a:pt x="1757" y="303"/>
                  </a:lnTo>
                  <a:lnTo>
                    <a:pt x="1761" y="323"/>
                  </a:lnTo>
                  <a:lnTo>
                    <a:pt x="1765" y="343"/>
                  </a:lnTo>
                  <a:lnTo>
                    <a:pt x="1767" y="365"/>
                  </a:lnTo>
                  <a:lnTo>
                    <a:pt x="1769" y="389"/>
                  </a:lnTo>
                  <a:lnTo>
                    <a:pt x="1770" y="415"/>
                  </a:lnTo>
                  <a:lnTo>
                    <a:pt x="1770" y="441"/>
                  </a:lnTo>
                  <a:lnTo>
                    <a:pt x="1770" y="469"/>
                  </a:lnTo>
                  <a:lnTo>
                    <a:pt x="1770" y="473"/>
                  </a:lnTo>
                  <a:lnTo>
                    <a:pt x="1770" y="475"/>
                  </a:lnTo>
                  <a:lnTo>
                    <a:pt x="1768" y="483"/>
                  </a:lnTo>
                  <a:lnTo>
                    <a:pt x="1765" y="487"/>
                  </a:lnTo>
                  <a:lnTo>
                    <a:pt x="1761" y="487"/>
                  </a:lnTo>
                  <a:close/>
                  <a:moveTo>
                    <a:pt x="1748" y="441"/>
                  </a:moveTo>
                  <a:lnTo>
                    <a:pt x="1748" y="417"/>
                  </a:lnTo>
                  <a:lnTo>
                    <a:pt x="1747" y="397"/>
                  </a:lnTo>
                  <a:lnTo>
                    <a:pt x="1746" y="375"/>
                  </a:lnTo>
                  <a:lnTo>
                    <a:pt x="1744" y="357"/>
                  </a:lnTo>
                  <a:lnTo>
                    <a:pt x="1742" y="339"/>
                  </a:lnTo>
                  <a:lnTo>
                    <a:pt x="1739" y="321"/>
                  </a:lnTo>
                  <a:lnTo>
                    <a:pt x="1737" y="315"/>
                  </a:lnTo>
                  <a:lnTo>
                    <a:pt x="1735" y="307"/>
                  </a:lnTo>
                  <a:lnTo>
                    <a:pt x="1731" y="294"/>
                  </a:lnTo>
                  <a:lnTo>
                    <a:pt x="1728" y="288"/>
                  </a:lnTo>
                  <a:lnTo>
                    <a:pt x="1726" y="282"/>
                  </a:lnTo>
                  <a:lnTo>
                    <a:pt x="1723" y="276"/>
                  </a:lnTo>
                  <a:lnTo>
                    <a:pt x="1720" y="272"/>
                  </a:lnTo>
                  <a:lnTo>
                    <a:pt x="1717" y="266"/>
                  </a:lnTo>
                  <a:lnTo>
                    <a:pt x="1714" y="262"/>
                  </a:lnTo>
                  <a:lnTo>
                    <a:pt x="1706" y="256"/>
                  </a:lnTo>
                  <a:lnTo>
                    <a:pt x="1699" y="250"/>
                  </a:lnTo>
                  <a:lnTo>
                    <a:pt x="1690" y="246"/>
                  </a:lnTo>
                  <a:lnTo>
                    <a:pt x="1681" y="242"/>
                  </a:lnTo>
                  <a:lnTo>
                    <a:pt x="1670" y="242"/>
                  </a:lnTo>
                  <a:lnTo>
                    <a:pt x="1660" y="242"/>
                  </a:lnTo>
                  <a:lnTo>
                    <a:pt x="1655" y="244"/>
                  </a:lnTo>
                  <a:lnTo>
                    <a:pt x="1651" y="246"/>
                  </a:lnTo>
                  <a:lnTo>
                    <a:pt x="1642" y="250"/>
                  </a:lnTo>
                  <a:lnTo>
                    <a:pt x="1634" y="256"/>
                  </a:lnTo>
                  <a:lnTo>
                    <a:pt x="1627" y="264"/>
                  </a:lnTo>
                  <a:lnTo>
                    <a:pt x="1621" y="274"/>
                  </a:lnTo>
                  <a:lnTo>
                    <a:pt x="1615" y="284"/>
                  </a:lnTo>
                  <a:lnTo>
                    <a:pt x="1610" y="298"/>
                  </a:lnTo>
                  <a:lnTo>
                    <a:pt x="1605" y="311"/>
                  </a:lnTo>
                  <a:lnTo>
                    <a:pt x="1603" y="317"/>
                  </a:lnTo>
                  <a:lnTo>
                    <a:pt x="1601" y="325"/>
                  </a:lnTo>
                  <a:lnTo>
                    <a:pt x="1598" y="343"/>
                  </a:lnTo>
                  <a:lnTo>
                    <a:pt x="1595" y="361"/>
                  </a:lnTo>
                  <a:lnTo>
                    <a:pt x="1593" y="379"/>
                  </a:lnTo>
                  <a:lnTo>
                    <a:pt x="1592" y="399"/>
                  </a:lnTo>
                  <a:lnTo>
                    <a:pt x="1591" y="421"/>
                  </a:lnTo>
                  <a:lnTo>
                    <a:pt x="1591" y="443"/>
                  </a:lnTo>
                  <a:lnTo>
                    <a:pt x="1748" y="447"/>
                  </a:lnTo>
                  <a:lnTo>
                    <a:pt x="1748" y="441"/>
                  </a:lnTo>
                  <a:close/>
                  <a:moveTo>
                    <a:pt x="2024" y="747"/>
                  </a:moveTo>
                  <a:lnTo>
                    <a:pt x="2021" y="747"/>
                  </a:lnTo>
                  <a:lnTo>
                    <a:pt x="2019" y="745"/>
                  </a:lnTo>
                  <a:lnTo>
                    <a:pt x="2017" y="743"/>
                  </a:lnTo>
                  <a:lnTo>
                    <a:pt x="2015" y="741"/>
                  </a:lnTo>
                  <a:lnTo>
                    <a:pt x="2013" y="739"/>
                  </a:lnTo>
                  <a:lnTo>
                    <a:pt x="2012" y="735"/>
                  </a:lnTo>
                  <a:lnTo>
                    <a:pt x="2012" y="731"/>
                  </a:lnTo>
                  <a:lnTo>
                    <a:pt x="2012" y="727"/>
                  </a:lnTo>
                  <a:lnTo>
                    <a:pt x="2012" y="701"/>
                  </a:lnTo>
                  <a:lnTo>
                    <a:pt x="2002" y="711"/>
                  </a:lnTo>
                  <a:lnTo>
                    <a:pt x="1992" y="721"/>
                  </a:lnTo>
                  <a:lnTo>
                    <a:pt x="1982" y="731"/>
                  </a:lnTo>
                  <a:lnTo>
                    <a:pt x="1977" y="735"/>
                  </a:lnTo>
                  <a:lnTo>
                    <a:pt x="1971" y="737"/>
                  </a:lnTo>
                  <a:lnTo>
                    <a:pt x="1960" y="745"/>
                  </a:lnTo>
                  <a:lnTo>
                    <a:pt x="1949" y="749"/>
                  </a:lnTo>
                  <a:lnTo>
                    <a:pt x="1943" y="751"/>
                  </a:lnTo>
                  <a:lnTo>
                    <a:pt x="1938" y="753"/>
                  </a:lnTo>
                  <a:lnTo>
                    <a:pt x="1926" y="753"/>
                  </a:lnTo>
                  <a:lnTo>
                    <a:pt x="1919" y="753"/>
                  </a:lnTo>
                  <a:lnTo>
                    <a:pt x="1912" y="751"/>
                  </a:lnTo>
                  <a:lnTo>
                    <a:pt x="1905" y="749"/>
                  </a:lnTo>
                  <a:lnTo>
                    <a:pt x="1898" y="745"/>
                  </a:lnTo>
                  <a:lnTo>
                    <a:pt x="1891" y="741"/>
                  </a:lnTo>
                  <a:lnTo>
                    <a:pt x="1888" y="739"/>
                  </a:lnTo>
                  <a:lnTo>
                    <a:pt x="1885" y="735"/>
                  </a:lnTo>
                  <a:lnTo>
                    <a:pt x="1879" y="727"/>
                  </a:lnTo>
                  <a:lnTo>
                    <a:pt x="1873" y="719"/>
                  </a:lnTo>
                  <a:lnTo>
                    <a:pt x="1868" y="709"/>
                  </a:lnTo>
                  <a:lnTo>
                    <a:pt x="1863" y="697"/>
                  </a:lnTo>
                  <a:lnTo>
                    <a:pt x="1859" y="685"/>
                  </a:lnTo>
                  <a:lnTo>
                    <a:pt x="1856" y="669"/>
                  </a:lnTo>
                  <a:lnTo>
                    <a:pt x="1853" y="653"/>
                  </a:lnTo>
                  <a:lnTo>
                    <a:pt x="1851" y="635"/>
                  </a:lnTo>
                  <a:lnTo>
                    <a:pt x="1849" y="613"/>
                  </a:lnTo>
                  <a:lnTo>
                    <a:pt x="1849" y="591"/>
                  </a:lnTo>
                  <a:lnTo>
                    <a:pt x="1849" y="579"/>
                  </a:lnTo>
                  <a:lnTo>
                    <a:pt x="1849" y="559"/>
                  </a:lnTo>
                  <a:lnTo>
                    <a:pt x="1851" y="541"/>
                  </a:lnTo>
                  <a:lnTo>
                    <a:pt x="1853" y="525"/>
                  </a:lnTo>
                  <a:lnTo>
                    <a:pt x="1854" y="517"/>
                  </a:lnTo>
                  <a:lnTo>
                    <a:pt x="1855" y="511"/>
                  </a:lnTo>
                  <a:lnTo>
                    <a:pt x="1859" y="497"/>
                  </a:lnTo>
                  <a:lnTo>
                    <a:pt x="1864" y="483"/>
                  </a:lnTo>
                  <a:lnTo>
                    <a:pt x="1870" y="471"/>
                  </a:lnTo>
                  <a:lnTo>
                    <a:pt x="1877" y="461"/>
                  </a:lnTo>
                  <a:lnTo>
                    <a:pt x="1885" y="453"/>
                  </a:lnTo>
                  <a:lnTo>
                    <a:pt x="1894" y="445"/>
                  </a:lnTo>
                  <a:lnTo>
                    <a:pt x="1904" y="439"/>
                  </a:lnTo>
                  <a:lnTo>
                    <a:pt x="1915" y="433"/>
                  </a:lnTo>
                  <a:lnTo>
                    <a:pt x="1928" y="429"/>
                  </a:lnTo>
                  <a:lnTo>
                    <a:pt x="1942" y="425"/>
                  </a:lnTo>
                  <a:lnTo>
                    <a:pt x="1957" y="423"/>
                  </a:lnTo>
                  <a:lnTo>
                    <a:pt x="1973" y="423"/>
                  </a:lnTo>
                  <a:lnTo>
                    <a:pt x="2012" y="423"/>
                  </a:lnTo>
                  <a:lnTo>
                    <a:pt x="2012" y="387"/>
                  </a:lnTo>
                  <a:lnTo>
                    <a:pt x="2012" y="367"/>
                  </a:lnTo>
                  <a:lnTo>
                    <a:pt x="2011" y="351"/>
                  </a:lnTo>
                  <a:lnTo>
                    <a:pt x="2010" y="335"/>
                  </a:lnTo>
                  <a:lnTo>
                    <a:pt x="2010" y="327"/>
                  </a:lnTo>
                  <a:lnTo>
                    <a:pt x="2009" y="319"/>
                  </a:lnTo>
                  <a:lnTo>
                    <a:pt x="2007" y="307"/>
                  </a:lnTo>
                  <a:lnTo>
                    <a:pt x="2005" y="296"/>
                  </a:lnTo>
                  <a:lnTo>
                    <a:pt x="2002" y="284"/>
                  </a:lnTo>
                  <a:lnTo>
                    <a:pt x="1999" y="276"/>
                  </a:lnTo>
                  <a:lnTo>
                    <a:pt x="1995" y="268"/>
                  </a:lnTo>
                  <a:lnTo>
                    <a:pt x="1990" y="260"/>
                  </a:lnTo>
                  <a:lnTo>
                    <a:pt x="1985" y="254"/>
                  </a:lnTo>
                  <a:lnTo>
                    <a:pt x="1979" y="250"/>
                  </a:lnTo>
                  <a:lnTo>
                    <a:pt x="1973" y="246"/>
                  </a:lnTo>
                  <a:lnTo>
                    <a:pt x="1965" y="244"/>
                  </a:lnTo>
                  <a:lnTo>
                    <a:pt x="1957" y="242"/>
                  </a:lnTo>
                  <a:lnTo>
                    <a:pt x="1949" y="242"/>
                  </a:lnTo>
                  <a:lnTo>
                    <a:pt x="1927" y="242"/>
                  </a:lnTo>
                  <a:lnTo>
                    <a:pt x="1909" y="244"/>
                  </a:lnTo>
                  <a:lnTo>
                    <a:pt x="1894" y="248"/>
                  </a:lnTo>
                  <a:lnTo>
                    <a:pt x="1877" y="250"/>
                  </a:lnTo>
                  <a:lnTo>
                    <a:pt x="1873" y="250"/>
                  </a:lnTo>
                  <a:lnTo>
                    <a:pt x="1869" y="250"/>
                  </a:lnTo>
                  <a:lnTo>
                    <a:pt x="1868" y="248"/>
                  </a:lnTo>
                  <a:lnTo>
                    <a:pt x="1867" y="246"/>
                  </a:lnTo>
                  <a:lnTo>
                    <a:pt x="1867" y="244"/>
                  </a:lnTo>
                  <a:lnTo>
                    <a:pt x="1866" y="240"/>
                  </a:lnTo>
                  <a:lnTo>
                    <a:pt x="1866" y="236"/>
                  </a:lnTo>
                  <a:lnTo>
                    <a:pt x="1866" y="230"/>
                  </a:lnTo>
                  <a:lnTo>
                    <a:pt x="1866" y="224"/>
                  </a:lnTo>
                  <a:lnTo>
                    <a:pt x="1867" y="220"/>
                  </a:lnTo>
                  <a:lnTo>
                    <a:pt x="1869" y="218"/>
                  </a:lnTo>
                  <a:lnTo>
                    <a:pt x="1870" y="216"/>
                  </a:lnTo>
                  <a:lnTo>
                    <a:pt x="1872" y="214"/>
                  </a:lnTo>
                  <a:lnTo>
                    <a:pt x="1877" y="212"/>
                  </a:lnTo>
                  <a:lnTo>
                    <a:pt x="1893" y="208"/>
                  </a:lnTo>
                  <a:lnTo>
                    <a:pt x="1908" y="206"/>
                  </a:lnTo>
                  <a:lnTo>
                    <a:pt x="1926" y="204"/>
                  </a:lnTo>
                  <a:lnTo>
                    <a:pt x="1949" y="202"/>
                  </a:lnTo>
                  <a:lnTo>
                    <a:pt x="1961" y="204"/>
                  </a:lnTo>
                  <a:lnTo>
                    <a:pt x="1972" y="206"/>
                  </a:lnTo>
                  <a:lnTo>
                    <a:pt x="1977" y="208"/>
                  </a:lnTo>
                  <a:lnTo>
                    <a:pt x="1982" y="210"/>
                  </a:lnTo>
                  <a:lnTo>
                    <a:pt x="1986" y="212"/>
                  </a:lnTo>
                  <a:lnTo>
                    <a:pt x="1991" y="216"/>
                  </a:lnTo>
                  <a:lnTo>
                    <a:pt x="1995" y="220"/>
                  </a:lnTo>
                  <a:lnTo>
                    <a:pt x="1999" y="224"/>
                  </a:lnTo>
                  <a:lnTo>
                    <a:pt x="2002" y="228"/>
                  </a:lnTo>
                  <a:lnTo>
                    <a:pt x="2006" y="232"/>
                  </a:lnTo>
                  <a:lnTo>
                    <a:pt x="2009" y="238"/>
                  </a:lnTo>
                  <a:lnTo>
                    <a:pt x="2012" y="242"/>
                  </a:lnTo>
                  <a:lnTo>
                    <a:pt x="2014" y="248"/>
                  </a:lnTo>
                  <a:lnTo>
                    <a:pt x="2017" y="254"/>
                  </a:lnTo>
                  <a:lnTo>
                    <a:pt x="2021" y="268"/>
                  </a:lnTo>
                  <a:lnTo>
                    <a:pt x="2025" y="282"/>
                  </a:lnTo>
                  <a:lnTo>
                    <a:pt x="2028" y="296"/>
                  </a:lnTo>
                  <a:lnTo>
                    <a:pt x="2029" y="303"/>
                  </a:lnTo>
                  <a:lnTo>
                    <a:pt x="2030" y="311"/>
                  </a:lnTo>
                  <a:lnTo>
                    <a:pt x="2032" y="329"/>
                  </a:lnTo>
                  <a:lnTo>
                    <a:pt x="2033" y="347"/>
                  </a:lnTo>
                  <a:lnTo>
                    <a:pt x="2034" y="367"/>
                  </a:lnTo>
                  <a:lnTo>
                    <a:pt x="2034" y="387"/>
                  </a:lnTo>
                  <a:lnTo>
                    <a:pt x="2034" y="727"/>
                  </a:lnTo>
                  <a:lnTo>
                    <a:pt x="2034" y="731"/>
                  </a:lnTo>
                  <a:lnTo>
                    <a:pt x="2033" y="735"/>
                  </a:lnTo>
                  <a:lnTo>
                    <a:pt x="2032" y="739"/>
                  </a:lnTo>
                  <a:lnTo>
                    <a:pt x="2031" y="741"/>
                  </a:lnTo>
                  <a:lnTo>
                    <a:pt x="2030" y="743"/>
                  </a:lnTo>
                  <a:lnTo>
                    <a:pt x="2028" y="745"/>
                  </a:lnTo>
                  <a:lnTo>
                    <a:pt x="2024" y="747"/>
                  </a:lnTo>
                  <a:close/>
                  <a:moveTo>
                    <a:pt x="2012" y="463"/>
                  </a:moveTo>
                  <a:lnTo>
                    <a:pt x="1973" y="463"/>
                  </a:lnTo>
                  <a:lnTo>
                    <a:pt x="1960" y="463"/>
                  </a:lnTo>
                  <a:lnTo>
                    <a:pt x="1947" y="463"/>
                  </a:lnTo>
                  <a:lnTo>
                    <a:pt x="1936" y="465"/>
                  </a:lnTo>
                  <a:lnTo>
                    <a:pt x="1925" y="469"/>
                  </a:lnTo>
                  <a:lnTo>
                    <a:pt x="1916" y="471"/>
                  </a:lnTo>
                  <a:lnTo>
                    <a:pt x="1908" y="477"/>
                  </a:lnTo>
                  <a:lnTo>
                    <a:pt x="1900" y="481"/>
                  </a:lnTo>
                  <a:lnTo>
                    <a:pt x="1894" y="489"/>
                  </a:lnTo>
                  <a:lnTo>
                    <a:pt x="1888" y="495"/>
                  </a:lnTo>
                  <a:lnTo>
                    <a:pt x="1883" y="503"/>
                  </a:lnTo>
                  <a:lnTo>
                    <a:pt x="1879" y="513"/>
                  </a:lnTo>
                  <a:lnTo>
                    <a:pt x="1876" y="523"/>
                  </a:lnTo>
                  <a:lnTo>
                    <a:pt x="1875" y="529"/>
                  </a:lnTo>
                  <a:lnTo>
                    <a:pt x="1874" y="535"/>
                  </a:lnTo>
                  <a:lnTo>
                    <a:pt x="1872" y="549"/>
                  </a:lnTo>
                  <a:lnTo>
                    <a:pt x="1871" y="563"/>
                  </a:lnTo>
                  <a:lnTo>
                    <a:pt x="1871" y="579"/>
                  </a:lnTo>
                  <a:lnTo>
                    <a:pt x="1871" y="591"/>
                  </a:lnTo>
                  <a:lnTo>
                    <a:pt x="1871" y="607"/>
                  </a:lnTo>
                  <a:lnTo>
                    <a:pt x="1872" y="623"/>
                  </a:lnTo>
                  <a:lnTo>
                    <a:pt x="1874" y="637"/>
                  </a:lnTo>
                  <a:lnTo>
                    <a:pt x="1875" y="649"/>
                  </a:lnTo>
                  <a:lnTo>
                    <a:pt x="1878" y="661"/>
                  </a:lnTo>
                  <a:lnTo>
                    <a:pt x="1881" y="671"/>
                  </a:lnTo>
                  <a:lnTo>
                    <a:pt x="1884" y="679"/>
                  </a:lnTo>
                  <a:lnTo>
                    <a:pt x="1885" y="683"/>
                  </a:lnTo>
                  <a:lnTo>
                    <a:pt x="1887" y="687"/>
                  </a:lnTo>
                  <a:lnTo>
                    <a:pt x="1891" y="695"/>
                  </a:lnTo>
                  <a:lnTo>
                    <a:pt x="1895" y="699"/>
                  </a:lnTo>
                  <a:lnTo>
                    <a:pt x="1900" y="705"/>
                  </a:lnTo>
                  <a:lnTo>
                    <a:pt x="1905" y="707"/>
                  </a:lnTo>
                  <a:lnTo>
                    <a:pt x="1910" y="711"/>
                  </a:lnTo>
                  <a:lnTo>
                    <a:pt x="1915" y="713"/>
                  </a:lnTo>
                  <a:lnTo>
                    <a:pt x="1926" y="713"/>
                  </a:lnTo>
                  <a:lnTo>
                    <a:pt x="1936" y="713"/>
                  </a:lnTo>
                  <a:lnTo>
                    <a:pt x="1947" y="711"/>
                  </a:lnTo>
                  <a:lnTo>
                    <a:pt x="1952" y="709"/>
                  </a:lnTo>
                  <a:lnTo>
                    <a:pt x="1957" y="707"/>
                  </a:lnTo>
                  <a:lnTo>
                    <a:pt x="1967" y="701"/>
                  </a:lnTo>
                  <a:lnTo>
                    <a:pt x="1977" y="695"/>
                  </a:lnTo>
                  <a:lnTo>
                    <a:pt x="1988" y="685"/>
                  </a:lnTo>
                  <a:lnTo>
                    <a:pt x="2000" y="675"/>
                  </a:lnTo>
                  <a:lnTo>
                    <a:pt x="2012" y="663"/>
                  </a:lnTo>
                  <a:lnTo>
                    <a:pt x="2012" y="463"/>
                  </a:lnTo>
                  <a:close/>
                  <a:moveTo>
                    <a:pt x="2313" y="747"/>
                  </a:moveTo>
                  <a:lnTo>
                    <a:pt x="2310" y="747"/>
                  </a:lnTo>
                  <a:lnTo>
                    <a:pt x="2307" y="745"/>
                  </a:lnTo>
                  <a:lnTo>
                    <a:pt x="2303" y="741"/>
                  </a:lnTo>
                  <a:lnTo>
                    <a:pt x="2301" y="735"/>
                  </a:lnTo>
                  <a:lnTo>
                    <a:pt x="2300" y="729"/>
                  </a:lnTo>
                  <a:lnTo>
                    <a:pt x="2300" y="393"/>
                  </a:lnTo>
                  <a:lnTo>
                    <a:pt x="2300" y="373"/>
                  </a:lnTo>
                  <a:lnTo>
                    <a:pt x="2299" y="355"/>
                  </a:lnTo>
                  <a:lnTo>
                    <a:pt x="2297" y="337"/>
                  </a:lnTo>
                  <a:lnTo>
                    <a:pt x="2295" y="321"/>
                  </a:lnTo>
                  <a:lnTo>
                    <a:pt x="2292" y="307"/>
                  </a:lnTo>
                  <a:lnTo>
                    <a:pt x="2288" y="296"/>
                  </a:lnTo>
                  <a:lnTo>
                    <a:pt x="2285" y="284"/>
                  </a:lnTo>
                  <a:lnTo>
                    <a:pt x="2280" y="276"/>
                  </a:lnTo>
                  <a:lnTo>
                    <a:pt x="2275" y="266"/>
                  </a:lnTo>
                  <a:lnTo>
                    <a:pt x="2270" y="260"/>
                  </a:lnTo>
                  <a:lnTo>
                    <a:pt x="2265" y="254"/>
                  </a:lnTo>
                  <a:lnTo>
                    <a:pt x="2259" y="250"/>
                  </a:lnTo>
                  <a:lnTo>
                    <a:pt x="2252" y="246"/>
                  </a:lnTo>
                  <a:lnTo>
                    <a:pt x="2246" y="244"/>
                  </a:lnTo>
                  <a:lnTo>
                    <a:pt x="2239" y="242"/>
                  </a:lnTo>
                  <a:lnTo>
                    <a:pt x="2232" y="242"/>
                  </a:lnTo>
                  <a:lnTo>
                    <a:pt x="2222" y="242"/>
                  </a:lnTo>
                  <a:lnTo>
                    <a:pt x="2212" y="244"/>
                  </a:lnTo>
                  <a:lnTo>
                    <a:pt x="2202" y="248"/>
                  </a:lnTo>
                  <a:lnTo>
                    <a:pt x="2192" y="254"/>
                  </a:lnTo>
                  <a:lnTo>
                    <a:pt x="2182" y="260"/>
                  </a:lnTo>
                  <a:lnTo>
                    <a:pt x="2172" y="266"/>
                  </a:lnTo>
                  <a:lnTo>
                    <a:pt x="2162" y="274"/>
                  </a:lnTo>
                  <a:lnTo>
                    <a:pt x="2152" y="284"/>
                  </a:lnTo>
                  <a:lnTo>
                    <a:pt x="2152" y="729"/>
                  </a:lnTo>
                  <a:lnTo>
                    <a:pt x="2152" y="731"/>
                  </a:lnTo>
                  <a:lnTo>
                    <a:pt x="2152" y="735"/>
                  </a:lnTo>
                  <a:lnTo>
                    <a:pt x="2150" y="741"/>
                  </a:lnTo>
                  <a:lnTo>
                    <a:pt x="2147" y="745"/>
                  </a:lnTo>
                  <a:lnTo>
                    <a:pt x="2142" y="747"/>
                  </a:lnTo>
                  <a:lnTo>
                    <a:pt x="2139" y="747"/>
                  </a:lnTo>
                  <a:lnTo>
                    <a:pt x="2137" y="745"/>
                  </a:lnTo>
                  <a:lnTo>
                    <a:pt x="2133" y="741"/>
                  </a:lnTo>
                  <a:lnTo>
                    <a:pt x="2130" y="735"/>
                  </a:lnTo>
                  <a:lnTo>
                    <a:pt x="2129" y="729"/>
                  </a:lnTo>
                  <a:lnTo>
                    <a:pt x="2129" y="228"/>
                  </a:lnTo>
                  <a:lnTo>
                    <a:pt x="2129" y="224"/>
                  </a:lnTo>
                  <a:lnTo>
                    <a:pt x="2130" y="220"/>
                  </a:lnTo>
                  <a:lnTo>
                    <a:pt x="2132" y="214"/>
                  </a:lnTo>
                  <a:lnTo>
                    <a:pt x="2133" y="210"/>
                  </a:lnTo>
                  <a:lnTo>
                    <a:pt x="2135" y="210"/>
                  </a:lnTo>
                  <a:lnTo>
                    <a:pt x="2136" y="208"/>
                  </a:lnTo>
                  <a:lnTo>
                    <a:pt x="2138" y="208"/>
                  </a:lnTo>
                  <a:lnTo>
                    <a:pt x="2142" y="208"/>
                  </a:lnTo>
                  <a:lnTo>
                    <a:pt x="2144" y="208"/>
                  </a:lnTo>
                  <a:lnTo>
                    <a:pt x="2147" y="210"/>
                  </a:lnTo>
                  <a:lnTo>
                    <a:pt x="2149" y="210"/>
                  </a:lnTo>
                  <a:lnTo>
                    <a:pt x="2150" y="214"/>
                  </a:lnTo>
                  <a:lnTo>
                    <a:pt x="2151" y="216"/>
                  </a:lnTo>
                  <a:lnTo>
                    <a:pt x="2152" y="220"/>
                  </a:lnTo>
                  <a:lnTo>
                    <a:pt x="2152" y="224"/>
                  </a:lnTo>
                  <a:lnTo>
                    <a:pt x="2152" y="228"/>
                  </a:lnTo>
                  <a:lnTo>
                    <a:pt x="2152" y="244"/>
                  </a:lnTo>
                  <a:lnTo>
                    <a:pt x="2162" y="234"/>
                  </a:lnTo>
                  <a:lnTo>
                    <a:pt x="2172" y="226"/>
                  </a:lnTo>
                  <a:lnTo>
                    <a:pt x="2183" y="220"/>
                  </a:lnTo>
                  <a:lnTo>
                    <a:pt x="2193" y="214"/>
                  </a:lnTo>
                  <a:lnTo>
                    <a:pt x="2203" y="208"/>
                  </a:lnTo>
                  <a:lnTo>
                    <a:pt x="2213" y="206"/>
                  </a:lnTo>
                  <a:lnTo>
                    <a:pt x="2224" y="204"/>
                  </a:lnTo>
                  <a:lnTo>
                    <a:pt x="2234" y="202"/>
                  </a:lnTo>
                  <a:lnTo>
                    <a:pt x="2242" y="204"/>
                  </a:lnTo>
                  <a:lnTo>
                    <a:pt x="2251" y="204"/>
                  </a:lnTo>
                  <a:lnTo>
                    <a:pt x="2260" y="208"/>
                  </a:lnTo>
                  <a:lnTo>
                    <a:pt x="2268" y="212"/>
                  </a:lnTo>
                  <a:lnTo>
                    <a:pt x="2275" y="218"/>
                  </a:lnTo>
                  <a:lnTo>
                    <a:pt x="2283" y="226"/>
                  </a:lnTo>
                  <a:lnTo>
                    <a:pt x="2290" y="236"/>
                  </a:lnTo>
                  <a:lnTo>
                    <a:pt x="2296" y="246"/>
                  </a:lnTo>
                  <a:lnTo>
                    <a:pt x="2302" y="258"/>
                  </a:lnTo>
                  <a:lnTo>
                    <a:pt x="2307" y="272"/>
                  </a:lnTo>
                  <a:lnTo>
                    <a:pt x="2311" y="288"/>
                  </a:lnTo>
                  <a:lnTo>
                    <a:pt x="2313" y="296"/>
                  </a:lnTo>
                  <a:lnTo>
                    <a:pt x="2315" y="305"/>
                  </a:lnTo>
                  <a:lnTo>
                    <a:pt x="2317" y="315"/>
                  </a:lnTo>
                  <a:lnTo>
                    <a:pt x="2318" y="325"/>
                  </a:lnTo>
                  <a:lnTo>
                    <a:pt x="2320" y="345"/>
                  </a:lnTo>
                  <a:lnTo>
                    <a:pt x="2322" y="369"/>
                  </a:lnTo>
                  <a:lnTo>
                    <a:pt x="2322" y="393"/>
                  </a:lnTo>
                  <a:lnTo>
                    <a:pt x="2322" y="729"/>
                  </a:lnTo>
                  <a:lnTo>
                    <a:pt x="2322" y="731"/>
                  </a:lnTo>
                  <a:lnTo>
                    <a:pt x="2321" y="735"/>
                  </a:lnTo>
                  <a:lnTo>
                    <a:pt x="2319" y="741"/>
                  </a:lnTo>
                  <a:lnTo>
                    <a:pt x="2318" y="743"/>
                  </a:lnTo>
                  <a:lnTo>
                    <a:pt x="2316" y="745"/>
                  </a:lnTo>
                  <a:lnTo>
                    <a:pt x="2313" y="747"/>
                  </a:lnTo>
                  <a:close/>
                  <a:moveTo>
                    <a:pt x="2678" y="751"/>
                  </a:moveTo>
                  <a:lnTo>
                    <a:pt x="2665" y="753"/>
                  </a:lnTo>
                  <a:lnTo>
                    <a:pt x="2652" y="753"/>
                  </a:lnTo>
                  <a:lnTo>
                    <a:pt x="2639" y="753"/>
                  </a:lnTo>
                  <a:lnTo>
                    <a:pt x="2628" y="749"/>
                  </a:lnTo>
                  <a:lnTo>
                    <a:pt x="2623" y="745"/>
                  </a:lnTo>
                  <a:lnTo>
                    <a:pt x="2618" y="741"/>
                  </a:lnTo>
                  <a:lnTo>
                    <a:pt x="2614" y="737"/>
                  </a:lnTo>
                  <a:lnTo>
                    <a:pt x="2610" y="731"/>
                  </a:lnTo>
                  <a:lnTo>
                    <a:pt x="2606" y="725"/>
                  </a:lnTo>
                  <a:lnTo>
                    <a:pt x="2603" y="717"/>
                  </a:lnTo>
                  <a:lnTo>
                    <a:pt x="2601" y="709"/>
                  </a:lnTo>
                  <a:lnTo>
                    <a:pt x="2599" y="699"/>
                  </a:lnTo>
                  <a:lnTo>
                    <a:pt x="2597" y="687"/>
                  </a:lnTo>
                  <a:lnTo>
                    <a:pt x="2596" y="675"/>
                  </a:lnTo>
                  <a:lnTo>
                    <a:pt x="2595" y="659"/>
                  </a:lnTo>
                  <a:lnTo>
                    <a:pt x="2595" y="645"/>
                  </a:lnTo>
                  <a:lnTo>
                    <a:pt x="2595" y="248"/>
                  </a:lnTo>
                  <a:lnTo>
                    <a:pt x="2545" y="248"/>
                  </a:lnTo>
                  <a:lnTo>
                    <a:pt x="2541" y="248"/>
                  </a:lnTo>
                  <a:lnTo>
                    <a:pt x="2540" y="246"/>
                  </a:lnTo>
                  <a:lnTo>
                    <a:pt x="2538" y="244"/>
                  </a:lnTo>
                  <a:lnTo>
                    <a:pt x="2536" y="240"/>
                  </a:lnTo>
                  <a:lnTo>
                    <a:pt x="2536" y="236"/>
                  </a:lnTo>
                  <a:lnTo>
                    <a:pt x="2535" y="232"/>
                  </a:lnTo>
                  <a:lnTo>
                    <a:pt x="2535" y="222"/>
                  </a:lnTo>
                  <a:lnTo>
                    <a:pt x="2536" y="220"/>
                  </a:lnTo>
                  <a:lnTo>
                    <a:pt x="2536" y="216"/>
                  </a:lnTo>
                  <a:lnTo>
                    <a:pt x="2537" y="214"/>
                  </a:lnTo>
                  <a:lnTo>
                    <a:pt x="2538" y="212"/>
                  </a:lnTo>
                  <a:lnTo>
                    <a:pt x="2540" y="210"/>
                  </a:lnTo>
                  <a:lnTo>
                    <a:pt x="2541" y="208"/>
                  </a:lnTo>
                  <a:lnTo>
                    <a:pt x="2545" y="208"/>
                  </a:lnTo>
                  <a:lnTo>
                    <a:pt x="2595" y="208"/>
                  </a:lnTo>
                  <a:lnTo>
                    <a:pt x="2595" y="104"/>
                  </a:lnTo>
                  <a:lnTo>
                    <a:pt x="2595" y="96"/>
                  </a:lnTo>
                  <a:lnTo>
                    <a:pt x="2596" y="94"/>
                  </a:lnTo>
                  <a:lnTo>
                    <a:pt x="2597" y="90"/>
                  </a:lnTo>
                  <a:lnTo>
                    <a:pt x="2598" y="88"/>
                  </a:lnTo>
                  <a:lnTo>
                    <a:pt x="2600" y="86"/>
                  </a:lnTo>
                  <a:lnTo>
                    <a:pt x="2602" y="86"/>
                  </a:lnTo>
                  <a:lnTo>
                    <a:pt x="2603" y="84"/>
                  </a:lnTo>
                  <a:lnTo>
                    <a:pt x="2609" y="84"/>
                  </a:lnTo>
                  <a:lnTo>
                    <a:pt x="2612" y="86"/>
                  </a:lnTo>
                  <a:lnTo>
                    <a:pt x="2615" y="90"/>
                  </a:lnTo>
                  <a:lnTo>
                    <a:pt x="2617" y="96"/>
                  </a:lnTo>
                  <a:lnTo>
                    <a:pt x="2617" y="104"/>
                  </a:lnTo>
                  <a:lnTo>
                    <a:pt x="2617" y="208"/>
                  </a:lnTo>
                  <a:lnTo>
                    <a:pt x="2677" y="208"/>
                  </a:lnTo>
                  <a:lnTo>
                    <a:pt x="2681" y="208"/>
                  </a:lnTo>
                  <a:lnTo>
                    <a:pt x="2682" y="210"/>
                  </a:lnTo>
                  <a:lnTo>
                    <a:pt x="2684" y="212"/>
                  </a:lnTo>
                  <a:lnTo>
                    <a:pt x="2686" y="216"/>
                  </a:lnTo>
                  <a:lnTo>
                    <a:pt x="2686" y="220"/>
                  </a:lnTo>
                  <a:lnTo>
                    <a:pt x="2687" y="222"/>
                  </a:lnTo>
                  <a:lnTo>
                    <a:pt x="2687" y="232"/>
                  </a:lnTo>
                  <a:lnTo>
                    <a:pt x="2686" y="236"/>
                  </a:lnTo>
                  <a:lnTo>
                    <a:pt x="2686" y="240"/>
                  </a:lnTo>
                  <a:lnTo>
                    <a:pt x="2684" y="244"/>
                  </a:lnTo>
                  <a:lnTo>
                    <a:pt x="2682" y="246"/>
                  </a:lnTo>
                  <a:lnTo>
                    <a:pt x="2681" y="248"/>
                  </a:lnTo>
                  <a:lnTo>
                    <a:pt x="2677" y="248"/>
                  </a:lnTo>
                  <a:lnTo>
                    <a:pt x="2617" y="248"/>
                  </a:lnTo>
                  <a:lnTo>
                    <a:pt x="2617" y="645"/>
                  </a:lnTo>
                  <a:lnTo>
                    <a:pt x="2618" y="665"/>
                  </a:lnTo>
                  <a:lnTo>
                    <a:pt x="2619" y="681"/>
                  </a:lnTo>
                  <a:lnTo>
                    <a:pt x="2622" y="693"/>
                  </a:lnTo>
                  <a:lnTo>
                    <a:pt x="2624" y="697"/>
                  </a:lnTo>
                  <a:lnTo>
                    <a:pt x="2626" y="701"/>
                  </a:lnTo>
                  <a:lnTo>
                    <a:pt x="2628" y="705"/>
                  </a:lnTo>
                  <a:lnTo>
                    <a:pt x="2631" y="707"/>
                  </a:lnTo>
                  <a:lnTo>
                    <a:pt x="2634" y="711"/>
                  </a:lnTo>
                  <a:lnTo>
                    <a:pt x="2637" y="711"/>
                  </a:lnTo>
                  <a:lnTo>
                    <a:pt x="2644" y="713"/>
                  </a:lnTo>
                  <a:lnTo>
                    <a:pt x="2652" y="713"/>
                  </a:lnTo>
                  <a:lnTo>
                    <a:pt x="2676" y="713"/>
                  </a:lnTo>
                  <a:lnTo>
                    <a:pt x="2681" y="715"/>
                  </a:lnTo>
                  <a:lnTo>
                    <a:pt x="2684" y="717"/>
                  </a:lnTo>
                  <a:lnTo>
                    <a:pt x="2685" y="719"/>
                  </a:lnTo>
                  <a:lnTo>
                    <a:pt x="2686" y="723"/>
                  </a:lnTo>
                  <a:lnTo>
                    <a:pt x="2686" y="725"/>
                  </a:lnTo>
                  <a:lnTo>
                    <a:pt x="2687" y="729"/>
                  </a:lnTo>
                  <a:lnTo>
                    <a:pt x="2686" y="737"/>
                  </a:lnTo>
                  <a:lnTo>
                    <a:pt x="2685" y="743"/>
                  </a:lnTo>
                  <a:lnTo>
                    <a:pt x="2684" y="747"/>
                  </a:lnTo>
                  <a:lnTo>
                    <a:pt x="2682" y="747"/>
                  </a:lnTo>
                  <a:lnTo>
                    <a:pt x="2678" y="751"/>
                  </a:lnTo>
                  <a:close/>
                  <a:moveTo>
                    <a:pt x="2945" y="753"/>
                  </a:moveTo>
                  <a:lnTo>
                    <a:pt x="2940" y="753"/>
                  </a:lnTo>
                  <a:lnTo>
                    <a:pt x="2937" y="751"/>
                  </a:lnTo>
                  <a:lnTo>
                    <a:pt x="2934" y="747"/>
                  </a:lnTo>
                  <a:lnTo>
                    <a:pt x="2933" y="741"/>
                  </a:lnTo>
                  <a:lnTo>
                    <a:pt x="2932" y="735"/>
                  </a:lnTo>
                  <a:lnTo>
                    <a:pt x="2932" y="395"/>
                  </a:lnTo>
                  <a:lnTo>
                    <a:pt x="2932" y="377"/>
                  </a:lnTo>
                  <a:lnTo>
                    <a:pt x="2931" y="359"/>
                  </a:lnTo>
                  <a:lnTo>
                    <a:pt x="2930" y="343"/>
                  </a:lnTo>
                  <a:lnTo>
                    <a:pt x="2928" y="329"/>
                  </a:lnTo>
                  <a:lnTo>
                    <a:pt x="2926" y="315"/>
                  </a:lnTo>
                  <a:lnTo>
                    <a:pt x="2923" y="303"/>
                  </a:lnTo>
                  <a:lnTo>
                    <a:pt x="2919" y="292"/>
                  </a:lnTo>
                  <a:lnTo>
                    <a:pt x="2915" y="282"/>
                  </a:lnTo>
                  <a:lnTo>
                    <a:pt x="2913" y="276"/>
                  </a:lnTo>
                  <a:lnTo>
                    <a:pt x="2910" y="272"/>
                  </a:lnTo>
                  <a:lnTo>
                    <a:pt x="2905" y="264"/>
                  </a:lnTo>
                  <a:lnTo>
                    <a:pt x="2899" y="258"/>
                  </a:lnTo>
                  <a:lnTo>
                    <a:pt x="2892" y="252"/>
                  </a:lnTo>
                  <a:lnTo>
                    <a:pt x="2885" y="248"/>
                  </a:lnTo>
                  <a:lnTo>
                    <a:pt x="2881" y="246"/>
                  </a:lnTo>
                  <a:lnTo>
                    <a:pt x="2876" y="244"/>
                  </a:lnTo>
                  <a:lnTo>
                    <a:pt x="2867" y="242"/>
                  </a:lnTo>
                  <a:lnTo>
                    <a:pt x="2858" y="242"/>
                  </a:lnTo>
                  <a:lnTo>
                    <a:pt x="2841" y="244"/>
                  </a:lnTo>
                  <a:lnTo>
                    <a:pt x="2823" y="246"/>
                  </a:lnTo>
                  <a:lnTo>
                    <a:pt x="2804" y="252"/>
                  </a:lnTo>
                  <a:lnTo>
                    <a:pt x="2796" y="256"/>
                  </a:lnTo>
                  <a:lnTo>
                    <a:pt x="2789" y="260"/>
                  </a:lnTo>
                  <a:lnTo>
                    <a:pt x="2789" y="735"/>
                  </a:lnTo>
                  <a:lnTo>
                    <a:pt x="2789" y="737"/>
                  </a:lnTo>
                  <a:lnTo>
                    <a:pt x="2788" y="741"/>
                  </a:lnTo>
                  <a:lnTo>
                    <a:pt x="2786" y="747"/>
                  </a:lnTo>
                  <a:lnTo>
                    <a:pt x="2785" y="749"/>
                  </a:lnTo>
                  <a:lnTo>
                    <a:pt x="2784" y="751"/>
                  </a:lnTo>
                  <a:lnTo>
                    <a:pt x="2780" y="753"/>
                  </a:lnTo>
                  <a:lnTo>
                    <a:pt x="2775" y="753"/>
                  </a:lnTo>
                  <a:lnTo>
                    <a:pt x="2772" y="751"/>
                  </a:lnTo>
                  <a:lnTo>
                    <a:pt x="2769" y="747"/>
                  </a:lnTo>
                  <a:lnTo>
                    <a:pt x="2767" y="741"/>
                  </a:lnTo>
                  <a:lnTo>
                    <a:pt x="2767" y="735"/>
                  </a:lnTo>
                  <a:lnTo>
                    <a:pt x="2767" y="20"/>
                  </a:lnTo>
                  <a:lnTo>
                    <a:pt x="2767" y="16"/>
                  </a:lnTo>
                  <a:lnTo>
                    <a:pt x="2767" y="12"/>
                  </a:lnTo>
                  <a:lnTo>
                    <a:pt x="2769" y="6"/>
                  </a:lnTo>
                  <a:lnTo>
                    <a:pt x="2770" y="4"/>
                  </a:lnTo>
                  <a:lnTo>
                    <a:pt x="2772" y="2"/>
                  </a:lnTo>
                  <a:lnTo>
                    <a:pt x="2775" y="0"/>
                  </a:lnTo>
                  <a:lnTo>
                    <a:pt x="2780" y="0"/>
                  </a:lnTo>
                  <a:lnTo>
                    <a:pt x="2784" y="2"/>
                  </a:lnTo>
                  <a:lnTo>
                    <a:pt x="2786" y="6"/>
                  </a:lnTo>
                  <a:lnTo>
                    <a:pt x="2788" y="12"/>
                  </a:lnTo>
                  <a:lnTo>
                    <a:pt x="2789" y="20"/>
                  </a:lnTo>
                  <a:lnTo>
                    <a:pt x="2789" y="220"/>
                  </a:lnTo>
                  <a:lnTo>
                    <a:pt x="2804" y="214"/>
                  </a:lnTo>
                  <a:lnTo>
                    <a:pt x="2823" y="208"/>
                  </a:lnTo>
                  <a:lnTo>
                    <a:pt x="2840" y="204"/>
                  </a:lnTo>
                  <a:lnTo>
                    <a:pt x="2858" y="202"/>
                  </a:lnTo>
                  <a:lnTo>
                    <a:pt x="2870" y="204"/>
                  </a:lnTo>
                  <a:lnTo>
                    <a:pt x="2882" y="206"/>
                  </a:lnTo>
                  <a:lnTo>
                    <a:pt x="2887" y="208"/>
                  </a:lnTo>
                  <a:lnTo>
                    <a:pt x="2892" y="210"/>
                  </a:lnTo>
                  <a:lnTo>
                    <a:pt x="2902" y="216"/>
                  </a:lnTo>
                  <a:lnTo>
                    <a:pt x="2911" y="224"/>
                  </a:lnTo>
                  <a:lnTo>
                    <a:pt x="2915" y="230"/>
                  </a:lnTo>
                  <a:lnTo>
                    <a:pt x="2919" y="234"/>
                  </a:lnTo>
                  <a:lnTo>
                    <a:pt x="2926" y="244"/>
                  </a:lnTo>
                  <a:lnTo>
                    <a:pt x="2932" y="256"/>
                  </a:lnTo>
                  <a:lnTo>
                    <a:pt x="2937" y="270"/>
                  </a:lnTo>
                  <a:lnTo>
                    <a:pt x="2940" y="278"/>
                  </a:lnTo>
                  <a:lnTo>
                    <a:pt x="2942" y="286"/>
                  </a:lnTo>
                  <a:lnTo>
                    <a:pt x="2944" y="292"/>
                  </a:lnTo>
                  <a:lnTo>
                    <a:pt x="2946" y="300"/>
                  </a:lnTo>
                  <a:lnTo>
                    <a:pt x="2947" y="309"/>
                  </a:lnTo>
                  <a:lnTo>
                    <a:pt x="2949" y="317"/>
                  </a:lnTo>
                  <a:lnTo>
                    <a:pt x="2951" y="335"/>
                  </a:lnTo>
                  <a:lnTo>
                    <a:pt x="2952" y="345"/>
                  </a:lnTo>
                  <a:lnTo>
                    <a:pt x="2953" y="355"/>
                  </a:lnTo>
                  <a:lnTo>
                    <a:pt x="2953" y="375"/>
                  </a:lnTo>
                  <a:lnTo>
                    <a:pt x="2954" y="395"/>
                  </a:lnTo>
                  <a:lnTo>
                    <a:pt x="2954" y="735"/>
                  </a:lnTo>
                  <a:lnTo>
                    <a:pt x="2953" y="741"/>
                  </a:lnTo>
                  <a:lnTo>
                    <a:pt x="2953" y="745"/>
                  </a:lnTo>
                  <a:lnTo>
                    <a:pt x="2952" y="747"/>
                  </a:lnTo>
                  <a:lnTo>
                    <a:pt x="2950" y="749"/>
                  </a:lnTo>
                  <a:lnTo>
                    <a:pt x="2949" y="751"/>
                  </a:lnTo>
                  <a:lnTo>
                    <a:pt x="2947" y="753"/>
                  </a:lnTo>
                  <a:lnTo>
                    <a:pt x="2945" y="753"/>
                  </a:lnTo>
                  <a:close/>
                  <a:moveTo>
                    <a:pt x="3232" y="487"/>
                  </a:moveTo>
                  <a:lnTo>
                    <a:pt x="3061" y="487"/>
                  </a:lnTo>
                  <a:lnTo>
                    <a:pt x="3061" y="509"/>
                  </a:lnTo>
                  <a:lnTo>
                    <a:pt x="3061" y="539"/>
                  </a:lnTo>
                  <a:lnTo>
                    <a:pt x="3062" y="553"/>
                  </a:lnTo>
                  <a:lnTo>
                    <a:pt x="3063" y="565"/>
                  </a:lnTo>
                  <a:lnTo>
                    <a:pt x="3064" y="579"/>
                  </a:lnTo>
                  <a:lnTo>
                    <a:pt x="3065" y="591"/>
                  </a:lnTo>
                  <a:lnTo>
                    <a:pt x="3068" y="613"/>
                  </a:lnTo>
                  <a:lnTo>
                    <a:pt x="3072" y="631"/>
                  </a:lnTo>
                  <a:lnTo>
                    <a:pt x="3077" y="647"/>
                  </a:lnTo>
                  <a:lnTo>
                    <a:pt x="3082" y="663"/>
                  </a:lnTo>
                  <a:lnTo>
                    <a:pt x="3085" y="669"/>
                  </a:lnTo>
                  <a:lnTo>
                    <a:pt x="3088" y="675"/>
                  </a:lnTo>
                  <a:lnTo>
                    <a:pt x="3091" y="681"/>
                  </a:lnTo>
                  <a:lnTo>
                    <a:pt x="3094" y="685"/>
                  </a:lnTo>
                  <a:lnTo>
                    <a:pt x="3101" y="693"/>
                  </a:lnTo>
                  <a:lnTo>
                    <a:pt x="3109" y="701"/>
                  </a:lnTo>
                  <a:lnTo>
                    <a:pt x="3117" y="705"/>
                  </a:lnTo>
                  <a:lnTo>
                    <a:pt x="3125" y="709"/>
                  </a:lnTo>
                  <a:lnTo>
                    <a:pt x="3134" y="713"/>
                  </a:lnTo>
                  <a:lnTo>
                    <a:pt x="3143" y="713"/>
                  </a:lnTo>
                  <a:lnTo>
                    <a:pt x="3153" y="713"/>
                  </a:lnTo>
                  <a:lnTo>
                    <a:pt x="3171" y="713"/>
                  </a:lnTo>
                  <a:lnTo>
                    <a:pt x="3189" y="709"/>
                  </a:lnTo>
                  <a:lnTo>
                    <a:pt x="3209" y="703"/>
                  </a:lnTo>
                  <a:lnTo>
                    <a:pt x="3228" y="697"/>
                  </a:lnTo>
                  <a:lnTo>
                    <a:pt x="3229" y="697"/>
                  </a:lnTo>
                  <a:lnTo>
                    <a:pt x="3231" y="697"/>
                  </a:lnTo>
                  <a:lnTo>
                    <a:pt x="3235" y="697"/>
                  </a:lnTo>
                  <a:lnTo>
                    <a:pt x="3236" y="699"/>
                  </a:lnTo>
                  <a:lnTo>
                    <a:pt x="3237" y="703"/>
                  </a:lnTo>
                  <a:lnTo>
                    <a:pt x="3238" y="705"/>
                  </a:lnTo>
                  <a:lnTo>
                    <a:pt x="3238" y="709"/>
                  </a:lnTo>
                  <a:lnTo>
                    <a:pt x="3238" y="721"/>
                  </a:lnTo>
                  <a:lnTo>
                    <a:pt x="3237" y="725"/>
                  </a:lnTo>
                  <a:lnTo>
                    <a:pt x="3236" y="729"/>
                  </a:lnTo>
                  <a:lnTo>
                    <a:pt x="3235" y="731"/>
                  </a:lnTo>
                  <a:lnTo>
                    <a:pt x="3233" y="733"/>
                  </a:lnTo>
                  <a:lnTo>
                    <a:pt x="3229" y="737"/>
                  </a:lnTo>
                  <a:lnTo>
                    <a:pt x="3210" y="743"/>
                  </a:lnTo>
                  <a:lnTo>
                    <a:pt x="3190" y="749"/>
                  </a:lnTo>
                  <a:lnTo>
                    <a:pt x="3171" y="751"/>
                  </a:lnTo>
                  <a:lnTo>
                    <a:pt x="3153" y="753"/>
                  </a:lnTo>
                  <a:lnTo>
                    <a:pt x="3141" y="753"/>
                  </a:lnTo>
                  <a:lnTo>
                    <a:pt x="3129" y="751"/>
                  </a:lnTo>
                  <a:lnTo>
                    <a:pt x="3118" y="747"/>
                  </a:lnTo>
                  <a:lnTo>
                    <a:pt x="3108" y="741"/>
                  </a:lnTo>
                  <a:lnTo>
                    <a:pt x="3098" y="735"/>
                  </a:lnTo>
                  <a:lnTo>
                    <a:pt x="3093" y="731"/>
                  </a:lnTo>
                  <a:lnTo>
                    <a:pt x="3089" y="727"/>
                  </a:lnTo>
                  <a:lnTo>
                    <a:pt x="3080" y="715"/>
                  </a:lnTo>
                  <a:lnTo>
                    <a:pt x="3072" y="703"/>
                  </a:lnTo>
                  <a:lnTo>
                    <a:pt x="3068" y="695"/>
                  </a:lnTo>
                  <a:lnTo>
                    <a:pt x="3065" y="687"/>
                  </a:lnTo>
                  <a:lnTo>
                    <a:pt x="3058" y="669"/>
                  </a:lnTo>
                  <a:lnTo>
                    <a:pt x="3053" y="649"/>
                  </a:lnTo>
                  <a:lnTo>
                    <a:pt x="3048" y="627"/>
                  </a:lnTo>
                  <a:lnTo>
                    <a:pt x="3046" y="615"/>
                  </a:lnTo>
                  <a:lnTo>
                    <a:pt x="3044" y="601"/>
                  </a:lnTo>
                  <a:lnTo>
                    <a:pt x="3041" y="573"/>
                  </a:lnTo>
                  <a:lnTo>
                    <a:pt x="3039" y="543"/>
                  </a:lnTo>
                  <a:lnTo>
                    <a:pt x="3039" y="527"/>
                  </a:lnTo>
                  <a:lnTo>
                    <a:pt x="3039" y="509"/>
                  </a:lnTo>
                  <a:lnTo>
                    <a:pt x="3039" y="443"/>
                  </a:lnTo>
                  <a:lnTo>
                    <a:pt x="3039" y="417"/>
                  </a:lnTo>
                  <a:lnTo>
                    <a:pt x="3040" y="391"/>
                  </a:lnTo>
                  <a:lnTo>
                    <a:pt x="3043" y="369"/>
                  </a:lnTo>
                  <a:lnTo>
                    <a:pt x="3045" y="345"/>
                  </a:lnTo>
                  <a:lnTo>
                    <a:pt x="3047" y="335"/>
                  </a:lnTo>
                  <a:lnTo>
                    <a:pt x="3049" y="325"/>
                  </a:lnTo>
                  <a:lnTo>
                    <a:pt x="3051" y="315"/>
                  </a:lnTo>
                  <a:lnTo>
                    <a:pt x="3053" y="305"/>
                  </a:lnTo>
                  <a:lnTo>
                    <a:pt x="3056" y="296"/>
                  </a:lnTo>
                  <a:lnTo>
                    <a:pt x="3059" y="288"/>
                  </a:lnTo>
                  <a:lnTo>
                    <a:pt x="3065" y="270"/>
                  </a:lnTo>
                  <a:lnTo>
                    <a:pt x="3072" y="256"/>
                  </a:lnTo>
                  <a:lnTo>
                    <a:pt x="3079" y="242"/>
                  </a:lnTo>
                  <a:lnTo>
                    <a:pt x="3087" y="230"/>
                  </a:lnTo>
                  <a:lnTo>
                    <a:pt x="3097" y="220"/>
                  </a:lnTo>
                  <a:lnTo>
                    <a:pt x="3106" y="212"/>
                  </a:lnTo>
                  <a:lnTo>
                    <a:pt x="3117" y="208"/>
                  </a:lnTo>
                  <a:lnTo>
                    <a:pt x="3128" y="204"/>
                  </a:lnTo>
                  <a:lnTo>
                    <a:pt x="3134" y="202"/>
                  </a:lnTo>
                  <a:lnTo>
                    <a:pt x="3141" y="202"/>
                  </a:lnTo>
                  <a:lnTo>
                    <a:pt x="3154" y="204"/>
                  </a:lnTo>
                  <a:lnTo>
                    <a:pt x="3160" y="204"/>
                  </a:lnTo>
                  <a:lnTo>
                    <a:pt x="3166" y="206"/>
                  </a:lnTo>
                  <a:lnTo>
                    <a:pt x="3177" y="212"/>
                  </a:lnTo>
                  <a:lnTo>
                    <a:pt x="3182" y="216"/>
                  </a:lnTo>
                  <a:lnTo>
                    <a:pt x="3186" y="220"/>
                  </a:lnTo>
                  <a:lnTo>
                    <a:pt x="3196" y="230"/>
                  </a:lnTo>
                  <a:lnTo>
                    <a:pt x="3204" y="240"/>
                  </a:lnTo>
                  <a:lnTo>
                    <a:pt x="3211" y="254"/>
                  </a:lnTo>
                  <a:lnTo>
                    <a:pt x="3214" y="260"/>
                  </a:lnTo>
                  <a:lnTo>
                    <a:pt x="3218" y="268"/>
                  </a:lnTo>
                  <a:lnTo>
                    <a:pt x="3223" y="286"/>
                  </a:lnTo>
                  <a:lnTo>
                    <a:pt x="3228" y="303"/>
                  </a:lnTo>
                  <a:lnTo>
                    <a:pt x="3232" y="323"/>
                  </a:lnTo>
                  <a:lnTo>
                    <a:pt x="3236" y="343"/>
                  </a:lnTo>
                  <a:lnTo>
                    <a:pt x="3238" y="365"/>
                  </a:lnTo>
                  <a:lnTo>
                    <a:pt x="3240" y="389"/>
                  </a:lnTo>
                  <a:lnTo>
                    <a:pt x="3241" y="415"/>
                  </a:lnTo>
                  <a:lnTo>
                    <a:pt x="3242" y="441"/>
                  </a:lnTo>
                  <a:lnTo>
                    <a:pt x="3242" y="469"/>
                  </a:lnTo>
                  <a:lnTo>
                    <a:pt x="3241" y="473"/>
                  </a:lnTo>
                  <a:lnTo>
                    <a:pt x="3241" y="475"/>
                  </a:lnTo>
                  <a:lnTo>
                    <a:pt x="3239" y="483"/>
                  </a:lnTo>
                  <a:lnTo>
                    <a:pt x="3236" y="487"/>
                  </a:lnTo>
                  <a:lnTo>
                    <a:pt x="3232" y="487"/>
                  </a:lnTo>
                  <a:close/>
                  <a:moveTo>
                    <a:pt x="3220" y="441"/>
                  </a:moveTo>
                  <a:lnTo>
                    <a:pt x="3219" y="417"/>
                  </a:lnTo>
                  <a:lnTo>
                    <a:pt x="3219" y="397"/>
                  </a:lnTo>
                  <a:lnTo>
                    <a:pt x="3217" y="375"/>
                  </a:lnTo>
                  <a:lnTo>
                    <a:pt x="3215" y="357"/>
                  </a:lnTo>
                  <a:lnTo>
                    <a:pt x="3213" y="339"/>
                  </a:lnTo>
                  <a:lnTo>
                    <a:pt x="3210" y="321"/>
                  </a:lnTo>
                  <a:lnTo>
                    <a:pt x="3208" y="315"/>
                  </a:lnTo>
                  <a:lnTo>
                    <a:pt x="3206" y="307"/>
                  </a:lnTo>
                  <a:lnTo>
                    <a:pt x="3202" y="294"/>
                  </a:lnTo>
                  <a:lnTo>
                    <a:pt x="3199" y="288"/>
                  </a:lnTo>
                  <a:lnTo>
                    <a:pt x="3197" y="282"/>
                  </a:lnTo>
                  <a:lnTo>
                    <a:pt x="3194" y="276"/>
                  </a:lnTo>
                  <a:lnTo>
                    <a:pt x="3191" y="272"/>
                  </a:lnTo>
                  <a:lnTo>
                    <a:pt x="3188" y="266"/>
                  </a:lnTo>
                  <a:lnTo>
                    <a:pt x="3185" y="262"/>
                  </a:lnTo>
                  <a:lnTo>
                    <a:pt x="3178" y="256"/>
                  </a:lnTo>
                  <a:lnTo>
                    <a:pt x="3170" y="250"/>
                  </a:lnTo>
                  <a:lnTo>
                    <a:pt x="3161" y="246"/>
                  </a:lnTo>
                  <a:lnTo>
                    <a:pt x="3152" y="242"/>
                  </a:lnTo>
                  <a:lnTo>
                    <a:pt x="3141" y="242"/>
                  </a:lnTo>
                  <a:lnTo>
                    <a:pt x="3130" y="242"/>
                  </a:lnTo>
                  <a:lnTo>
                    <a:pt x="3126" y="244"/>
                  </a:lnTo>
                  <a:lnTo>
                    <a:pt x="3121" y="246"/>
                  </a:lnTo>
                  <a:lnTo>
                    <a:pt x="3112" y="250"/>
                  </a:lnTo>
                  <a:lnTo>
                    <a:pt x="3105" y="256"/>
                  </a:lnTo>
                  <a:lnTo>
                    <a:pt x="3097" y="264"/>
                  </a:lnTo>
                  <a:lnTo>
                    <a:pt x="3091" y="274"/>
                  </a:lnTo>
                  <a:lnTo>
                    <a:pt x="3085" y="284"/>
                  </a:lnTo>
                  <a:lnTo>
                    <a:pt x="3080" y="298"/>
                  </a:lnTo>
                  <a:lnTo>
                    <a:pt x="3075" y="311"/>
                  </a:lnTo>
                  <a:lnTo>
                    <a:pt x="3073" y="317"/>
                  </a:lnTo>
                  <a:lnTo>
                    <a:pt x="3071" y="325"/>
                  </a:lnTo>
                  <a:lnTo>
                    <a:pt x="3068" y="343"/>
                  </a:lnTo>
                  <a:lnTo>
                    <a:pt x="3066" y="361"/>
                  </a:lnTo>
                  <a:lnTo>
                    <a:pt x="3064" y="379"/>
                  </a:lnTo>
                  <a:lnTo>
                    <a:pt x="3062" y="399"/>
                  </a:lnTo>
                  <a:lnTo>
                    <a:pt x="3061" y="421"/>
                  </a:lnTo>
                  <a:lnTo>
                    <a:pt x="3061" y="443"/>
                  </a:lnTo>
                  <a:lnTo>
                    <a:pt x="3220" y="447"/>
                  </a:lnTo>
                  <a:lnTo>
                    <a:pt x="3220" y="441"/>
                  </a:lnTo>
                  <a:close/>
                  <a:moveTo>
                    <a:pt x="3726" y="699"/>
                  </a:moveTo>
                  <a:lnTo>
                    <a:pt x="3724" y="713"/>
                  </a:lnTo>
                  <a:lnTo>
                    <a:pt x="3722" y="723"/>
                  </a:lnTo>
                  <a:lnTo>
                    <a:pt x="3720" y="733"/>
                  </a:lnTo>
                  <a:lnTo>
                    <a:pt x="3718" y="737"/>
                  </a:lnTo>
                  <a:lnTo>
                    <a:pt x="3717" y="741"/>
                  </a:lnTo>
                  <a:lnTo>
                    <a:pt x="3714" y="747"/>
                  </a:lnTo>
                  <a:lnTo>
                    <a:pt x="3710" y="751"/>
                  </a:lnTo>
                  <a:lnTo>
                    <a:pt x="3705" y="753"/>
                  </a:lnTo>
                  <a:lnTo>
                    <a:pt x="3700" y="753"/>
                  </a:lnTo>
                  <a:lnTo>
                    <a:pt x="3694" y="753"/>
                  </a:lnTo>
                  <a:lnTo>
                    <a:pt x="3692" y="751"/>
                  </a:lnTo>
                  <a:lnTo>
                    <a:pt x="3690" y="749"/>
                  </a:lnTo>
                  <a:lnTo>
                    <a:pt x="3688" y="747"/>
                  </a:lnTo>
                  <a:lnTo>
                    <a:pt x="3686" y="745"/>
                  </a:lnTo>
                  <a:lnTo>
                    <a:pt x="3684" y="741"/>
                  </a:lnTo>
                  <a:lnTo>
                    <a:pt x="3683" y="739"/>
                  </a:lnTo>
                  <a:lnTo>
                    <a:pt x="3680" y="731"/>
                  </a:lnTo>
                  <a:lnTo>
                    <a:pt x="3678" y="721"/>
                  </a:lnTo>
                  <a:lnTo>
                    <a:pt x="3676" y="709"/>
                  </a:lnTo>
                  <a:lnTo>
                    <a:pt x="3674" y="695"/>
                  </a:lnTo>
                  <a:lnTo>
                    <a:pt x="3621" y="313"/>
                  </a:lnTo>
                  <a:lnTo>
                    <a:pt x="3619" y="305"/>
                  </a:lnTo>
                  <a:lnTo>
                    <a:pt x="3618" y="305"/>
                  </a:lnTo>
                  <a:lnTo>
                    <a:pt x="3617" y="305"/>
                  </a:lnTo>
                  <a:lnTo>
                    <a:pt x="3615" y="305"/>
                  </a:lnTo>
                  <a:lnTo>
                    <a:pt x="3614" y="313"/>
                  </a:lnTo>
                  <a:lnTo>
                    <a:pt x="3560" y="695"/>
                  </a:lnTo>
                  <a:lnTo>
                    <a:pt x="3556" y="721"/>
                  </a:lnTo>
                  <a:lnTo>
                    <a:pt x="3554" y="731"/>
                  </a:lnTo>
                  <a:lnTo>
                    <a:pt x="3552" y="739"/>
                  </a:lnTo>
                  <a:lnTo>
                    <a:pt x="3548" y="745"/>
                  </a:lnTo>
                  <a:lnTo>
                    <a:pt x="3545" y="749"/>
                  </a:lnTo>
                  <a:lnTo>
                    <a:pt x="3540" y="753"/>
                  </a:lnTo>
                  <a:lnTo>
                    <a:pt x="3535" y="753"/>
                  </a:lnTo>
                  <a:lnTo>
                    <a:pt x="3529" y="753"/>
                  </a:lnTo>
                  <a:lnTo>
                    <a:pt x="3525" y="751"/>
                  </a:lnTo>
                  <a:lnTo>
                    <a:pt x="3521" y="747"/>
                  </a:lnTo>
                  <a:lnTo>
                    <a:pt x="3517" y="741"/>
                  </a:lnTo>
                  <a:lnTo>
                    <a:pt x="3516" y="737"/>
                  </a:lnTo>
                  <a:lnTo>
                    <a:pt x="3515" y="733"/>
                  </a:lnTo>
                  <a:lnTo>
                    <a:pt x="3513" y="729"/>
                  </a:lnTo>
                  <a:lnTo>
                    <a:pt x="3512" y="723"/>
                  </a:lnTo>
                  <a:lnTo>
                    <a:pt x="3510" y="713"/>
                  </a:lnTo>
                  <a:lnTo>
                    <a:pt x="3508" y="699"/>
                  </a:lnTo>
                  <a:lnTo>
                    <a:pt x="3452" y="232"/>
                  </a:lnTo>
                  <a:lnTo>
                    <a:pt x="3452" y="228"/>
                  </a:lnTo>
                  <a:lnTo>
                    <a:pt x="3452" y="222"/>
                  </a:lnTo>
                  <a:lnTo>
                    <a:pt x="3452" y="218"/>
                  </a:lnTo>
                  <a:lnTo>
                    <a:pt x="3453" y="216"/>
                  </a:lnTo>
                  <a:lnTo>
                    <a:pt x="3454" y="212"/>
                  </a:lnTo>
                  <a:lnTo>
                    <a:pt x="3456" y="210"/>
                  </a:lnTo>
                  <a:lnTo>
                    <a:pt x="3458" y="208"/>
                  </a:lnTo>
                  <a:lnTo>
                    <a:pt x="3461" y="208"/>
                  </a:lnTo>
                  <a:lnTo>
                    <a:pt x="3467" y="208"/>
                  </a:lnTo>
                  <a:lnTo>
                    <a:pt x="3470" y="212"/>
                  </a:lnTo>
                  <a:lnTo>
                    <a:pt x="3471" y="216"/>
                  </a:lnTo>
                  <a:lnTo>
                    <a:pt x="3472" y="222"/>
                  </a:lnTo>
                  <a:lnTo>
                    <a:pt x="3528" y="689"/>
                  </a:lnTo>
                  <a:lnTo>
                    <a:pt x="3530" y="703"/>
                  </a:lnTo>
                  <a:lnTo>
                    <a:pt x="3531" y="711"/>
                  </a:lnTo>
                  <a:lnTo>
                    <a:pt x="3533" y="713"/>
                  </a:lnTo>
                  <a:lnTo>
                    <a:pt x="3535" y="713"/>
                  </a:lnTo>
                  <a:lnTo>
                    <a:pt x="3536" y="713"/>
                  </a:lnTo>
                  <a:lnTo>
                    <a:pt x="3538" y="709"/>
                  </a:lnTo>
                  <a:lnTo>
                    <a:pt x="3539" y="703"/>
                  </a:lnTo>
                  <a:lnTo>
                    <a:pt x="3541" y="689"/>
                  </a:lnTo>
                  <a:lnTo>
                    <a:pt x="3596" y="301"/>
                  </a:lnTo>
                  <a:lnTo>
                    <a:pt x="3597" y="294"/>
                  </a:lnTo>
                  <a:lnTo>
                    <a:pt x="3599" y="286"/>
                  </a:lnTo>
                  <a:lnTo>
                    <a:pt x="3601" y="280"/>
                  </a:lnTo>
                  <a:lnTo>
                    <a:pt x="3604" y="274"/>
                  </a:lnTo>
                  <a:lnTo>
                    <a:pt x="3607" y="270"/>
                  </a:lnTo>
                  <a:lnTo>
                    <a:pt x="3610" y="268"/>
                  </a:lnTo>
                  <a:lnTo>
                    <a:pt x="3614" y="266"/>
                  </a:lnTo>
                  <a:lnTo>
                    <a:pt x="3617" y="266"/>
                  </a:lnTo>
                  <a:lnTo>
                    <a:pt x="3621" y="266"/>
                  </a:lnTo>
                  <a:lnTo>
                    <a:pt x="3624" y="268"/>
                  </a:lnTo>
                  <a:lnTo>
                    <a:pt x="3627" y="270"/>
                  </a:lnTo>
                  <a:lnTo>
                    <a:pt x="3630" y="274"/>
                  </a:lnTo>
                  <a:lnTo>
                    <a:pt x="3633" y="280"/>
                  </a:lnTo>
                  <a:lnTo>
                    <a:pt x="3634" y="282"/>
                  </a:lnTo>
                  <a:lnTo>
                    <a:pt x="3635" y="286"/>
                  </a:lnTo>
                  <a:lnTo>
                    <a:pt x="3637" y="294"/>
                  </a:lnTo>
                  <a:lnTo>
                    <a:pt x="3639" y="301"/>
                  </a:lnTo>
                  <a:lnTo>
                    <a:pt x="3693" y="689"/>
                  </a:lnTo>
                  <a:lnTo>
                    <a:pt x="3695" y="703"/>
                  </a:lnTo>
                  <a:lnTo>
                    <a:pt x="3696" y="707"/>
                  </a:lnTo>
                  <a:lnTo>
                    <a:pt x="3697" y="709"/>
                  </a:lnTo>
                  <a:lnTo>
                    <a:pt x="3698" y="713"/>
                  </a:lnTo>
                  <a:lnTo>
                    <a:pt x="3700" y="713"/>
                  </a:lnTo>
                  <a:lnTo>
                    <a:pt x="3701" y="713"/>
                  </a:lnTo>
                  <a:lnTo>
                    <a:pt x="3702" y="713"/>
                  </a:lnTo>
                  <a:lnTo>
                    <a:pt x="3703" y="711"/>
                  </a:lnTo>
                  <a:lnTo>
                    <a:pt x="3704" y="707"/>
                  </a:lnTo>
                  <a:lnTo>
                    <a:pt x="3705" y="703"/>
                  </a:lnTo>
                  <a:lnTo>
                    <a:pt x="3707" y="689"/>
                  </a:lnTo>
                  <a:lnTo>
                    <a:pt x="3761" y="222"/>
                  </a:lnTo>
                  <a:lnTo>
                    <a:pt x="3762" y="216"/>
                  </a:lnTo>
                  <a:lnTo>
                    <a:pt x="3763" y="212"/>
                  </a:lnTo>
                  <a:lnTo>
                    <a:pt x="3764" y="210"/>
                  </a:lnTo>
                  <a:lnTo>
                    <a:pt x="3766" y="208"/>
                  </a:lnTo>
                  <a:lnTo>
                    <a:pt x="3767" y="208"/>
                  </a:lnTo>
                  <a:lnTo>
                    <a:pt x="3769" y="208"/>
                  </a:lnTo>
                  <a:lnTo>
                    <a:pt x="3773" y="208"/>
                  </a:lnTo>
                  <a:lnTo>
                    <a:pt x="3777" y="210"/>
                  </a:lnTo>
                  <a:lnTo>
                    <a:pt x="3779" y="212"/>
                  </a:lnTo>
                  <a:lnTo>
                    <a:pt x="3781" y="214"/>
                  </a:lnTo>
                  <a:lnTo>
                    <a:pt x="3782" y="218"/>
                  </a:lnTo>
                  <a:lnTo>
                    <a:pt x="3782" y="222"/>
                  </a:lnTo>
                  <a:lnTo>
                    <a:pt x="3781" y="232"/>
                  </a:lnTo>
                  <a:lnTo>
                    <a:pt x="3726" y="699"/>
                  </a:lnTo>
                  <a:close/>
                  <a:moveTo>
                    <a:pt x="3953" y="753"/>
                  </a:moveTo>
                  <a:lnTo>
                    <a:pt x="3940" y="753"/>
                  </a:lnTo>
                  <a:lnTo>
                    <a:pt x="3934" y="751"/>
                  </a:lnTo>
                  <a:lnTo>
                    <a:pt x="3929" y="749"/>
                  </a:lnTo>
                  <a:lnTo>
                    <a:pt x="3918" y="745"/>
                  </a:lnTo>
                  <a:lnTo>
                    <a:pt x="3908" y="737"/>
                  </a:lnTo>
                  <a:lnTo>
                    <a:pt x="3903" y="733"/>
                  </a:lnTo>
                  <a:lnTo>
                    <a:pt x="3898" y="729"/>
                  </a:lnTo>
                  <a:lnTo>
                    <a:pt x="3890" y="717"/>
                  </a:lnTo>
                  <a:lnTo>
                    <a:pt x="3882" y="705"/>
                  </a:lnTo>
                  <a:lnTo>
                    <a:pt x="3875" y="689"/>
                  </a:lnTo>
                  <a:lnTo>
                    <a:pt x="3872" y="683"/>
                  </a:lnTo>
                  <a:lnTo>
                    <a:pt x="3869" y="673"/>
                  </a:lnTo>
                  <a:lnTo>
                    <a:pt x="3866" y="665"/>
                  </a:lnTo>
                  <a:lnTo>
                    <a:pt x="3864" y="655"/>
                  </a:lnTo>
                  <a:lnTo>
                    <a:pt x="3859" y="635"/>
                  </a:lnTo>
                  <a:lnTo>
                    <a:pt x="3856" y="615"/>
                  </a:lnTo>
                  <a:lnTo>
                    <a:pt x="3853" y="591"/>
                  </a:lnTo>
                  <a:lnTo>
                    <a:pt x="3851" y="567"/>
                  </a:lnTo>
                  <a:lnTo>
                    <a:pt x="3850" y="541"/>
                  </a:lnTo>
                  <a:lnTo>
                    <a:pt x="3849" y="513"/>
                  </a:lnTo>
                  <a:lnTo>
                    <a:pt x="3849" y="443"/>
                  </a:lnTo>
                  <a:lnTo>
                    <a:pt x="3850" y="415"/>
                  </a:lnTo>
                  <a:lnTo>
                    <a:pt x="3851" y="389"/>
                  </a:lnTo>
                  <a:lnTo>
                    <a:pt x="3853" y="363"/>
                  </a:lnTo>
                  <a:lnTo>
                    <a:pt x="3856" y="341"/>
                  </a:lnTo>
                  <a:lnTo>
                    <a:pt x="3857" y="329"/>
                  </a:lnTo>
                  <a:lnTo>
                    <a:pt x="3859" y="319"/>
                  </a:lnTo>
                  <a:lnTo>
                    <a:pt x="3861" y="309"/>
                  </a:lnTo>
                  <a:lnTo>
                    <a:pt x="3864" y="300"/>
                  </a:lnTo>
                  <a:lnTo>
                    <a:pt x="3866" y="290"/>
                  </a:lnTo>
                  <a:lnTo>
                    <a:pt x="3869" y="282"/>
                  </a:lnTo>
                  <a:lnTo>
                    <a:pt x="3875" y="266"/>
                  </a:lnTo>
                  <a:lnTo>
                    <a:pt x="3882" y="252"/>
                  </a:lnTo>
                  <a:lnTo>
                    <a:pt x="3886" y="244"/>
                  </a:lnTo>
                  <a:lnTo>
                    <a:pt x="3890" y="238"/>
                  </a:lnTo>
                  <a:lnTo>
                    <a:pt x="3898" y="228"/>
                  </a:lnTo>
                  <a:lnTo>
                    <a:pt x="3903" y="222"/>
                  </a:lnTo>
                  <a:lnTo>
                    <a:pt x="3908" y="218"/>
                  </a:lnTo>
                  <a:lnTo>
                    <a:pt x="3918" y="212"/>
                  </a:lnTo>
                  <a:lnTo>
                    <a:pt x="3929" y="206"/>
                  </a:lnTo>
                  <a:lnTo>
                    <a:pt x="3934" y="204"/>
                  </a:lnTo>
                  <a:lnTo>
                    <a:pt x="3940" y="204"/>
                  </a:lnTo>
                  <a:lnTo>
                    <a:pt x="3953" y="202"/>
                  </a:lnTo>
                  <a:lnTo>
                    <a:pt x="3965" y="204"/>
                  </a:lnTo>
                  <a:lnTo>
                    <a:pt x="3971" y="204"/>
                  </a:lnTo>
                  <a:lnTo>
                    <a:pt x="3977" y="206"/>
                  </a:lnTo>
                  <a:lnTo>
                    <a:pt x="3988" y="212"/>
                  </a:lnTo>
                  <a:lnTo>
                    <a:pt x="3998" y="218"/>
                  </a:lnTo>
                  <a:lnTo>
                    <a:pt x="4003" y="222"/>
                  </a:lnTo>
                  <a:lnTo>
                    <a:pt x="4007" y="228"/>
                  </a:lnTo>
                  <a:lnTo>
                    <a:pt x="4016" y="238"/>
                  </a:lnTo>
                  <a:lnTo>
                    <a:pt x="4024" y="252"/>
                  </a:lnTo>
                  <a:lnTo>
                    <a:pt x="4031" y="266"/>
                  </a:lnTo>
                  <a:lnTo>
                    <a:pt x="4034" y="274"/>
                  </a:lnTo>
                  <a:lnTo>
                    <a:pt x="4037" y="282"/>
                  </a:lnTo>
                  <a:lnTo>
                    <a:pt x="4039" y="290"/>
                  </a:lnTo>
                  <a:lnTo>
                    <a:pt x="4042" y="300"/>
                  </a:lnTo>
                  <a:lnTo>
                    <a:pt x="4046" y="319"/>
                  </a:lnTo>
                  <a:lnTo>
                    <a:pt x="4050" y="341"/>
                  </a:lnTo>
                  <a:lnTo>
                    <a:pt x="4053" y="363"/>
                  </a:lnTo>
                  <a:lnTo>
                    <a:pt x="4055" y="389"/>
                  </a:lnTo>
                  <a:lnTo>
                    <a:pt x="4056" y="415"/>
                  </a:lnTo>
                  <a:lnTo>
                    <a:pt x="4057" y="443"/>
                  </a:lnTo>
                  <a:lnTo>
                    <a:pt x="4057" y="513"/>
                  </a:lnTo>
                  <a:lnTo>
                    <a:pt x="4056" y="541"/>
                  </a:lnTo>
                  <a:lnTo>
                    <a:pt x="4055" y="567"/>
                  </a:lnTo>
                  <a:lnTo>
                    <a:pt x="4053" y="591"/>
                  </a:lnTo>
                  <a:lnTo>
                    <a:pt x="4050" y="615"/>
                  </a:lnTo>
                  <a:lnTo>
                    <a:pt x="4048" y="625"/>
                  </a:lnTo>
                  <a:lnTo>
                    <a:pt x="4046" y="635"/>
                  </a:lnTo>
                  <a:lnTo>
                    <a:pt x="4044" y="645"/>
                  </a:lnTo>
                  <a:lnTo>
                    <a:pt x="4042" y="655"/>
                  </a:lnTo>
                  <a:lnTo>
                    <a:pt x="4039" y="665"/>
                  </a:lnTo>
                  <a:lnTo>
                    <a:pt x="4037" y="673"/>
                  </a:lnTo>
                  <a:lnTo>
                    <a:pt x="4031" y="689"/>
                  </a:lnTo>
                  <a:lnTo>
                    <a:pt x="4024" y="705"/>
                  </a:lnTo>
                  <a:lnTo>
                    <a:pt x="4020" y="711"/>
                  </a:lnTo>
                  <a:lnTo>
                    <a:pt x="4016" y="717"/>
                  </a:lnTo>
                  <a:lnTo>
                    <a:pt x="4007" y="729"/>
                  </a:lnTo>
                  <a:lnTo>
                    <a:pt x="4003" y="733"/>
                  </a:lnTo>
                  <a:lnTo>
                    <a:pt x="3998" y="737"/>
                  </a:lnTo>
                  <a:lnTo>
                    <a:pt x="3988" y="745"/>
                  </a:lnTo>
                  <a:lnTo>
                    <a:pt x="3977" y="749"/>
                  </a:lnTo>
                  <a:lnTo>
                    <a:pt x="3971" y="751"/>
                  </a:lnTo>
                  <a:lnTo>
                    <a:pt x="3965" y="753"/>
                  </a:lnTo>
                  <a:lnTo>
                    <a:pt x="3953" y="753"/>
                  </a:lnTo>
                  <a:close/>
                  <a:moveTo>
                    <a:pt x="4034" y="443"/>
                  </a:moveTo>
                  <a:lnTo>
                    <a:pt x="4034" y="419"/>
                  </a:lnTo>
                  <a:lnTo>
                    <a:pt x="4033" y="397"/>
                  </a:lnTo>
                  <a:lnTo>
                    <a:pt x="4033" y="387"/>
                  </a:lnTo>
                  <a:lnTo>
                    <a:pt x="4032" y="377"/>
                  </a:lnTo>
                  <a:lnTo>
                    <a:pt x="4030" y="359"/>
                  </a:lnTo>
                  <a:lnTo>
                    <a:pt x="4027" y="341"/>
                  </a:lnTo>
                  <a:lnTo>
                    <a:pt x="4024" y="323"/>
                  </a:lnTo>
                  <a:lnTo>
                    <a:pt x="4020" y="309"/>
                  </a:lnTo>
                  <a:lnTo>
                    <a:pt x="4016" y="296"/>
                  </a:lnTo>
                  <a:lnTo>
                    <a:pt x="4011" y="284"/>
                  </a:lnTo>
                  <a:lnTo>
                    <a:pt x="4008" y="278"/>
                  </a:lnTo>
                  <a:lnTo>
                    <a:pt x="4005" y="272"/>
                  </a:lnTo>
                  <a:lnTo>
                    <a:pt x="3998" y="264"/>
                  </a:lnTo>
                  <a:lnTo>
                    <a:pt x="3994" y="260"/>
                  </a:lnTo>
                  <a:lnTo>
                    <a:pt x="3990" y="256"/>
                  </a:lnTo>
                  <a:lnTo>
                    <a:pt x="3986" y="252"/>
                  </a:lnTo>
                  <a:lnTo>
                    <a:pt x="3982" y="250"/>
                  </a:lnTo>
                  <a:lnTo>
                    <a:pt x="3973" y="246"/>
                  </a:lnTo>
                  <a:lnTo>
                    <a:pt x="3963" y="242"/>
                  </a:lnTo>
                  <a:lnTo>
                    <a:pt x="3953" y="242"/>
                  </a:lnTo>
                  <a:lnTo>
                    <a:pt x="3942" y="242"/>
                  </a:lnTo>
                  <a:lnTo>
                    <a:pt x="3932" y="246"/>
                  </a:lnTo>
                  <a:lnTo>
                    <a:pt x="3928" y="248"/>
                  </a:lnTo>
                  <a:lnTo>
                    <a:pt x="3923" y="250"/>
                  </a:lnTo>
                  <a:lnTo>
                    <a:pt x="3915" y="256"/>
                  </a:lnTo>
                  <a:lnTo>
                    <a:pt x="3908" y="264"/>
                  </a:lnTo>
                  <a:lnTo>
                    <a:pt x="3901" y="272"/>
                  </a:lnTo>
                  <a:lnTo>
                    <a:pt x="3895" y="284"/>
                  </a:lnTo>
                  <a:lnTo>
                    <a:pt x="3890" y="296"/>
                  </a:lnTo>
                  <a:lnTo>
                    <a:pt x="3888" y="301"/>
                  </a:lnTo>
                  <a:lnTo>
                    <a:pt x="3885" y="309"/>
                  </a:lnTo>
                  <a:lnTo>
                    <a:pt x="3882" y="323"/>
                  </a:lnTo>
                  <a:lnTo>
                    <a:pt x="3878" y="341"/>
                  </a:lnTo>
                  <a:lnTo>
                    <a:pt x="3876" y="359"/>
                  </a:lnTo>
                  <a:lnTo>
                    <a:pt x="3874" y="377"/>
                  </a:lnTo>
                  <a:lnTo>
                    <a:pt x="3872" y="397"/>
                  </a:lnTo>
                  <a:lnTo>
                    <a:pt x="3872" y="409"/>
                  </a:lnTo>
                  <a:lnTo>
                    <a:pt x="3872" y="419"/>
                  </a:lnTo>
                  <a:lnTo>
                    <a:pt x="3871" y="443"/>
                  </a:lnTo>
                  <a:lnTo>
                    <a:pt x="3871" y="513"/>
                  </a:lnTo>
                  <a:lnTo>
                    <a:pt x="3872" y="535"/>
                  </a:lnTo>
                  <a:lnTo>
                    <a:pt x="3872" y="557"/>
                  </a:lnTo>
                  <a:lnTo>
                    <a:pt x="3873" y="567"/>
                  </a:lnTo>
                  <a:lnTo>
                    <a:pt x="3874" y="577"/>
                  </a:lnTo>
                  <a:lnTo>
                    <a:pt x="3876" y="597"/>
                  </a:lnTo>
                  <a:lnTo>
                    <a:pt x="3878" y="615"/>
                  </a:lnTo>
                  <a:lnTo>
                    <a:pt x="3882" y="631"/>
                  </a:lnTo>
                  <a:lnTo>
                    <a:pt x="3885" y="645"/>
                  </a:lnTo>
                  <a:lnTo>
                    <a:pt x="3890" y="659"/>
                  </a:lnTo>
                  <a:lnTo>
                    <a:pt x="3895" y="673"/>
                  </a:lnTo>
                  <a:lnTo>
                    <a:pt x="3898" y="677"/>
                  </a:lnTo>
                  <a:lnTo>
                    <a:pt x="3901" y="683"/>
                  </a:lnTo>
                  <a:lnTo>
                    <a:pt x="3908" y="693"/>
                  </a:lnTo>
                  <a:lnTo>
                    <a:pt x="3911" y="697"/>
                  </a:lnTo>
                  <a:lnTo>
                    <a:pt x="3915" y="699"/>
                  </a:lnTo>
                  <a:lnTo>
                    <a:pt x="3919" y="703"/>
                  </a:lnTo>
                  <a:lnTo>
                    <a:pt x="3923" y="707"/>
                  </a:lnTo>
                  <a:lnTo>
                    <a:pt x="3932" y="711"/>
                  </a:lnTo>
                  <a:lnTo>
                    <a:pt x="3942" y="713"/>
                  </a:lnTo>
                  <a:lnTo>
                    <a:pt x="3953" y="713"/>
                  </a:lnTo>
                  <a:lnTo>
                    <a:pt x="3963" y="713"/>
                  </a:lnTo>
                  <a:lnTo>
                    <a:pt x="3973" y="711"/>
                  </a:lnTo>
                  <a:lnTo>
                    <a:pt x="3978" y="709"/>
                  </a:lnTo>
                  <a:lnTo>
                    <a:pt x="3982" y="707"/>
                  </a:lnTo>
                  <a:lnTo>
                    <a:pt x="3990" y="699"/>
                  </a:lnTo>
                  <a:lnTo>
                    <a:pt x="3998" y="693"/>
                  </a:lnTo>
                  <a:lnTo>
                    <a:pt x="4005" y="683"/>
                  </a:lnTo>
                  <a:lnTo>
                    <a:pt x="4011" y="673"/>
                  </a:lnTo>
                  <a:lnTo>
                    <a:pt x="4016" y="659"/>
                  </a:lnTo>
                  <a:lnTo>
                    <a:pt x="4018" y="653"/>
                  </a:lnTo>
                  <a:lnTo>
                    <a:pt x="4020" y="645"/>
                  </a:lnTo>
                  <a:lnTo>
                    <a:pt x="4024" y="631"/>
                  </a:lnTo>
                  <a:lnTo>
                    <a:pt x="4027" y="615"/>
                  </a:lnTo>
                  <a:lnTo>
                    <a:pt x="4030" y="597"/>
                  </a:lnTo>
                  <a:lnTo>
                    <a:pt x="4032" y="577"/>
                  </a:lnTo>
                  <a:lnTo>
                    <a:pt x="4033" y="557"/>
                  </a:lnTo>
                  <a:lnTo>
                    <a:pt x="4034" y="547"/>
                  </a:lnTo>
                  <a:lnTo>
                    <a:pt x="4034" y="535"/>
                  </a:lnTo>
                  <a:lnTo>
                    <a:pt x="4034" y="513"/>
                  </a:lnTo>
                  <a:lnTo>
                    <a:pt x="4034" y="443"/>
                  </a:lnTo>
                  <a:close/>
                  <a:moveTo>
                    <a:pt x="4237" y="242"/>
                  </a:moveTo>
                  <a:lnTo>
                    <a:pt x="4230" y="242"/>
                  </a:lnTo>
                  <a:lnTo>
                    <a:pt x="4222" y="244"/>
                  </a:lnTo>
                  <a:lnTo>
                    <a:pt x="4215" y="246"/>
                  </a:lnTo>
                  <a:lnTo>
                    <a:pt x="4206" y="250"/>
                  </a:lnTo>
                  <a:lnTo>
                    <a:pt x="4197" y="258"/>
                  </a:lnTo>
                  <a:lnTo>
                    <a:pt x="4188" y="266"/>
                  </a:lnTo>
                  <a:lnTo>
                    <a:pt x="4178" y="276"/>
                  </a:lnTo>
                  <a:lnTo>
                    <a:pt x="4167" y="288"/>
                  </a:lnTo>
                  <a:lnTo>
                    <a:pt x="4167" y="729"/>
                  </a:lnTo>
                  <a:lnTo>
                    <a:pt x="4167" y="731"/>
                  </a:lnTo>
                  <a:lnTo>
                    <a:pt x="4167" y="735"/>
                  </a:lnTo>
                  <a:lnTo>
                    <a:pt x="4164" y="741"/>
                  </a:lnTo>
                  <a:lnTo>
                    <a:pt x="4161" y="745"/>
                  </a:lnTo>
                  <a:lnTo>
                    <a:pt x="4158" y="747"/>
                  </a:lnTo>
                  <a:lnTo>
                    <a:pt x="4155" y="747"/>
                  </a:lnTo>
                  <a:lnTo>
                    <a:pt x="4152" y="745"/>
                  </a:lnTo>
                  <a:lnTo>
                    <a:pt x="4147" y="741"/>
                  </a:lnTo>
                  <a:lnTo>
                    <a:pt x="4145" y="735"/>
                  </a:lnTo>
                  <a:lnTo>
                    <a:pt x="4144" y="729"/>
                  </a:lnTo>
                  <a:lnTo>
                    <a:pt x="4144" y="228"/>
                  </a:lnTo>
                  <a:lnTo>
                    <a:pt x="4144" y="224"/>
                  </a:lnTo>
                  <a:lnTo>
                    <a:pt x="4145" y="220"/>
                  </a:lnTo>
                  <a:lnTo>
                    <a:pt x="4147" y="214"/>
                  </a:lnTo>
                  <a:lnTo>
                    <a:pt x="4149" y="210"/>
                  </a:lnTo>
                  <a:lnTo>
                    <a:pt x="4150" y="210"/>
                  </a:lnTo>
                  <a:lnTo>
                    <a:pt x="4152" y="208"/>
                  </a:lnTo>
                  <a:lnTo>
                    <a:pt x="4154" y="208"/>
                  </a:lnTo>
                  <a:lnTo>
                    <a:pt x="4158" y="208"/>
                  </a:lnTo>
                  <a:lnTo>
                    <a:pt x="4160" y="208"/>
                  </a:lnTo>
                  <a:lnTo>
                    <a:pt x="4162" y="210"/>
                  </a:lnTo>
                  <a:lnTo>
                    <a:pt x="4164" y="210"/>
                  </a:lnTo>
                  <a:lnTo>
                    <a:pt x="4165" y="214"/>
                  </a:lnTo>
                  <a:lnTo>
                    <a:pt x="4166" y="216"/>
                  </a:lnTo>
                  <a:lnTo>
                    <a:pt x="4167" y="220"/>
                  </a:lnTo>
                  <a:lnTo>
                    <a:pt x="4167" y="224"/>
                  </a:lnTo>
                  <a:lnTo>
                    <a:pt x="4167" y="228"/>
                  </a:lnTo>
                  <a:lnTo>
                    <a:pt x="4167" y="248"/>
                  </a:lnTo>
                  <a:lnTo>
                    <a:pt x="4177" y="238"/>
                  </a:lnTo>
                  <a:lnTo>
                    <a:pt x="4181" y="232"/>
                  </a:lnTo>
                  <a:lnTo>
                    <a:pt x="4186" y="228"/>
                  </a:lnTo>
                  <a:lnTo>
                    <a:pt x="4194" y="220"/>
                  </a:lnTo>
                  <a:lnTo>
                    <a:pt x="4203" y="214"/>
                  </a:lnTo>
                  <a:lnTo>
                    <a:pt x="4211" y="208"/>
                  </a:lnTo>
                  <a:lnTo>
                    <a:pt x="4220" y="206"/>
                  </a:lnTo>
                  <a:lnTo>
                    <a:pt x="4228" y="204"/>
                  </a:lnTo>
                  <a:lnTo>
                    <a:pt x="4237" y="202"/>
                  </a:lnTo>
                  <a:lnTo>
                    <a:pt x="4243" y="204"/>
                  </a:lnTo>
                  <a:lnTo>
                    <a:pt x="4245" y="204"/>
                  </a:lnTo>
                  <a:lnTo>
                    <a:pt x="4247" y="206"/>
                  </a:lnTo>
                  <a:lnTo>
                    <a:pt x="4249" y="208"/>
                  </a:lnTo>
                  <a:lnTo>
                    <a:pt x="4250" y="210"/>
                  </a:lnTo>
                  <a:lnTo>
                    <a:pt x="4251" y="214"/>
                  </a:lnTo>
                  <a:lnTo>
                    <a:pt x="4251" y="218"/>
                  </a:lnTo>
                  <a:lnTo>
                    <a:pt x="4251" y="226"/>
                  </a:lnTo>
                  <a:lnTo>
                    <a:pt x="4251" y="230"/>
                  </a:lnTo>
                  <a:lnTo>
                    <a:pt x="4250" y="234"/>
                  </a:lnTo>
                  <a:lnTo>
                    <a:pt x="4249" y="236"/>
                  </a:lnTo>
                  <a:lnTo>
                    <a:pt x="4247" y="238"/>
                  </a:lnTo>
                  <a:lnTo>
                    <a:pt x="4243" y="242"/>
                  </a:lnTo>
                  <a:lnTo>
                    <a:pt x="4237" y="242"/>
                  </a:lnTo>
                  <a:close/>
                  <a:moveTo>
                    <a:pt x="4344" y="753"/>
                  </a:moveTo>
                  <a:lnTo>
                    <a:pt x="4339" y="753"/>
                  </a:lnTo>
                  <a:lnTo>
                    <a:pt x="4335" y="751"/>
                  </a:lnTo>
                  <a:lnTo>
                    <a:pt x="4333" y="747"/>
                  </a:lnTo>
                  <a:lnTo>
                    <a:pt x="4331" y="741"/>
                  </a:lnTo>
                  <a:lnTo>
                    <a:pt x="4330" y="735"/>
                  </a:lnTo>
                  <a:lnTo>
                    <a:pt x="4330" y="20"/>
                  </a:lnTo>
                  <a:lnTo>
                    <a:pt x="4331" y="16"/>
                  </a:lnTo>
                  <a:lnTo>
                    <a:pt x="4331" y="12"/>
                  </a:lnTo>
                  <a:lnTo>
                    <a:pt x="4333" y="6"/>
                  </a:lnTo>
                  <a:lnTo>
                    <a:pt x="4334" y="4"/>
                  </a:lnTo>
                  <a:lnTo>
                    <a:pt x="4335" y="2"/>
                  </a:lnTo>
                  <a:lnTo>
                    <a:pt x="4339" y="0"/>
                  </a:lnTo>
                  <a:lnTo>
                    <a:pt x="4344" y="0"/>
                  </a:lnTo>
                  <a:lnTo>
                    <a:pt x="4347" y="2"/>
                  </a:lnTo>
                  <a:lnTo>
                    <a:pt x="4350" y="6"/>
                  </a:lnTo>
                  <a:lnTo>
                    <a:pt x="4352" y="12"/>
                  </a:lnTo>
                  <a:lnTo>
                    <a:pt x="4353" y="20"/>
                  </a:lnTo>
                  <a:lnTo>
                    <a:pt x="4353" y="735"/>
                  </a:lnTo>
                  <a:lnTo>
                    <a:pt x="4352" y="737"/>
                  </a:lnTo>
                  <a:lnTo>
                    <a:pt x="4352" y="741"/>
                  </a:lnTo>
                  <a:lnTo>
                    <a:pt x="4350" y="747"/>
                  </a:lnTo>
                  <a:lnTo>
                    <a:pt x="4349" y="749"/>
                  </a:lnTo>
                  <a:lnTo>
                    <a:pt x="4347" y="751"/>
                  </a:lnTo>
                  <a:lnTo>
                    <a:pt x="4344" y="7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400"/>
            </a:p>
          </p:txBody>
        </p:sp>
        <p:sp>
          <p:nvSpPr>
            <p:cNvPr id="16" name="Freeform 6">
              <a:extLst>
                <a:ext uri="{FF2B5EF4-FFF2-40B4-BE49-F238E27FC236}">
                  <a16:creationId xmlns:a16="http://schemas.microsoft.com/office/drawing/2014/main" id="{6696446F-174E-412F-BBA1-3DDC5FE1B23B}"/>
                </a:ext>
              </a:extLst>
            </p:cNvPr>
            <p:cNvSpPr>
              <a:spLocks noEditPoints="1"/>
            </p:cNvSpPr>
            <p:nvPr/>
          </p:nvSpPr>
          <p:spPr bwMode="auto">
            <a:xfrm>
              <a:off x="2389188" y="1992313"/>
              <a:ext cx="7424738" cy="1890713"/>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400"/>
            </a:p>
          </p:txBody>
        </p:sp>
      </p:grpSp>
    </p:spTree>
    <p:extLst>
      <p:ext uri="{BB962C8B-B14F-4D97-AF65-F5344CB8AC3E}">
        <p14:creationId xmlns:p14="http://schemas.microsoft.com/office/powerpoint/2010/main" val="220087648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1_Content Picture Background">
    <p:bg>
      <p:bgPr>
        <a:solidFill>
          <a:schemeClr val="bg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7E58B3B-4D6E-375D-E8F7-083ED84956BB}"/>
              </a:ext>
            </a:extLst>
          </p:cNvPr>
          <p:cNvSpPr>
            <a:spLocks noGrp="1"/>
          </p:cNvSpPr>
          <p:nvPr>
            <p:ph type="pic" sz="quarter" idx="14"/>
          </p:nvPr>
        </p:nvSpPr>
        <p:spPr>
          <a:xfrm>
            <a:off x="478601" y="480679"/>
            <a:ext cx="11234798" cy="5896642"/>
          </a:xfrm>
          <a:solidFill>
            <a:schemeClr val="bg2">
              <a:lumMod val="90000"/>
            </a:schemeClr>
          </a:solidFill>
        </p:spPr>
        <p:txBody>
          <a:bodyPr/>
          <a:lstStyle>
            <a:lvl1pPr>
              <a:defRPr sz="1000"/>
            </a:lvl1pPr>
          </a:lstStyle>
          <a:p>
            <a:r>
              <a:rPr lang="en-US"/>
              <a:t>Click icon to add picture</a:t>
            </a:r>
            <a:endParaRPr lang="en-GB"/>
          </a:p>
        </p:txBody>
      </p:sp>
      <p:sp>
        <p:nvSpPr>
          <p:cNvPr id="7" name="Date Placeholder 6"/>
          <p:cNvSpPr>
            <a:spLocks noGrp="1"/>
          </p:cNvSpPr>
          <p:nvPr>
            <p:ph type="dt" sz="half" idx="10"/>
          </p:nvPr>
        </p:nvSpPr>
        <p:spPr/>
        <p:txBody>
          <a:bodyPr/>
          <a:lstStyle>
            <a:lvl1pPr>
              <a:defRPr>
                <a:solidFill>
                  <a:schemeClr val="bg1"/>
                </a:solidFill>
              </a:defRPr>
            </a:lvl1pPr>
          </a:lstStyle>
          <a:p>
            <a:fld id="{B49825A0-40D2-47F5-9A02-553D73960E20}" type="datetime3">
              <a:rPr lang="en-US" smtClean="0"/>
              <a:t>1 October 2026</a:t>
            </a:fld>
            <a:endParaRPr lang="en-US" dirty="0"/>
          </a:p>
        </p:txBody>
      </p:sp>
      <p:sp>
        <p:nvSpPr>
          <p:cNvPr id="8" name="Footer Placeholder 7"/>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accent2"/>
                </a:solidFill>
              </a:defRPr>
            </a:lvl1pPr>
          </a:lstStyle>
          <a:p>
            <a:fld id="{5B16D1FE-3A35-41BA-8EBE-413702045235}" type="slidenum">
              <a:rPr lang="en-US" smtClean="0"/>
              <a:pPr/>
              <a:t>‹#›</a:t>
            </a:fld>
            <a:endParaRPr lang="en-US" dirty="0"/>
          </a:p>
        </p:txBody>
      </p:sp>
      <p:sp>
        <p:nvSpPr>
          <p:cNvPr id="10" name="Text Placeholder 2">
            <a:extLst>
              <a:ext uri="{FF2B5EF4-FFF2-40B4-BE49-F238E27FC236}">
                <a16:creationId xmlns:a16="http://schemas.microsoft.com/office/drawing/2014/main" id="{FC04CCAA-3C3C-6391-BC98-7CBE819B797F}"/>
              </a:ext>
            </a:extLst>
          </p:cNvPr>
          <p:cNvSpPr>
            <a:spLocks noGrp="1"/>
          </p:cNvSpPr>
          <p:nvPr>
            <p:ph type="body" sz="quarter" idx="19"/>
          </p:nvPr>
        </p:nvSpPr>
        <p:spPr>
          <a:xfrm>
            <a:off x="10639821" y="6236625"/>
            <a:ext cx="1130400" cy="288000"/>
          </a:xfrm>
          <a:blipFill>
            <a:blip r:embed="rId2" cstate="email">
              <a:extLst>
                <a:ext uri="{28A0092B-C50C-407E-A947-70E740481C1C}">
                  <a14:useLocalDpi xmlns:a14="http://schemas.microsoft.com/office/drawing/2010/main"/>
                </a:ext>
              </a:extLst>
            </a:blip>
            <a:stretch>
              <a:fillRect/>
            </a:stretch>
          </a:blipFill>
        </p:spPr>
        <p:txBody>
          <a:bodyPr/>
          <a:lstStyle>
            <a:lvl1pPr>
              <a:defRPr sz="100">
                <a:noFill/>
              </a:defRPr>
            </a:lvl1pPr>
          </a:lstStyle>
          <a:p>
            <a:pPr lvl="0"/>
            <a:r>
              <a:rPr lang="en-US"/>
              <a:t>Click to edit Master text styles</a:t>
            </a:r>
          </a:p>
        </p:txBody>
      </p:sp>
    </p:spTree>
    <p:extLst>
      <p:ext uri="{BB962C8B-B14F-4D97-AF65-F5344CB8AC3E}">
        <p14:creationId xmlns:p14="http://schemas.microsoft.com/office/powerpoint/2010/main" val="33699630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6"/>
        <p:cNvGrpSpPr/>
        <p:nvPr/>
      </p:nvGrpSpPr>
      <p:grpSpPr>
        <a:xfrm>
          <a:off x="0" y="0"/>
          <a:ext cx="0" cy="0"/>
          <a:chOff x="0" y="0"/>
          <a:chExt cx="0" cy="0"/>
        </a:xfrm>
      </p:grpSpPr>
      <p:sp>
        <p:nvSpPr>
          <p:cNvPr id="47" name="Google Shape;47;p53"/>
          <p:cNvSpPr txBox="1">
            <a:spLocks noGrp="1"/>
          </p:cNvSpPr>
          <p:nvPr>
            <p:ph type="dt" idx="10"/>
          </p:nvPr>
        </p:nvSpPr>
        <p:spPr>
          <a:xfrm>
            <a:off x="911424" y="6381328"/>
            <a:ext cx="1224136" cy="14329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7F816C4D-B50D-4A55-8C00-09A919D2F434}" type="datetime3">
              <a:rPr lang="en-US" smtClean="0"/>
              <a:t>1 October 2026</a:t>
            </a:fld>
            <a:endParaRPr/>
          </a:p>
        </p:txBody>
      </p:sp>
      <p:sp>
        <p:nvSpPr>
          <p:cNvPr id="48" name="Google Shape;48;p53"/>
          <p:cNvSpPr txBox="1">
            <a:spLocks noGrp="1"/>
          </p:cNvSpPr>
          <p:nvPr>
            <p:ph type="ftr" idx="11"/>
          </p:nvPr>
        </p:nvSpPr>
        <p:spPr>
          <a:xfrm>
            <a:off x="2279576" y="6381328"/>
            <a:ext cx="7632848" cy="144016"/>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3"/>
          <p:cNvSpPr>
            <a:spLocks noGrp="1"/>
          </p:cNvSpPr>
          <p:nvPr>
            <p:ph type="sldNum" idx="12"/>
          </p:nvPr>
        </p:nvSpPr>
        <p:spPr>
          <a:xfrm flipH="1">
            <a:off x="407989" y="6381328"/>
            <a:ext cx="359420" cy="143296"/>
          </a:xfrm>
          <a:prstGeom prst="parallelogram">
            <a:avLst>
              <a:gd name="adj" fmla="val 51419"/>
            </a:avLst>
          </a:prstGeom>
          <a:solidFill>
            <a:schemeClr val="accent1"/>
          </a:solidFill>
          <a:ln>
            <a:noFill/>
          </a:ln>
        </p:spPr>
        <p:txBody>
          <a:bodyPr spcFirstLastPara="1" wrap="square" lIns="0" tIns="0" rIns="0" bIns="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669373219"/>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1.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noChangeAspect="1"/>
          </p:cNvSpPr>
          <p:nvPr>
            <p:ph type="sldNum" sz="quarter" idx="4"/>
          </p:nvPr>
        </p:nvSpPr>
        <p:spPr>
          <a:xfrm flipH="1">
            <a:off x="407988" y="6381328"/>
            <a:ext cx="359420" cy="143296"/>
          </a:xfrm>
          <a:prstGeom prst="parallelogram">
            <a:avLst>
              <a:gd name="adj" fmla="val 51419"/>
            </a:avLst>
          </a:prstGeom>
          <a:solidFill>
            <a:schemeClr val="accent1"/>
          </a:solidFill>
          <a:ln>
            <a:noFill/>
          </a:ln>
        </p:spPr>
        <p:txBody>
          <a:bodyPr vert="horz" wrap="none" lIns="0" tIns="0" rIns="0" bIns="0" rtlCol="0" anchor="ctr" anchorCtr="0"/>
          <a:lstStyle>
            <a:lvl1pPr algn="ctr">
              <a:defRPr sz="600" b="0" cap="all" spc="100" baseline="0">
                <a:solidFill>
                  <a:schemeClr val="accent2"/>
                </a:solidFill>
              </a:defRPr>
            </a:lvl1pPr>
          </a:lstStyle>
          <a:p>
            <a:fld id="{5B16D1FE-3A35-41BA-8EBE-413702045235}" type="slidenum">
              <a:rPr lang="en-US" smtClean="0"/>
              <a:pPr/>
              <a:t>‹#›</a:t>
            </a:fld>
            <a:endParaRPr lang="en-US" dirty="0"/>
          </a:p>
        </p:txBody>
      </p:sp>
      <p:sp>
        <p:nvSpPr>
          <p:cNvPr id="2" name="Title Placeholder 1"/>
          <p:cNvSpPr>
            <a:spLocks noGrp="1"/>
          </p:cNvSpPr>
          <p:nvPr>
            <p:ph type="title"/>
          </p:nvPr>
        </p:nvSpPr>
        <p:spPr>
          <a:xfrm>
            <a:off x="407989" y="548680"/>
            <a:ext cx="11376024" cy="1008112"/>
          </a:xfrm>
          <a:prstGeom prst="rect">
            <a:avLst/>
          </a:prstGeom>
        </p:spPr>
        <p:txBody>
          <a:bodyPr vert="horz" wrap="square" lIns="0" tIns="0" rIns="0" bIns="0" rtlCol="0" anchor="t" anchorCtr="0">
            <a:noAutofit/>
          </a:bodyPr>
          <a:lstStyle/>
          <a:p>
            <a:r>
              <a:rPr lang="en-US" noProof="0"/>
              <a:t>Click to edit Master title style</a:t>
            </a:r>
            <a:endParaRPr lang="en-US" noProof="0" dirty="0"/>
          </a:p>
        </p:txBody>
      </p:sp>
      <p:sp>
        <p:nvSpPr>
          <p:cNvPr id="3" name="Text Placeholder 2"/>
          <p:cNvSpPr>
            <a:spLocks noGrp="1"/>
          </p:cNvSpPr>
          <p:nvPr>
            <p:ph type="body" idx="1"/>
          </p:nvPr>
        </p:nvSpPr>
        <p:spPr>
          <a:xfrm>
            <a:off x="407988" y="1844823"/>
            <a:ext cx="11376025" cy="4176565"/>
          </a:xfrm>
          <a:prstGeom prst="rect">
            <a:avLst/>
          </a:prstGeom>
        </p:spPr>
        <p:txBody>
          <a:bodyPr vert="horz" wrap="square" lIns="0" tIns="0" rIns="0" bIns="0" rtlCol="0" anchor="t" anchorCtr="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p:cNvSpPr>
            <a:spLocks noGrp="1"/>
          </p:cNvSpPr>
          <p:nvPr>
            <p:ph type="dt" sz="half" idx="2"/>
          </p:nvPr>
        </p:nvSpPr>
        <p:spPr>
          <a:xfrm>
            <a:off x="911424" y="6381328"/>
            <a:ext cx="1224136" cy="143296"/>
          </a:xfrm>
          <a:prstGeom prst="rect">
            <a:avLst/>
          </a:prstGeom>
        </p:spPr>
        <p:txBody>
          <a:bodyPr vert="horz" wrap="none" lIns="0" tIns="0" rIns="0" bIns="0" rtlCol="0" anchor="ctr" anchorCtr="0">
            <a:noAutofit/>
          </a:bodyPr>
          <a:lstStyle>
            <a:lvl1pPr algn="l">
              <a:defRPr sz="600" b="0" cap="all" spc="200" baseline="0">
                <a:solidFill>
                  <a:schemeClr val="accent2"/>
                </a:solidFill>
              </a:defRPr>
            </a:lvl1pPr>
          </a:lstStyle>
          <a:p>
            <a:fld id="{07146E88-7547-413C-92A8-02673B838C07}" type="datetime3">
              <a:rPr lang="en-US" smtClean="0"/>
              <a:t>1 October 2026</a:t>
            </a:fld>
            <a:endParaRPr lang="en-US" dirty="0"/>
          </a:p>
        </p:txBody>
      </p:sp>
      <p:sp>
        <p:nvSpPr>
          <p:cNvPr id="5" name="Footer Placeholder 4"/>
          <p:cNvSpPr>
            <a:spLocks noGrp="1"/>
          </p:cNvSpPr>
          <p:nvPr>
            <p:ph type="ftr" sz="quarter" idx="3"/>
          </p:nvPr>
        </p:nvSpPr>
        <p:spPr>
          <a:xfrm>
            <a:off x="2279576" y="6381328"/>
            <a:ext cx="7632848" cy="144016"/>
          </a:xfrm>
          <a:prstGeom prst="rect">
            <a:avLst/>
          </a:prstGeom>
        </p:spPr>
        <p:txBody>
          <a:bodyPr vert="horz" wrap="square" lIns="0" tIns="0" rIns="0" bIns="0" rtlCol="0" anchor="ctr" anchorCtr="0">
            <a:noAutofit/>
          </a:bodyPr>
          <a:lstStyle>
            <a:lvl1pPr algn="l">
              <a:defRPr sz="600" b="0" cap="all" spc="200" baseline="0">
                <a:solidFill>
                  <a:schemeClr val="accent2"/>
                </a:solidFill>
              </a:defRPr>
            </a:lvl1pPr>
          </a:lstStyle>
          <a:p>
            <a:endParaRPr lang="en-US" dirty="0"/>
          </a:p>
        </p:txBody>
      </p:sp>
      <p:sp>
        <p:nvSpPr>
          <p:cNvPr id="14" name="(c)" hidden="1"/>
          <p:cNvSpPr txBox="1"/>
          <p:nvPr/>
        </p:nvSpPr>
        <p:spPr>
          <a:xfrm>
            <a:off x="11997738" y="6891795"/>
            <a:ext cx="187552" cy="30778"/>
          </a:xfrm>
          <a:prstGeom prst="rect">
            <a:avLst/>
          </a:prstGeom>
          <a:noFill/>
        </p:spPr>
        <p:txBody>
          <a:bodyPr wrap="none" lIns="0" tIns="0" rIns="0" bIns="0" rtlCol="0">
            <a:spAutoFit/>
          </a:bodyPr>
          <a:lstStyle/>
          <a:p>
            <a:pPr algn="r"/>
            <a:r>
              <a:rPr lang="fi-FI" sz="200" dirty="0">
                <a:solidFill>
                  <a:schemeClr val="bg1"/>
                </a:solidFill>
                <a:latin typeface="+mn-lt"/>
              </a:rPr>
              <a:t>©grow. for</a:t>
            </a:r>
            <a:r>
              <a:rPr lang="fi-FI" sz="200" baseline="0" dirty="0">
                <a:solidFill>
                  <a:schemeClr val="bg1"/>
                </a:solidFill>
                <a:latin typeface="+mn-lt"/>
              </a:rPr>
              <a:t> </a:t>
            </a:r>
            <a:r>
              <a:rPr lang="fi-FI" sz="200" baseline="0" dirty="0" err="1">
                <a:solidFill>
                  <a:schemeClr val="bg1"/>
                </a:solidFill>
                <a:latin typeface="+mn-lt"/>
              </a:rPr>
              <a:t>lamor</a:t>
            </a:r>
            <a:endParaRPr lang="en-GB" sz="200" dirty="0" err="1">
              <a:solidFill>
                <a:schemeClr val="bg1"/>
              </a:solidFill>
              <a:latin typeface="+mn-lt"/>
            </a:endParaRPr>
          </a:p>
        </p:txBody>
      </p:sp>
      <p:pic>
        <p:nvPicPr>
          <p:cNvPr id="15" name="(logo)" descr="Z:\GRW (grow)\logot\copyright_grow.png" hidden="1"/>
          <p:cNvPicPr>
            <a:picLocks noChangeAspect="1" noChangeArrowheads="1"/>
          </p:cNvPicPr>
          <p:nvPr/>
        </p:nvPicPr>
        <p:blipFill>
          <a:blip r:embed="rId66" cstate="email">
            <a:extLst>
              <a:ext uri="{28A0092B-C50C-407E-A947-70E740481C1C}">
                <a14:useLocalDpi xmlns:a14="http://schemas.microsoft.com/office/drawing/2010/main"/>
              </a:ext>
            </a:extLst>
          </a:blip>
          <a:srcRect/>
          <a:stretch>
            <a:fillRect/>
          </a:stretch>
        </p:blipFill>
        <p:spPr bwMode="auto">
          <a:xfrm>
            <a:off x="0" y="-36000"/>
            <a:ext cx="60261" cy="1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6">
            <a:extLst>
              <a:ext uri="{FF2B5EF4-FFF2-40B4-BE49-F238E27FC236}">
                <a16:creationId xmlns:a16="http://schemas.microsoft.com/office/drawing/2014/main" id="{E86E414C-BDA4-6235-036B-2F3BB126709C}"/>
              </a:ext>
            </a:extLst>
          </p:cNvPr>
          <p:cNvSpPr>
            <a:spLocks noChangeAspect="1" noEditPoints="1"/>
          </p:cNvSpPr>
          <p:nvPr/>
        </p:nvSpPr>
        <p:spPr bwMode="auto">
          <a:xfrm>
            <a:off x="10646502" y="6236625"/>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48088419"/>
      </p:ext>
    </p:extLst>
  </p:cSld>
  <p:clrMap bg1="lt1" tx1="dk1" bg2="lt2" tx2="dk2" accent1="accent1" accent2="accent2" accent3="accent3" accent4="accent4" accent5="accent5" accent6="accent6" hlink="hlink" folHlink="folHlink"/>
  <p:sldLayoutIdLst>
    <p:sldLayoutId id="2147483743" r:id="rId1"/>
    <p:sldLayoutId id="2147483742" r:id="rId2"/>
    <p:sldLayoutId id="2147483762" r:id="rId3"/>
    <p:sldLayoutId id="2147483760" r:id="rId4"/>
    <p:sldLayoutId id="2147483759" r:id="rId5"/>
    <p:sldLayoutId id="2147483747" r:id="rId6"/>
    <p:sldLayoutId id="2147483709" r:id="rId7"/>
    <p:sldLayoutId id="2147483763" r:id="rId8"/>
    <p:sldLayoutId id="2147483746" r:id="rId9"/>
    <p:sldLayoutId id="2147483735" r:id="rId10"/>
    <p:sldLayoutId id="2147483764" r:id="rId11"/>
    <p:sldLayoutId id="2147483650" r:id="rId12"/>
    <p:sldLayoutId id="2147483706" r:id="rId13"/>
    <p:sldLayoutId id="2147483755" r:id="rId14"/>
    <p:sldLayoutId id="2147483769" r:id="rId15"/>
    <p:sldLayoutId id="2147483750" r:id="rId16"/>
    <p:sldLayoutId id="2147483663" r:id="rId17"/>
    <p:sldLayoutId id="2147483765" r:id="rId18"/>
    <p:sldLayoutId id="2147483761" r:id="rId19"/>
    <p:sldLayoutId id="2147483753" r:id="rId20"/>
    <p:sldLayoutId id="2147483752" r:id="rId21"/>
    <p:sldLayoutId id="2147483713" r:id="rId22"/>
    <p:sldLayoutId id="2147483652" r:id="rId23"/>
    <p:sldLayoutId id="2147483741" r:id="rId24"/>
    <p:sldLayoutId id="2147483771" r:id="rId25"/>
    <p:sldLayoutId id="2147483710" r:id="rId26"/>
    <p:sldLayoutId id="2147483711" r:id="rId27"/>
    <p:sldLayoutId id="2147483712" r:id="rId28"/>
    <p:sldLayoutId id="2147483700" r:id="rId29"/>
    <p:sldLayoutId id="2147483701" r:id="rId30"/>
    <p:sldLayoutId id="2147483728" r:id="rId31"/>
    <p:sldLayoutId id="2147483744" r:id="rId32"/>
    <p:sldLayoutId id="2147483703" r:id="rId33"/>
    <p:sldLayoutId id="2147483720" r:id="rId34"/>
    <p:sldLayoutId id="2147483704" r:id="rId35"/>
    <p:sldLayoutId id="2147483705" r:id="rId36"/>
    <p:sldLayoutId id="2147483721" r:id="rId37"/>
    <p:sldLayoutId id="2147483722" r:id="rId38"/>
    <p:sldLayoutId id="2147483723" r:id="rId39"/>
    <p:sldLayoutId id="2147483725" r:id="rId40"/>
    <p:sldLayoutId id="2147483724" r:id="rId41"/>
    <p:sldLayoutId id="2147483727" r:id="rId42"/>
    <p:sldLayoutId id="2147483726" r:id="rId43"/>
    <p:sldLayoutId id="2147483756" r:id="rId44"/>
    <p:sldLayoutId id="2147483770" r:id="rId45"/>
    <p:sldLayoutId id="2147483714" r:id="rId46"/>
    <p:sldLayoutId id="2147483754" r:id="rId47"/>
    <p:sldLayoutId id="2147483732" r:id="rId48"/>
    <p:sldLayoutId id="2147483731" r:id="rId49"/>
    <p:sldLayoutId id="2147483766" r:id="rId50"/>
    <p:sldLayoutId id="2147483757" r:id="rId51"/>
    <p:sldLayoutId id="2147483758" r:id="rId52"/>
    <p:sldLayoutId id="2147483767" r:id="rId53"/>
    <p:sldLayoutId id="2147483715" r:id="rId54"/>
    <p:sldLayoutId id="2147483716" r:id="rId55"/>
    <p:sldLayoutId id="2147483768" r:id="rId56"/>
    <p:sldLayoutId id="2147483772" r:id="rId57"/>
    <p:sldLayoutId id="2147483774" r:id="rId58"/>
    <p:sldLayoutId id="2147483775" r:id="rId59"/>
    <p:sldLayoutId id="2147483776" r:id="rId60"/>
    <p:sldLayoutId id="2147483777" r:id="rId61"/>
    <p:sldLayoutId id="2147483778" r:id="rId62"/>
    <p:sldLayoutId id="2147483779" r:id="rId63"/>
    <p:sldLayoutId id="2147483780" r:id="rId64"/>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p:txStyles>
    <p:titleStyle>
      <a:lvl1pPr algn="l" defTabSz="914400" rtl="0" eaLnBrk="1" latinLnBrk="0" hangingPunct="1">
        <a:lnSpc>
          <a:spcPct val="100000"/>
        </a:lnSpc>
        <a:spcBef>
          <a:spcPct val="0"/>
        </a:spcBef>
        <a:buNone/>
        <a:defRPr sz="3200" b="1" kern="1200">
          <a:solidFill>
            <a:schemeClr val="accent2"/>
          </a:solidFill>
          <a:latin typeface="+mj-lt"/>
          <a:ea typeface="+mj-ea"/>
          <a:cs typeface="+mj-cs"/>
        </a:defRPr>
      </a:lvl1pPr>
    </p:titleStyle>
    <p:body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6" orient="horz" pos="346">
          <p15:clr>
            <a:srgbClr val="F26B43"/>
          </p15:clr>
        </p15:guide>
        <p15:guide id="8" orient="horz" pos="1162">
          <p15:clr>
            <a:srgbClr val="F26B43"/>
          </p15:clr>
        </p15:guide>
        <p15:guide id="10" pos="257">
          <p15:clr>
            <a:srgbClr val="F26B43"/>
          </p15:clr>
        </p15:guide>
        <p15:guide id="12" orient="horz" pos="3793">
          <p15:clr>
            <a:srgbClr val="F26B43"/>
          </p15:clr>
        </p15:guide>
        <p15:guide id="13" pos="7423">
          <p15:clr>
            <a:srgbClr val="F26B43"/>
          </p15:clr>
        </p15:guide>
        <p15:guide id="15" orient="horz" pos="2160">
          <p15:clr>
            <a:srgbClr val="F26B43"/>
          </p15:clr>
        </p15:guide>
        <p15:guide id="16" orient="horz" pos="9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7.xml"/><Relationship Id="rId5" Type="http://schemas.openxmlformats.org/officeDocument/2006/relationships/image" Target="../media/image10.jpe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38.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38.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58.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3.png"/><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6.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16.xml"/><Relationship Id="rId1" Type="http://schemas.openxmlformats.org/officeDocument/2006/relationships/slideLayout" Target="../slideLayouts/slideLayout46.xml"/><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17.xml"/><Relationship Id="rId1" Type="http://schemas.openxmlformats.org/officeDocument/2006/relationships/slideLayout" Target="../slideLayouts/slideLayout59.xml"/><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18.xml"/><Relationship Id="rId1" Type="http://schemas.openxmlformats.org/officeDocument/2006/relationships/slideLayout" Target="../slideLayouts/slideLayout60.xml"/><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52.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1.xml"/><Relationship Id="rId1" Type="http://schemas.openxmlformats.org/officeDocument/2006/relationships/slideLayout" Target="../slideLayouts/slideLayout61.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38.xml"/><Relationship Id="rId6" Type="http://schemas.openxmlformats.org/officeDocument/2006/relationships/image" Target="../media/image31.png"/><Relationship Id="rId5" Type="http://schemas.openxmlformats.org/officeDocument/2006/relationships/image" Target="../media/image30.jpe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3.xml"/><Relationship Id="rId1" Type="http://schemas.openxmlformats.org/officeDocument/2006/relationships/slideLayout" Target="../slideLayouts/slideLayout6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47.xml"/></Relationships>
</file>

<file path=ppt/slides/_rels/slide2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5.xml"/><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63.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8.xml"/><Relationship Id="rId1" Type="http://schemas.openxmlformats.org/officeDocument/2006/relationships/slideLayout" Target="../slideLayouts/slideLayout64.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6B8B731-BF64-C63E-AD54-A82A7BF18371}"/>
              </a:ext>
            </a:extLst>
          </p:cNvPr>
          <p:cNvSpPr>
            <a:spLocks noGrp="1"/>
          </p:cNvSpPr>
          <p:nvPr>
            <p:ph type="dt" sz="half" idx="10"/>
          </p:nvPr>
        </p:nvSpPr>
        <p:spPr>
          <a:xfrm>
            <a:off x="911424" y="6381328"/>
            <a:ext cx="1224136" cy="143296"/>
          </a:xfrm>
        </p:spPr>
        <p:txBody>
          <a:bodyPr wrap="none" anchor="ctr">
            <a:normAutofit/>
          </a:bodyPr>
          <a:lstStyle/>
          <a:p>
            <a:pPr>
              <a:spcAft>
                <a:spcPts val="600"/>
              </a:spcAft>
            </a:pPr>
            <a:fld id="{DC8E9DBA-644C-41EF-BE6D-01893A14A32A}" type="datetime3">
              <a:rPr lang="en-US" smtClean="0"/>
              <a:pPr>
                <a:spcAft>
                  <a:spcPts val="600"/>
                </a:spcAft>
              </a:pPr>
              <a:t>1 October 2026</a:t>
            </a:fld>
            <a:endParaRPr lang="en-US" dirty="0"/>
          </a:p>
        </p:txBody>
      </p:sp>
      <p:sp>
        <p:nvSpPr>
          <p:cNvPr id="5" name="Slide Number Placeholder 4">
            <a:extLst>
              <a:ext uri="{FF2B5EF4-FFF2-40B4-BE49-F238E27FC236}">
                <a16:creationId xmlns:a16="http://schemas.microsoft.com/office/drawing/2014/main" id="{4FE90CDB-6891-C7EF-64B6-4C312784B056}"/>
              </a:ext>
            </a:extLst>
          </p:cNvPr>
          <p:cNvSpPr>
            <a:spLocks noGrp="1"/>
          </p:cNvSpPr>
          <p:nvPr>
            <p:ph type="sldNum" sz="quarter" idx="12"/>
          </p:nvPr>
        </p:nvSpPr>
        <p:spPr>
          <a:xfrm>
            <a:off x="407988" y="6381328"/>
            <a:ext cx="359420" cy="143296"/>
          </a:xfrm>
        </p:spPr>
        <p:txBody>
          <a:bodyPr wrap="none" anchor="ctr">
            <a:normAutofit/>
          </a:bodyPr>
          <a:lstStyle/>
          <a:p>
            <a:pPr>
              <a:spcAft>
                <a:spcPts val="600"/>
              </a:spcAft>
            </a:pPr>
            <a:fld id="{5B16D1FE-3A35-41BA-8EBE-413702045235}" type="slidenum">
              <a:rPr lang="en-US" smtClean="0"/>
              <a:pPr>
                <a:spcAft>
                  <a:spcPts val="600"/>
                </a:spcAft>
              </a:pPr>
              <a:t>1</a:t>
            </a:fld>
            <a:endParaRPr lang="en-US"/>
          </a:p>
        </p:txBody>
      </p:sp>
      <p:sp>
        <p:nvSpPr>
          <p:cNvPr id="7" name="Title 6">
            <a:extLst>
              <a:ext uri="{FF2B5EF4-FFF2-40B4-BE49-F238E27FC236}">
                <a16:creationId xmlns:a16="http://schemas.microsoft.com/office/drawing/2014/main" id="{9D9A38AE-2302-10B7-CF1D-A043699B96CE}"/>
              </a:ext>
            </a:extLst>
          </p:cNvPr>
          <p:cNvSpPr>
            <a:spLocks noGrp="1"/>
          </p:cNvSpPr>
          <p:nvPr>
            <p:ph type="ctrTitle"/>
          </p:nvPr>
        </p:nvSpPr>
        <p:spPr>
          <a:xfrm>
            <a:off x="958590" y="2598003"/>
            <a:ext cx="5688012" cy="1661993"/>
          </a:xfrm>
        </p:spPr>
        <p:txBody>
          <a:bodyPr wrap="square" anchor="t">
            <a:spAutoFit/>
          </a:bodyPr>
          <a:lstStyle/>
          <a:p>
            <a:r>
              <a:rPr lang="fi-FI" dirty="0" err="1"/>
              <a:t>Shoreline</a:t>
            </a:r>
            <a:r>
              <a:rPr lang="fi-FI" dirty="0"/>
              <a:t> </a:t>
            </a:r>
            <a:r>
              <a:rPr lang="fi-FI" dirty="0" err="1"/>
              <a:t>Assessment</a:t>
            </a:r>
            <a:endParaRPr lang="fi-FI" dirty="0"/>
          </a:p>
        </p:txBody>
      </p:sp>
      <p:sp>
        <p:nvSpPr>
          <p:cNvPr id="13" name="Rectangle 12">
            <a:extLst>
              <a:ext uri="{FF2B5EF4-FFF2-40B4-BE49-F238E27FC236}">
                <a16:creationId xmlns:a16="http://schemas.microsoft.com/office/drawing/2014/main" id="{358E9060-24B9-4A34-99D2-8D8CA4F63788}"/>
              </a:ext>
            </a:extLst>
          </p:cNvPr>
          <p:cNvSpPr/>
          <p:nvPr/>
        </p:nvSpPr>
        <p:spPr bwMode="auto">
          <a:xfrm>
            <a:off x="70338" y="2456892"/>
            <a:ext cx="7608168" cy="1944216"/>
          </a:xfrm>
          <a:prstGeom prst="rect">
            <a:avLst/>
          </a:prstGeom>
          <a:gradFill>
            <a:gsLst>
              <a:gs pos="0">
                <a:schemeClr val="bg1">
                  <a:alpha val="11000"/>
                </a:schemeClr>
              </a:gs>
              <a:gs pos="100000">
                <a:schemeClr val="bg1">
                  <a:alpha val="0"/>
                </a:scheme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15" name="Rectangle 14">
            <a:extLst>
              <a:ext uri="{FF2B5EF4-FFF2-40B4-BE49-F238E27FC236}">
                <a16:creationId xmlns:a16="http://schemas.microsoft.com/office/drawing/2014/main" id="{0E894647-7A48-4E6E-B874-38EAB318D3DA}"/>
              </a:ext>
            </a:extLst>
          </p:cNvPr>
          <p:cNvSpPr/>
          <p:nvPr/>
        </p:nvSpPr>
        <p:spPr bwMode="auto">
          <a:xfrm>
            <a:off x="0" y="2456892"/>
            <a:ext cx="70338" cy="1944216"/>
          </a:xfrm>
          <a:prstGeom prst="rect">
            <a:avLst/>
          </a:prstGeom>
          <a:solidFill>
            <a:schemeClr val="bg1">
              <a:alpha val="44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pic>
        <p:nvPicPr>
          <p:cNvPr id="8" name="Picture Placeholder 7">
            <a:extLst>
              <a:ext uri="{FF2B5EF4-FFF2-40B4-BE49-F238E27FC236}">
                <a16:creationId xmlns:a16="http://schemas.microsoft.com/office/drawing/2014/main" id="{3D75BDE4-8B7D-4CF1-A5BA-C346A1F8B03A}"/>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xfrm>
            <a:off x="6206870" y="0"/>
            <a:ext cx="5985131" cy="6858000"/>
          </a:xfrm>
        </p:spPr>
      </p:pic>
    </p:spTree>
    <p:extLst>
      <p:ext uri="{BB962C8B-B14F-4D97-AF65-F5344CB8AC3E}">
        <p14:creationId xmlns:p14="http://schemas.microsoft.com/office/powerpoint/2010/main" val="25473799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38180-D45B-F132-130A-0596A1A770C4}"/>
              </a:ext>
            </a:extLst>
          </p:cNvPr>
          <p:cNvSpPr>
            <a:spLocks noGrp="1"/>
          </p:cNvSpPr>
          <p:nvPr>
            <p:ph type="title"/>
          </p:nvPr>
        </p:nvSpPr>
        <p:spPr>
          <a:xfrm>
            <a:off x="1272084" y="1527885"/>
            <a:ext cx="5543995" cy="1008112"/>
          </a:xfrm>
        </p:spPr>
        <p:txBody>
          <a:bodyPr/>
          <a:lstStyle/>
          <a:p>
            <a:r>
              <a:rPr lang="en-US" sz="3200" dirty="0"/>
              <a:t>Shoreline Assessment</a:t>
            </a:r>
            <a:endParaRPr lang="en-GB" dirty="0"/>
          </a:p>
        </p:txBody>
      </p:sp>
      <p:sp>
        <p:nvSpPr>
          <p:cNvPr id="3" name="Date Placeholder 2">
            <a:extLst>
              <a:ext uri="{FF2B5EF4-FFF2-40B4-BE49-F238E27FC236}">
                <a16:creationId xmlns:a16="http://schemas.microsoft.com/office/drawing/2014/main" id="{EDEFCC5D-E676-754E-1FC6-3D3E83A383D2}"/>
              </a:ext>
            </a:extLst>
          </p:cNvPr>
          <p:cNvSpPr>
            <a:spLocks noGrp="1"/>
          </p:cNvSpPr>
          <p:nvPr>
            <p:ph type="dt" sz="half" idx="10"/>
          </p:nvPr>
        </p:nvSpPr>
        <p:spPr/>
        <p:txBody>
          <a:bodyPr/>
          <a:lstStyle/>
          <a:p>
            <a:fld id="{DC8E9DBA-644C-41EF-BE6D-01893A14A32A}" type="datetime3">
              <a:rPr lang="en-US" smtClean="0"/>
              <a:t>1 October 2026</a:t>
            </a:fld>
            <a:endParaRPr lang="en-US" dirty="0"/>
          </a:p>
        </p:txBody>
      </p:sp>
      <p:sp>
        <p:nvSpPr>
          <p:cNvPr id="5" name="Slide Number Placeholder 4">
            <a:extLst>
              <a:ext uri="{FF2B5EF4-FFF2-40B4-BE49-F238E27FC236}">
                <a16:creationId xmlns:a16="http://schemas.microsoft.com/office/drawing/2014/main" id="{84423494-B9BD-A765-E194-4C79CDF1CF7D}"/>
              </a:ext>
            </a:extLst>
          </p:cNvPr>
          <p:cNvSpPr>
            <a:spLocks noGrp="1"/>
          </p:cNvSpPr>
          <p:nvPr>
            <p:ph type="sldNum" sz="quarter" idx="12"/>
          </p:nvPr>
        </p:nvSpPr>
        <p:spPr/>
        <p:txBody>
          <a:bodyPr/>
          <a:lstStyle/>
          <a:p>
            <a:fld id="{5B16D1FE-3A35-41BA-8EBE-413702045235}" type="slidenum">
              <a:rPr lang="en-US" smtClean="0"/>
              <a:pPr/>
              <a:t>2</a:t>
            </a:fld>
            <a:endParaRPr lang="en-US" dirty="0"/>
          </a:p>
        </p:txBody>
      </p:sp>
      <p:sp>
        <p:nvSpPr>
          <p:cNvPr id="6" name="Text Placeholder 5">
            <a:extLst>
              <a:ext uri="{FF2B5EF4-FFF2-40B4-BE49-F238E27FC236}">
                <a16:creationId xmlns:a16="http://schemas.microsoft.com/office/drawing/2014/main" id="{83612422-C49A-15AA-9B4A-92F9E5AFC824}"/>
              </a:ext>
            </a:extLst>
          </p:cNvPr>
          <p:cNvSpPr>
            <a:spLocks noGrp="1"/>
          </p:cNvSpPr>
          <p:nvPr>
            <p:ph type="body" sz="quarter" idx="13"/>
          </p:nvPr>
        </p:nvSpPr>
        <p:spPr>
          <a:xfrm>
            <a:off x="1847528" y="3472101"/>
            <a:ext cx="4968552" cy="576064"/>
          </a:xfrm>
        </p:spPr>
        <p:txBody>
          <a:bodyPr/>
          <a:lstStyle/>
          <a:p>
            <a:r>
              <a:rPr lang="en-GB" sz="1800" b="0" i="0" u="none" strike="noStrike" dirty="0">
                <a:solidFill>
                  <a:srgbClr val="002F5F"/>
                </a:solidFill>
                <a:effectLst/>
              </a:rPr>
              <a:t>Understand the phases and principles of shoreline assessment</a:t>
            </a:r>
            <a:r>
              <a:rPr lang="en-GB" dirty="0">
                <a:solidFill>
                  <a:srgbClr val="002F5F"/>
                </a:solidFill>
              </a:rPr>
              <a:t> </a:t>
            </a:r>
            <a:r>
              <a:rPr lang="en-GB" sz="1800" b="0" i="0" u="none" strike="noStrike" dirty="0">
                <a:solidFill>
                  <a:srgbClr val="002F5F"/>
                </a:solidFill>
                <a:effectLst/>
              </a:rPr>
              <a:t> </a:t>
            </a:r>
          </a:p>
        </p:txBody>
      </p:sp>
      <p:sp>
        <p:nvSpPr>
          <p:cNvPr id="7" name="Text Placeholder 6">
            <a:extLst>
              <a:ext uri="{FF2B5EF4-FFF2-40B4-BE49-F238E27FC236}">
                <a16:creationId xmlns:a16="http://schemas.microsoft.com/office/drawing/2014/main" id="{5C2901CA-A2E8-F85B-662A-C5D9E9F97C7F}"/>
              </a:ext>
            </a:extLst>
          </p:cNvPr>
          <p:cNvSpPr>
            <a:spLocks noGrp="1"/>
          </p:cNvSpPr>
          <p:nvPr>
            <p:ph type="body" sz="quarter" idx="14"/>
          </p:nvPr>
        </p:nvSpPr>
        <p:spPr>
          <a:xfrm>
            <a:off x="1248072" y="3385483"/>
            <a:ext cx="432000" cy="432000"/>
          </a:xfrm>
        </p:spPr>
        <p:txBody>
          <a:bodyPr/>
          <a:lstStyle/>
          <a:p>
            <a:r>
              <a:rPr lang="en-GB" dirty="0"/>
              <a:t>1</a:t>
            </a:r>
          </a:p>
        </p:txBody>
      </p:sp>
      <p:sp>
        <p:nvSpPr>
          <p:cNvPr id="8" name="Text Placeholder 7">
            <a:extLst>
              <a:ext uri="{FF2B5EF4-FFF2-40B4-BE49-F238E27FC236}">
                <a16:creationId xmlns:a16="http://schemas.microsoft.com/office/drawing/2014/main" id="{E46C2235-417A-F054-BCC5-A37210CE6A17}"/>
              </a:ext>
            </a:extLst>
          </p:cNvPr>
          <p:cNvSpPr>
            <a:spLocks noGrp="1"/>
          </p:cNvSpPr>
          <p:nvPr>
            <p:ph type="body" sz="quarter" idx="15"/>
          </p:nvPr>
        </p:nvSpPr>
        <p:spPr>
          <a:xfrm>
            <a:off x="1248072" y="4120173"/>
            <a:ext cx="432000" cy="432000"/>
          </a:xfrm>
        </p:spPr>
        <p:txBody>
          <a:bodyPr/>
          <a:lstStyle/>
          <a:p>
            <a:r>
              <a:rPr lang="en-GB" dirty="0"/>
              <a:t>2</a:t>
            </a:r>
          </a:p>
        </p:txBody>
      </p:sp>
      <p:sp>
        <p:nvSpPr>
          <p:cNvPr id="9" name="Text Placeholder 8">
            <a:extLst>
              <a:ext uri="{FF2B5EF4-FFF2-40B4-BE49-F238E27FC236}">
                <a16:creationId xmlns:a16="http://schemas.microsoft.com/office/drawing/2014/main" id="{AA59FF4E-0DBC-6FA7-0CE5-000B3C392CE2}"/>
              </a:ext>
            </a:extLst>
          </p:cNvPr>
          <p:cNvSpPr>
            <a:spLocks noGrp="1"/>
          </p:cNvSpPr>
          <p:nvPr>
            <p:ph type="body" sz="quarter" idx="16"/>
          </p:nvPr>
        </p:nvSpPr>
        <p:spPr>
          <a:xfrm>
            <a:off x="1248072" y="4840253"/>
            <a:ext cx="432000" cy="432000"/>
          </a:xfrm>
        </p:spPr>
        <p:txBody>
          <a:bodyPr/>
          <a:lstStyle/>
          <a:p>
            <a:r>
              <a:rPr lang="en-GB" dirty="0"/>
              <a:t>3</a:t>
            </a:r>
          </a:p>
        </p:txBody>
      </p:sp>
      <p:sp>
        <p:nvSpPr>
          <p:cNvPr id="12" name="Text Placeholder 11">
            <a:extLst>
              <a:ext uri="{FF2B5EF4-FFF2-40B4-BE49-F238E27FC236}">
                <a16:creationId xmlns:a16="http://schemas.microsoft.com/office/drawing/2014/main" id="{F7D4A129-BC27-BFFC-EA57-B8FDDCBFA0FD}"/>
              </a:ext>
            </a:extLst>
          </p:cNvPr>
          <p:cNvSpPr>
            <a:spLocks noGrp="1"/>
          </p:cNvSpPr>
          <p:nvPr>
            <p:ph type="body" sz="quarter" idx="19"/>
          </p:nvPr>
        </p:nvSpPr>
        <p:spPr>
          <a:xfrm>
            <a:off x="1847528" y="4192181"/>
            <a:ext cx="6120680" cy="576064"/>
          </a:xfrm>
        </p:spPr>
        <p:txBody>
          <a:bodyPr/>
          <a:lstStyle/>
          <a:p>
            <a:r>
              <a:rPr lang="en-GB" sz="1800" b="0" i="0" u="none" strike="noStrike" dirty="0">
                <a:solidFill>
                  <a:srgbClr val="002F5F"/>
                </a:solidFill>
                <a:effectLst/>
              </a:rPr>
              <a:t>Understand the logistical requirements to conduct shoreline assessment</a:t>
            </a:r>
            <a:r>
              <a:rPr lang="en-GB" dirty="0">
                <a:solidFill>
                  <a:srgbClr val="002F5F"/>
                </a:solidFill>
              </a:rPr>
              <a:t> </a:t>
            </a:r>
            <a:endParaRPr lang="en-GB" sz="1800" b="0" i="0" u="none" strike="noStrike" dirty="0">
              <a:solidFill>
                <a:srgbClr val="002F5F"/>
              </a:solidFill>
              <a:effectLst/>
            </a:endParaRPr>
          </a:p>
        </p:txBody>
      </p:sp>
      <p:sp>
        <p:nvSpPr>
          <p:cNvPr id="13" name="Text Placeholder 12">
            <a:extLst>
              <a:ext uri="{FF2B5EF4-FFF2-40B4-BE49-F238E27FC236}">
                <a16:creationId xmlns:a16="http://schemas.microsoft.com/office/drawing/2014/main" id="{AA524D6C-3B2C-E5AF-7E54-EC2F866458FD}"/>
              </a:ext>
            </a:extLst>
          </p:cNvPr>
          <p:cNvSpPr>
            <a:spLocks noGrp="1"/>
          </p:cNvSpPr>
          <p:nvPr>
            <p:ph type="body" sz="quarter" idx="20"/>
          </p:nvPr>
        </p:nvSpPr>
        <p:spPr>
          <a:xfrm>
            <a:off x="1847528" y="4912261"/>
            <a:ext cx="5760640" cy="576064"/>
          </a:xfrm>
        </p:spPr>
        <p:txBody>
          <a:bodyPr/>
          <a:lstStyle/>
          <a:p>
            <a:r>
              <a:rPr lang="en-GB" sz="1800" b="0" i="0" u="none" strike="noStrike" dirty="0">
                <a:solidFill>
                  <a:srgbClr val="002F5F"/>
                </a:solidFill>
                <a:effectLst/>
              </a:rPr>
              <a:t>Consider what equipment they should use to carry out the assessment and evaluation</a:t>
            </a:r>
            <a:r>
              <a:rPr lang="en-GB" dirty="0">
                <a:solidFill>
                  <a:srgbClr val="002F5F"/>
                </a:solidFill>
              </a:rPr>
              <a:t> </a:t>
            </a:r>
            <a:r>
              <a:rPr lang="en-GB" sz="1800" b="0" i="0" u="none" strike="noStrike" dirty="0">
                <a:solidFill>
                  <a:srgbClr val="002F5F"/>
                </a:solidFill>
                <a:effectLst/>
              </a:rPr>
              <a:t> </a:t>
            </a:r>
          </a:p>
        </p:txBody>
      </p:sp>
      <p:pic>
        <p:nvPicPr>
          <p:cNvPr id="19" name="Picture 18" descr="A blue letter on a black background&#10;&#10;Description automatically generated">
            <a:extLst>
              <a:ext uri="{FF2B5EF4-FFF2-40B4-BE49-F238E27FC236}">
                <a16:creationId xmlns:a16="http://schemas.microsoft.com/office/drawing/2014/main" id="{75B3B56A-3C7C-B1FD-F89E-7D77D97DAF9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683549" y="6225979"/>
            <a:ext cx="1194054" cy="310698"/>
          </a:xfrm>
          <a:prstGeom prst="rect">
            <a:avLst/>
          </a:prstGeom>
        </p:spPr>
      </p:pic>
      <p:sp>
        <p:nvSpPr>
          <p:cNvPr id="18" name="Google Shape;571;p16">
            <a:extLst>
              <a:ext uri="{FF2B5EF4-FFF2-40B4-BE49-F238E27FC236}">
                <a16:creationId xmlns:a16="http://schemas.microsoft.com/office/drawing/2014/main" id="{A00FA8F2-1191-43A0-9103-B5E40C6BB19B}"/>
              </a:ext>
            </a:extLst>
          </p:cNvPr>
          <p:cNvSpPr txBox="1">
            <a:spLocks/>
          </p:cNvSpPr>
          <p:nvPr/>
        </p:nvSpPr>
        <p:spPr>
          <a:xfrm>
            <a:off x="1272084" y="2654021"/>
            <a:ext cx="3383755" cy="369332"/>
          </a:xfrm>
          <a:prstGeom prst="rect">
            <a:avLst/>
          </a:prstGeom>
          <a:noFill/>
          <a:ln>
            <a:noFill/>
          </a:ln>
        </p:spPr>
        <p:txBody>
          <a:bodyPr spcFirstLastPara="1" vert="horz" wrap="square" lIns="0" tIns="0" rIns="0" bIns="0" rtlCol="0" anchor="t" anchorCtr="0">
            <a:spAutoFit/>
          </a:bodyPr>
          <a:lstStyle>
            <a:lvl1pPr marL="0" indent="0" algn="l" defTabSz="914400" rtl="0" eaLnBrk="1" latinLnBrk="0" hangingPunct="1">
              <a:lnSpc>
                <a:spcPct val="100000"/>
              </a:lnSpc>
              <a:spcBef>
                <a:spcPts val="200"/>
              </a:spcBef>
              <a:buFontTx/>
              <a:buNone/>
              <a:defRPr sz="1800" b="0" kern="1200">
                <a:solidFill>
                  <a:schemeClr val="bg1"/>
                </a:solidFill>
                <a:latin typeface="+mn-lt"/>
                <a:ea typeface="+mn-ea"/>
                <a:cs typeface="+mn-cs"/>
              </a:defRPr>
            </a:lvl1pPr>
            <a:lvl2pPr marL="457200" indent="0" algn="ctr" defTabSz="914400" rtl="0" eaLnBrk="1" latinLnBrk="0" hangingPunct="1">
              <a:lnSpc>
                <a:spcPct val="120000"/>
              </a:lnSpc>
              <a:spcBef>
                <a:spcPts val="600"/>
              </a:spcBef>
              <a:buFont typeface="Arial" panose="020B0604020202020204" pitchFamily="34" charset="0"/>
              <a:buNone/>
              <a:defRPr sz="2000" kern="1200">
                <a:solidFill>
                  <a:schemeClr val="accent2"/>
                </a:solidFill>
                <a:latin typeface="+mn-lt"/>
                <a:ea typeface="+mn-ea"/>
                <a:cs typeface="+mn-cs"/>
              </a:defRPr>
            </a:lvl2pPr>
            <a:lvl3pPr marL="914400" indent="0" algn="ctr" defTabSz="914400" rtl="0" eaLnBrk="1" latinLnBrk="0" hangingPunct="1">
              <a:lnSpc>
                <a:spcPct val="120000"/>
              </a:lnSpc>
              <a:spcBef>
                <a:spcPts val="600"/>
              </a:spcBef>
              <a:buFont typeface="Arial" panose="020B0604020202020204" pitchFamily="34" charset="0"/>
              <a:buNone/>
              <a:defRPr sz="1800" kern="1200">
                <a:solidFill>
                  <a:schemeClr val="accent2"/>
                </a:solidFill>
                <a:latin typeface="+mn-lt"/>
                <a:ea typeface="+mn-ea"/>
                <a:cs typeface="+mn-cs"/>
              </a:defRPr>
            </a:lvl3pPr>
            <a:lvl4pPr marL="1371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4pPr>
            <a:lvl5pPr marL="18288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5pPr>
            <a:lvl6pPr marL="22860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6pPr>
            <a:lvl7pPr marL="27432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7pPr>
            <a:lvl8pPr marL="32004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8pPr>
            <a:lvl9pPr marL="3657600" indent="0" algn="ctr" defTabSz="914400" rtl="0" eaLnBrk="1" latinLnBrk="0" hangingPunct="1">
              <a:lnSpc>
                <a:spcPct val="120000"/>
              </a:lnSpc>
              <a:spcBef>
                <a:spcPts val="600"/>
              </a:spcBef>
              <a:buFont typeface="Arial" panose="020B0604020202020204" pitchFamily="34" charset="0"/>
              <a:buNone/>
              <a:defRPr sz="1600" kern="1200">
                <a:solidFill>
                  <a:schemeClr val="accent2"/>
                </a:solidFill>
                <a:latin typeface="+mn-lt"/>
                <a:ea typeface="+mn-ea"/>
                <a:cs typeface="+mn-cs"/>
              </a:defRPr>
            </a:lvl9pPr>
          </a:lstStyle>
          <a:p>
            <a:pPr>
              <a:spcBef>
                <a:spcPts val="0"/>
              </a:spcBef>
              <a:buSzPts val="1300"/>
            </a:pPr>
            <a:r>
              <a:rPr lang="en-US" sz="2400" dirty="0">
                <a:solidFill>
                  <a:srgbClr val="002F5F"/>
                </a:solidFill>
              </a:rPr>
              <a:t>Objectives</a:t>
            </a:r>
          </a:p>
        </p:txBody>
      </p:sp>
      <p:pic>
        <p:nvPicPr>
          <p:cNvPr id="34" name="Picture Placeholder 33">
            <a:extLst>
              <a:ext uri="{FF2B5EF4-FFF2-40B4-BE49-F238E27FC236}">
                <a16:creationId xmlns:a16="http://schemas.microsoft.com/office/drawing/2014/main" id="{FE365A8C-8337-4837-8903-95177F33F422}"/>
              </a:ext>
            </a:extLst>
          </p:cNvPr>
          <p:cNvPicPr>
            <a:picLocks noGrp="1" noChangeAspect="1"/>
          </p:cNvPicPr>
          <p:nvPr>
            <p:ph type="pic" sz="quarter" idx="23"/>
          </p:nvPr>
        </p:nvPicPr>
        <p:blipFill rotWithShape="1">
          <a:blip r:embed="rId4" cstate="email">
            <a:extLst>
              <a:ext uri="{28A0092B-C50C-407E-A947-70E740481C1C}">
                <a14:useLocalDpi xmlns:a14="http://schemas.microsoft.com/office/drawing/2010/main"/>
              </a:ext>
            </a:extLst>
          </a:blip>
          <a:srcRect/>
          <a:stretch/>
        </p:blipFill>
        <p:spPr>
          <a:xfrm>
            <a:off x="6206870" y="0"/>
            <a:ext cx="5985131" cy="6858000"/>
          </a:xfrm>
        </p:spPr>
      </p:pic>
    </p:spTree>
    <p:extLst>
      <p:ext uri="{BB962C8B-B14F-4D97-AF65-F5344CB8AC3E}">
        <p14:creationId xmlns:p14="http://schemas.microsoft.com/office/powerpoint/2010/main" val="398298495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70" name="Google Shape;570;p16"/>
          <p:cNvSpPr txBox="1">
            <a:spLocks noGrp="1"/>
          </p:cNvSpPr>
          <p:nvPr>
            <p:ph type="ctrTitle"/>
          </p:nvPr>
        </p:nvSpPr>
        <p:spPr>
          <a:prstGeom prst="rect">
            <a:avLst/>
          </a:prstGeom>
          <a:noFill/>
          <a:ln>
            <a:noFill/>
          </a:ln>
        </p:spPr>
        <p:txBody>
          <a:bodyPr spcFirstLastPara="1" vert="horz" wrap="square" lIns="0" tIns="0" rIns="0" bIns="0" rtlCol="0" anchor="b" anchorCtr="0">
            <a:spAutoFit/>
          </a:bodyPr>
          <a:lstStyle/>
          <a:p>
            <a:r>
              <a:rPr lang="en-US" dirty="0"/>
              <a:t>Shoreline Assessment</a:t>
            </a:r>
            <a:endParaRPr dirty="0"/>
          </a:p>
        </p:txBody>
      </p:sp>
      <p:sp>
        <p:nvSpPr>
          <p:cNvPr id="571" name="Google Shape;571;p16"/>
          <p:cNvSpPr txBox="1">
            <a:spLocks noGrp="1"/>
          </p:cNvSpPr>
          <p:nvPr>
            <p:ph type="subTitle" idx="1"/>
          </p:nvPr>
        </p:nvSpPr>
        <p:spPr>
          <a:prstGeom prst="rect">
            <a:avLst/>
          </a:prstGeom>
          <a:noFill/>
          <a:ln>
            <a:noFill/>
          </a:ln>
        </p:spPr>
        <p:txBody>
          <a:bodyPr spcFirstLastPara="1" vert="horz" wrap="square" lIns="0" tIns="0" rIns="0" bIns="0" rtlCol="0" anchor="t" anchorCtr="0">
            <a:spAutoFit/>
          </a:bodyPr>
          <a:lstStyle/>
          <a:p>
            <a:pPr>
              <a:spcBef>
                <a:spcPts val="0"/>
              </a:spcBef>
              <a:buSzPts val="1300"/>
            </a:pPr>
            <a:r>
              <a:rPr lang="en-US" dirty="0"/>
              <a:t>Why do we need it?</a:t>
            </a:r>
          </a:p>
        </p:txBody>
      </p:sp>
      <p:sp>
        <p:nvSpPr>
          <p:cNvPr id="567" name="Google Shape;567;p16"/>
          <p:cNvSpPr txBox="1">
            <a:spLocks noGrp="1"/>
          </p:cNvSpPr>
          <p:nvPr>
            <p:ph type="dt" sz="half" idx="10"/>
          </p:nvPr>
        </p:nvSpPr>
        <p:spPr>
          <a:prstGeom prst="rect">
            <a:avLst/>
          </a:prstGeom>
          <a:noFill/>
          <a:ln>
            <a:noFill/>
          </a:ln>
        </p:spPr>
        <p:txBody>
          <a:bodyPr spcFirstLastPara="1" vert="horz" wrap="square" lIns="0" tIns="0" rIns="0" bIns="0" rtlCol="0" anchor="ctr" anchorCtr="0">
            <a:noAutofit/>
          </a:bodyPr>
          <a:lstStyle/>
          <a:p>
            <a:r>
              <a:rPr lang="en-US" dirty="0"/>
              <a:t>17 JANUARY 2024</a:t>
            </a:r>
            <a:endParaRPr dirty="0"/>
          </a:p>
        </p:txBody>
      </p:sp>
      <p:sp>
        <p:nvSpPr>
          <p:cNvPr id="569" name="Google Shape;569;p16"/>
          <p:cNvSpPr>
            <a:spLocks noGrp="1"/>
          </p:cNvSpPr>
          <p:nvPr>
            <p:ph type="sldNum" sz="quarter" idx="12"/>
          </p:nvPr>
        </p:nvSpPr>
        <p:spPr>
          <a:prstGeom prst="parallelogram">
            <a:avLst>
              <a:gd name="adj" fmla="val 51419"/>
            </a:avLst>
          </a:prstGeom>
          <a:solidFill>
            <a:schemeClr val="accent1"/>
          </a:solidFill>
          <a:ln>
            <a:noFill/>
          </a:ln>
        </p:spPr>
        <p:txBody>
          <a:bodyPr spcFirstLastPara="1" vert="horz" wrap="square" lIns="0" tIns="0" rIns="0" bIns="0" rtlCol="0" anchor="ctr" anchorCtr="0">
            <a:noAutofit/>
          </a:bodyPr>
          <a:lstStyle/>
          <a:p>
            <a:fld id="{00000000-1234-1234-1234-123412341234}" type="slidenum">
              <a:rPr lang="en-US"/>
              <a:pPr/>
              <a:t>3</a:t>
            </a:fld>
            <a:endParaRPr/>
          </a:p>
        </p:txBody>
      </p:sp>
      <p:pic>
        <p:nvPicPr>
          <p:cNvPr id="3" name="Picture Placeholder 17">
            <a:extLst>
              <a:ext uri="{FF2B5EF4-FFF2-40B4-BE49-F238E27FC236}">
                <a16:creationId xmlns:a16="http://schemas.microsoft.com/office/drawing/2014/main" id="{5DBE2BF3-E1F5-09DA-6CB5-F76C1666251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90500" y="200820"/>
            <a:ext cx="11806978" cy="64793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BF48E63-2225-4DE6-A8F3-A478246A1A42}"/>
              </a:ext>
            </a:extLst>
          </p:cNvPr>
          <p:cNvSpPr/>
          <p:nvPr/>
        </p:nvSpPr>
        <p:spPr bwMode="auto">
          <a:xfrm>
            <a:off x="8206336" y="1774524"/>
            <a:ext cx="3599780" cy="1323227"/>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18" name="Rectangle 17">
            <a:extLst>
              <a:ext uri="{FF2B5EF4-FFF2-40B4-BE49-F238E27FC236}">
                <a16:creationId xmlns:a16="http://schemas.microsoft.com/office/drawing/2014/main" id="{E140A74C-D92C-4ED4-B846-17C52C9D46D6}"/>
              </a:ext>
            </a:extLst>
          </p:cNvPr>
          <p:cNvSpPr/>
          <p:nvPr/>
        </p:nvSpPr>
        <p:spPr bwMode="auto">
          <a:xfrm>
            <a:off x="4296419" y="1774524"/>
            <a:ext cx="3599780" cy="1323227"/>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17" name="Rectangle 16">
            <a:extLst>
              <a:ext uri="{FF2B5EF4-FFF2-40B4-BE49-F238E27FC236}">
                <a16:creationId xmlns:a16="http://schemas.microsoft.com/office/drawing/2014/main" id="{AD0CBB3A-AA42-4A0F-8AED-910C8664BD89}"/>
              </a:ext>
            </a:extLst>
          </p:cNvPr>
          <p:cNvSpPr/>
          <p:nvPr/>
        </p:nvSpPr>
        <p:spPr bwMode="auto">
          <a:xfrm>
            <a:off x="407975" y="1774524"/>
            <a:ext cx="3599780" cy="1323227"/>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21" name="Picture Placeholder 20">
            <a:extLst>
              <a:ext uri="{FF2B5EF4-FFF2-40B4-BE49-F238E27FC236}">
                <a16:creationId xmlns:a16="http://schemas.microsoft.com/office/drawing/2014/main" id="{9538366B-959A-45CD-BF64-A634A6C37EF6}"/>
              </a:ext>
            </a:extLst>
          </p:cNvPr>
          <p:cNvPicPr>
            <a:picLocks noGrp="1" noChangeAspect="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a:xfrm>
            <a:off x="407988" y="3411538"/>
            <a:ext cx="3599772" cy="2303462"/>
          </a:xfrm>
          <a:pattFill prst="pct5">
            <a:fgClr>
              <a:schemeClr val="tx1"/>
            </a:fgClr>
            <a:bgClr>
              <a:schemeClr val="bg1"/>
            </a:bgClr>
          </a:pattFill>
        </p:spPr>
      </p:pic>
      <p:pic>
        <p:nvPicPr>
          <p:cNvPr id="23" name="Picture Placeholder 22">
            <a:extLst>
              <a:ext uri="{FF2B5EF4-FFF2-40B4-BE49-F238E27FC236}">
                <a16:creationId xmlns:a16="http://schemas.microsoft.com/office/drawing/2014/main" id="{2652737E-FD75-466A-8177-5D2F787752E0}"/>
              </a:ext>
            </a:extLst>
          </p:cNvPr>
          <p:cNvPicPr>
            <a:picLocks noGrp="1" noChangeAspect="1"/>
          </p:cNvPicPr>
          <p:nvPr>
            <p:ph type="pic" sz="quarter" idx="14"/>
          </p:nvPr>
        </p:nvPicPr>
        <p:blipFill rotWithShape="1">
          <a:blip r:embed="rId4" cstate="email">
            <a:extLst>
              <a:ext uri="{28A0092B-C50C-407E-A947-70E740481C1C}">
                <a14:useLocalDpi xmlns:a14="http://schemas.microsoft.com/office/drawing/2010/main"/>
              </a:ext>
            </a:extLst>
          </a:blip>
          <a:srcRect/>
          <a:stretch/>
        </p:blipFill>
        <p:spPr>
          <a:xfrm>
            <a:off x="4295775" y="3411538"/>
            <a:ext cx="3600450" cy="2303462"/>
          </a:xfrm>
          <a:pattFill prst="pct5">
            <a:fgClr>
              <a:schemeClr val="tx1"/>
            </a:fgClr>
            <a:bgClr>
              <a:schemeClr val="bg1"/>
            </a:bgClr>
          </a:pattFill>
        </p:spPr>
      </p:pic>
      <p:pic>
        <p:nvPicPr>
          <p:cNvPr id="25" name="Picture Placeholder 24">
            <a:extLst>
              <a:ext uri="{FF2B5EF4-FFF2-40B4-BE49-F238E27FC236}">
                <a16:creationId xmlns:a16="http://schemas.microsoft.com/office/drawing/2014/main" id="{73522D11-7077-4E7F-A5A8-FDB4073C4031}"/>
              </a:ext>
            </a:extLst>
          </p:cNvPr>
          <p:cNvPicPr>
            <a:picLocks noGrp="1" noChangeAspect="1"/>
          </p:cNvPicPr>
          <p:nvPr>
            <p:ph type="pic" sz="quarter" idx="15"/>
          </p:nvPr>
        </p:nvPicPr>
        <p:blipFill rotWithShape="1">
          <a:blip r:embed="rId5" cstate="email">
            <a:extLst>
              <a:ext uri="{28A0092B-C50C-407E-A947-70E740481C1C}">
                <a14:useLocalDpi xmlns:a14="http://schemas.microsoft.com/office/drawing/2010/main"/>
              </a:ext>
            </a:extLst>
          </a:blip>
          <a:srcRect/>
          <a:stretch/>
        </p:blipFill>
        <p:spPr>
          <a:xfrm>
            <a:off x="8183563" y="3411538"/>
            <a:ext cx="3600450" cy="2303462"/>
          </a:xfrm>
          <a:pattFill prst="pct5">
            <a:fgClr>
              <a:schemeClr val="tx1"/>
            </a:fgClr>
            <a:bgClr>
              <a:schemeClr val="bg1"/>
            </a:bgClr>
          </a:pattFill>
        </p:spPr>
      </p:pic>
      <p:sp>
        <p:nvSpPr>
          <p:cNvPr id="7" name="Title 6">
            <a:extLst>
              <a:ext uri="{FF2B5EF4-FFF2-40B4-BE49-F238E27FC236}">
                <a16:creationId xmlns:a16="http://schemas.microsoft.com/office/drawing/2014/main" id="{86C0000C-32AF-414A-8B7F-7F9CD72618C8}"/>
              </a:ext>
            </a:extLst>
          </p:cNvPr>
          <p:cNvSpPr>
            <a:spLocks noGrp="1"/>
          </p:cNvSpPr>
          <p:nvPr>
            <p:ph type="title"/>
          </p:nvPr>
        </p:nvSpPr>
        <p:spPr>
          <a:xfrm>
            <a:off x="407989" y="764704"/>
            <a:ext cx="11376024" cy="492443"/>
          </a:xfrm>
        </p:spPr>
        <p:txBody>
          <a:bodyPr>
            <a:spAutoFit/>
          </a:bodyPr>
          <a:lstStyle/>
          <a:p>
            <a:pPr algn="ctr"/>
            <a:r>
              <a:rPr lang="en-US" dirty="0"/>
              <a:t>3 Phases of a SCAT Program</a:t>
            </a:r>
          </a:p>
        </p:txBody>
      </p:sp>
      <p:sp>
        <p:nvSpPr>
          <p:cNvPr id="13" name="Text Placeholder 12">
            <a:extLst>
              <a:ext uri="{FF2B5EF4-FFF2-40B4-BE49-F238E27FC236}">
                <a16:creationId xmlns:a16="http://schemas.microsoft.com/office/drawing/2014/main" id="{266CC94B-2A7C-48E0-BBC6-BD6FD4008CE5}"/>
              </a:ext>
            </a:extLst>
          </p:cNvPr>
          <p:cNvSpPr>
            <a:spLocks noGrp="1"/>
          </p:cNvSpPr>
          <p:nvPr>
            <p:ph type="body" sz="quarter" idx="16"/>
          </p:nvPr>
        </p:nvSpPr>
        <p:spPr>
          <a:xfrm>
            <a:off x="407988" y="2461051"/>
            <a:ext cx="3600450" cy="301878"/>
          </a:xfrm>
        </p:spPr>
        <p:txBody>
          <a:bodyPr>
            <a:spAutoFit/>
          </a:bodyPr>
          <a:lstStyle/>
          <a:p>
            <a:pPr algn="ctr"/>
            <a:r>
              <a:rPr lang="en-US" dirty="0"/>
              <a:t>Reconnaissance Survey</a:t>
            </a:r>
          </a:p>
        </p:txBody>
      </p:sp>
      <p:sp>
        <p:nvSpPr>
          <p:cNvPr id="14" name="Text Placeholder 13">
            <a:extLst>
              <a:ext uri="{FF2B5EF4-FFF2-40B4-BE49-F238E27FC236}">
                <a16:creationId xmlns:a16="http://schemas.microsoft.com/office/drawing/2014/main" id="{640A5933-6C6F-4C42-A936-332C0B8B8D24}"/>
              </a:ext>
            </a:extLst>
          </p:cNvPr>
          <p:cNvSpPr>
            <a:spLocks noGrp="1"/>
          </p:cNvSpPr>
          <p:nvPr>
            <p:ph type="body" sz="quarter" idx="17"/>
          </p:nvPr>
        </p:nvSpPr>
        <p:spPr>
          <a:xfrm>
            <a:off x="4295801" y="2461051"/>
            <a:ext cx="3600398" cy="301878"/>
          </a:xfrm>
        </p:spPr>
        <p:txBody>
          <a:bodyPr>
            <a:spAutoFit/>
          </a:bodyPr>
          <a:lstStyle/>
          <a:p>
            <a:pPr algn="ctr"/>
            <a:r>
              <a:rPr lang="en-US" dirty="0"/>
              <a:t>“ground-truthing”  (detailed info)</a:t>
            </a:r>
          </a:p>
        </p:txBody>
      </p:sp>
      <p:sp>
        <p:nvSpPr>
          <p:cNvPr id="15" name="Text Placeholder 14">
            <a:extLst>
              <a:ext uri="{FF2B5EF4-FFF2-40B4-BE49-F238E27FC236}">
                <a16:creationId xmlns:a16="http://schemas.microsoft.com/office/drawing/2014/main" id="{50C2AA43-CE4A-4F09-885B-FF37FED86904}"/>
              </a:ext>
            </a:extLst>
          </p:cNvPr>
          <p:cNvSpPr>
            <a:spLocks noGrp="1"/>
          </p:cNvSpPr>
          <p:nvPr>
            <p:ph type="body" sz="quarter" idx="18"/>
          </p:nvPr>
        </p:nvSpPr>
        <p:spPr>
          <a:xfrm>
            <a:off x="8205668" y="2461051"/>
            <a:ext cx="3600450" cy="301878"/>
          </a:xfrm>
        </p:spPr>
        <p:txBody>
          <a:bodyPr>
            <a:spAutoFit/>
          </a:bodyPr>
          <a:lstStyle/>
          <a:p>
            <a:pPr algn="ctr"/>
            <a:r>
              <a:rPr lang="en-US" dirty="0"/>
              <a:t>“sign-off” process</a:t>
            </a:r>
          </a:p>
        </p:txBody>
      </p:sp>
      <p:sp>
        <p:nvSpPr>
          <p:cNvPr id="8" name="Text Placeholder 7">
            <a:extLst>
              <a:ext uri="{FF2B5EF4-FFF2-40B4-BE49-F238E27FC236}">
                <a16:creationId xmlns:a16="http://schemas.microsoft.com/office/drawing/2014/main" id="{D315AA16-66D8-4BB0-8BB5-A5621672A900}"/>
              </a:ext>
            </a:extLst>
          </p:cNvPr>
          <p:cNvSpPr>
            <a:spLocks noGrp="1"/>
          </p:cNvSpPr>
          <p:nvPr>
            <p:ph type="body" idx="1"/>
          </p:nvPr>
        </p:nvSpPr>
        <p:spPr>
          <a:xfrm>
            <a:off x="407976" y="2099250"/>
            <a:ext cx="3599792" cy="276999"/>
          </a:xfrm>
        </p:spPr>
        <p:txBody>
          <a:bodyPr>
            <a:spAutoFit/>
          </a:bodyPr>
          <a:lstStyle/>
          <a:p>
            <a:pPr algn="ctr"/>
            <a:r>
              <a:rPr lang="en-US" dirty="0"/>
              <a:t>Initial Phase </a:t>
            </a:r>
          </a:p>
        </p:txBody>
      </p:sp>
      <p:sp>
        <p:nvSpPr>
          <p:cNvPr id="9" name="Text Placeholder 8">
            <a:extLst>
              <a:ext uri="{FF2B5EF4-FFF2-40B4-BE49-F238E27FC236}">
                <a16:creationId xmlns:a16="http://schemas.microsoft.com/office/drawing/2014/main" id="{1AD5593A-4AFE-4A23-8A9E-0B40394C6FB1}"/>
              </a:ext>
            </a:extLst>
          </p:cNvPr>
          <p:cNvSpPr>
            <a:spLocks noGrp="1"/>
          </p:cNvSpPr>
          <p:nvPr>
            <p:ph type="body" sz="quarter" idx="3"/>
          </p:nvPr>
        </p:nvSpPr>
        <p:spPr>
          <a:xfrm>
            <a:off x="4295800" y="2099250"/>
            <a:ext cx="3600400" cy="276999"/>
          </a:xfrm>
        </p:spPr>
        <p:txBody>
          <a:bodyPr>
            <a:spAutoFit/>
          </a:bodyPr>
          <a:lstStyle/>
          <a:p>
            <a:pPr algn="ctr"/>
            <a:r>
              <a:rPr lang="en-US" dirty="0"/>
              <a:t>Ground SCAT </a:t>
            </a:r>
          </a:p>
        </p:txBody>
      </p:sp>
      <p:sp>
        <p:nvSpPr>
          <p:cNvPr id="16" name="Text Placeholder 15">
            <a:extLst>
              <a:ext uri="{FF2B5EF4-FFF2-40B4-BE49-F238E27FC236}">
                <a16:creationId xmlns:a16="http://schemas.microsoft.com/office/drawing/2014/main" id="{7CD32B88-5541-4525-A617-97C1782EE5FD}"/>
              </a:ext>
            </a:extLst>
          </p:cNvPr>
          <p:cNvSpPr>
            <a:spLocks noGrp="1"/>
          </p:cNvSpPr>
          <p:nvPr>
            <p:ph type="body" sz="quarter" idx="19"/>
          </p:nvPr>
        </p:nvSpPr>
        <p:spPr>
          <a:xfrm>
            <a:off x="8206336" y="2099250"/>
            <a:ext cx="3599794" cy="276999"/>
          </a:xfrm>
        </p:spPr>
        <p:txBody>
          <a:bodyPr>
            <a:spAutoFit/>
          </a:bodyPr>
          <a:lstStyle/>
          <a:p>
            <a:pPr algn="ctr"/>
            <a:r>
              <a:rPr lang="en-US" dirty="0"/>
              <a:t>Post-treatment surveys </a:t>
            </a:r>
          </a:p>
        </p:txBody>
      </p:sp>
      <p:sp>
        <p:nvSpPr>
          <p:cNvPr id="4" name="Date Placeholder 3">
            <a:extLst>
              <a:ext uri="{FF2B5EF4-FFF2-40B4-BE49-F238E27FC236}">
                <a16:creationId xmlns:a16="http://schemas.microsoft.com/office/drawing/2014/main" id="{101EBCBD-954E-475F-BE62-DA4CA89E2B20}"/>
              </a:ext>
            </a:extLst>
          </p:cNvPr>
          <p:cNvSpPr>
            <a:spLocks noGrp="1"/>
          </p:cNvSpPr>
          <p:nvPr>
            <p:ph type="dt" sz="half" idx="20"/>
          </p:nvPr>
        </p:nvSpPr>
        <p:spPr/>
        <p:txBody>
          <a:bodyPr/>
          <a:lstStyle/>
          <a:p>
            <a:r>
              <a:rPr lang="en-US" dirty="0"/>
              <a:t>17 January 2024</a:t>
            </a:r>
          </a:p>
        </p:txBody>
      </p:sp>
      <p:sp>
        <p:nvSpPr>
          <p:cNvPr id="5" name="Footer Placeholder 4">
            <a:extLst>
              <a:ext uri="{FF2B5EF4-FFF2-40B4-BE49-F238E27FC236}">
                <a16:creationId xmlns:a16="http://schemas.microsoft.com/office/drawing/2014/main" id="{2C567CBD-6105-4694-A5C6-02F125B585E3}"/>
              </a:ext>
            </a:extLst>
          </p:cNvPr>
          <p:cNvSpPr>
            <a:spLocks noGrp="1"/>
          </p:cNvSpPr>
          <p:nvPr>
            <p:ph type="ftr" sz="quarter" idx="21"/>
          </p:nvPr>
        </p:nvSpPr>
        <p:spPr/>
        <p:txBody>
          <a:bodyPr/>
          <a:lstStyle/>
          <a:p>
            <a:endParaRPr lang="en-US"/>
          </a:p>
        </p:txBody>
      </p:sp>
      <p:sp>
        <p:nvSpPr>
          <p:cNvPr id="6" name="Slide Number Placeholder 5">
            <a:extLst>
              <a:ext uri="{FF2B5EF4-FFF2-40B4-BE49-F238E27FC236}">
                <a16:creationId xmlns:a16="http://schemas.microsoft.com/office/drawing/2014/main" id="{86E20E11-25ED-4D3A-AC50-D734B9D630D0}"/>
              </a:ext>
            </a:extLst>
          </p:cNvPr>
          <p:cNvSpPr>
            <a:spLocks noGrp="1"/>
          </p:cNvSpPr>
          <p:nvPr>
            <p:ph type="sldNum" sz="quarter" idx="22"/>
          </p:nvPr>
        </p:nvSpPr>
        <p:spPr/>
        <p:txBody>
          <a:bodyPr/>
          <a:lstStyle/>
          <a:p>
            <a:fld id="{00000000-1234-1234-1234-123412341234}" type="slidenum">
              <a:rPr lang="en-US" smtClean="0"/>
              <a:pPr/>
              <a:t>4</a:t>
            </a:fld>
            <a:endParaRPr lang="en-US"/>
          </a:p>
        </p:txBody>
      </p:sp>
    </p:spTree>
    <p:extLst>
      <p:ext uri="{BB962C8B-B14F-4D97-AF65-F5344CB8AC3E}">
        <p14:creationId xmlns:p14="http://schemas.microsoft.com/office/powerpoint/2010/main" val="107740748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C17F2DD-4515-4C9E-8D99-FF6C255C4EC0}"/>
              </a:ext>
            </a:extLst>
          </p:cNvPr>
          <p:cNvSpPr/>
          <p:nvPr/>
        </p:nvSpPr>
        <p:spPr bwMode="auto">
          <a:xfrm>
            <a:off x="6247000" y="1436909"/>
            <a:ext cx="5530477" cy="804496"/>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13" name="Rectangle 12">
            <a:extLst>
              <a:ext uri="{FF2B5EF4-FFF2-40B4-BE49-F238E27FC236}">
                <a16:creationId xmlns:a16="http://schemas.microsoft.com/office/drawing/2014/main" id="{9D676584-7AEE-4DB7-BFD5-984B254CECF1}"/>
              </a:ext>
            </a:extLst>
          </p:cNvPr>
          <p:cNvSpPr/>
          <p:nvPr/>
        </p:nvSpPr>
        <p:spPr bwMode="auto">
          <a:xfrm>
            <a:off x="418208" y="1436909"/>
            <a:ext cx="5530477" cy="804496"/>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6" name="Title 5">
            <a:extLst>
              <a:ext uri="{FF2B5EF4-FFF2-40B4-BE49-F238E27FC236}">
                <a16:creationId xmlns:a16="http://schemas.microsoft.com/office/drawing/2014/main" id="{A3ECAA5A-84AF-449B-8C1B-2213DC83F152}"/>
              </a:ext>
            </a:extLst>
          </p:cNvPr>
          <p:cNvSpPr>
            <a:spLocks noGrp="1"/>
          </p:cNvSpPr>
          <p:nvPr>
            <p:ph type="title"/>
          </p:nvPr>
        </p:nvSpPr>
        <p:spPr>
          <a:xfrm>
            <a:off x="407989" y="549275"/>
            <a:ext cx="11376024" cy="492443"/>
          </a:xfrm>
        </p:spPr>
        <p:txBody>
          <a:bodyPr>
            <a:spAutoFit/>
          </a:bodyPr>
          <a:lstStyle/>
          <a:p>
            <a:pPr algn="ctr"/>
            <a:r>
              <a:rPr lang="en-US" dirty="0"/>
              <a:t>Shoreline Clean-up Assessment Technique</a:t>
            </a:r>
          </a:p>
        </p:txBody>
      </p:sp>
      <p:sp>
        <p:nvSpPr>
          <p:cNvPr id="7" name="Text Placeholder 6">
            <a:extLst>
              <a:ext uri="{FF2B5EF4-FFF2-40B4-BE49-F238E27FC236}">
                <a16:creationId xmlns:a16="http://schemas.microsoft.com/office/drawing/2014/main" id="{C145B0C8-FBA7-4C79-A149-9492249B25D5}"/>
              </a:ext>
            </a:extLst>
          </p:cNvPr>
          <p:cNvSpPr>
            <a:spLocks noGrp="1"/>
          </p:cNvSpPr>
          <p:nvPr>
            <p:ph type="body" idx="1"/>
          </p:nvPr>
        </p:nvSpPr>
        <p:spPr>
          <a:xfrm>
            <a:off x="1047461" y="1551051"/>
            <a:ext cx="4271971" cy="492443"/>
          </a:xfrm>
        </p:spPr>
        <p:txBody>
          <a:bodyPr>
            <a:spAutoFit/>
          </a:bodyPr>
          <a:lstStyle/>
          <a:p>
            <a:pPr algn="ctr"/>
            <a:r>
              <a:rPr lang="en-US" sz="1600" dirty="0"/>
              <a:t>Can be used Pre-spill or During spill to survey the affected area</a:t>
            </a:r>
          </a:p>
        </p:txBody>
      </p:sp>
      <p:sp>
        <p:nvSpPr>
          <p:cNvPr id="8" name="Text Placeholder 7">
            <a:extLst>
              <a:ext uri="{FF2B5EF4-FFF2-40B4-BE49-F238E27FC236}">
                <a16:creationId xmlns:a16="http://schemas.microsoft.com/office/drawing/2014/main" id="{A0BAB4F4-3288-4112-9F39-1D57C139956E}"/>
              </a:ext>
            </a:extLst>
          </p:cNvPr>
          <p:cNvSpPr>
            <a:spLocks noGrp="1"/>
          </p:cNvSpPr>
          <p:nvPr>
            <p:ph type="body" sz="quarter" idx="3"/>
          </p:nvPr>
        </p:nvSpPr>
        <p:spPr>
          <a:xfrm>
            <a:off x="6240474" y="1716047"/>
            <a:ext cx="5543528" cy="246221"/>
          </a:xfrm>
        </p:spPr>
        <p:txBody>
          <a:bodyPr>
            <a:spAutoFit/>
          </a:bodyPr>
          <a:lstStyle/>
          <a:p>
            <a:pPr algn="ctr"/>
            <a:r>
              <a:rPr lang="en-US" sz="1600" dirty="0"/>
              <a:t>Collecting data aids the decision making process</a:t>
            </a:r>
          </a:p>
        </p:txBody>
      </p:sp>
      <p:sp>
        <p:nvSpPr>
          <p:cNvPr id="3" name="Date Placeholder 2">
            <a:extLst>
              <a:ext uri="{FF2B5EF4-FFF2-40B4-BE49-F238E27FC236}">
                <a16:creationId xmlns:a16="http://schemas.microsoft.com/office/drawing/2014/main" id="{2CBD61A5-A527-470E-AF82-1280D6C1FB91}"/>
              </a:ext>
            </a:extLst>
          </p:cNvPr>
          <p:cNvSpPr>
            <a:spLocks noGrp="1"/>
          </p:cNvSpPr>
          <p:nvPr>
            <p:ph type="dt" sz="half" idx="18"/>
          </p:nvPr>
        </p:nvSpPr>
        <p:spPr/>
        <p:txBody>
          <a:bodyPr/>
          <a:lstStyle/>
          <a:p>
            <a:fld id="{D993E4D4-F507-4C81-A003-C45002AC76A0}" type="datetime3">
              <a:rPr lang="en-US" smtClean="0"/>
              <a:t>1 October 2026</a:t>
            </a:fld>
            <a:endParaRPr lang="en-US" dirty="0"/>
          </a:p>
        </p:txBody>
      </p:sp>
      <p:sp>
        <p:nvSpPr>
          <p:cNvPr id="5" name="Slide Number Placeholder 4">
            <a:extLst>
              <a:ext uri="{FF2B5EF4-FFF2-40B4-BE49-F238E27FC236}">
                <a16:creationId xmlns:a16="http://schemas.microsoft.com/office/drawing/2014/main" id="{71ACDCA7-52AF-4527-A303-FC7A7F43B367}"/>
              </a:ext>
            </a:extLst>
          </p:cNvPr>
          <p:cNvSpPr>
            <a:spLocks noGrp="1"/>
          </p:cNvSpPr>
          <p:nvPr>
            <p:ph type="sldNum" sz="quarter" idx="20"/>
          </p:nvPr>
        </p:nvSpPr>
        <p:spPr/>
        <p:txBody>
          <a:bodyPr/>
          <a:lstStyle/>
          <a:p>
            <a:fld id="{5B16D1FE-3A35-41BA-8EBE-413702045235}" type="slidenum">
              <a:rPr lang="en-US" smtClean="0"/>
              <a:pPr/>
              <a:t>5</a:t>
            </a:fld>
            <a:endParaRPr lang="en-US" dirty="0"/>
          </a:p>
        </p:txBody>
      </p:sp>
      <p:pic>
        <p:nvPicPr>
          <p:cNvPr id="15" name="Google Shape;650;p21">
            <a:extLst>
              <a:ext uri="{FF2B5EF4-FFF2-40B4-BE49-F238E27FC236}">
                <a16:creationId xmlns:a16="http://schemas.microsoft.com/office/drawing/2014/main" id="{07DDBF07-636E-4597-AE29-12E76D7C43A6}"/>
              </a:ext>
            </a:extLst>
          </p:cNvPr>
          <p:cNvPicPr preferRelativeResize="0">
            <a:picLocks noGrp="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a:xfrm>
            <a:off x="407988" y="2450430"/>
            <a:ext cx="5540697" cy="2952750"/>
          </a:xfrm>
          <a:prstGeom prst="rect">
            <a:avLst/>
          </a:prstGeom>
          <a:noFill/>
          <a:ln w="25400">
            <a:solidFill>
              <a:schemeClr val="bg1"/>
            </a:solidFill>
          </a:ln>
        </p:spPr>
      </p:pic>
      <p:pic>
        <p:nvPicPr>
          <p:cNvPr id="16" name="Google Shape;649;p21">
            <a:extLst>
              <a:ext uri="{FF2B5EF4-FFF2-40B4-BE49-F238E27FC236}">
                <a16:creationId xmlns:a16="http://schemas.microsoft.com/office/drawing/2014/main" id="{86436151-0D83-4B86-B38E-5734742ECFB2}"/>
              </a:ext>
            </a:extLst>
          </p:cNvPr>
          <p:cNvPicPr preferRelativeResize="0">
            <a:picLocks noGrp="1"/>
          </p:cNvPicPr>
          <p:nvPr>
            <p:ph type="pic" sz="quarter" idx="14"/>
          </p:nvPr>
        </p:nvPicPr>
        <p:blipFill rotWithShape="1">
          <a:blip r:embed="rId4" cstate="email">
            <a:extLst>
              <a:ext uri="{28A0092B-C50C-407E-A947-70E740481C1C}">
                <a14:useLocalDpi xmlns:a14="http://schemas.microsoft.com/office/drawing/2010/main"/>
              </a:ext>
            </a:extLst>
          </a:blip>
          <a:srcRect/>
          <a:stretch/>
        </p:blipFill>
        <p:spPr>
          <a:xfrm>
            <a:off x="6240463" y="2450430"/>
            <a:ext cx="5540697" cy="2952750"/>
          </a:xfrm>
          <a:prstGeom prst="rect">
            <a:avLst/>
          </a:prstGeom>
          <a:noFill/>
          <a:ln w="25400">
            <a:solidFill>
              <a:schemeClr val="bg1"/>
            </a:solidFill>
          </a:ln>
        </p:spPr>
      </p:pic>
      <p:sp>
        <p:nvSpPr>
          <p:cNvPr id="17" name="Rectangle 16">
            <a:extLst>
              <a:ext uri="{FF2B5EF4-FFF2-40B4-BE49-F238E27FC236}">
                <a16:creationId xmlns:a16="http://schemas.microsoft.com/office/drawing/2014/main" id="{733E92DD-5FD2-4A7D-8696-6216870AE750}"/>
              </a:ext>
            </a:extLst>
          </p:cNvPr>
          <p:cNvSpPr/>
          <p:nvPr/>
        </p:nvSpPr>
        <p:spPr bwMode="auto">
          <a:xfrm>
            <a:off x="3509465" y="5691212"/>
            <a:ext cx="5173071" cy="546100"/>
          </a:xfrm>
          <a:prstGeom prst="rect">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a:solidFill>
                <a:schemeClr val="bg1"/>
              </a:solidFill>
            </a:endParaRPr>
          </a:p>
        </p:txBody>
      </p:sp>
      <p:sp>
        <p:nvSpPr>
          <p:cNvPr id="19" name="TextBox 18">
            <a:extLst>
              <a:ext uri="{FF2B5EF4-FFF2-40B4-BE49-F238E27FC236}">
                <a16:creationId xmlns:a16="http://schemas.microsoft.com/office/drawing/2014/main" id="{AB3AEC43-F05B-49DD-B664-01B790C15B98}"/>
              </a:ext>
            </a:extLst>
          </p:cNvPr>
          <p:cNvSpPr txBox="1"/>
          <p:nvPr/>
        </p:nvSpPr>
        <p:spPr>
          <a:xfrm>
            <a:off x="3614601" y="5779596"/>
            <a:ext cx="4962799" cy="369332"/>
          </a:xfrm>
          <a:prstGeom prst="rect">
            <a:avLst/>
          </a:prstGeom>
          <a:noFill/>
        </p:spPr>
        <p:txBody>
          <a:bodyPr wrap="square">
            <a:spAutoFit/>
          </a:bodyPr>
          <a:lstStyle/>
          <a:p>
            <a:pPr algn="ctr"/>
            <a:r>
              <a:rPr lang="en-US" dirty="0">
                <a:solidFill>
                  <a:schemeClr val="bg1"/>
                </a:solidFill>
              </a:rPr>
              <a:t>“Eyes and ears of Planning and Operations”</a:t>
            </a:r>
          </a:p>
        </p:txBody>
      </p:sp>
    </p:spTree>
    <p:extLst>
      <p:ext uri="{BB962C8B-B14F-4D97-AF65-F5344CB8AC3E}">
        <p14:creationId xmlns:p14="http://schemas.microsoft.com/office/powerpoint/2010/main" val="102085380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25F9B80-C703-4D19-B32A-A1EC9832AA5D}"/>
              </a:ext>
            </a:extLst>
          </p:cNvPr>
          <p:cNvSpPr/>
          <p:nvPr/>
        </p:nvSpPr>
        <p:spPr bwMode="auto">
          <a:xfrm>
            <a:off x="6111950" y="0"/>
            <a:ext cx="5985131" cy="6858000"/>
          </a:xfrm>
          <a:custGeom>
            <a:avLst/>
            <a:gdLst>
              <a:gd name="connsiteX0" fmla="*/ 0 w 5985131"/>
              <a:gd name="connsiteY0" fmla="*/ 0 h 6858000"/>
              <a:gd name="connsiteX1" fmla="*/ 5985131 w 5985131"/>
              <a:gd name="connsiteY1" fmla="*/ 0 h 6858000"/>
              <a:gd name="connsiteX2" fmla="*/ 5985131 w 5985131"/>
              <a:gd name="connsiteY2" fmla="*/ 6858000 h 6858000"/>
              <a:gd name="connsiteX3" fmla="*/ 3519977 w 5985131"/>
              <a:gd name="connsiteY3" fmla="*/ 6858000 h 6858000"/>
              <a:gd name="connsiteX4" fmla="*/ 3079682 w 5985131"/>
              <a:gd name="connsiteY4" fmla="*/ 5999657 h 6858000"/>
              <a:gd name="connsiteX5" fmla="*/ 2639387 w 5985131"/>
              <a:gd name="connsiteY5" fmla="*/ 5142904 h 6858000"/>
              <a:gd name="connsiteX6" fmla="*/ 2199091 w 5985131"/>
              <a:gd name="connsiteY6" fmla="*/ 4286151 h 6858000"/>
              <a:gd name="connsiteX7" fmla="*/ 1759592 w 5985131"/>
              <a:gd name="connsiteY7" fmla="*/ 3428603 h 6858000"/>
              <a:gd name="connsiteX8" fmla="*/ 1319296 w 5985131"/>
              <a:gd name="connsiteY8" fmla="*/ 2570260 h 6858000"/>
              <a:gd name="connsiteX9" fmla="*/ 879002 w 5985131"/>
              <a:gd name="connsiteY9" fmla="*/ 1713507 h 6858000"/>
              <a:gd name="connsiteX10" fmla="*/ 438706 w 5985131"/>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5131" h="6858000">
                <a:moveTo>
                  <a:pt x="0" y="0"/>
                </a:moveTo>
                <a:lnTo>
                  <a:pt x="5985131" y="0"/>
                </a:lnTo>
                <a:lnTo>
                  <a:pt x="5985131" y="6858000"/>
                </a:lnTo>
                <a:lnTo>
                  <a:pt x="3519977" y="6858000"/>
                </a:lnTo>
                <a:lnTo>
                  <a:pt x="3079682" y="5999657"/>
                </a:lnTo>
                <a:lnTo>
                  <a:pt x="2639387" y="5142904"/>
                </a:lnTo>
                <a:lnTo>
                  <a:pt x="2199091" y="4286151"/>
                </a:lnTo>
                <a:lnTo>
                  <a:pt x="1759592" y="3428603"/>
                </a:lnTo>
                <a:lnTo>
                  <a:pt x="1319296" y="2570260"/>
                </a:lnTo>
                <a:lnTo>
                  <a:pt x="879002" y="1713507"/>
                </a:lnTo>
                <a:lnTo>
                  <a:pt x="438706" y="856753"/>
                </a:lnTo>
                <a:close/>
              </a:path>
            </a:pathLst>
          </a:custGeom>
          <a:solidFill>
            <a:schemeClr val="accent2"/>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
        <p:nvSpPr>
          <p:cNvPr id="16" name="Content Placeholder 15">
            <a:extLst>
              <a:ext uri="{FF2B5EF4-FFF2-40B4-BE49-F238E27FC236}">
                <a16:creationId xmlns:a16="http://schemas.microsoft.com/office/drawing/2014/main" id="{4D56FACC-032C-489E-B3AD-F6EBE5327754}"/>
              </a:ext>
            </a:extLst>
          </p:cNvPr>
          <p:cNvSpPr>
            <a:spLocks noGrp="1"/>
          </p:cNvSpPr>
          <p:nvPr>
            <p:ph sz="half" idx="1"/>
          </p:nvPr>
        </p:nvSpPr>
        <p:spPr>
          <a:xfrm>
            <a:off x="1022294" y="2151107"/>
            <a:ext cx="4929691" cy="3287888"/>
          </a:xfrm>
        </p:spPr>
        <p:txBody>
          <a:bodyPr wrap="square">
            <a:spAutoFit/>
          </a:bodyPr>
          <a:lstStyle/>
          <a:p>
            <a:pPr marL="285750" indent="-285750">
              <a:spcBef>
                <a:spcPts val="0"/>
              </a:spcBef>
              <a:spcAft>
                <a:spcPts val="600"/>
              </a:spcAft>
              <a:buFont typeface="Arial" panose="020B0604020202020204" pitchFamily="34" charset="0"/>
              <a:buChar char="•"/>
            </a:pPr>
            <a:r>
              <a:rPr lang="en-US" dirty="0"/>
              <a:t>Systematic survey</a:t>
            </a:r>
          </a:p>
          <a:p>
            <a:pPr marL="285750" indent="-285750">
              <a:spcBef>
                <a:spcPts val="0"/>
              </a:spcBef>
              <a:spcAft>
                <a:spcPts val="600"/>
              </a:spcAft>
              <a:buFont typeface="Arial" panose="020B0604020202020204" pitchFamily="34" charset="0"/>
              <a:buChar char="•"/>
            </a:pPr>
            <a:r>
              <a:rPr lang="en-US" dirty="0"/>
              <a:t>Shoreline division into segments</a:t>
            </a:r>
          </a:p>
          <a:p>
            <a:pPr marL="285750" indent="-285750">
              <a:spcBef>
                <a:spcPts val="0"/>
              </a:spcBef>
              <a:spcAft>
                <a:spcPts val="600"/>
              </a:spcAft>
              <a:buFont typeface="Arial" panose="020B0604020202020204" pitchFamily="34" charset="0"/>
              <a:buChar char="•"/>
            </a:pPr>
            <a:r>
              <a:rPr lang="en-US" dirty="0" err="1"/>
              <a:t>Standardised</a:t>
            </a:r>
            <a:r>
              <a:rPr lang="en-US" dirty="0"/>
              <a:t> terms and definitions</a:t>
            </a:r>
          </a:p>
          <a:p>
            <a:pPr marL="285750" indent="-285750">
              <a:spcBef>
                <a:spcPts val="0"/>
              </a:spcBef>
              <a:spcAft>
                <a:spcPts val="600"/>
              </a:spcAft>
              <a:buFont typeface="Arial" panose="020B0604020202020204" pitchFamily="34" charset="0"/>
              <a:buChar char="•"/>
            </a:pPr>
            <a:r>
              <a:rPr lang="en-US" dirty="0"/>
              <a:t>Team of inter-agency personnel </a:t>
            </a:r>
          </a:p>
          <a:p>
            <a:pPr marL="285750" indent="-285750">
              <a:spcBef>
                <a:spcPts val="0"/>
              </a:spcBef>
              <a:spcAft>
                <a:spcPts val="600"/>
              </a:spcAft>
              <a:buFont typeface="Arial" panose="020B0604020202020204" pitchFamily="34" charset="0"/>
              <a:buChar char="•"/>
            </a:pPr>
            <a:r>
              <a:rPr lang="en-US" dirty="0"/>
              <a:t>Management and operational support:</a:t>
            </a:r>
          </a:p>
          <a:p>
            <a:pPr marL="574675" indent="-285750">
              <a:spcBef>
                <a:spcPts val="0"/>
              </a:spcBef>
              <a:spcAft>
                <a:spcPts val="600"/>
              </a:spcAft>
              <a:buFont typeface="Arial" panose="020B0604020202020204" pitchFamily="34" charset="0"/>
              <a:buChar char="•"/>
            </a:pPr>
            <a:r>
              <a:rPr lang="en-US" sz="1400" dirty="0"/>
              <a:t>Operational priorities</a:t>
            </a:r>
          </a:p>
          <a:p>
            <a:pPr marL="574675" indent="-285750">
              <a:spcBef>
                <a:spcPts val="0"/>
              </a:spcBef>
              <a:spcAft>
                <a:spcPts val="600"/>
              </a:spcAft>
              <a:buFont typeface="Arial" panose="020B0604020202020204" pitchFamily="34" charset="0"/>
              <a:buChar char="•"/>
            </a:pPr>
            <a:r>
              <a:rPr lang="en-US" sz="1400" dirty="0"/>
              <a:t>Treatment guidelines</a:t>
            </a:r>
          </a:p>
          <a:p>
            <a:pPr marL="574675" indent="-285750">
              <a:spcBef>
                <a:spcPts val="0"/>
              </a:spcBef>
              <a:spcAft>
                <a:spcPts val="600"/>
              </a:spcAft>
              <a:buFont typeface="Arial" panose="020B0604020202020204" pitchFamily="34" charset="0"/>
              <a:buChar char="•"/>
            </a:pPr>
            <a:r>
              <a:rPr lang="en-US" sz="1400" dirty="0"/>
              <a:t>End point criteria</a:t>
            </a:r>
          </a:p>
          <a:p>
            <a:pPr marL="574675" indent="-285750">
              <a:spcBef>
                <a:spcPts val="0"/>
              </a:spcBef>
              <a:spcAft>
                <a:spcPts val="600"/>
              </a:spcAft>
              <a:buFont typeface="Arial" panose="020B0604020202020204" pitchFamily="34" charset="0"/>
              <a:buChar char="•"/>
            </a:pPr>
            <a:r>
              <a:rPr lang="en-US" sz="1400" dirty="0"/>
              <a:t>Sign off process </a:t>
            </a:r>
          </a:p>
        </p:txBody>
      </p:sp>
      <p:pic>
        <p:nvPicPr>
          <p:cNvPr id="20" name="Picture Placeholder 19">
            <a:extLst>
              <a:ext uri="{FF2B5EF4-FFF2-40B4-BE49-F238E27FC236}">
                <a16:creationId xmlns:a16="http://schemas.microsoft.com/office/drawing/2014/main" id="{E42868FE-335F-4333-B019-08BC06384EA8}"/>
              </a:ext>
            </a:extLst>
          </p:cNvPr>
          <p:cNvPicPr>
            <a:picLocks noGrp="1" noChangeAspect="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a:xfrm>
            <a:off x="6206870" y="0"/>
            <a:ext cx="5985131" cy="6858000"/>
          </a:xfrm>
        </p:spPr>
      </p:pic>
      <p:sp>
        <p:nvSpPr>
          <p:cNvPr id="18" name="Text Placeholder 17">
            <a:extLst>
              <a:ext uri="{FF2B5EF4-FFF2-40B4-BE49-F238E27FC236}">
                <a16:creationId xmlns:a16="http://schemas.microsoft.com/office/drawing/2014/main" id="{1490687C-C054-426B-B086-895E38E723D6}"/>
              </a:ext>
            </a:extLst>
          </p:cNvPr>
          <p:cNvSpPr>
            <a:spLocks noGrp="1"/>
          </p:cNvSpPr>
          <p:nvPr>
            <p:ph type="body" sz="quarter" idx="19"/>
          </p:nvPr>
        </p:nvSpPr>
        <p:spPr/>
        <p:txBody>
          <a:bodyPr/>
          <a:lstStyle/>
          <a:p>
            <a:r>
              <a:rPr lang="en-US" dirty="0">
                <a:solidFill>
                  <a:srgbClr val="002F5F"/>
                </a:solidFill>
              </a:rPr>
              <a:t>A</a:t>
            </a:r>
          </a:p>
        </p:txBody>
      </p:sp>
      <p:sp>
        <p:nvSpPr>
          <p:cNvPr id="15" name="Title 14">
            <a:extLst>
              <a:ext uri="{FF2B5EF4-FFF2-40B4-BE49-F238E27FC236}">
                <a16:creationId xmlns:a16="http://schemas.microsoft.com/office/drawing/2014/main" id="{63AB4D61-BB1F-4FA6-9FEE-C097DD25E9C2}"/>
              </a:ext>
            </a:extLst>
          </p:cNvPr>
          <p:cNvSpPr>
            <a:spLocks noGrp="1"/>
          </p:cNvSpPr>
          <p:nvPr>
            <p:ph type="title"/>
          </p:nvPr>
        </p:nvSpPr>
        <p:spPr>
          <a:xfrm>
            <a:off x="1022295" y="1124744"/>
            <a:ext cx="4680519" cy="492443"/>
          </a:xfrm>
        </p:spPr>
        <p:txBody>
          <a:bodyPr wrap="square">
            <a:spAutoFit/>
          </a:bodyPr>
          <a:lstStyle/>
          <a:p>
            <a:r>
              <a:rPr lang="en-US" dirty="0"/>
              <a:t>5 Principles of SCAT</a:t>
            </a:r>
          </a:p>
        </p:txBody>
      </p:sp>
      <p:sp>
        <p:nvSpPr>
          <p:cNvPr id="9" name="Date Placeholder 8">
            <a:extLst>
              <a:ext uri="{FF2B5EF4-FFF2-40B4-BE49-F238E27FC236}">
                <a16:creationId xmlns:a16="http://schemas.microsoft.com/office/drawing/2014/main" id="{E5D0CE8B-337F-46AD-BFFF-97485B67EF0A}"/>
              </a:ext>
            </a:extLst>
          </p:cNvPr>
          <p:cNvSpPr>
            <a:spLocks noGrp="1"/>
          </p:cNvSpPr>
          <p:nvPr>
            <p:ph type="dt" sz="half" idx="20"/>
          </p:nvPr>
        </p:nvSpPr>
        <p:spPr/>
        <p:txBody>
          <a:bodyPr/>
          <a:lstStyle/>
          <a:p>
            <a:fld id="{7C84BE1F-F46C-40EE-8DA5-E59052F3E046}" type="datetime3">
              <a:rPr lang="en-US" smtClean="0"/>
              <a:t>1 October 2026</a:t>
            </a:fld>
            <a:endParaRPr lang="en-US" dirty="0"/>
          </a:p>
        </p:txBody>
      </p:sp>
      <p:sp>
        <p:nvSpPr>
          <p:cNvPr id="11" name="Slide Number Placeholder 10">
            <a:extLst>
              <a:ext uri="{FF2B5EF4-FFF2-40B4-BE49-F238E27FC236}">
                <a16:creationId xmlns:a16="http://schemas.microsoft.com/office/drawing/2014/main" id="{934F5E13-B24E-4113-B55D-4E1A2D822C7F}"/>
              </a:ext>
            </a:extLst>
          </p:cNvPr>
          <p:cNvSpPr>
            <a:spLocks noGrp="1"/>
          </p:cNvSpPr>
          <p:nvPr>
            <p:ph type="sldNum" sz="quarter" idx="22"/>
          </p:nvPr>
        </p:nvSpPr>
        <p:spPr/>
        <p:txBody>
          <a:bodyPr/>
          <a:lstStyle/>
          <a:p>
            <a:fld id="{5B16D1FE-3A35-41BA-8EBE-413702045235}" type="slidenum">
              <a:rPr lang="en-US" smtClean="0"/>
              <a:pPr/>
              <a:t>6</a:t>
            </a:fld>
            <a:endParaRPr lang="en-US" dirty="0"/>
          </a:p>
        </p:txBody>
      </p:sp>
    </p:spTree>
    <p:extLst>
      <p:ext uri="{BB962C8B-B14F-4D97-AF65-F5344CB8AC3E}">
        <p14:creationId xmlns:p14="http://schemas.microsoft.com/office/powerpoint/2010/main" val="153926593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6B8B731-BF64-C63E-AD54-A82A7BF18371}"/>
              </a:ext>
            </a:extLst>
          </p:cNvPr>
          <p:cNvSpPr>
            <a:spLocks noGrp="1"/>
          </p:cNvSpPr>
          <p:nvPr>
            <p:ph type="dt" sz="half" idx="10"/>
          </p:nvPr>
        </p:nvSpPr>
        <p:spPr>
          <a:xfrm>
            <a:off x="911424" y="6381328"/>
            <a:ext cx="1224136" cy="143296"/>
          </a:xfrm>
        </p:spPr>
        <p:txBody>
          <a:bodyPr wrap="none" anchor="ctr">
            <a:normAutofit/>
          </a:bodyPr>
          <a:lstStyle/>
          <a:p>
            <a:pPr>
              <a:spcAft>
                <a:spcPts val="600"/>
              </a:spcAft>
            </a:pPr>
            <a:fld id="{A27CF7A4-92F0-45FF-8B32-BC317DBE2941}" type="datetime3">
              <a:rPr lang="en-US" smtClean="0"/>
              <a:t>1 October 2026</a:t>
            </a:fld>
            <a:endParaRPr lang="en-US" dirty="0"/>
          </a:p>
        </p:txBody>
      </p:sp>
      <p:sp>
        <p:nvSpPr>
          <p:cNvPr id="5" name="Slide Number Placeholder 4">
            <a:extLst>
              <a:ext uri="{FF2B5EF4-FFF2-40B4-BE49-F238E27FC236}">
                <a16:creationId xmlns:a16="http://schemas.microsoft.com/office/drawing/2014/main" id="{4FE90CDB-6891-C7EF-64B6-4C312784B056}"/>
              </a:ext>
            </a:extLst>
          </p:cNvPr>
          <p:cNvSpPr>
            <a:spLocks noGrp="1"/>
          </p:cNvSpPr>
          <p:nvPr>
            <p:ph type="sldNum" sz="quarter" idx="12"/>
          </p:nvPr>
        </p:nvSpPr>
        <p:spPr>
          <a:xfrm>
            <a:off x="407988" y="6381328"/>
            <a:ext cx="359420" cy="143296"/>
          </a:xfrm>
        </p:spPr>
        <p:txBody>
          <a:bodyPr wrap="none" anchor="ctr">
            <a:normAutofit/>
          </a:bodyPr>
          <a:lstStyle/>
          <a:p>
            <a:pPr>
              <a:spcAft>
                <a:spcPts val="600"/>
              </a:spcAft>
            </a:pPr>
            <a:fld id="{5B16D1FE-3A35-41BA-8EBE-413702045235}" type="slidenum">
              <a:rPr lang="en-US" smtClean="0"/>
              <a:pPr>
                <a:spcAft>
                  <a:spcPts val="600"/>
                </a:spcAft>
              </a:pPr>
              <a:t>7</a:t>
            </a:fld>
            <a:endParaRPr lang="en-US"/>
          </a:p>
        </p:txBody>
      </p:sp>
      <p:sp>
        <p:nvSpPr>
          <p:cNvPr id="13" name="Rectangle 12">
            <a:extLst>
              <a:ext uri="{FF2B5EF4-FFF2-40B4-BE49-F238E27FC236}">
                <a16:creationId xmlns:a16="http://schemas.microsoft.com/office/drawing/2014/main" id="{358E9060-24B9-4A34-99D2-8D8CA4F63788}"/>
              </a:ext>
            </a:extLst>
          </p:cNvPr>
          <p:cNvSpPr/>
          <p:nvPr/>
        </p:nvSpPr>
        <p:spPr bwMode="auto">
          <a:xfrm>
            <a:off x="0" y="2456892"/>
            <a:ext cx="7608168" cy="1332148"/>
          </a:xfrm>
          <a:prstGeom prst="rect">
            <a:avLst/>
          </a:prstGeom>
          <a:gradFill>
            <a:gsLst>
              <a:gs pos="0">
                <a:schemeClr val="bg1">
                  <a:alpha val="11000"/>
                </a:schemeClr>
              </a:gs>
              <a:gs pos="100000">
                <a:schemeClr val="bg1">
                  <a:alpha val="0"/>
                </a:scheme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7" name="Title 6">
            <a:extLst>
              <a:ext uri="{FF2B5EF4-FFF2-40B4-BE49-F238E27FC236}">
                <a16:creationId xmlns:a16="http://schemas.microsoft.com/office/drawing/2014/main" id="{9D9A38AE-2302-10B7-CF1D-A043699B96CE}"/>
              </a:ext>
            </a:extLst>
          </p:cNvPr>
          <p:cNvSpPr>
            <a:spLocks noGrp="1"/>
          </p:cNvSpPr>
          <p:nvPr>
            <p:ph type="ctrTitle"/>
          </p:nvPr>
        </p:nvSpPr>
        <p:spPr>
          <a:xfrm>
            <a:off x="601715" y="2624100"/>
            <a:ext cx="6739118" cy="737831"/>
          </a:xfrm>
        </p:spPr>
        <p:txBody>
          <a:bodyPr wrap="square" anchor="t">
            <a:spAutoFit/>
          </a:bodyPr>
          <a:lstStyle/>
          <a:p>
            <a:pPr>
              <a:lnSpc>
                <a:spcPct val="120000"/>
              </a:lnSpc>
            </a:pPr>
            <a:r>
              <a:rPr lang="en-US" sz="4400" dirty="0"/>
              <a:t>Inter Agency Personnel</a:t>
            </a:r>
            <a:endParaRPr lang="fi-FI" sz="8000" dirty="0"/>
          </a:p>
        </p:txBody>
      </p:sp>
      <p:pic>
        <p:nvPicPr>
          <p:cNvPr id="12" name="Picture Placeholder 11">
            <a:extLst>
              <a:ext uri="{FF2B5EF4-FFF2-40B4-BE49-F238E27FC236}">
                <a16:creationId xmlns:a16="http://schemas.microsoft.com/office/drawing/2014/main" id="{64C53E56-713A-4266-A5FF-465CAF4A9551}"/>
              </a:ext>
            </a:extLst>
          </p:cNvPr>
          <p:cNvPicPr>
            <a:picLocks noGrp="1" noChangeAspect="1"/>
          </p:cNvPicPr>
          <p:nvPr>
            <p:ph type="pic" sz="quarter" idx="20"/>
          </p:nvPr>
        </p:nvPicPr>
        <p:blipFill>
          <a:blip r:embed="rId3" cstate="email">
            <a:extLst>
              <a:ext uri="{28A0092B-C50C-407E-A947-70E740481C1C}">
                <a14:useLocalDpi xmlns:a14="http://schemas.microsoft.com/office/drawing/2010/main"/>
              </a:ext>
            </a:extLst>
          </a:blip>
          <a:srcRect/>
          <a:stretch/>
        </p:blipFill>
        <p:spPr>
          <a:xfrm>
            <a:off x="6206870" y="0"/>
            <a:ext cx="5985131" cy="6858000"/>
          </a:xfrm>
        </p:spPr>
      </p:pic>
      <p:sp>
        <p:nvSpPr>
          <p:cNvPr id="15" name="Rectangle 14">
            <a:extLst>
              <a:ext uri="{FF2B5EF4-FFF2-40B4-BE49-F238E27FC236}">
                <a16:creationId xmlns:a16="http://schemas.microsoft.com/office/drawing/2014/main" id="{0E894647-7A48-4E6E-B874-38EAB318D3DA}"/>
              </a:ext>
            </a:extLst>
          </p:cNvPr>
          <p:cNvSpPr/>
          <p:nvPr/>
        </p:nvSpPr>
        <p:spPr bwMode="auto">
          <a:xfrm>
            <a:off x="0" y="2456892"/>
            <a:ext cx="70338" cy="1332148"/>
          </a:xfrm>
          <a:prstGeom prst="rect">
            <a:avLst/>
          </a:prstGeom>
          <a:solidFill>
            <a:schemeClr val="bg1">
              <a:alpha val="44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 name="Title 6">
            <a:extLst>
              <a:ext uri="{FF2B5EF4-FFF2-40B4-BE49-F238E27FC236}">
                <a16:creationId xmlns:a16="http://schemas.microsoft.com/office/drawing/2014/main" id="{08906182-1E16-B60E-F9C5-D36DE631A1F9}"/>
              </a:ext>
            </a:extLst>
          </p:cNvPr>
          <p:cNvSpPr txBox="1">
            <a:spLocks/>
          </p:cNvSpPr>
          <p:nvPr/>
        </p:nvSpPr>
        <p:spPr>
          <a:xfrm>
            <a:off x="567757" y="3789040"/>
            <a:ext cx="6739118" cy="30187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6000" b="1" kern="1200" spc="-50" baseline="0">
                <a:solidFill>
                  <a:schemeClr val="bg1"/>
                </a:solidFill>
                <a:latin typeface="+mj-lt"/>
                <a:ea typeface="+mj-ea"/>
                <a:cs typeface="+mj-cs"/>
              </a:defRPr>
            </a:lvl1pPr>
          </a:lstStyle>
          <a:p>
            <a:pPr>
              <a:lnSpc>
                <a:spcPct val="120000"/>
              </a:lnSpc>
            </a:pPr>
            <a:r>
              <a:rPr lang="en-US" sz="1800" b="0" dirty="0">
                <a:latin typeface="+mn-lt"/>
              </a:rPr>
              <a:t>Who should be involved in a SCAT team?</a:t>
            </a:r>
            <a:endParaRPr lang="fi-FI" sz="4000" b="0" dirty="0">
              <a:latin typeface="+mn-lt"/>
            </a:endParaRPr>
          </a:p>
        </p:txBody>
      </p:sp>
    </p:spTree>
    <p:extLst>
      <p:ext uri="{BB962C8B-B14F-4D97-AF65-F5344CB8AC3E}">
        <p14:creationId xmlns:p14="http://schemas.microsoft.com/office/powerpoint/2010/main" val="274717251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C17F2DD-4515-4C9E-8D99-FF6C255C4EC0}"/>
              </a:ext>
            </a:extLst>
          </p:cNvPr>
          <p:cNvSpPr/>
          <p:nvPr/>
        </p:nvSpPr>
        <p:spPr bwMode="auto">
          <a:xfrm>
            <a:off x="6247000" y="1436909"/>
            <a:ext cx="5530477" cy="804496"/>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13" name="Rectangle 12">
            <a:extLst>
              <a:ext uri="{FF2B5EF4-FFF2-40B4-BE49-F238E27FC236}">
                <a16:creationId xmlns:a16="http://schemas.microsoft.com/office/drawing/2014/main" id="{9D676584-7AEE-4DB7-BFD5-984B254CECF1}"/>
              </a:ext>
            </a:extLst>
          </p:cNvPr>
          <p:cNvSpPr/>
          <p:nvPr/>
        </p:nvSpPr>
        <p:spPr bwMode="auto">
          <a:xfrm>
            <a:off x="418208" y="1436909"/>
            <a:ext cx="5530477" cy="804496"/>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6" name="Title 5">
            <a:extLst>
              <a:ext uri="{FF2B5EF4-FFF2-40B4-BE49-F238E27FC236}">
                <a16:creationId xmlns:a16="http://schemas.microsoft.com/office/drawing/2014/main" id="{A3ECAA5A-84AF-449B-8C1B-2213DC83F152}"/>
              </a:ext>
            </a:extLst>
          </p:cNvPr>
          <p:cNvSpPr>
            <a:spLocks noGrp="1"/>
          </p:cNvSpPr>
          <p:nvPr>
            <p:ph type="title"/>
          </p:nvPr>
        </p:nvSpPr>
        <p:spPr>
          <a:xfrm>
            <a:off x="407989" y="549275"/>
            <a:ext cx="11376024" cy="492443"/>
          </a:xfrm>
        </p:spPr>
        <p:txBody>
          <a:bodyPr>
            <a:spAutoFit/>
          </a:bodyPr>
          <a:lstStyle/>
          <a:p>
            <a:pPr algn="ctr"/>
            <a:r>
              <a:rPr lang="en-US" dirty="0"/>
              <a:t>Inter Agency Personnel</a:t>
            </a:r>
          </a:p>
        </p:txBody>
      </p:sp>
      <p:sp>
        <p:nvSpPr>
          <p:cNvPr id="7" name="Text Placeholder 6">
            <a:extLst>
              <a:ext uri="{FF2B5EF4-FFF2-40B4-BE49-F238E27FC236}">
                <a16:creationId xmlns:a16="http://schemas.microsoft.com/office/drawing/2014/main" id="{C145B0C8-FBA7-4C79-A149-9492249B25D5}"/>
              </a:ext>
            </a:extLst>
          </p:cNvPr>
          <p:cNvSpPr>
            <a:spLocks noGrp="1"/>
          </p:cNvSpPr>
          <p:nvPr>
            <p:ph type="body" idx="1"/>
          </p:nvPr>
        </p:nvSpPr>
        <p:spPr>
          <a:xfrm>
            <a:off x="1047461" y="1551051"/>
            <a:ext cx="4271971" cy="492443"/>
          </a:xfrm>
        </p:spPr>
        <p:txBody>
          <a:bodyPr>
            <a:spAutoFit/>
          </a:bodyPr>
          <a:lstStyle/>
          <a:p>
            <a:pPr algn="ctr"/>
            <a:r>
              <a:rPr lang="en-US" sz="1600" dirty="0"/>
              <a:t>Can be used Pre-spill or During spill to survey the affected area</a:t>
            </a:r>
          </a:p>
        </p:txBody>
      </p:sp>
      <p:sp>
        <p:nvSpPr>
          <p:cNvPr id="8" name="Text Placeholder 7">
            <a:extLst>
              <a:ext uri="{FF2B5EF4-FFF2-40B4-BE49-F238E27FC236}">
                <a16:creationId xmlns:a16="http://schemas.microsoft.com/office/drawing/2014/main" id="{A0BAB4F4-3288-4112-9F39-1D57C139956E}"/>
              </a:ext>
            </a:extLst>
          </p:cNvPr>
          <p:cNvSpPr>
            <a:spLocks noGrp="1"/>
          </p:cNvSpPr>
          <p:nvPr>
            <p:ph type="body" sz="quarter" idx="3"/>
          </p:nvPr>
        </p:nvSpPr>
        <p:spPr>
          <a:xfrm>
            <a:off x="6240474" y="1716047"/>
            <a:ext cx="5543528" cy="246221"/>
          </a:xfrm>
        </p:spPr>
        <p:txBody>
          <a:bodyPr>
            <a:spAutoFit/>
          </a:bodyPr>
          <a:lstStyle/>
          <a:p>
            <a:pPr algn="ctr"/>
            <a:r>
              <a:rPr lang="en-US" sz="1600" dirty="0"/>
              <a:t>Collecting data aids the decision making process</a:t>
            </a:r>
          </a:p>
        </p:txBody>
      </p:sp>
      <p:sp>
        <p:nvSpPr>
          <p:cNvPr id="3" name="Date Placeholder 2">
            <a:extLst>
              <a:ext uri="{FF2B5EF4-FFF2-40B4-BE49-F238E27FC236}">
                <a16:creationId xmlns:a16="http://schemas.microsoft.com/office/drawing/2014/main" id="{2CBD61A5-A527-470E-AF82-1280D6C1FB91}"/>
              </a:ext>
            </a:extLst>
          </p:cNvPr>
          <p:cNvSpPr>
            <a:spLocks noGrp="1"/>
          </p:cNvSpPr>
          <p:nvPr>
            <p:ph type="dt" sz="half" idx="18"/>
          </p:nvPr>
        </p:nvSpPr>
        <p:spPr/>
        <p:txBody>
          <a:bodyPr/>
          <a:lstStyle/>
          <a:p>
            <a:fld id="{D993E4D4-F507-4C81-A003-C45002AC76A0}" type="datetime3">
              <a:rPr lang="en-US" smtClean="0"/>
              <a:t>1 October 2026</a:t>
            </a:fld>
            <a:endParaRPr lang="en-US" dirty="0"/>
          </a:p>
        </p:txBody>
      </p:sp>
      <p:sp>
        <p:nvSpPr>
          <p:cNvPr id="5" name="Slide Number Placeholder 4">
            <a:extLst>
              <a:ext uri="{FF2B5EF4-FFF2-40B4-BE49-F238E27FC236}">
                <a16:creationId xmlns:a16="http://schemas.microsoft.com/office/drawing/2014/main" id="{71ACDCA7-52AF-4527-A303-FC7A7F43B367}"/>
              </a:ext>
            </a:extLst>
          </p:cNvPr>
          <p:cNvSpPr>
            <a:spLocks noGrp="1"/>
          </p:cNvSpPr>
          <p:nvPr>
            <p:ph type="sldNum" sz="quarter" idx="20"/>
          </p:nvPr>
        </p:nvSpPr>
        <p:spPr/>
        <p:txBody>
          <a:bodyPr/>
          <a:lstStyle/>
          <a:p>
            <a:fld id="{5B16D1FE-3A35-41BA-8EBE-413702045235}" type="slidenum">
              <a:rPr lang="en-US" smtClean="0"/>
              <a:pPr/>
              <a:t>8</a:t>
            </a:fld>
            <a:endParaRPr lang="en-US" dirty="0"/>
          </a:p>
        </p:txBody>
      </p:sp>
      <p:pic>
        <p:nvPicPr>
          <p:cNvPr id="15" name="Google Shape;650;p21">
            <a:extLst>
              <a:ext uri="{FF2B5EF4-FFF2-40B4-BE49-F238E27FC236}">
                <a16:creationId xmlns:a16="http://schemas.microsoft.com/office/drawing/2014/main" id="{07DDBF07-636E-4597-AE29-12E76D7C43A6}"/>
              </a:ext>
            </a:extLst>
          </p:cNvPr>
          <p:cNvPicPr preferRelativeResize="0">
            <a:picLocks noGrp="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a:xfrm>
            <a:off x="407988" y="2450430"/>
            <a:ext cx="5540697" cy="2952750"/>
          </a:xfrm>
          <a:prstGeom prst="rect">
            <a:avLst/>
          </a:prstGeom>
          <a:noFill/>
          <a:ln w="25400">
            <a:solidFill>
              <a:schemeClr val="bg1"/>
            </a:solidFill>
          </a:ln>
        </p:spPr>
      </p:pic>
      <p:pic>
        <p:nvPicPr>
          <p:cNvPr id="16" name="Google Shape;649;p21">
            <a:extLst>
              <a:ext uri="{FF2B5EF4-FFF2-40B4-BE49-F238E27FC236}">
                <a16:creationId xmlns:a16="http://schemas.microsoft.com/office/drawing/2014/main" id="{86436151-0D83-4B86-B38E-5734742ECFB2}"/>
              </a:ext>
            </a:extLst>
          </p:cNvPr>
          <p:cNvPicPr preferRelativeResize="0">
            <a:picLocks noGrp="1"/>
          </p:cNvPicPr>
          <p:nvPr>
            <p:ph type="pic" sz="quarter" idx="14"/>
          </p:nvPr>
        </p:nvPicPr>
        <p:blipFill rotWithShape="1">
          <a:blip r:embed="rId4" cstate="email">
            <a:extLst>
              <a:ext uri="{28A0092B-C50C-407E-A947-70E740481C1C}">
                <a14:useLocalDpi xmlns:a14="http://schemas.microsoft.com/office/drawing/2010/main"/>
              </a:ext>
            </a:extLst>
          </a:blip>
          <a:srcRect/>
          <a:stretch/>
        </p:blipFill>
        <p:spPr>
          <a:xfrm>
            <a:off x="6240463" y="2450430"/>
            <a:ext cx="5540697" cy="2952750"/>
          </a:xfrm>
          <a:prstGeom prst="rect">
            <a:avLst/>
          </a:prstGeom>
          <a:noFill/>
          <a:ln w="25400">
            <a:solidFill>
              <a:schemeClr val="bg1"/>
            </a:solidFill>
          </a:ln>
        </p:spPr>
      </p:pic>
      <p:sp>
        <p:nvSpPr>
          <p:cNvPr id="17" name="Rectangle 16">
            <a:extLst>
              <a:ext uri="{FF2B5EF4-FFF2-40B4-BE49-F238E27FC236}">
                <a16:creationId xmlns:a16="http://schemas.microsoft.com/office/drawing/2014/main" id="{733E92DD-5FD2-4A7D-8696-6216870AE750}"/>
              </a:ext>
            </a:extLst>
          </p:cNvPr>
          <p:cNvSpPr/>
          <p:nvPr/>
        </p:nvSpPr>
        <p:spPr bwMode="auto">
          <a:xfrm>
            <a:off x="3509465" y="5691212"/>
            <a:ext cx="5173071" cy="546100"/>
          </a:xfrm>
          <a:prstGeom prst="rect">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a:solidFill>
                <a:schemeClr val="bg1"/>
              </a:solidFill>
            </a:endParaRPr>
          </a:p>
        </p:txBody>
      </p:sp>
      <p:sp>
        <p:nvSpPr>
          <p:cNvPr id="19" name="TextBox 18">
            <a:extLst>
              <a:ext uri="{FF2B5EF4-FFF2-40B4-BE49-F238E27FC236}">
                <a16:creationId xmlns:a16="http://schemas.microsoft.com/office/drawing/2014/main" id="{AB3AEC43-F05B-49DD-B664-01B790C15B98}"/>
              </a:ext>
            </a:extLst>
          </p:cNvPr>
          <p:cNvSpPr txBox="1"/>
          <p:nvPr/>
        </p:nvSpPr>
        <p:spPr>
          <a:xfrm>
            <a:off x="3614601" y="5779596"/>
            <a:ext cx="4962799" cy="369332"/>
          </a:xfrm>
          <a:prstGeom prst="rect">
            <a:avLst/>
          </a:prstGeom>
          <a:noFill/>
        </p:spPr>
        <p:txBody>
          <a:bodyPr wrap="square">
            <a:spAutoFit/>
          </a:bodyPr>
          <a:lstStyle/>
          <a:p>
            <a:pPr algn="ctr"/>
            <a:r>
              <a:rPr lang="en-US" dirty="0">
                <a:solidFill>
                  <a:schemeClr val="bg1"/>
                </a:solidFill>
              </a:rPr>
              <a:t>“Eyes and ears of Planning and Operations”</a:t>
            </a:r>
          </a:p>
        </p:txBody>
      </p:sp>
    </p:spTree>
    <p:extLst>
      <p:ext uri="{BB962C8B-B14F-4D97-AF65-F5344CB8AC3E}">
        <p14:creationId xmlns:p14="http://schemas.microsoft.com/office/powerpoint/2010/main" val="385543861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641C2822-B4CA-4F20-A8AE-F4145AE6847D}"/>
              </a:ext>
            </a:extLst>
          </p:cNvPr>
          <p:cNvSpPr/>
          <p:nvPr/>
        </p:nvSpPr>
        <p:spPr bwMode="auto">
          <a:xfrm>
            <a:off x="0" y="0"/>
            <a:ext cx="5688012" cy="6858000"/>
          </a:xfrm>
          <a:prstGeom prst="rect">
            <a:avLst/>
          </a:prstGeom>
          <a:blipFill>
            <a:blip r:embed="rId3" cstate="email">
              <a:extLst>
                <a:ext uri="{28A0092B-C50C-407E-A947-70E740481C1C}">
                  <a14:useLocalDpi xmlns:a14="http://schemas.microsoft.com/office/drawing/2010/main"/>
                </a:ext>
              </a:extLst>
            </a:blip>
            <a:srcRect/>
            <a:stretch>
              <a:fillRect/>
            </a:stretch>
          </a:blip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61" name="Rectangle 60">
            <a:extLst>
              <a:ext uri="{FF2B5EF4-FFF2-40B4-BE49-F238E27FC236}">
                <a16:creationId xmlns:a16="http://schemas.microsoft.com/office/drawing/2014/main" id="{162412DE-B7C4-4AD0-B4F4-6A386BD2D9A0}"/>
              </a:ext>
            </a:extLst>
          </p:cNvPr>
          <p:cNvSpPr/>
          <p:nvPr/>
        </p:nvSpPr>
        <p:spPr bwMode="auto">
          <a:xfrm>
            <a:off x="-24060" y="3429000"/>
            <a:ext cx="5712072" cy="3428999"/>
          </a:xfrm>
          <a:prstGeom prst="rect">
            <a:avLst/>
          </a:prstGeom>
          <a:gradFill flip="none" rotWithShape="1">
            <a:gsLst>
              <a:gs pos="0">
                <a:schemeClr val="bg1">
                  <a:alpha val="0"/>
                </a:schemeClr>
              </a:gs>
              <a:gs pos="61000">
                <a:srgbClr val="567595">
                  <a:alpha val="83000"/>
                </a:srgbClr>
              </a:gs>
              <a:gs pos="94000">
                <a:srgbClr val="002F5F">
                  <a:alpha val="90000"/>
                </a:srgbClr>
              </a:gs>
            </a:gsLst>
            <a:lin ang="5400000" scaled="1"/>
            <a:tileRect/>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 name="Date Placeholder 2">
            <a:extLst>
              <a:ext uri="{FF2B5EF4-FFF2-40B4-BE49-F238E27FC236}">
                <a16:creationId xmlns:a16="http://schemas.microsoft.com/office/drawing/2014/main" id="{B6541FDA-1763-4EF7-91D5-504A90594FAE}"/>
              </a:ext>
            </a:extLst>
          </p:cNvPr>
          <p:cNvSpPr>
            <a:spLocks noGrp="1"/>
          </p:cNvSpPr>
          <p:nvPr>
            <p:ph type="dt" sz="half" idx="10"/>
          </p:nvPr>
        </p:nvSpPr>
        <p:spPr/>
        <p:txBody>
          <a:bodyPr/>
          <a:lstStyle/>
          <a:p>
            <a:fld id="{BB2442B5-8FC0-4F3A-9C76-D5A9D5EEA05C}" type="datetime1">
              <a:rPr lang="en-US" smtClean="0">
                <a:solidFill>
                  <a:schemeClr val="bg1"/>
                </a:solidFill>
              </a:rPr>
              <a:t>10/1/26</a:t>
            </a:fld>
            <a:endParaRPr lang="en-US" dirty="0">
              <a:solidFill>
                <a:schemeClr val="bg1"/>
              </a:solidFill>
            </a:endParaRPr>
          </a:p>
        </p:txBody>
      </p:sp>
      <p:sp>
        <p:nvSpPr>
          <p:cNvPr id="2" name="Footer Placeholder 1">
            <a:extLst>
              <a:ext uri="{FF2B5EF4-FFF2-40B4-BE49-F238E27FC236}">
                <a16:creationId xmlns:a16="http://schemas.microsoft.com/office/drawing/2014/main" id="{F6558708-35D3-45A1-BC4D-A62F74054092}"/>
              </a:ext>
            </a:extLst>
          </p:cNvPr>
          <p:cNvSpPr>
            <a:spLocks noGrp="1"/>
          </p:cNvSpPr>
          <p:nvPr>
            <p:ph type="ftr" sz="quarter" idx="11"/>
          </p:nvPr>
        </p:nvSpPr>
        <p:spPr/>
        <p:txBody>
          <a:bodyPr/>
          <a:lstStyle/>
          <a:p>
            <a:endParaRPr lang="en-US" dirty="0">
              <a:solidFill>
                <a:schemeClr val="bg1"/>
              </a:solidFill>
            </a:endParaRPr>
          </a:p>
        </p:txBody>
      </p:sp>
      <p:sp>
        <p:nvSpPr>
          <p:cNvPr id="5" name="Slide Number Placeholder 4">
            <a:extLst>
              <a:ext uri="{FF2B5EF4-FFF2-40B4-BE49-F238E27FC236}">
                <a16:creationId xmlns:a16="http://schemas.microsoft.com/office/drawing/2014/main" id="{1CE86CA0-1F8D-4709-ADC4-6322A6EABA07}"/>
              </a:ext>
            </a:extLst>
          </p:cNvPr>
          <p:cNvSpPr>
            <a:spLocks noGrp="1"/>
          </p:cNvSpPr>
          <p:nvPr>
            <p:ph type="sldNum" sz="quarter" idx="12"/>
          </p:nvPr>
        </p:nvSpPr>
        <p:spPr/>
        <p:txBody>
          <a:bodyPr/>
          <a:lstStyle/>
          <a:p>
            <a:fld id="{5B16D1FE-3A35-41BA-8EBE-413702045235}" type="slidenum">
              <a:rPr lang="en-US" smtClean="0"/>
              <a:pPr/>
              <a:t>9</a:t>
            </a:fld>
            <a:endParaRPr lang="en-US" dirty="0"/>
          </a:p>
        </p:txBody>
      </p:sp>
      <p:sp>
        <p:nvSpPr>
          <p:cNvPr id="11" name="Title 5">
            <a:extLst>
              <a:ext uri="{FF2B5EF4-FFF2-40B4-BE49-F238E27FC236}">
                <a16:creationId xmlns:a16="http://schemas.microsoft.com/office/drawing/2014/main" id="{F2398EF7-42A7-41A5-8E6C-A82DCBE38D4C}"/>
              </a:ext>
            </a:extLst>
          </p:cNvPr>
          <p:cNvSpPr>
            <a:spLocks noGrp="1"/>
          </p:cNvSpPr>
          <p:nvPr>
            <p:ph type="ctrTitle" idx="4294967295"/>
          </p:nvPr>
        </p:nvSpPr>
        <p:spPr>
          <a:xfrm>
            <a:off x="6456040" y="1081615"/>
            <a:ext cx="4681537" cy="249237"/>
          </a:xfrm>
        </p:spPr>
        <p:txBody>
          <a:bodyPr wrap="square">
            <a:spAutoFit/>
          </a:bodyPr>
          <a:lstStyle/>
          <a:p>
            <a:pPr marL="342900" indent="-342900">
              <a:buFont typeface="Arial" panose="020B0604020202020204" pitchFamily="34" charset="0"/>
              <a:buChar char="•"/>
            </a:pPr>
            <a:r>
              <a:rPr lang="fr-FR" sz="1800" b="0" dirty="0" err="1">
                <a:solidFill>
                  <a:schemeClr val="bg1"/>
                </a:solidFill>
              </a:rPr>
              <a:t>Assigned</a:t>
            </a:r>
            <a:r>
              <a:rPr lang="fr-FR" sz="1800" b="0" dirty="0">
                <a:solidFill>
                  <a:schemeClr val="bg1"/>
                </a:solidFill>
              </a:rPr>
              <a:t> unique location code e.g. EI-1</a:t>
            </a:r>
            <a:endParaRPr lang="en-US" sz="1800" b="0" dirty="0">
              <a:solidFill>
                <a:schemeClr val="bg1"/>
              </a:solidFill>
            </a:endParaRPr>
          </a:p>
        </p:txBody>
      </p:sp>
      <p:sp>
        <p:nvSpPr>
          <p:cNvPr id="13" name="Title 5">
            <a:extLst>
              <a:ext uri="{FF2B5EF4-FFF2-40B4-BE49-F238E27FC236}">
                <a16:creationId xmlns:a16="http://schemas.microsoft.com/office/drawing/2014/main" id="{25D5AB79-0699-4397-B30C-BFBF7FE4A174}"/>
              </a:ext>
            </a:extLst>
          </p:cNvPr>
          <p:cNvSpPr txBox="1">
            <a:spLocks/>
          </p:cNvSpPr>
          <p:nvPr/>
        </p:nvSpPr>
        <p:spPr>
          <a:xfrm>
            <a:off x="6456040" y="1511433"/>
            <a:ext cx="5688012" cy="58580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6000" b="1" kern="1200" spc="-50" baseline="0">
                <a:solidFill>
                  <a:schemeClr val="bg1"/>
                </a:solidFill>
                <a:latin typeface="+mj-lt"/>
                <a:ea typeface="+mj-ea"/>
                <a:cs typeface="+mj-cs"/>
              </a:defRPr>
            </a:lvl1pPr>
          </a:lstStyle>
          <a:p>
            <a:pPr marL="342900" indent="-342900">
              <a:lnSpc>
                <a:spcPct val="110000"/>
              </a:lnSpc>
              <a:buFont typeface="Arial" panose="020B0604020202020204" pitchFamily="34" charset="0"/>
              <a:buChar char="•"/>
            </a:pPr>
            <a:r>
              <a:rPr lang="en-US" sz="1800" b="0" dirty="0"/>
              <a:t>Units for consistent recording and comparison throughout spill</a:t>
            </a:r>
          </a:p>
        </p:txBody>
      </p:sp>
      <p:sp>
        <p:nvSpPr>
          <p:cNvPr id="14" name="Title 5">
            <a:extLst>
              <a:ext uri="{FF2B5EF4-FFF2-40B4-BE49-F238E27FC236}">
                <a16:creationId xmlns:a16="http://schemas.microsoft.com/office/drawing/2014/main" id="{44257520-C04C-42B4-9F65-AB798D87D0BC}"/>
              </a:ext>
            </a:extLst>
          </p:cNvPr>
          <p:cNvSpPr txBox="1">
            <a:spLocks/>
          </p:cNvSpPr>
          <p:nvPr/>
        </p:nvSpPr>
        <p:spPr>
          <a:xfrm>
            <a:off x="6456040" y="2306693"/>
            <a:ext cx="4680519"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6000" b="1" kern="1200" spc="-50" baseline="0">
                <a:solidFill>
                  <a:schemeClr val="bg1"/>
                </a:solidFill>
                <a:latin typeface="+mj-lt"/>
                <a:ea typeface="+mj-ea"/>
                <a:cs typeface="+mj-cs"/>
              </a:defRPr>
            </a:lvl1pPr>
          </a:lstStyle>
          <a:p>
            <a:pPr marL="342900" indent="-342900">
              <a:buFont typeface="Arial" panose="020B0604020202020204" pitchFamily="34" charset="0"/>
              <a:buChar char="•"/>
            </a:pPr>
            <a:r>
              <a:rPr lang="en-US" sz="1800" b="0" dirty="0"/>
              <a:t>Typical range 0.2 to 2km (200-2000m)</a:t>
            </a:r>
          </a:p>
        </p:txBody>
      </p:sp>
      <p:sp>
        <p:nvSpPr>
          <p:cNvPr id="15" name="Title 5">
            <a:extLst>
              <a:ext uri="{FF2B5EF4-FFF2-40B4-BE49-F238E27FC236}">
                <a16:creationId xmlns:a16="http://schemas.microsoft.com/office/drawing/2014/main" id="{06BE4685-898F-4C5A-8DC8-110990BDF470}"/>
              </a:ext>
            </a:extLst>
          </p:cNvPr>
          <p:cNvSpPr txBox="1">
            <a:spLocks/>
          </p:cNvSpPr>
          <p:nvPr/>
        </p:nvSpPr>
        <p:spPr>
          <a:xfrm>
            <a:off x="6456040" y="2765451"/>
            <a:ext cx="5292725"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6000" b="1" kern="1200" spc="-50" baseline="0">
                <a:solidFill>
                  <a:schemeClr val="bg1"/>
                </a:solidFill>
                <a:latin typeface="+mj-lt"/>
                <a:ea typeface="+mj-ea"/>
                <a:cs typeface="+mj-cs"/>
              </a:defRPr>
            </a:lvl1pPr>
          </a:lstStyle>
          <a:p>
            <a:pPr marL="342900" indent="-342900">
              <a:buFont typeface="Arial" panose="020B0604020202020204" pitchFamily="34" charset="0"/>
              <a:buChar char="•"/>
            </a:pPr>
            <a:r>
              <a:rPr lang="en-US" sz="1800" b="0" dirty="0"/>
              <a:t>Similar physical features and sediment type within each segment</a:t>
            </a:r>
          </a:p>
        </p:txBody>
      </p:sp>
      <p:sp>
        <p:nvSpPr>
          <p:cNvPr id="16" name="Title 5">
            <a:extLst>
              <a:ext uri="{FF2B5EF4-FFF2-40B4-BE49-F238E27FC236}">
                <a16:creationId xmlns:a16="http://schemas.microsoft.com/office/drawing/2014/main" id="{7D17891E-CA33-477E-9F40-3374E5C01AE0}"/>
              </a:ext>
            </a:extLst>
          </p:cNvPr>
          <p:cNvSpPr txBox="1">
            <a:spLocks/>
          </p:cNvSpPr>
          <p:nvPr/>
        </p:nvSpPr>
        <p:spPr>
          <a:xfrm>
            <a:off x="6456040" y="3473509"/>
            <a:ext cx="5292725"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6000" b="1" kern="1200" spc="-50" baseline="0">
                <a:solidFill>
                  <a:schemeClr val="bg1"/>
                </a:solidFill>
                <a:latin typeface="+mj-lt"/>
                <a:ea typeface="+mj-ea"/>
                <a:cs typeface="+mj-cs"/>
              </a:defRPr>
            </a:lvl1pPr>
          </a:lstStyle>
          <a:p>
            <a:pPr marL="342900" indent="-342900">
              <a:buFont typeface="Arial" panose="020B0604020202020204" pitchFamily="34" charset="0"/>
              <a:buChar char="•"/>
            </a:pPr>
            <a:r>
              <a:rPr lang="en-US" sz="1800" b="0" dirty="0"/>
              <a:t>Boundaries – </a:t>
            </a:r>
          </a:p>
        </p:txBody>
      </p:sp>
      <p:sp>
        <p:nvSpPr>
          <p:cNvPr id="29" name="Text Placeholder 5">
            <a:extLst>
              <a:ext uri="{FF2B5EF4-FFF2-40B4-BE49-F238E27FC236}">
                <a16:creationId xmlns:a16="http://schemas.microsoft.com/office/drawing/2014/main" id="{2623DDB1-E5FA-4D2E-8222-94C79B22F520}"/>
              </a:ext>
            </a:extLst>
          </p:cNvPr>
          <p:cNvSpPr txBox="1">
            <a:spLocks/>
          </p:cNvSpPr>
          <p:nvPr/>
        </p:nvSpPr>
        <p:spPr>
          <a:xfrm>
            <a:off x="7248127" y="3977684"/>
            <a:ext cx="2854478" cy="201274"/>
          </a:xfrm>
          <a:prstGeom prst="rect">
            <a:avLst/>
          </a:prstGeom>
        </p:spPr>
        <p:txBody>
          <a:bodyPr wrap="square" lIns="0" tIns="0" rIns="0" bIns="0">
            <a:spAutoFit/>
          </a:bodyPr>
          <a:lstStyle>
            <a:defPPr>
              <a:defRPr lang="fi-FI"/>
            </a:defPPr>
            <a:lvl1pPr indent="0">
              <a:lnSpc>
                <a:spcPct val="120000"/>
              </a:lnSpc>
              <a:spcBef>
                <a:spcPts val="600"/>
              </a:spcBef>
              <a:buFontTx/>
              <a:buNone/>
              <a:defRPr sz="1200">
                <a:solidFill>
                  <a:schemeClr val="bg1"/>
                </a:solidFill>
              </a:defRPr>
            </a:lvl1pPr>
            <a:lvl2pPr marL="266700" indent="-266700">
              <a:lnSpc>
                <a:spcPct val="120000"/>
              </a:lnSpc>
              <a:spcBef>
                <a:spcPts val="600"/>
              </a:spcBef>
              <a:buFont typeface="Arial" panose="020B0604020202020204" pitchFamily="34" charset="0"/>
              <a:buChar char="•"/>
              <a:defRPr>
                <a:solidFill>
                  <a:schemeClr val="accent2"/>
                </a:solidFill>
              </a:defRPr>
            </a:lvl2pPr>
            <a:lvl3pPr marL="542925" indent="-276225">
              <a:lnSpc>
                <a:spcPct val="120000"/>
              </a:lnSpc>
              <a:spcBef>
                <a:spcPts val="600"/>
              </a:spcBef>
              <a:buFont typeface="Arial" panose="020B0604020202020204" pitchFamily="34" charset="0"/>
              <a:buChar char="•"/>
              <a:defRPr sz="1600">
                <a:solidFill>
                  <a:schemeClr val="accent2"/>
                </a:solidFill>
              </a:defRPr>
            </a:lvl3pPr>
            <a:lvl4pPr marL="809625" indent="-266700">
              <a:lnSpc>
                <a:spcPct val="120000"/>
              </a:lnSpc>
              <a:spcBef>
                <a:spcPts val="600"/>
              </a:spcBef>
              <a:buFont typeface="Arial" panose="020B0604020202020204" pitchFamily="34" charset="0"/>
              <a:buChar char="•"/>
              <a:defRPr sz="1600">
                <a:solidFill>
                  <a:schemeClr val="accent2"/>
                </a:solidFill>
              </a:defRPr>
            </a:lvl4pPr>
            <a:lvl5pPr marL="1076325" indent="-266700">
              <a:lnSpc>
                <a:spcPct val="120000"/>
              </a:lnSpc>
              <a:spcBef>
                <a:spcPts val="600"/>
              </a:spcBef>
              <a:buFont typeface="Arial" panose="020B0604020202020204" pitchFamily="34" charset="0"/>
              <a:buChar char="•"/>
              <a:defRPr sz="1400">
                <a:solidFill>
                  <a:schemeClr val="accent2"/>
                </a:solidFill>
              </a:defRPr>
            </a:lvl5pPr>
            <a:lvl6pPr marL="1343025" indent="-266700">
              <a:lnSpc>
                <a:spcPct val="120000"/>
              </a:lnSpc>
              <a:spcBef>
                <a:spcPts val="600"/>
              </a:spcBef>
              <a:buFont typeface="Arial" panose="020B0604020202020204" pitchFamily="34" charset="0"/>
              <a:buChar char="•"/>
              <a:defRPr sz="1400">
                <a:solidFill>
                  <a:schemeClr val="accent2"/>
                </a:solidFill>
              </a:defRPr>
            </a:lvl6pPr>
            <a:lvl7pPr marL="1619250" indent="-276225">
              <a:lnSpc>
                <a:spcPct val="120000"/>
              </a:lnSpc>
              <a:spcBef>
                <a:spcPts val="600"/>
              </a:spcBef>
              <a:buFont typeface="Arial" panose="020B0604020202020204" pitchFamily="34" charset="0"/>
              <a:buChar char="•"/>
              <a:defRPr sz="1400">
                <a:solidFill>
                  <a:schemeClr val="accent2"/>
                </a:solidFill>
              </a:defRPr>
            </a:lvl7pPr>
            <a:lvl8pPr marL="1885950" indent="-266700">
              <a:lnSpc>
                <a:spcPct val="120000"/>
              </a:lnSpc>
              <a:spcBef>
                <a:spcPts val="600"/>
              </a:spcBef>
              <a:buFont typeface="Arial" panose="020B0604020202020204" pitchFamily="34" charset="0"/>
              <a:buChar char="•"/>
              <a:defRPr sz="1400">
                <a:solidFill>
                  <a:schemeClr val="accent2"/>
                </a:solidFill>
              </a:defRPr>
            </a:lvl8pPr>
            <a:lvl9pPr marL="2152650" indent="-266700">
              <a:lnSpc>
                <a:spcPct val="120000"/>
              </a:lnSpc>
              <a:spcBef>
                <a:spcPts val="600"/>
              </a:spcBef>
              <a:buFont typeface="Arial" panose="020B0604020202020204" pitchFamily="34" charset="0"/>
              <a:buChar char="•"/>
              <a:defRPr sz="1400">
                <a:solidFill>
                  <a:schemeClr val="accent2"/>
                </a:solidFill>
              </a:defRPr>
            </a:lvl9pPr>
          </a:lstStyle>
          <a:p>
            <a:r>
              <a:rPr lang="en-US" dirty="0">
                <a:sym typeface="Arial" charset="0"/>
              </a:rPr>
              <a:t>Prominent geological features </a:t>
            </a:r>
          </a:p>
        </p:txBody>
      </p:sp>
      <p:sp>
        <p:nvSpPr>
          <p:cNvPr id="34" name="Oval 33">
            <a:extLst>
              <a:ext uri="{FF2B5EF4-FFF2-40B4-BE49-F238E27FC236}">
                <a16:creationId xmlns:a16="http://schemas.microsoft.com/office/drawing/2014/main" id="{C9F0A64B-AAB6-4740-BA55-C94C71BD78F8}"/>
              </a:ext>
            </a:extLst>
          </p:cNvPr>
          <p:cNvSpPr/>
          <p:nvPr/>
        </p:nvSpPr>
        <p:spPr bwMode="auto">
          <a:xfrm>
            <a:off x="6816079" y="3982960"/>
            <a:ext cx="236349" cy="236349"/>
          </a:xfrm>
          <a:prstGeom prst="ellipse">
            <a:avLst/>
          </a:prstGeom>
          <a:noFill/>
          <a:ln w="19050">
            <a:solidFill>
              <a:schemeClr val="bg1"/>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33" name="TextBox 32">
            <a:extLst>
              <a:ext uri="{FF2B5EF4-FFF2-40B4-BE49-F238E27FC236}">
                <a16:creationId xmlns:a16="http://schemas.microsoft.com/office/drawing/2014/main" id="{29169EDA-3E9E-4D36-BC63-4B3598BC8411}"/>
              </a:ext>
            </a:extLst>
          </p:cNvPr>
          <p:cNvSpPr txBox="1"/>
          <p:nvPr/>
        </p:nvSpPr>
        <p:spPr>
          <a:xfrm>
            <a:off x="6718229" y="3962635"/>
            <a:ext cx="432048" cy="276999"/>
          </a:xfrm>
          <a:prstGeom prst="rect">
            <a:avLst/>
          </a:prstGeom>
          <a:noFill/>
        </p:spPr>
        <p:txBody>
          <a:bodyPr wrap="square" rtlCol="0">
            <a:spAutoFit/>
          </a:bodyPr>
          <a:lstStyle/>
          <a:p>
            <a:pPr algn="ctr"/>
            <a:r>
              <a:rPr lang="en-US" sz="1200" dirty="0">
                <a:solidFill>
                  <a:schemeClr val="bg1"/>
                </a:solidFill>
              </a:rPr>
              <a:t>1</a:t>
            </a:r>
          </a:p>
        </p:txBody>
      </p:sp>
      <p:sp>
        <p:nvSpPr>
          <p:cNvPr id="36" name="Text Placeholder 5">
            <a:extLst>
              <a:ext uri="{FF2B5EF4-FFF2-40B4-BE49-F238E27FC236}">
                <a16:creationId xmlns:a16="http://schemas.microsoft.com/office/drawing/2014/main" id="{F9B4B3B8-CC03-473C-9DF2-B9F04E16D359}"/>
              </a:ext>
            </a:extLst>
          </p:cNvPr>
          <p:cNvSpPr txBox="1">
            <a:spLocks/>
          </p:cNvSpPr>
          <p:nvPr/>
        </p:nvSpPr>
        <p:spPr>
          <a:xfrm>
            <a:off x="7248127" y="4408000"/>
            <a:ext cx="2854478" cy="201274"/>
          </a:xfrm>
          <a:prstGeom prst="rect">
            <a:avLst/>
          </a:prstGeom>
        </p:spPr>
        <p:txBody>
          <a:bodyPr wrap="square" lIns="0" tIns="0" rIns="0" bIns="0">
            <a:spAutoFit/>
          </a:bodyPr>
          <a:lst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a:lstStyle>
          <a:p>
            <a:r>
              <a:rPr lang="en-US" sz="1200" dirty="0">
                <a:solidFill>
                  <a:schemeClr val="bg1"/>
                </a:solidFill>
                <a:sym typeface="Arial" charset="0"/>
              </a:rPr>
              <a:t>Changes in shoreline or substrate type</a:t>
            </a:r>
          </a:p>
        </p:txBody>
      </p:sp>
      <p:sp>
        <p:nvSpPr>
          <p:cNvPr id="37" name="Oval 36">
            <a:extLst>
              <a:ext uri="{FF2B5EF4-FFF2-40B4-BE49-F238E27FC236}">
                <a16:creationId xmlns:a16="http://schemas.microsoft.com/office/drawing/2014/main" id="{1AEC1016-C5F1-4C2B-AE36-DD030FE3374F}"/>
              </a:ext>
            </a:extLst>
          </p:cNvPr>
          <p:cNvSpPr/>
          <p:nvPr/>
        </p:nvSpPr>
        <p:spPr bwMode="auto">
          <a:xfrm>
            <a:off x="6816079" y="4413276"/>
            <a:ext cx="236349" cy="236349"/>
          </a:xfrm>
          <a:prstGeom prst="ellipse">
            <a:avLst/>
          </a:prstGeom>
          <a:noFill/>
          <a:ln w="19050">
            <a:solidFill>
              <a:schemeClr val="bg1"/>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38" name="TextBox 37">
            <a:extLst>
              <a:ext uri="{FF2B5EF4-FFF2-40B4-BE49-F238E27FC236}">
                <a16:creationId xmlns:a16="http://schemas.microsoft.com/office/drawing/2014/main" id="{D4A10F84-008F-4CCF-8B1F-55173DD7E734}"/>
              </a:ext>
            </a:extLst>
          </p:cNvPr>
          <p:cNvSpPr txBox="1"/>
          <p:nvPr/>
        </p:nvSpPr>
        <p:spPr>
          <a:xfrm>
            <a:off x="6718229" y="4392951"/>
            <a:ext cx="432048" cy="276999"/>
          </a:xfrm>
          <a:prstGeom prst="rect">
            <a:avLst/>
          </a:prstGeom>
          <a:noFill/>
        </p:spPr>
        <p:txBody>
          <a:bodyPr wrap="square" rtlCol="0">
            <a:spAutoFit/>
          </a:bodyPr>
          <a:lstStyle/>
          <a:p>
            <a:pPr algn="ctr"/>
            <a:r>
              <a:rPr lang="en-US" sz="1200" dirty="0">
                <a:solidFill>
                  <a:schemeClr val="bg1"/>
                </a:solidFill>
              </a:rPr>
              <a:t>2</a:t>
            </a:r>
          </a:p>
        </p:txBody>
      </p:sp>
      <p:sp>
        <p:nvSpPr>
          <p:cNvPr id="39" name="Text Placeholder 5">
            <a:extLst>
              <a:ext uri="{FF2B5EF4-FFF2-40B4-BE49-F238E27FC236}">
                <a16:creationId xmlns:a16="http://schemas.microsoft.com/office/drawing/2014/main" id="{403C74D6-44A6-444B-AF30-0AAEA40A181D}"/>
              </a:ext>
            </a:extLst>
          </p:cNvPr>
          <p:cNvSpPr txBox="1">
            <a:spLocks/>
          </p:cNvSpPr>
          <p:nvPr/>
        </p:nvSpPr>
        <p:spPr>
          <a:xfrm>
            <a:off x="7248127" y="4838316"/>
            <a:ext cx="2854478" cy="201274"/>
          </a:xfrm>
          <a:prstGeom prst="rect">
            <a:avLst/>
          </a:prstGeom>
        </p:spPr>
        <p:txBody>
          <a:bodyPr wrap="square" lIns="0" tIns="0" rIns="0" bIns="0">
            <a:spAutoFit/>
          </a:bodyPr>
          <a:lst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a:lstStyle>
          <a:p>
            <a:r>
              <a:rPr lang="en-US" sz="1200" dirty="0">
                <a:solidFill>
                  <a:schemeClr val="bg1"/>
                </a:solidFill>
                <a:sym typeface="Arial" charset="0"/>
              </a:rPr>
              <a:t>Change in oiling conditions</a:t>
            </a:r>
          </a:p>
        </p:txBody>
      </p:sp>
      <p:sp>
        <p:nvSpPr>
          <p:cNvPr id="40" name="Oval 39">
            <a:extLst>
              <a:ext uri="{FF2B5EF4-FFF2-40B4-BE49-F238E27FC236}">
                <a16:creationId xmlns:a16="http://schemas.microsoft.com/office/drawing/2014/main" id="{21AC3F3B-99D5-428F-BDF6-CE4E2B3CF485}"/>
              </a:ext>
            </a:extLst>
          </p:cNvPr>
          <p:cNvSpPr/>
          <p:nvPr/>
        </p:nvSpPr>
        <p:spPr bwMode="auto">
          <a:xfrm>
            <a:off x="6816079" y="4843592"/>
            <a:ext cx="236349" cy="236349"/>
          </a:xfrm>
          <a:prstGeom prst="ellipse">
            <a:avLst/>
          </a:prstGeom>
          <a:noFill/>
          <a:ln w="19050">
            <a:solidFill>
              <a:schemeClr val="bg1"/>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41" name="TextBox 40">
            <a:extLst>
              <a:ext uri="{FF2B5EF4-FFF2-40B4-BE49-F238E27FC236}">
                <a16:creationId xmlns:a16="http://schemas.microsoft.com/office/drawing/2014/main" id="{FE3AAC03-6BCF-41A4-A363-C17468708C97}"/>
              </a:ext>
            </a:extLst>
          </p:cNvPr>
          <p:cNvSpPr txBox="1"/>
          <p:nvPr/>
        </p:nvSpPr>
        <p:spPr>
          <a:xfrm>
            <a:off x="6718229" y="4823267"/>
            <a:ext cx="432048" cy="276999"/>
          </a:xfrm>
          <a:prstGeom prst="rect">
            <a:avLst/>
          </a:prstGeom>
          <a:noFill/>
        </p:spPr>
        <p:txBody>
          <a:bodyPr wrap="square" rtlCol="0">
            <a:spAutoFit/>
          </a:bodyPr>
          <a:lstStyle/>
          <a:p>
            <a:pPr algn="ctr"/>
            <a:r>
              <a:rPr lang="en-US" sz="1200" dirty="0">
                <a:solidFill>
                  <a:schemeClr val="bg1"/>
                </a:solidFill>
              </a:rPr>
              <a:t>3</a:t>
            </a:r>
          </a:p>
        </p:txBody>
      </p:sp>
      <p:sp>
        <p:nvSpPr>
          <p:cNvPr id="42" name="Text Placeholder 5">
            <a:extLst>
              <a:ext uri="{FF2B5EF4-FFF2-40B4-BE49-F238E27FC236}">
                <a16:creationId xmlns:a16="http://schemas.microsoft.com/office/drawing/2014/main" id="{F1C7E1BA-B2F2-4C33-B8B0-A86D75DDB05D}"/>
              </a:ext>
            </a:extLst>
          </p:cNvPr>
          <p:cNvSpPr txBox="1">
            <a:spLocks/>
          </p:cNvSpPr>
          <p:nvPr/>
        </p:nvSpPr>
        <p:spPr>
          <a:xfrm>
            <a:off x="7248127" y="5268633"/>
            <a:ext cx="2854478" cy="201274"/>
          </a:xfrm>
          <a:prstGeom prst="rect">
            <a:avLst/>
          </a:prstGeom>
        </p:spPr>
        <p:txBody>
          <a:bodyPr wrap="square" lIns="0" tIns="0" rIns="0" bIns="0">
            <a:spAutoFit/>
          </a:bodyPr>
          <a:lst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a:lstStyle>
          <a:p>
            <a:r>
              <a:rPr lang="en-US" sz="1200" dirty="0">
                <a:solidFill>
                  <a:schemeClr val="bg1"/>
                </a:solidFill>
                <a:sym typeface="Arial" charset="0"/>
              </a:rPr>
              <a:t>Operational area/access</a:t>
            </a:r>
          </a:p>
        </p:txBody>
      </p:sp>
      <p:sp>
        <p:nvSpPr>
          <p:cNvPr id="43" name="Oval 42">
            <a:extLst>
              <a:ext uri="{FF2B5EF4-FFF2-40B4-BE49-F238E27FC236}">
                <a16:creationId xmlns:a16="http://schemas.microsoft.com/office/drawing/2014/main" id="{1510F59D-4F6A-4B71-BEF2-A288684B54B5}"/>
              </a:ext>
            </a:extLst>
          </p:cNvPr>
          <p:cNvSpPr/>
          <p:nvPr/>
        </p:nvSpPr>
        <p:spPr bwMode="auto">
          <a:xfrm>
            <a:off x="6816079" y="5273909"/>
            <a:ext cx="236349" cy="236349"/>
          </a:xfrm>
          <a:prstGeom prst="ellipse">
            <a:avLst/>
          </a:prstGeom>
          <a:noFill/>
          <a:ln w="19050">
            <a:solidFill>
              <a:schemeClr val="bg1"/>
            </a:solidFill>
          </a:ln>
        </p:spPr>
        <p:txBody>
          <a:bodyPr vert="horz" wrap="square" lIns="91440" tIns="45720" rIns="91440" bIns="45720" numCol="1" rtlCol="0" anchor="t" anchorCtr="0" compatLnSpc="1">
            <a:prstTxWarp prst="textNoShape">
              <a:avLst/>
            </a:prstTxWarp>
          </a:bodyPr>
          <a:lstStyle/>
          <a:p>
            <a:pPr algn="ctr"/>
            <a:endParaRPr lang="en-US"/>
          </a:p>
        </p:txBody>
      </p:sp>
      <p:sp>
        <p:nvSpPr>
          <p:cNvPr id="44" name="TextBox 43">
            <a:extLst>
              <a:ext uri="{FF2B5EF4-FFF2-40B4-BE49-F238E27FC236}">
                <a16:creationId xmlns:a16="http://schemas.microsoft.com/office/drawing/2014/main" id="{291C36B4-2830-4A90-8B7E-2EFF8091117E}"/>
              </a:ext>
            </a:extLst>
          </p:cNvPr>
          <p:cNvSpPr txBox="1"/>
          <p:nvPr/>
        </p:nvSpPr>
        <p:spPr>
          <a:xfrm>
            <a:off x="6718229" y="5253584"/>
            <a:ext cx="432048" cy="276999"/>
          </a:xfrm>
          <a:prstGeom prst="rect">
            <a:avLst/>
          </a:prstGeom>
          <a:noFill/>
        </p:spPr>
        <p:txBody>
          <a:bodyPr wrap="square" rtlCol="0">
            <a:spAutoFit/>
          </a:bodyPr>
          <a:lstStyle/>
          <a:p>
            <a:pPr algn="ctr"/>
            <a:r>
              <a:rPr lang="en-US" sz="1200" dirty="0">
                <a:solidFill>
                  <a:schemeClr val="bg1"/>
                </a:solidFill>
              </a:rPr>
              <a:t>4</a:t>
            </a:r>
          </a:p>
        </p:txBody>
      </p:sp>
      <p:sp>
        <p:nvSpPr>
          <p:cNvPr id="60" name="Title 2">
            <a:extLst>
              <a:ext uri="{FF2B5EF4-FFF2-40B4-BE49-F238E27FC236}">
                <a16:creationId xmlns:a16="http://schemas.microsoft.com/office/drawing/2014/main" id="{DD2CC404-99C3-4A33-9997-B3E4CDDA0342}"/>
              </a:ext>
            </a:extLst>
          </p:cNvPr>
          <p:cNvSpPr txBox="1">
            <a:spLocks/>
          </p:cNvSpPr>
          <p:nvPr/>
        </p:nvSpPr>
        <p:spPr>
          <a:xfrm>
            <a:off x="610200" y="5219533"/>
            <a:ext cx="4443552" cy="8309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6000" b="1" kern="1200" spc="-50" baseline="0">
                <a:solidFill>
                  <a:schemeClr val="bg1"/>
                </a:solidFill>
                <a:latin typeface="+mj-lt"/>
                <a:ea typeface="+mj-ea"/>
                <a:cs typeface="+mj-cs"/>
              </a:defRPr>
            </a:lvl1pPr>
          </a:lstStyle>
          <a:p>
            <a:pPr algn="ctr"/>
            <a:r>
              <a:rPr lang="en-GB" dirty="0"/>
              <a:t>Eagle Island</a:t>
            </a:r>
          </a:p>
        </p:txBody>
      </p:sp>
    </p:spTree>
    <p:extLst>
      <p:ext uri="{BB962C8B-B14F-4D97-AF65-F5344CB8AC3E}">
        <p14:creationId xmlns:p14="http://schemas.microsoft.com/office/powerpoint/2010/main" val="45501017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1664677" y="548680"/>
            <a:ext cx="8862646" cy="492443"/>
          </a:xfrm>
        </p:spPr>
        <p:txBody>
          <a:bodyPr wrap="square">
            <a:spAutoFit/>
          </a:bodyPr>
          <a:lstStyle/>
          <a:p>
            <a:pPr algn="ctr"/>
            <a:r>
              <a:rPr lang="en-US" dirty="0"/>
              <a:t>How would you split up this shoreline?</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FF55707E-9BB9-412E-90FD-49660DE90F24}" type="datetime1">
              <a:rPr lang="en-US" smtClean="0"/>
              <a:t>10/1/26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10</a:t>
            </a:fld>
            <a:endParaRPr lang="en-US" dirty="0"/>
          </a:p>
        </p:txBody>
      </p:sp>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1" name="Rectangle 10">
            <a:extLst>
              <a:ext uri="{FF2B5EF4-FFF2-40B4-BE49-F238E27FC236}">
                <a16:creationId xmlns:a16="http://schemas.microsoft.com/office/drawing/2014/main" id="{20ADEA09-7480-4F95-A12D-2D70D92916B1}"/>
              </a:ext>
            </a:extLst>
          </p:cNvPr>
          <p:cNvSpPr/>
          <p:nvPr/>
        </p:nvSpPr>
        <p:spPr bwMode="auto">
          <a:xfrm>
            <a:off x="1664677" y="1396511"/>
            <a:ext cx="8862646" cy="4523642"/>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12" name="Picture 2" descr="051">
            <a:extLst>
              <a:ext uri="{FF2B5EF4-FFF2-40B4-BE49-F238E27FC236}">
                <a16:creationId xmlns:a16="http://schemas.microsoft.com/office/drawing/2014/main" id="{2AAE4452-09EF-48EC-9F7E-B62CB1B2C4EB}"/>
              </a:ext>
            </a:extLst>
          </p:cNvPr>
          <p:cNvPicPr>
            <a:picLocks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811524" y="1518626"/>
            <a:ext cx="8568952" cy="4345342"/>
          </a:xfrm>
          <a:prstGeom prst="rect">
            <a:avLst/>
          </a:prstGeom>
          <a:noFill/>
          <a:ln w="9525">
            <a:noFill/>
            <a:miter lim="800000"/>
            <a:headEnd/>
            <a:tailEnd/>
          </a:ln>
        </p:spPr>
      </p:pic>
      <p:sp>
        <p:nvSpPr>
          <p:cNvPr id="2" name="Footer Placeholder 1">
            <a:extLst>
              <a:ext uri="{FF2B5EF4-FFF2-40B4-BE49-F238E27FC236}">
                <a16:creationId xmlns:a16="http://schemas.microsoft.com/office/drawing/2014/main" id="{AEAF9A36-E4A5-4D32-A98B-9413370A7CA9}"/>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47397448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3F5DA1DC-63F2-4470-B85B-0FE8F89DE566}" type="datetime1">
              <a:rPr lang="en-US" smtClean="0"/>
              <a:t>10/1/26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11</a:t>
            </a:fld>
            <a:endParaRPr lang="en-US" dirty="0"/>
          </a:p>
        </p:txBody>
      </p:sp>
      <p:sp>
        <p:nvSpPr>
          <p:cNvPr id="10" name="Rectangle 9">
            <a:extLst>
              <a:ext uri="{FF2B5EF4-FFF2-40B4-BE49-F238E27FC236}">
                <a16:creationId xmlns:a16="http://schemas.microsoft.com/office/drawing/2014/main" id="{5F1A60B0-69E2-48F4-A4EA-E7A476B09187}"/>
              </a:ext>
            </a:extLst>
          </p:cNvPr>
          <p:cNvSpPr/>
          <p:nvPr/>
        </p:nvSpPr>
        <p:spPr bwMode="auto">
          <a:xfrm>
            <a:off x="0" y="1"/>
            <a:ext cx="12192000" cy="342899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1" name="Rectangle 10">
            <a:extLst>
              <a:ext uri="{FF2B5EF4-FFF2-40B4-BE49-F238E27FC236}">
                <a16:creationId xmlns:a16="http://schemas.microsoft.com/office/drawing/2014/main" id="{20ADEA09-7480-4F95-A12D-2D70D92916B1}"/>
              </a:ext>
            </a:extLst>
          </p:cNvPr>
          <p:cNvSpPr/>
          <p:nvPr/>
        </p:nvSpPr>
        <p:spPr bwMode="auto">
          <a:xfrm>
            <a:off x="2135088" y="329235"/>
            <a:ext cx="7993360" cy="5908077"/>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23" name="Picture 3" descr="Figure 1">
            <a:extLst>
              <a:ext uri="{FF2B5EF4-FFF2-40B4-BE49-F238E27FC236}">
                <a16:creationId xmlns:a16="http://schemas.microsoft.com/office/drawing/2014/main" id="{FC927D5B-7858-4FEC-96A7-43831BD429BD}"/>
              </a:ext>
            </a:extLst>
          </p:cNvPr>
          <p:cNvPicPr>
            <a:picLocks noChangeAspect="1" noChangeArrowheads="1"/>
          </p:cNvPicPr>
          <p:nvPr/>
        </p:nvPicPr>
        <p:blipFill>
          <a:blip r:embed="rId3" cstate="email">
            <a:lum contrast="18000"/>
            <a:grayscl/>
            <a:extLst>
              <a:ext uri="{28A0092B-C50C-407E-A947-70E740481C1C}">
                <a14:useLocalDpi xmlns:a14="http://schemas.microsoft.com/office/drawing/2010/main"/>
              </a:ext>
            </a:extLst>
          </a:blip>
          <a:srcRect/>
          <a:stretch>
            <a:fillRect/>
          </a:stretch>
        </p:blipFill>
        <p:spPr bwMode="auto">
          <a:xfrm>
            <a:off x="2273434" y="460102"/>
            <a:ext cx="7716668" cy="5646342"/>
          </a:xfrm>
          <a:prstGeom prst="rect">
            <a:avLst/>
          </a:prstGeom>
          <a:noFill/>
          <a:ln w="9525">
            <a:noFill/>
            <a:miter lim="800000"/>
            <a:headEnd/>
            <a:tailEnd/>
          </a:ln>
        </p:spPr>
      </p:pic>
      <p:sp>
        <p:nvSpPr>
          <p:cNvPr id="24" name="Line 6">
            <a:extLst>
              <a:ext uri="{FF2B5EF4-FFF2-40B4-BE49-F238E27FC236}">
                <a16:creationId xmlns:a16="http://schemas.microsoft.com/office/drawing/2014/main" id="{81825866-6700-4B1D-81F1-591083EB089D}"/>
              </a:ext>
            </a:extLst>
          </p:cNvPr>
          <p:cNvSpPr>
            <a:spLocks noChangeShapeType="1"/>
          </p:cNvSpPr>
          <p:nvPr/>
        </p:nvSpPr>
        <p:spPr bwMode="auto">
          <a:xfrm flipV="1">
            <a:off x="4839675" y="2218839"/>
            <a:ext cx="933178" cy="636021"/>
          </a:xfrm>
          <a:prstGeom prst="line">
            <a:avLst/>
          </a:prstGeom>
          <a:noFill/>
          <a:ln w="57150">
            <a:solidFill>
              <a:schemeClr val="tx1"/>
            </a:solidFill>
            <a:round/>
            <a:headEnd/>
            <a:tailEnd/>
          </a:ln>
        </p:spPr>
        <p:txBody>
          <a:bodyPr/>
          <a:lstStyle/>
          <a:p>
            <a:endParaRPr lang="en-US"/>
          </a:p>
        </p:txBody>
      </p:sp>
      <p:sp>
        <p:nvSpPr>
          <p:cNvPr id="25" name="Line 7">
            <a:extLst>
              <a:ext uri="{FF2B5EF4-FFF2-40B4-BE49-F238E27FC236}">
                <a16:creationId xmlns:a16="http://schemas.microsoft.com/office/drawing/2014/main" id="{26F94B6A-9AE2-4BC1-8DD1-A02AA712B7BA}"/>
              </a:ext>
            </a:extLst>
          </p:cNvPr>
          <p:cNvSpPr>
            <a:spLocks noChangeShapeType="1"/>
          </p:cNvSpPr>
          <p:nvPr/>
        </p:nvSpPr>
        <p:spPr bwMode="auto">
          <a:xfrm flipH="1" flipV="1">
            <a:off x="2973318" y="2854860"/>
            <a:ext cx="1866357" cy="0"/>
          </a:xfrm>
          <a:prstGeom prst="line">
            <a:avLst/>
          </a:prstGeom>
          <a:noFill/>
          <a:ln w="57150">
            <a:solidFill>
              <a:schemeClr val="tx1"/>
            </a:solidFill>
            <a:round/>
            <a:headEnd/>
            <a:tailEnd/>
          </a:ln>
        </p:spPr>
        <p:txBody>
          <a:bodyPr/>
          <a:lstStyle/>
          <a:p>
            <a:endParaRPr lang="en-US"/>
          </a:p>
        </p:txBody>
      </p:sp>
      <p:sp>
        <p:nvSpPr>
          <p:cNvPr id="26" name="Line 8">
            <a:extLst>
              <a:ext uri="{FF2B5EF4-FFF2-40B4-BE49-F238E27FC236}">
                <a16:creationId xmlns:a16="http://schemas.microsoft.com/office/drawing/2014/main" id="{DD995C8A-C6A8-40EF-ACCE-F405370CB39C}"/>
              </a:ext>
            </a:extLst>
          </p:cNvPr>
          <p:cNvSpPr>
            <a:spLocks noChangeShapeType="1"/>
          </p:cNvSpPr>
          <p:nvPr/>
        </p:nvSpPr>
        <p:spPr bwMode="auto">
          <a:xfrm flipH="1" flipV="1">
            <a:off x="7352078" y="2536850"/>
            <a:ext cx="1004961" cy="556518"/>
          </a:xfrm>
          <a:prstGeom prst="line">
            <a:avLst/>
          </a:prstGeom>
          <a:noFill/>
          <a:ln w="57150">
            <a:solidFill>
              <a:schemeClr val="tx1"/>
            </a:solidFill>
            <a:round/>
            <a:headEnd/>
            <a:tailEnd/>
          </a:ln>
        </p:spPr>
        <p:txBody>
          <a:bodyPr/>
          <a:lstStyle/>
          <a:p>
            <a:endParaRPr lang="en-US"/>
          </a:p>
        </p:txBody>
      </p:sp>
      <p:sp>
        <p:nvSpPr>
          <p:cNvPr id="27" name="Text Box 10">
            <a:extLst>
              <a:ext uri="{FF2B5EF4-FFF2-40B4-BE49-F238E27FC236}">
                <a16:creationId xmlns:a16="http://schemas.microsoft.com/office/drawing/2014/main" id="{56FC19D8-ED23-409A-9B5E-3DC29CCEF6E1}"/>
              </a:ext>
            </a:extLst>
          </p:cNvPr>
          <p:cNvSpPr txBox="1">
            <a:spLocks noChangeArrowheads="1"/>
          </p:cNvSpPr>
          <p:nvPr/>
        </p:nvSpPr>
        <p:spPr bwMode="auto">
          <a:xfrm>
            <a:off x="4290834" y="955079"/>
            <a:ext cx="970137" cy="461665"/>
          </a:xfrm>
          <a:prstGeom prst="rect">
            <a:avLst/>
          </a:prstGeom>
          <a:noFill/>
          <a:ln>
            <a:noFill/>
          </a:ln>
          <a:effectLst/>
        </p:spPr>
        <p:txBody>
          <a:bodyPr wrap="none">
            <a:spAutoFit/>
          </a:bodyPr>
          <a:lstStyle/>
          <a:p>
            <a:pPr>
              <a:defRPr/>
            </a:pPr>
            <a:r>
              <a:rPr lang="en-US" sz="2400" dirty="0">
                <a:solidFill>
                  <a:schemeClr val="bg1"/>
                </a:solidFill>
                <a:latin typeface="Arial Black" pitchFamily="34" charset="0"/>
                <a:cs typeface="+mn-cs"/>
              </a:rPr>
              <a:t>AB-2</a:t>
            </a:r>
          </a:p>
        </p:txBody>
      </p:sp>
      <p:sp>
        <p:nvSpPr>
          <p:cNvPr id="28" name="Text Box 11">
            <a:extLst>
              <a:ext uri="{FF2B5EF4-FFF2-40B4-BE49-F238E27FC236}">
                <a16:creationId xmlns:a16="http://schemas.microsoft.com/office/drawing/2014/main" id="{B3850408-0BE9-4A11-8CAD-A63856725B99}"/>
              </a:ext>
            </a:extLst>
          </p:cNvPr>
          <p:cNvSpPr txBox="1">
            <a:spLocks noChangeArrowheads="1"/>
          </p:cNvSpPr>
          <p:nvPr/>
        </p:nvSpPr>
        <p:spPr bwMode="auto">
          <a:xfrm>
            <a:off x="8357039" y="1978675"/>
            <a:ext cx="970137" cy="461665"/>
          </a:xfrm>
          <a:prstGeom prst="rect">
            <a:avLst/>
          </a:prstGeom>
          <a:noFill/>
          <a:ln>
            <a:noFill/>
          </a:ln>
          <a:effectLst/>
        </p:spPr>
        <p:txBody>
          <a:bodyPr wrap="none">
            <a:spAutoFit/>
          </a:bodyPr>
          <a:lstStyle/>
          <a:p>
            <a:pPr>
              <a:defRPr/>
            </a:pPr>
            <a:r>
              <a:rPr lang="en-US" sz="2400" dirty="0">
                <a:solidFill>
                  <a:schemeClr val="bg1"/>
                </a:solidFill>
                <a:latin typeface="Arial Black" pitchFamily="34" charset="0"/>
                <a:cs typeface="+mn-cs"/>
              </a:rPr>
              <a:t>AB-4</a:t>
            </a:r>
          </a:p>
        </p:txBody>
      </p:sp>
      <p:sp>
        <p:nvSpPr>
          <p:cNvPr id="29" name="Text Box 12">
            <a:extLst>
              <a:ext uri="{FF2B5EF4-FFF2-40B4-BE49-F238E27FC236}">
                <a16:creationId xmlns:a16="http://schemas.microsoft.com/office/drawing/2014/main" id="{44299118-B0CE-44F1-AFBF-B918A4E4A91A}"/>
              </a:ext>
            </a:extLst>
          </p:cNvPr>
          <p:cNvSpPr txBox="1">
            <a:spLocks noChangeArrowheads="1"/>
          </p:cNvSpPr>
          <p:nvPr/>
        </p:nvSpPr>
        <p:spPr bwMode="auto">
          <a:xfrm>
            <a:off x="6053646" y="2298342"/>
            <a:ext cx="970137" cy="461665"/>
          </a:xfrm>
          <a:prstGeom prst="rect">
            <a:avLst/>
          </a:prstGeom>
          <a:noFill/>
          <a:ln>
            <a:noFill/>
          </a:ln>
          <a:effectLst/>
        </p:spPr>
        <p:txBody>
          <a:bodyPr wrap="none">
            <a:spAutoFit/>
          </a:bodyPr>
          <a:lstStyle/>
          <a:p>
            <a:pPr>
              <a:defRPr/>
            </a:pPr>
            <a:r>
              <a:rPr lang="en-US" sz="2400" dirty="0">
                <a:solidFill>
                  <a:schemeClr val="bg1"/>
                </a:solidFill>
                <a:latin typeface="Arial Black" pitchFamily="34" charset="0"/>
                <a:cs typeface="+mn-cs"/>
              </a:rPr>
              <a:t>AB-3</a:t>
            </a:r>
          </a:p>
        </p:txBody>
      </p:sp>
      <p:sp>
        <p:nvSpPr>
          <p:cNvPr id="30" name="Text Box 14">
            <a:extLst>
              <a:ext uri="{FF2B5EF4-FFF2-40B4-BE49-F238E27FC236}">
                <a16:creationId xmlns:a16="http://schemas.microsoft.com/office/drawing/2014/main" id="{011ED049-488A-45AF-ACEE-E41EB3CE0FD5}"/>
              </a:ext>
            </a:extLst>
          </p:cNvPr>
          <p:cNvSpPr txBox="1">
            <a:spLocks noChangeArrowheads="1"/>
          </p:cNvSpPr>
          <p:nvPr/>
        </p:nvSpPr>
        <p:spPr bwMode="auto">
          <a:xfrm>
            <a:off x="3188667" y="3729389"/>
            <a:ext cx="970137" cy="461665"/>
          </a:xfrm>
          <a:prstGeom prst="rect">
            <a:avLst/>
          </a:prstGeom>
          <a:noFill/>
          <a:ln>
            <a:noFill/>
          </a:ln>
          <a:effectLst/>
        </p:spPr>
        <p:txBody>
          <a:bodyPr wrap="none">
            <a:spAutoFit/>
          </a:bodyPr>
          <a:lstStyle/>
          <a:p>
            <a:pPr>
              <a:defRPr/>
            </a:pPr>
            <a:r>
              <a:rPr lang="en-US" sz="2400" dirty="0">
                <a:solidFill>
                  <a:schemeClr val="bg1"/>
                </a:solidFill>
                <a:latin typeface="Arial Black" pitchFamily="34" charset="0"/>
                <a:cs typeface="+mn-cs"/>
              </a:rPr>
              <a:t>AB-1</a:t>
            </a:r>
          </a:p>
        </p:txBody>
      </p:sp>
      <p:sp>
        <p:nvSpPr>
          <p:cNvPr id="33" name="TextBox 32">
            <a:extLst>
              <a:ext uri="{FF2B5EF4-FFF2-40B4-BE49-F238E27FC236}">
                <a16:creationId xmlns:a16="http://schemas.microsoft.com/office/drawing/2014/main" id="{9CA67553-BD3C-4B33-9AAA-939679FA061B}"/>
              </a:ext>
            </a:extLst>
          </p:cNvPr>
          <p:cNvSpPr txBox="1"/>
          <p:nvPr/>
        </p:nvSpPr>
        <p:spPr>
          <a:xfrm>
            <a:off x="6229500" y="4286644"/>
            <a:ext cx="2245156" cy="332647"/>
          </a:xfrm>
          <a:prstGeom prst="roundRect">
            <a:avLst>
              <a:gd name="adj" fmla="val 0"/>
            </a:avLst>
          </a:prstGeom>
          <a:solidFill>
            <a:schemeClr val="bg1"/>
          </a:solidFill>
          <a:ln w="9525">
            <a:noFill/>
          </a:ln>
        </p:spPr>
        <p:txBody>
          <a:bodyPr wrap="square" rtlCol="0" anchor="ctr">
            <a:noAutofit/>
          </a:bodyPr>
          <a:lstStyle/>
          <a:p>
            <a:pPr algn="ctr"/>
            <a:r>
              <a:rPr lang="en-US" sz="900" dirty="0"/>
              <a:t>PRIMARY = Shore type only</a:t>
            </a:r>
          </a:p>
        </p:txBody>
      </p:sp>
      <p:grpSp>
        <p:nvGrpSpPr>
          <p:cNvPr id="37" name="Group 36">
            <a:extLst>
              <a:ext uri="{FF2B5EF4-FFF2-40B4-BE49-F238E27FC236}">
                <a16:creationId xmlns:a16="http://schemas.microsoft.com/office/drawing/2014/main" id="{10117AC1-63FC-405D-9F2E-FB0420630C68}"/>
              </a:ext>
            </a:extLst>
          </p:cNvPr>
          <p:cNvGrpSpPr/>
          <p:nvPr/>
        </p:nvGrpSpPr>
        <p:grpSpPr>
          <a:xfrm>
            <a:off x="6931542" y="656948"/>
            <a:ext cx="2878312" cy="855934"/>
            <a:chOff x="7613896" y="7374991"/>
            <a:chExt cx="3084889" cy="870227"/>
          </a:xfrm>
        </p:grpSpPr>
        <p:sp>
          <p:nvSpPr>
            <p:cNvPr id="38" name="Rectangle 37">
              <a:extLst>
                <a:ext uri="{FF2B5EF4-FFF2-40B4-BE49-F238E27FC236}">
                  <a16:creationId xmlns:a16="http://schemas.microsoft.com/office/drawing/2014/main" id="{D3584F81-414B-4E0F-A930-B7F296FC799F}"/>
                </a:ext>
              </a:extLst>
            </p:cNvPr>
            <p:cNvSpPr/>
            <p:nvPr/>
          </p:nvSpPr>
          <p:spPr bwMode="auto">
            <a:xfrm>
              <a:off x="7613896" y="7374991"/>
              <a:ext cx="3084889" cy="870227"/>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sz="1400"/>
            </a:p>
          </p:txBody>
        </p:sp>
        <p:sp>
          <p:nvSpPr>
            <p:cNvPr id="39" name="TextBox 38">
              <a:extLst>
                <a:ext uri="{FF2B5EF4-FFF2-40B4-BE49-F238E27FC236}">
                  <a16:creationId xmlns:a16="http://schemas.microsoft.com/office/drawing/2014/main" id="{9A7CA1BD-3E53-4A90-8645-5FCF1BACE888}"/>
                </a:ext>
              </a:extLst>
            </p:cNvPr>
            <p:cNvSpPr txBox="1"/>
            <p:nvPr/>
          </p:nvSpPr>
          <p:spPr>
            <a:xfrm>
              <a:off x="7664531" y="7446774"/>
              <a:ext cx="2983620" cy="672770"/>
            </a:xfrm>
            <a:prstGeom prst="rect">
              <a:avLst/>
            </a:prstGeom>
            <a:noFill/>
          </p:spPr>
          <p:txBody>
            <a:bodyPr wrap="square" rtlCol="0">
              <a:spAutoFit/>
            </a:bodyPr>
            <a:lstStyle/>
            <a:p>
              <a:pPr algn="ctr"/>
              <a:r>
                <a:rPr lang="en-US" sz="1100" b="1" dirty="0">
                  <a:solidFill>
                    <a:schemeClr val="accent2"/>
                  </a:solidFill>
                </a:rPr>
                <a:t>SIMPLE SEGMENTATION</a:t>
              </a:r>
            </a:p>
            <a:p>
              <a:pPr algn="ctr"/>
              <a:endParaRPr lang="en-US" sz="600" dirty="0">
                <a:solidFill>
                  <a:schemeClr val="accent2"/>
                </a:solidFill>
              </a:endParaRPr>
            </a:p>
            <a:p>
              <a:pPr algn="ctr"/>
              <a:r>
                <a:rPr lang="en-US" sz="1000" dirty="0">
                  <a:solidFill>
                    <a:schemeClr val="accent2"/>
                  </a:solidFill>
                </a:rPr>
                <a:t>This is the basics – good enough for most pre-SCAT mapping purposes</a:t>
              </a:r>
            </a:p>
          </p:txBody>
        </p:sp>
      </p:grpSp>
    </p:spTree>
    <p:extLst>
      <p:ext uri="{BB962C8B-B14F-4D97-AF65-F5344CB8AC3E}">
        <p14:creationId xmlns:p14="http://schemas.microsoft.com/office/powerpoint/2010/main" val="26271437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3F5DA1DC-63F2-4470-B85B-0FE8F89DE566}" type="datetime1">
              <a:rPr lang="en-US" smtClean="0"/>
              <a:t>10/1/26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12</a:t>
            </a:fld>
            <a:endParaRPr lang="en-US" dirty="0"/>
          </a:p>
        </p:txBody>
      </p:sp>
      <p:sp>
        <p:nvSpPr>
          <p:cNvPr id="10" name="Rectangle 9">
            <a:extLst>
              <a:ext uri="{FF2B5EF4-FFF2-40B4-BE49-F238E27FC236}">
                <a16:creationId xmlns:a16="http://schemas.microsoft.com/office/drawing/2014/main" id="{5F1A60B0-69E2-48F4-A4EA-E7A476B09187}"/>
              </a:ext>
            </a:extLst>
          </p:cNvPr>
          <p:cNvSpPr/>
          <p:nvPr/>
        </p:nvSpPr>
        <p:spPr bwMode="auto">
          <a:xfrm>
            <a:off x="0" y="1"/>
            <a:ext cx="12192000" cy="342899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1" name="Rectangle 10">
            <a:extLst>
              <a:ext uri="{FF2B5EF4-FFF2-40B4-BE49-F238E27FC236}">
                <a16:creationId xmlns:a16="http://schemas.microsoft.com/office/drawing/2014/main" id="{20ADEA09-7480-4F95-A12D-2D70D92916B1}"/>
              </a:ext>
            </a:extLst>
          </p:cNvPr>
          <p:cNvSpPr/>
          <p:nvPr/>
        </p:nvSpPr>
        <p:spPr bwMode="auto">
          <a:xfrm>
            <a:off x="2135088" y="329235"/>
            <a:ext cx="7993360" cy="5908077"/>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grpSp>
        <p:nvGrpSpPr>
          <p:cNvPr id="54" name="Group 53">
            <a:extLst>
              <a:ext uri="{FF2B5EF4-FFF2-40B4-BE49-F238E27FC236}">
                <a16:creationId xmlns:a16="http://schemas.microsoft.com/office/drawing/2014/main" id="{7C49BBA8-6064-4169-9D86-9524AB02EF2E}"/>
              </a:ext>
            </a:extLst>
          </p:cNvPr>
          <p:cNvGrpSpPr>
            <a:grpSpLocks/>
          </p:cNvGrpSpPr>
          <p:nvPr/>
        </p:nvGrpSpPr>
        <p:grpSpPr bwMode="auto">
          <a:xfrm>
            <a:off x="2273434" y="460102"/>
            <a:ext cx="7716668" cy="5646342"/>
            <a:chOff x="300" y="864"/>
            <a:chExt cx="5160" cy="3409"/>
          </a:xfrm>
        </p:grpSpPr>
        <p:pic>
          <p:nvPicPr>
            <p:cNvPr id="65" name="Picture 3" descr="Figure 1">
              <a:extLst>
                <a:ext uri="{FF2B5EF4-FFF2-40B4-BE49-F238E27FC236}">
                  <a16:creationId xmlns:a16="http://schemas.microsoft.com/office/drawing/2014/main" id="{FE839930-6F76-4811-8372-9EF5C12AD24C}"/>
                </a:ext>
              </a:extLst>
            </p:cNvPr>
            <p:cNvPicPr>
              <a:picLocks noChangeAspect="1" noChangeArrowheads="1"/>
            </p:cNvPicPr>
            <p:nvPr/>
          </p:nvPicPr>
          <p:blipFill>
            <a:blip r:embed="rId3" cstate="email">
              <a:lum contrast="18000"/>
              <a:grayscl/>
              <a:extLst>
                <a:ext uri="{28A0092B-C50C-407E-A947-70E740481C1C}">
                  <a14:useLocalDpi xmlns:a14="http://schemas.microsoft.com/office/drawing/2010/main"/>
                </a:ext>
              </a:extLst>
            </a:blip>
            <a:srcRect/>
            <a:stretch>
              <a:fillRect/>
            </a:stretch>
          </p:blipFill>
          <p:spPr bwMode="auto">
            <a:xfrm>
              <a:off x="300" y="864"/>
              <a:ext cx="5160" cy="3409"/>
            </a:xfrm>
            <a:prstGeom prst="rect">
              <a:avLst/>
            </a:prstGeom>
            <a:noFill/>
            <a:ln w="9525">
              <a:noFill/>
              <a:miter lim="800000"/>
              <a:headEnd/>
              <a:tailEnd/>
            </a:ln>
          </p:spPr>
        </p:pic>
        <p:sp>
          <p:nvSpPr>
            <p:cNvPr id="66" name="Line 4">
              <a:extLst>
                <a:ext uri="{FF2B5EF4-FFF2-40B4-BE49-F238E27FC236}">
                  <a16:creationId xmlns:a16="http://schemas.microsoft.com/office/drawing/2014/main" id="{32959F1E-55AC-4777-9E41-5ABD98285228}"/>
                </a:ext>
              </a:extLst>
            </p:cNvPr>
            <p:cNvSpPr>
              <a:spLocks noChangeShapeType="1"/>
            </p:cNvSpPr>
            <p:nvPr/>
          </p:nvSpPr>
          <p:spPr bwMode="auto">
            <a:xfrm>
              <a:off x="432" y="960"/>
              <a:ext cx="672" cy="528"/>
            </a:xfrm>
            <a:prstGeom prst="line">
              <a:avLst/>
            </a:prstGeom>
            <a:noFill/>
            <a:ln w="57150">
              <a:solidFill>
                <a:srgbClr val="115EFA"/>
              </a:solidFill>
              <a:round/>
              <a:headEnd/>
              <a:tailEnd/>
            </a:ln>
          </p:spPr>
          <p:txBody>
            <a:bodyPr/>
            <a:lstStyle/>
            <a:p>
              <a:endParaRPr lang="en-US" sz="1400"/>
            </a:p>
          </p:txBody>
        </p:sp>
        <p:sp>
          <p:nvSpPr>
            <p:cNvPr id="67" name="Line 5">
              <a:extLst>
                <a:ext uri="{FF2B5EF4-FFF2-40B4-BE49-F238E27FC236}">
                  <a16:creationId xmlns:a16="http://schemas.microsoft.com/office/drawing/2014/main" id="{0D72BD86-8A9E-4677-86B2-217D1841E027}"/>
                </a:ext>
              </a:extLst>
            </p:cNvPr>
            <p:cNvSpPr>
              <a:spLocks noChangeShapeType="1"/>
            </p:cNvSpPr>
            <p:nvPr/>
          </p:nvSpPr>
          <p:spPr bwMode="auto">
            <a:xfrm>
              <a:off x="1200" y="1536"/>
              <a:ext cx="816" cy="816"/>
            </a:xfrm>
            <a:prstGeom prst="line">
              <a:avLst/>
            </a:prstGeom>
            <a:noFill/>
            <a:ln w="57150">
              <a:solidFill>
                <a:srgbClr val="115EFA"/>
              </a:solidFill>
              <a:prstDash val="dash"/>
              <a:round/>
              <a:headEnd/>
              <a:tailEnd/>
            </a:ln>
          </p:spPr>
          <p:txBody>
            <a:bodyPr/>
            <a:lstStyle/>
            <a:p>
              <a:endParaRPr lang="en-US" sz="1400"/>
            </a:p>
          </p:txBody>
        </p:sp>
        <p:sp>
          <p:nvSpPr>
            <p:cNvPr id="68" name="Line 6">
              <a:extLst>
                <a:ext uri="{FF2B5EF4-FFF2-40B4-BE49-F238E27FC236}">
                  <a16:creationId xmlns:a16="http://schemas.microsoft.com/office/drawing/2014/main" id="{0938085F-4A25-4528-832F-DDEE5BC45D13}"/>
                </a:ext>
              </a:extLst>
            </p:cNvPr>
            <p:cNvSpPr>
              <a:spLocks noChangeShapeType="1"/>
            </p:cNvSpPr>
            <p:nvPr/>
          </p:nvSpPr>
          <p:spPr bwMode="auto">
            <a:xfrm flipV="1">
              <a:off x="2016" y="1968"/>
              <a:ext cx="624" cy="384"/>
            </a:xfrm>
            <a:prstGeom prst="line">
              <a:avLst/>
            </a:prstGeom>
            <a:noFill/>
            <a:ln w="57150">
              <a:solidFill>
                <a:schemeClr val="tx1"/>
              </a:solidFill>
              <a:round/>
              <a:headEnd/>
              <a:tailEnd/>
            </a:ln>
          </p:spPr>
          <p:txBody>
            <a:bodyPr/>
            <a:lstStyle/>
            <a:p>
              <a:endParaRPr lang="en-US" sz="1400" dirty="0"/>
            </a:p>
          </p:txBody>
        </p:sp>
        <p:sp>
          <p:nvSpPr>
            <p:cNvPr id="69" name="Line 7">
              <a:extLst>
                <a:ext uri="{FF2B5EF4-FFF2-40B4-BE49-F238E27FC236}">
                  <a16:creationId xmlns:a16="http://schemas.microsoft.com/office/drawing/2014/main" id="{0B18251B-493A-41E6-BC7D-2D3E42566EE2}"/>
                </a:ext>
              </a:extLst>
            </p:cNvPr>
            <p:cNvSpPr>
              <a:spLocks noChangeShapeType="1"/>
            </p:cNvSpPr>
            <p:nvPr/>
          </p:nvSpPr>
          <p:spPr bwMode="auto">
            <a:xfrm flipH="1" flipV="1">
              <a:off x="768" y="2352"/>
              <a:ext cx="1248" cy="0"/>
            </a:xfrm>
            <a:prstGeom prst="line">
              <a:avLst/>
            </a:prstGeom>
            <a:noFill/>
            <a:ln w="57150">
              <a:solidFill>
                <a:schemeClr val="tx1"/>
              </a:solidFill>
              <a:round/>
              <a:headEnd/>
              <a:tailEnd/>
            </a:ln>
          </p:spPr>
          <p:txBody>
            <a:bodyPr/>
            <a:lstStyle/>
            <a:p>
              <a:endParaRPr lang="en-US" sz="1400"/>
            </a:p>
          </p:txBody>
        </p:sp>
        <p:sp>
          <p:nvSpPr>
            <p:cNvPr id="70" name="Line 8">
              <a:extLst>
                <a:ext uri="{FF2B5EF4-FFF2-40B4-BE49-F238E27FC236}">
                  <a16:creationId xmlns:a16="http://schemas.microsoft.com/office/drawing/2014/main" id="{20F13B9C-036C-4B30-8FC6-9797D11F1C1E}"/>
                </a:ext>
              </a:extLst>
            </p:cNvPr>
            <p:cNvSpPr>
              <a:spLocks noChangeShapeType="1"/>
            </p:cNvSpPr>
            <p:nvPr/>
          </p:nvSpPr>
          <p:spPr bwMode="auto">
            <a:xfrm flipH="1" flipV="1">
              <a:off x="3696" y="2160"/>
              <a:ext cx="672" cy="336"/>
            </a:xfrm>
            <a:prstGeom prst="line">
              <a:avLst/>
            </a:prstGeom>
            <a:noFill/>
            <a:ln w="57150">
              <a:solidFill>
                <a:schemeClr val="tx1"/>
              </a:solidFill>
              <a:round/>
              <a:headEnd/>
              <a:tailEnd/>
            </a:ln>
          </p:spPr>
          <p:txBody>
            <a:bodyPr/>
            <a:lstStyle/>
            <a:p>
              <a:endParaRPr lang="en-US" sz="1400"/>
            </a:p>
          </p:txBody>
        </p:sp>
        <p:sp>
          <p:nvSpPr>
            <p:cNvPr id="71" name="Text Box 10">
              <a:extLst>
                <a:ext uri="{FF2B5EF4-FFF2-40B4-BE49-F238E27FC236}">
                  <a16:creationId xmlns:a16="http://schemas.microsoft.com/office/drawing/2014/main" id="{0D52ADBC-9D01-4186-90F3-1C67652736E5}"/>
                </a:ext>
              </a:extLst>
            </p:cNvPr>
            <p:cNvSpPr txBox="1">
              <a:spLocks noChangeArrowheads="1"/>
            </p:cNvSpPr>
            <p:nvPr/>
          </p:nvSpPr>
          <p:spPr bwMode="auto">
            <a:xfrm>
              <a:off x="510" y="1811"/>
              <a:ext cx="574" cy="247"/>
            </a:xfrm>
            <a:prstGeom prst="rect">
              <a:avLst/>
            </a:prstGeom>
            <a:noFill/>
            <a:ln>
              <a:noFill/>
            </a:ln>
            <a:effectLst/>
          </p:spPr>
          <p:txBody>
            <a:bodyPr wrap="none">
              <a:spAutoFit/>
            </a:bodyPr>
            <a:lstStyle>
              <a:defPPr>
                <a:defRPr lang="fi-FI"/>
              </a:defPPr>
              <a:lvl1pPr>
                <a:defRPr sz="2400">
                  <a:solidFill>
                    <a:schemeClr val="bg1"/>
                  </a:solidFill>
                  <a:latin typeface="Arial Black" pitchFamily="34" charset="0"/>
                </a:defRPr>
              </a:lvl1pPr>
            </a:lstStyle>
            <a:p>
              <a:r>
                <a:rPr lang="en-US" dirty="0"/>
                <a:t>AB-3</a:t>
              </a:r>
            </a:p>
          </p:txBody>
        </p:sp>
        <p:sp>
          <p:nvSpPr>
            <p:cNvPr id="72" name="Text Box 11">
              <a:extLst>
                <a:ext uri="{FF2B5EF4-FFF2-40B4-BE49-F238E27FC236}">
                  <a16:creationId xmlns:a16="http://schemas.microsoft.com/office/drawing/2014/main" id="{EA86B184-45B1-4603-95C3-1AEED394F9BD}"/>
                </a:ext>
              </a:extLst>
            </p:cNvPr>
            <p:cNvSpPr txBox="1">
              <a:spLocks noChangeArrowheads="1"/>
            </p:cNvSpPr>
            <p:nvPr/>
          </p:nvSpPr>
          <p:spPr bwMode="auto">
            <a:xfrm>
              <a:off x="1728" y="1344"/>
              <a:ext cx="574" cy="247"/>
            </a:xfrm>
            <a:prstGeom prst="rect">
              <a:avLst/>
            </a:prstGeom>
            <a:noFill/>
            <a:ln>
              <a:noFill/>
            </a:ln>
            <a:effectLst/>
          </p:spPr>
          <p:txBody>
            <a:bodyPr wrap="none">
              <a:spAutoFit/>
            </a:bodyPr>
            <a:lstStyle>
              <a:defPPr>
                <a:defRPr lang="fi-FI"/>
              </a:defPPr>
              <a:lvl1pPr>
                <a:defRPr sz="2400">
                  <a:solidFill>
                    <a:schemeClr val="bg1"/>
                  </a:solidFill>
                  <a:latin typeface="Arial Black" pitchFamily="34" charset="0"/>
                </a:defRPr>
              </a:lvl1pPr>
            </a:lstStyle>
            <a:p>
              <a:r>
                <a:rPr lang="en-US" dirty="0"/>
                <a:t>AB-4</a:t>
              </a:r>
            </a:p>
          </p:txBody>
        </p:sp>
        <p:sp>
          <p:nvSpPr>
            <p:cNvPr id="73" name="Text Box 12">
              <a:extLst>
                <a:ext uri="{FF2B5EF4-FFF2-40B4-BE49-F238E27FC236}">
                  <a16:creationId xmlns:a16="http://schemas.microsoft.com/office/drawing/2014/main" id="{E279F6C0-D036-42AA-ABAB-0EEF7CA81775}"/>
                </a:ext>
              </a:extLst>
            </p:cNvPr>
            <p:cNvSpPr txBox="1">
              <a:spLocks noChangeArrowheads="1"/>
            </p:cNvSpPr>
            <p:nvPr/>
          </p:nvSpPr>
          <p:spPr bwMode="auto">
            <a:xfrm>
              <a:off x="2474" y="2063"/>
              <a:ext cx="649" cy="279"/>
            </a:xfrm>
            <a:prstGeom prst="rect">
              <a:avLst/>
            </a:prstGeom>
            <a:noFill/>
            <a:ln>
              <a:noFill/>
            </a:ln>
            <a:effectLst/>
          </p:spPr>
          <p:txBody>
            <a:bodyPr wrap="none">
              <a:spAutoFit/>
            </a:bodyPr>
            <a:lstStyle/>
            <a:p>
              <a:pPr>
                <a:defRPr/>
              </a:pPr>
              <a:r>
                <a:rPr lang="en-US" sz="2400" dirty="0">
                  <a:solidFill>
                    <a:schemeClr val="bg1"/>
                  </a:solidFill>
                  <a:latin typeface="Arial Black" pitchFamily="34" charset="0"/>
                </a:rPr>
                <a:t>AB-5</a:t>
              </a:r>
            </a:p>
          </p:txBody>
        </p:sp>
        <p:sp>
          <p:nvSpPr>
            <p:cNvPr id="74" name="Text Box 13">
              <a:extLst>
                <a:ext uri="{FF2B5EF4-FFF2-40B4-BE49-F238E27FC236}">
                  <a16:creationId xmlns:a16="http://schemas.microsoft.com/office/drawing/2014/main" id="{67B258E4-F0B5-4683-A4E0-B7341D8A21FF}"/>
                </a:ext>
              </a:extLst>
            </p:cNvPr>
            <p:cNvSpPr txBox="1">
              <a:spLocks noChangeArrowheads="1"/>
            </p:cNvSpPr>
            <p:nvPr/>
          </p:nvSpPr>
          <p:spPr bwMode="auto">
            <a:xfrm>
              <a:off x="4285" y="1822"/>
              <a:ext cx="649" cy="279"/>
            </a:xfrm>
            <a:prstGeom prst="rect">
              <a:avLst/>
            </a:prstGeom>
            <a:noFill/>
            <a:ln>
              <a:noFill/>
            </a:ln>
            <a:effectLst/>
          </p:spPr>
          <p:txBody>
            <a:bodyPr wrap="none">
              <a:spAutoFit/>
            </a:bodyPr>
            <a:lstStyle/>
            <a:p>
              <a:pPr>
                <a:defRPr/>
              </a:pPr>
              <a:r>
                <a:rPr lang="en-US" sz="2400" dirty="0">
                  <a:solidFill>
                    <a:schemeClr val="bg1"/>
                  </a:solidFill>
                  <a:latin typeface="Arial Black" pitchFamily="34" charset="0"/>
                </a:rPr>
                <a:t>AB-7</a:t>
              </a:r>
            </a:p>
          </p:txBody>
        </p:sp>
        <p:sp>
          <p:nvSpPr>
            <p:cNvPr id="75" name="Text Box 14">
              <a:extLst>
                <a:ext uri="{FF2B5EF4-FFF2-40B4-BE49-F238E27FC236}">
                  <a16:creationId xmlns:a16="http://schemas.microsoft.com/office/drawing/2014/main" id="{2BB66A74-8E69-46B1-9182-5EDC5F06A478}"/>
                </a:ext>
              </a:extLst>
            </p:cNvPr>
            <p:cNvSpPr txBox="1">
              <a:spLocks noChangeArrowheads="1"/>
            </p:cNvSpPr>
            <p:nvPr/>
          </p:nvSpPr>
          <p:spPr bwMode="auto">
            <a:xfrm>
              <a:off x="1152" y="3321"/>
              <a:ext cx="649" cy="279"/>
            </a:xfrm>
            <a:prstGeom prst="rect">
              <a:avLst/>
            </a:prstGeom>
            <a:noFill/>
            <a:ln>
              <a:noFill/>
            </a:ln>
            <a:effectLst/>
          </p:spPr>
          <p:txBody>
            <a:bodyPr wrap="none">
              <a:spAutoFit/>
            </a:bodyPr>
            <a:lstStyle/>
            <a:p>
              <a:pPr>
                <a:defRPr/>
              </a:pPr>
              <a:r>
                <a:rPr lang="en-US" sz="2400" dirty="0">
                  <a:solidFill>
                    <a:schemeClr val="bg1"/>
                  </a:solidFill>
                  <a:latin typeface="Arial Black" pitchFamily="34" charset="0"/>
                </a:rPr>
                <a:t>AB-1</a:t>
              </a:r>
            </a:p>
          </p:txBody>
        </p:sp>
      </p:grpSp>
      <p:cxnSp>
        <p:nvCxnSpPr>
          <p:cNvPr id="56" name="Straight Connector 55">
            <a:extLst>
              <a:ext uri="{FF2B5EF4-FFF2-40B4-BE49-F238E27FC236}">
                <a16:creationId xmlns:a16="http://schemas.microsoft.com/office/drawing/2014/main" id="{C6729C6D-CAAA-4A72-920A-3162E57BF095}"/>
              </a:ext>
            </a:extLst>
          </p:cNvPr>
          <p:cNvCxnSpPr/>
          <p:nvPr/>
        </p:nvCxnSpPr>
        <p:spPr>
          <a:xfrm flipV="1">
            <a:off x="4480760" y="3659696"/>
            <a:ext cx="825504" cy="382994"/>
          </a:xfrm>
          <a:prstGeom prst="line">
            <a:avLst/>
          </a:prstGeom>
          <a:ln w="38100">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A29AA45-00EB-4649-A9F0-BE949C6CAE1A}"/>
              </a:ext>
            </a:extLst>
          </p:cNvPr>
          <p:cNvCxnSpPr/>
          <p:nvPr/>
        </p:nvCxnSpPr>
        <p:spPr>
          <a:xfrm flipV="1">
            <a:off x="6533030" y="2606673"/>
            <a:ext cx="132004" cy="676600"/>
          </a:xfrm>
          <a:prstGeom prst="line">
            <a:avLst/>
          </a:prstGeom>
          <a:ln w="38100">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B7C961C-85D1-4E2E-ACC9-2C8C5849CC1B}"/>
              </a:ext>
            </a:extLst>
          </p:cNvPr>
          <p:cNvCxnSpPr/>
          <p:nvPr/>
        </p:nvCxnSpPr>
        <p:spPr>
          <a:xfrm flipH="1">
            <a:off x="4408979" y="1894447"/>
            <a:ext cx="897284" cy="354464"/>
          </a:xfrm>
          <a:prstGeom prst="straightConnector1">
            <a:avLst/>
          </a:prstGeom>
          <a:ln w="28575">
            <a:solidFill>
              <a:srgbClr val="115EFA"/>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0CA7B322-CC2D-4448-B568-4E3EE69C1338}"/>
              </a:ext>
            </a:extLst>
          </p:cNvPr>
          <p:cNvCxnSpPr/>
          <p:nvPr/>
        </p:nvCxnSpPr>
        <p:spPr>
          <a:xfrm flipH="1" flipV="1">
            <a:off x="6665034" y="3408747"/>
            <a:ext cx="687045" cy="752846"/>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F64C2275-75EE-42F9-B162-7148B46B2D19}"/>
              </a:ext>
            </a:extLst>
          </p:cNvPr>
          <p:cNvCxnSpPr/>
          <p:nvPr/>
        </p:nvCxnSpPr>
        <p:spPr>
          <a:xfrm flipH="1" flipV="1">
            <a:off x="5344984" y="3851192"/>
            <a:ext cx="943627" cy="310401"/>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63" name="Text Box 14">
            <a:extLst>
              <a:ext uri="{FF2B5EF4-FFF2-40B4-BE49-F238E27FC236}">
                <a16:creationId xmlns:a16="http://schemas.microsoft.com/office/drawing/2014/main" id="{BA1E4016-8695-466B-9464-FEF3AF683D98}"/>
              </a:ext>
            </a:extLst>
          </p:cNvPr>
          <p:cNvSpPr txBox="1">
            <a:spLocks noChangeArrowheads="1"/>
          </p:cNvSpPr>
          <p:nvPr/>
        </p:nvSpPr>
        <p:spPr bwMode="auto">
          <a:xfrm>
            <a:off x="2965312" y="3524934"/>
            <a:ext cx="858408" cy="408496"/>
          </a:xfrm>
          <a:prstGeom prst="rect">
            <a:avLst/>
          </a:prstGeom>
          <a:noFill/>
          <a:ln>
            <a:noFill/>
          </a:ln>
          <a:effectLst/>
        </p:spPr>
        <p:txBody>
          <a:bodyPr wrap="none">
            <a:spAutoFit/>
          </a:bodyPr>
          <a:lstStyle>
            <a:defPPr>
              <a:defRPr lang="fi-FI"/>
            </a:defPPr>
            <a:lvl1pPr>
              <a:defRPr sz="2400">
                <a:solidFill>
                  <a:schemeClr val="bg1"/>
                </a:solidFill>
                <a:latin typeface="Arial Black" pitchFamily="34" charset="0"/>
              </a:defRPr>
            </a:lvl1pPr>
          </a:lstStyle>
          <a:p>
            <a:r>
              <a:rPr lang="en-US" dirty="0"/>
              <a:t>AB-2</a:t>
            </a:r>
          </a:p>
        </p:txBody>
      </p:sp>
      <p:sp>
        <p:nvSpPr>
          <p:cNvPr id="64" name="Text Box 14">
            <a:extLst>
              <a:ext uri="{FF2B5EF4-FFF2-40B4-BE49-F238E27FC236}">
                <a16:creationId xmlns:a16="http://schemas.microsoft.com/office/drawing/2014/main" id="{992CA187-A14E-4346-B0EC-2339325DD21B}"/>
              </a:ext>
            </a:extLst>
          </p:cNvPr>
          <p:cNvSpPr txBox="1">
            <a:spLocks noChangeArrowheads="1"/>
          </p:cNvSpPr>
          <p:nvPr/>
        </p:nvSpPr>
        <p:spPr bwMode="auto">
          <a:xfrm>
            <a:off x="6844488" y="3042544"/>
            <a:ext cx="970137" cy="461665"/>
          </a:xfrm>
          <a:prstGeom prst="rect">
            <a:avLst/>
          </a:prstGeom>
          <a:noFill/>
          <a:ln>
            <a:noFill/>
          </a:ln>
          <a:effectLst/>
        </p:spPr>
        <p:txBody>
          <a:bodyPr wrap="none">
            <a:spAutoFit/>
          </a:bodyPr>
          <a:lstStyle/>
          <a:p>
            <a:pPr>
              <a:defRPr/>
            </a:pPr>
            <a:r>
              <a:rPr lang="en-US" sz="2400" dirty="0">
                <a:solidFill>
                  <a:schemeClr val="bg1"/>
                </a:solidFill>
                <a:latin typeface="Arial Black" pitchFamily="34" charset="0"/>
              </a:rPr>
              <a:t>AB-6</a:t>
            </a:r>
          </a:p>
        </p:txBody>
      </p:sp>
      <p:sp>
        <p:nvSpPr>
          <p:cNvPr id="76" name="TextBox 75">
            <a:extLst>
              <a:ext uri="{FF2B5EF4-FFF2-40B4-BE49-F238E27FC236}">
                <a16:creationId xmlns:a16="http://schemas.microsoft.com/office/drawing/2014/main" id="{81551001-7463-4752-91BF-2E7686E02F6E}"/>
              </a:ext>
            </a:extLst>
          </p:cNvPr>
          <p:cNvSpPr txBox="1"/>
          <p:nvPr/>
        </p:nvSpPr>
        <p:spPr>
          <a:xfrm>
            <a:off x="5385995" y="1712525"/>
            <a:ext cx="2424934" cy="274442"/>
          </a:xfrm>
          <a:prstGeom prst="roundRect">
            <a:avLst>
              <a:gd name="adj" fmla="val 50000"/>
            </a:avLst>
          </a:prstGeom>
          <a:solidFill>
            <a:schemeClr val="bg1"/>
          </a:solidFill>
          <a:ln w="25400">
            <a:solidFill>
              <a:srgbClr val="115EFA"/>
            </a:solidFill>
          </a:ln>
        </p:spPr>
        <p:txBody>
          <a:bodyPr wrap="square" rtlCol="0" anchor="ctr">
            <a:noAutofit/>
          </a:bodyPr>
          <a:lstStyle/>
          <a:p>
            <a:pPr algn="ctr"/>
            <a:r>
              <a:rPr lang="en-US" sz="900" dirty="0"/>
              <a:t>Based on projected oil behavior</a:t>
            </a:r>
          </a:p>
        </p:txBody>
      </p:sp>
      <p:grpSp>
        <p:nvGrpSpPr>
          <p:cNvPr id="4" name="Group 3">
            <a:extLst>
              <a:ext uri="{FF2B5EF4-FFF2-40B4-BE49-F238E27FC236}">
                <a16:creationId xmlns:a16="http://schemas.microsoft.com/office/drawing/2014/main" id="{FA938D10-EB3E-4E27-862F-B9C77904AB21}"/>
              </a:ext>
            </a:extLst>
          </p:cNvPr>
          <p:cNvGrpSpPr/>
          <p:nvPr/>
        </p:nvGrpSpPr>
        <p:grpSpPr>
          <a:xfrm>
            <a:off x="6931542" y="656948"/>
            <a:ext cx="2878312" cy="855934"/>
            <a:chOff x="7613896" y="7374991"/>
            <a:chExt cx="3084889" cy="870227"/>
          </a:xfrm>
        </p:grpSpPr>
        <p:sp>
          <p:nvSpPr>
            <p:cNvPr id="20" name="Rectangle 19">
              <a:extLst>
                <a:ext uri="{FF2B5EF4-FFF2-40B4-BE49-F238E27FC236}">
                  <a16:creationId xmlns:a16="http://schemas.microsoft.com/office/drawing/2014/main" id="{F5385A25-3DB1-4D47-9F6C-6A2B671C3463}"/>
                </a:ext>
              </a:extLst>
            </p:cNvPr>
            <p:cNvSpPr/>
            <p:nvPr/>
          </p:nvSpPr>
          <p:spPr bwMode="auto">
            <a:xfrm>
              <a:off x="7613896" y="7374991"/>
              <a:ext cx="3084889" cy="870227"/>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sz="1400"/>
            </a:p>
          </p:txBody>
        </p:sp>
        <p:sp>
          <p:nvSpPr>
            <p:cNvPr id="21" name="TextBox 20">
              <a:extLst>
                <a:ext uri="{FF2B5EF4-FFF2-40B4-BE49-F238E27FC236}">
                  <a16:creationId xmlns:a16="http://schemas.microsoft.com/office/drawing/2014/main" id="{474ACEEC-A74E-4946-ACB4-775D6ECBBB55}"/>
                </a:ext>
              </a:extLst>
            </p:cNvPr>
            <p:cNvSpPr txBox="1"/>
            <p:nvPr/>
          </p:nvSpPr>
          <p:spPr>
            <a:xfrm>
              <a:off x="7664531" y="7446774"/>
              <a:ext cx="2983620" cy="672770"/>
            </a:xfrm>
            <a:prstGeom prst="rect">
              <a:avLst/>
            </a:prstGeom>
            <a:noFill/>
          </p:spPr>
          <p:txBody>
            <a:bodyPr wrap="square" rtlCol="0">
              <a:spAutoFit/>
            </a:bodyPr>
            <a:lstStyle/>
            <a:p>
              <a:pPr algn="ctr"/>
              <a:r>
                <a:rPr lang="en-US" sz="1100" b="1" dirty="0">
                  <a:solidFill>
                    <a:schemeClr val="accent2"/>
                  </a:solidFill>
                </a:rPr>
                <a:t>MORE DETAILED SEGMENTATION</a:t>
              </a:r>
            </a:p>
            <a:p>
              <a:pPr algn="ctr"/>
              <a:endParaRPr lang="en-US" sz="600" dirty="0">
                <a:solidFill>
                  <a:schemeClr val="accent2"/>
                </a:solidFill>
              </a:endParaRPr>
            </a:p>
            <a:p>
              <a:pPr algn="ctr"/>
              <a:r>
                <a:rPr lang="en-US" sz="1000" dirty="0">
                  <a:solidFill>
                    <a:schemeClr val="accent2"/>
                  </a:solidFill>
                </a:rPr>
                <a:t>Optional – will come later if/when needed</a:t>
              </a:r>
            </a:p>
            <a:p>
              <a:pPr algn="ctr"/>
              <a:r>
                <a:rPr lang="en-US" sz="1000" dirty="0">
                  <a:solidFill>
                    <a:schemeClr val="accent2"/>
                  </a:solidFill>
                </a:rPr>
                <a:t>Requires more effort and more rules</a:t>
              </a:r>
            </a:p>
          </p:txBody>
        </p:sp>
      </p:grpSp>
      <p:sp>
        <p:nvSpPr>
          <p:cNvPr id="79" name="TextBox 78">
            <a:extLst>
              <a:ext uri="{FF2B5EF4-FFF2-40B4-BE49-F238E27FC236}">
                <a16:creationId xmlns:a16="http://schemas.microsoft.com/office/drawing/2014/main" id="{247CF99F-1FE8-4241-AB15-558EBF646762}"/>
              </a:ext>
            </a:extLst>
          </p:cNvPr>
          <p:cNvSpPr txBox="1"/>
          <p:nvPr/>
        </p:nvSpPr>
        <p:spPr>
          <a:xfrm>
            <a:off x="5663952" y="4411923"/>
            <a:ext cx="2772552" cy="390222"/>
          </a:xfrm>
          <a:prstGeom prst="roundRect">
            <a:avLst>
              <a:gd name="adj" fmla="val 0"/>
            </a:avLst>
          </a:prstGeom>
          <a:solidFill>
            <a:schemeClr val="bg1"/>
          </a:solidFill>
          <a:ln w="9525">
            <a:noFill/>
          </a:ln>
        </p:spPr>
        <p:txBody>
          <a:bodyPr wrap="square" rtlCol="0" anchor="ctr">
            <a:noAutofit/>
          </a:bodyPr>
          <a:lstStyle/>
          <a:p>
            <a:pPr algn="ctr"/>
            <a:r>
              <a:rPr lang="en-US" sz="900" dirty="0"/>
              <a:t>SECONDARY could subdivide on backshore and/or potential oil behavior </a:t>
            </a:r>
          </a:p>
        </p:txBody>
      </p:sp>
      <p:sp>
        <p:nvSpPr>
          <p:cNvPr id="80" name="TextBox 79">
            <a:extLst>
              <a:ext uri="{FF2B5EF4-FFF2-40B4-BE49-F238E27FC236}">
                <a16:creationId xmlns:a16="http://schemas.microsoft.com/office/drawing/2014/main" id="{345B1073-282F-4ECC-BC81-6959A6A897DD}"/>
              </a:ext>
            </a:extLst>
          </p:cNvPr>
          <p:cNvSpPr txBox="1"/>
          <p:nvPr/>
        </p:nvSpPr>
        <p:spPr>
          <a:xfrm>
            <a:off x="6104823" y="4875968"/>
            <a:ext cx="1890811" cy="247552"/>
          </a:xfrm>
          <a:prstGeom prst="roundRect">
            <a:avLst>
              <a:gd name="adj" fmla="val 50000"/>
            </a:avLst>
          </a:prstGeom>
          <a:solidFill>
            <a:schemeClr val="bg1"/>
          </a:solidFill>
          <a:ln w="9525">
            <a:noFill/>
          </a:ln>
        </p:spPr>
        <p:txBody>
          <a:bodyPr wrap="square" rtlCol="0" anchor="ctr">
            <a:noAutofit/>
          </a:bodyPr>
          <a:lstStyle/>
          <a:p>
            <a:pPr algn="ctr"/>
            <a:r>
              <a:rPr lang="en-US" sz="900" dirty="0"/>
              <a:t>Increases from 4 to 7 segments</a:t>
            </a:r>
          </a:p>
        </p:txBody>
      </p:sp>
    </p:spTree>
    <p:extLst>
      <p:ext uri="{BB962C8B-B14F-4D97-AF65-F5344CB8AC3E}">
        <p14:creationId xmlns:p14="http://schemas.microsoft.com/office/powerpoint/2010/main" val="349963757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90F436A4-C9AA-45E8-983D-BD66EBFC7E3E}"/>
              </a:ext>
            </a:extLst>
          </p:cNvPr>
          <p:cNvSpPr/>
          <p:nvPr/>
        </p:nvSpPr>
        <p:spPr bwMode="auto">
          <a:xfrm>
            <a:off x="6082050" y="0"/>
            <a:ext cx="6109950" cy="6858000"/>
          </a:xfrm>
          <a:custGeom>
            <a:avLst/>
            <a:gdLst>
              <a:gd name="connsiteX0" fmla="*/ 0 w 6109950"/>
              <a:gd name="connsiteY0" fmla="*/ 0 h 6858000"/>
              <a:gd name="connsiteX1" fmla="*/ 6109950 w 6109950"/>
              <a:gd name="connsiteY1" fmla="*/ 0 h 6858000"/>
              <a:gd name="connsiteX2" fmla="*/ 6109950 w 6109950"/>
              <a:gd name="connsiteY2" fmla="*/ 6858000 h 6858000"/>
              <a:gd name="connsiteX3" fmla="*/ 3636400 w 6109950"/>
              <a:gd name="connsiteY3" fmla="*/ 6858000 h 6858000"/>
              <a:gd name="connsiteX4" fmla="*/ 3181541 w 6109950"/>
              <a:gd name="connsiteY4" fmla="*/ 5999657 h 6858000"/>
              <a:gd name="connsiteX5" fmla="*/ 2726684 w 6109950"/>
              <a:gd name="connsiteY5" fmla="*/ 5142904 h 6858000"/>
              <a:gd name="connsiteX6" fmla="*/ 2271825 w 6109950"/>
              <a:gd name="connsiteY6" fmla="*/ 4286151 h 6858000"/>
              <a:gd name="connsiteX7" fmla="*/ 1817789 w 6109950"/>
              <a:gd name="connsiteY7" fmla="*/ 3428603 h 6858000"/>
              <a:gd name="connsiteX8" fmla="*/ 1362931 w 6109950"/>
              <a:gd name="connsiteY8" fmla="*/ 2570260 h 6858000"/>
              <a:gd name="connsiteX9" fmla="*/ 908074 w 6109950"/>
              <a:gd name="connsiteY9" fmla="*/ 1713507 h 6858000"/>
              <a:gd name="connsiteX10" fmla="*/ 453215 w 6109950"/>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09950" h="6858000">
                <a:moveTo>
                  <a:pt x="0" y="0"/>
                </a:moveTo>
                <a:lnTo>
                  <a:pt x="6109950" y="0"/>
                </a:lnTo>
                <a:lnTo>
                  <a:pt x="6109950" y="6858000"/>
                </a:lnTo>
                <a:lnTo>
                  <a:pt x="3636400" y="6858000"/>
                </a:lnTo>
                <a:lnTo>
                  <a:pt x="3181541" y="5999657"/>
                </a:lnTo>
                <a:lnTo>
                  <a:pt x="2726684" y="5142904"/>
                </a:lnTo>
                <a:lnTo>
                  <a:pt x="2271825" y="4286151"/>
                </a:lnTo>
                <a:lnTo>
                  <a:pt x="1817789" y="3428603"/>
                </a:lnTo>
                <a:lnTo>
                  <a:pt x="1362931" y="2570260"/>
                </a:lnTo>
                <a:lnTo>
                  <a:pt x="908074" y="1713507"/>
                </a:lnTo>
                <a:lnTo>
                  <a:pt x="453215" y="856753"/>
                </a:lnTo>
                <a:close/>
              </a:path>
            </a:pathLst>
          </a:custGeom>
          <a:solidFill>
            <a:schemeClr val="accent2"/>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sp>
        <p:nvSpPr>
          <p:cNvPr id="2" name="Title 1">
            <a:extLst>
              <a:ext uri="{FF2B5EF4-FFF2-40B4-BE49-F238E27FC236}">
                <a16:creationId xmlns:a16="http://schemas.microsoft.com/office/drawing/2014/main" id="{2FF38180-D45B-F132-130A-0596A1A770C4}"/>
              </a:ext>
            </a:extLst>
          </p:cNvPr>
          <p:cNvSpPr>
            <a:spLocks noGrp="1"/>
          </p:cNvSpPr>
          <p:nvPr>
            <p:ph type="title"/>
          </p:nvPr>
        </p:nvSpPr>
        <p:spPr>
          <a:xfrm>
            <a:off x="971797" y="2181349"/>
            <a:ext cx="4088978" cy="492443"/>
          </a:xfrm>
        </p:spPr>
        <p:txBody>
          <a:bodyPr wrap="square">
            <a:spAutoFit/>
          </a:bodyPr>
          <a:lstStyle/>
          <a:p>
            <a:r>
              <a:rPr lang="en-US" sz="3200" dirty="0"/>
              <a:t>Task - Pre Segment </a:t>
            </a:r>
            <a:endParaRPr lang="en-GB" dirty="0"/>
          </a:p>
        </p:txBody>
      </p:sp>
      <p:sp>
        <p:nvSpPr>
          <p:cNvPr id="3" name="Date Placeholder 2">
            <a:extLst>
              <a:ext uri="{FF2B5EF4-FFF2-40B4-BE49-F238E27FC236}">
                <a16:creationId xmlns:a16="http://schemas.microsoft.com/office/drawing/2014/main" id="{EDEFCC5D-E676-754E-1FC6-3D3E83A383D2}"/>
              </a:ext>
            </a:extLst>
          </p:cNvPr>
          <p:cNvSpPr>
            <a:spLocks noGrp="1"/>
          </p:cNvSpPr>
          <p:nvPr>
            <p:ph type="dt" sz="half" idx="10"/>
          </p:nvPr>
        </p:nvSpPr>
        <p:spPr/>
        <p:txBody>
          <a:bodyPr/>
          <a:lstStyle/>
          <a:p>
            <a:fld id="{B2CB822B-EC6E-4346-ACBD-6E3D3015070C}" type="datetime1">
              <a:rPr lang="en-US" smtClean="0"/>
              <a:t>10/1/26</a:t>
            </a:fld>
            <a:endParaRPr lang="en-US" dirty="0"/>
          </a:p>
        </p:txBody>
      </p:sp>
      <p:sp>
        <p:nvSpPr>
          <p:cNvPr id="5" name="Slide Number Placeholder 4">
            <a:extLst>
              <a:ext uri="{FF2B5EF4-FFF2-40B4-BE49-F238E27FC236}">
                <a16:creationId xmlns:a16="http://schemas.microsoft.com/office/drawing/2014/main" id="{84423494-B9BD-A765-E194-4C79CDF1CF7D}"/>
              </a:ext>
            </a:extLst>
          </p:cNvPr>
          <p:cNvSpPr>
            <a:spLocks noGrp="1"/>
          </p:cNvSpPr>
          <p:nvPr>
            <p:ph type="sldNum" sz="quarter" idx="12"/>
          </p:nvPr>
        </p:nvSpPr>
        <p:spPr/>
        <p:txBody>
          <a:bodyPr/>
          <a:lstStyle/>
          <a:p>
            <a:fld id="{5B16D1FE-3A35-41BA-8EBE-413702045235}" type="slidenum">
              <a:rPr lang="en-US" smtClean="0"/>
              <a:pPr/>
              <a:t>13</a:t>
            </a:fld>
            <a:endParaRPr lang="en-US" dirty="0"/>
          </a:p>
        </p:txBody>
      </p:sp>
      <p:sp>
        <p:nvSpPr>
          <p:cNvPr id="6" name="Text Placeholder 5">
            <a:extLst>
              <a:ext uri="{FF2B5EF4-FFF2-40B4-BE49-F238E27FC236}">
                <a16:creationId xmlns:a16="http://schemas.microsoft.com/office/drawing/2014/main" id="{83612422-C49A-15AA-9B4A-92F9E5AFC824}"/>
              </a:ext>
            </a:extLst>
          </p:cNvPr>
          <p:cNvSpPr>
            <a:spLocks noGrp="1"/>
          </p:cNvSpPr>
          <p:nvPr>
            <p:ph type="body" sz="quarter" idx="13"/>
          </p:nvPr>
        </p:nvSpPr>
        <p:spPr>
          <a:xfrm>
            <a:off x="1720031" y="3284174"/>
            <a:ext cx="5888137" cy="585801"/>
          </a:xfrm>
        </p:spPr>
        <p:txBody>
          <a:bodyPr wrap="square">
            <a:spAutoFit/>
          </a:bodyPr>
          <a:lstStyle/>
          <a:p>
            <a:pPr>
              <a:lnSpc>
                <a:spcPct val="110000"/>
              </a:lnSpc>
            </a:pPr>
            <a:r>
              <a:rPr lang="en-US" dirty="0">
                <a:sym typeface="Arial" charset="0"/>
              </a:rPr>
              <a:t>You have been tasked to segment the local shoreline (peace time – no oil present)</a:t>
            </a:r>
          </a:p>
        </p:txBody>
      </p:sp>
      <p:sp>
        <p:nvSpPr>
          <p:cNvPr id="7" name="Text Placeholder 6">
            <a:extLst>
              <a:ext uri="{FF2B5EF4-FFF2-40B4-BE49-F238E27FC236}">
                <a16:creationId xmlns:a16="http://schemas.microsoft.com/office/drawing/2014/main" id="{5C2901CA-A2E8-F85B-662A-C5D9E9F97C7F}"/>
              </a:ext>
            </a:extLst>
          </p:cNvPr>
          <p:cNvSpPr>
            <a:spLocks noGrp="1"/>
          </p:cNvSpPr>
          <p:nvPr>
            <p:ph type="body" sz="quarter" idx="14"/>
          </p:nvPr>
        </p:nvSpPr>
        <p:spPr>
          <a:xfrm>
            <a:off x="976559" y="3361074"/>
            <a:ext cx="432000" cy="432000"/>
          </a:xfrm>
        </p:spPr>
        <p:txBody>
          <a:bodyPr/>
          <a:lstStyle/>
          <a:p>
            <a:r>
              <a:rPr lang="en-GB" dirty="0"/>
              <a:t>1</a:t>
            </a:r>
          </a:p>
        </p:txBody>
      </p:sp>
      <p:sp>
        <p:nvSpPr>
          <p:cNvPr id="8" name="Text Placeholder 7">
            <a:extLst>
              <a:ext uri="{FF2B5EF4-FFF2-40B4-BE49-F238E27FC236}">
                <a16:creationId xmlns:a16="http://schemas.microsoft.com/office/drawing/2014/main" id="{E46C2235-417A-F054-BCC5-A37210CE6A17}"/>
              </a:ext>
            </a:extLst>
          </p:cNvPr>
          <p:cNvSpPr>
            <a:spLocks noGrp="1"/>
          </p:cNvSpPr>
          <p:nvPr>
            <p:ph type="body" sz="quarter" idx="15"/>
          </p:nvPr>
        </p:nvSpPr>
        <p:spPr>
          <a:xfrm>
            <a:off x="976559" y="4432267"/>
            <a:ext cx="432000" cy="432000"/>
          </a:xfrm>
        </p:spPr>
        <p:txBody>
          <a:bodyPr/>
          <a:lstStyle/>
          <a:p>
            <a:r>
              <a:rPr lang="en-GB" dirty="0"/>
              <a:t>2</a:t>
            </a:r>
          </a:p>
        </p:txBody>
      </p:sp>
      <p:sp>
        <p:nvSpPr>
          <p:cNvPr id="12" name="Text Placeholder 11">
            <a:extLst>
              <a:ext uri="{FF2B5EF4-FFF2-40B4-BE49-F238E27FC236}">
                <a16:creationId xmlns:a16="http://schemas.microsoft.com/office/drawing/2014/main" id="{F7D4A129-BC27-BFFC-EA57-B8FDDCBFA0FD}"/>
              </a:ext>
            </a:extLst>
          </p:cNvPr>
          <p:cNvSpPr>
            <a:spLocks noGrp="1"/>
          </p:cNvSpPr>
          <p:nvPr>
            <p:ph type="body" sz="quarter" idx="19"/>
          </p:nvPr>
        </p:nvSpPr>
        <p:spPr>
          <a:xfrm>
            <a:off x="1720030" y="4355367"/>
            <a:ext cx="6109949" cy="585801"/>
          </a:xfrm>
        </p:spPr>
        <p:txBody>
          <a:bodyPr wrap="square">
            <a:spAutoFit/>
          </a:bodyPr>
          <a:lstStyle/>
          <a:p>
            <a:pPr>
              <a:lnSpc>
                <a:spcPct val="110000"/>
              </a:lnSpc>
            </a:pPr>
            <a:r>
              <a:rPr lang="en-US" dirty="0">
                <a:sym typeface="Arial" charset="0"/>
              </a:rPr>
              <a:t>You can use Google Earth and other resources to pre segment the shoreline</a:t>
            </a:r>
          </a:p>
        </p:txBody>
      </p:sp>
      <p:pic>
        <p:nvPicPr>
          <p:cNvPr id="19" name="Picture 18" descr="A blue letter on a black background&#10;&#10;Description automatically generated">
            <a:extLst>
              <a:ext uri="{FF2B5EF4-FFF2-40B4-BE49-F238E27FC236}">
                <a16:creationId xmlns:a16="http://schemas.microsoft.com/office/drawing/2014/main" id="{75B3B56A-3C7C-B1FD-F89E-7D77D97DAF9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683549" y="6225979"/>
            <a:ext cx="1194054" cy="310698"/>
          </a:xfrm>
          <a:prstGeom prst="rect">
            <a:avLst/>
          </a:prstGeom>
        </p:spPr>
      </p:pic>
      <p:pic>
        <p:nvPicPr>
          <p:cNvPr id="34" name="Picture Placeholder 33">
            <a:extLst>
              <a:ext uri="{FF2B5EF4-FFF2-40B4-BE49-F238E27FC236}">
                <a16:creationId xmlns:a16="http://schemas.microsoft.com/office/drawing/2014/main" id="{FE365A8C-8337-4837-8903-95177F33F422}"/>
              </a:ext>
            </a:extLst>
          </p:cNvPr>
          <p:cNvPicPr>
            <a:picLocks noGrp="1" noChangeAspect="1"/>
          </p:cNvPicPr>
          <p:nvPr>
            <p:ph type="pic" sz="quarter" idx="23"/>
          </p:nvPr>
        </p:nvPicPr>
        <p:blipFill rotWithShape="1">
          <a:blip r:embed="rId4" cstate="email">
            <a:extLst>
              <a:ext uri="{28A0092B-C50C-407E-A947-70E740481C1C}">
                <a14:useLocalDpi xmlns:a14="http://schemas.microsoft.com/office/drawing/2010/main"/>
              </a:ext>
            </a:extLst>
          </a:blip>
          <a:srcRect/>
          <a:stretch/>
        </p:blipFill>
        <p:spPr>
          <a:xfrm>
            <a:off x="6206870" y="0"/>
            <a:ext cx="5985131" cy="6858000"/>
          </a:xfrm>
        </p:spPr>
      </p:pic>
      <p:sp>
        <p:nvSpPr>
          <p:cNvPr id="13" name="Text Placeholder 2">
            <a:extLst>
              <a:ext uri="{FF2B5EF4-FFF2-40B4-BE49-F238E27FC236}">
                <a16:creationId xmlns:a16="http://schemas.microsoft.com/office/drawing/2014/main" id="{8B493C5D-20F9-4E5A-A942-BDCC2BD7544F}"/>
              </a:ext>
            </a:extLst>
          </p:cNvPr>
          <p:cNvSpPr txBox="1">
            <a:spLocks/>
          </p:cNvSpPr>
          <p:nvPr/>
        </p:nvSpPr>
        <p:spPr>
          <a:xfrm>
            <a:off x="10639821" y="6236625"/>
            <a:ext cx="1130400" cy="288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a:lstStyle>
            <a:lvl1pPr marL="0" indent="0" algn="l" defTabSz="914400" rtl="0" eaLnBrk="1" latinLnBrk="0" hangingPunct="1">
              <a:lnSpc>
                <a:spcPct val="120000"/>
              </a:lnSpc>
              <a:spcBef>
                <a:spcPts val="600"/>
              </a:spcBef>
              <a:buFontTx/>
              <a:buNone/>
              <a:defRPr sz="100" kern="1200">
                <a:no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a:lstStyle>
          <a:p>
            <a:r>
              <a:rPr lang="en-US"/>
              <a:t>Click to edit Master text styles</a:t>
            </a:r>
            <a:endParaRPr lang="en-US" dirty="0"/>
          </a:p>
        </p:txBody>
      </p:sp>
      <p:sp>
        <p:nvSpPr>
          <p:cNvPr id="4" name="Footer Placeholder 3">
            <a:extLst>
              <a:ext uri="{FF2B5EF4-FFF2-40B4-BE49-F238E27FC236}">
                <a16:creationId xmlns:a16="http://schemas.microsoft.com/office/drawing/2014/main" id="{1ACC5FDC-062F-48AB-9390-72EC2A16AEFC}"/>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20853119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6B8B731-BF64-C63E-AD54-A82A7BF18371}"/>
              </a:ext>
            </a:extLst>
          </p:cNvPr>
          <p:cNvSpPr>
            <a:spLocks noGrp="1"/>
          </p:cNvSpPr>
          <p:nvPr>
            <p:ph type="dt" sz="half" idx="10"/>
          </p:nvPr>
        </p:nvSpPr>
        <p:spPr>
          <a:xfrm>
            <a:off x="911424" y="6381328"/>
            <a:ext cx="1224136" cy="143296"/>
          </a:xfrm>
        </p:spPr>
        <p:txBody>
          <a:bodyPr wrap="none" anchor="ctr">
            <a:normAutofit/>
          </a:bodyPr>
          <a:lstStyle/>
          <a:p>
            <a:pPr>
              <a:spcAft>
                <a:spcPts val="600"/>
              </a:spcAft>
            </a:pPr>
            <a:fld id="{A27CF7A4-92F0-45FF-8B32-BC317DBE2941}" type="datetime3">
              <a:rPr lang="en-US" smtClean="0"/>
              <a:t>1 October 2026</a:t>
            </a:fld>
            <a:endParaRPr lang="en-US" dirty="0"/>
          </a:p>
        </p:txBody>
      </p:sp>
      <p:sp>
        <p:nvSpPr>
          <p:cNvPr id="5" name="Slide Number Placeholder 4">
            <a:extLst>
              <a:ext uri="{FF2B5EF4-FFF2-40B4-BE49-F238E27FC236}">
                <a16:creationId xmlns:a16="http://schemas.microsoft.com/office/drawing/2014/main" id="{4FE90CDB-6891-C7EF-64B6-4C312784B056}"/>
              </a:ext>
            </a:extLst>
          </p:cNvPr>
          <p:cNvSpPr>
            <a:spLocks noGrp="1"/>
          </p:cNvSpPr>
          <p:nvPr>
            <p:ph type="sldNum" sz="quarter" idx="12"/>
          </p:nvPr>
        </p:nvSpPr>
        <p:spPr>
          <a:xfrm>
            <a:off x="407988" y="6381328"/>
            <a:ext cx="359420" cy="143296"/>
          </a:xfrm>
        </p:spPr>
        <p:txBody>
          <a:bodyPr wrap="none" anchor="ctr">
            <a:normAutofit/>
          </a:bodyPr>
          <a:lstStyle/>
          <a:p>
            <a:pPr>
              <a:spcAft>
                <a:spcPts val="600"/>
              </a:spcAft>
            </a:pPr>
            <a:fld id="{5B16D1FE-3A35-41BA-8EBE-413702045235}" type="slidenum">
              <a:rPr lang="en-US" smtClean="0"/>
              <a:pPr>
                <a:spcAft>
                  <a:spcPts val="600"/>
                </a:spcAft>
              </a:pPr>
              <a:t>14</a:t>
            </a:fld>
            <a:endParaRPr lang="en-US"/>
          </a:p>
        </p:txBody>
      </p:sp>
      <p:sp>
        <p:nvSpPr>
          <p:cNvPr id="13" name="Rectangle 12">
            <a:extLst>
              <a:ext uri="{FF2B5EF4-FFF2-40B4-BE49-F238E27FC236}">
                <a16:creationId xmlns:a16="http://schemas.microsoft.com/office/drawing/2014/main" id="{358E9060-24B9-4A34-99D2-8D8CA4F63788}"/>
              </a:ext>
            </a:extLst>
          </p:cNvPr>
          <p:cNvSpPr/>
          <p:nvPr/>
        </p:nvSpPr>
        <p:spPr bwMode="auto">
          <a:xfrm>
            <a:off x="0" y="2456892"/>
            <a:ext cx="7608168" cy="1332148"/>
          </a:xfrm>
          <a:prstGeom prst="rect">
            <a:avLst/>
          </a:prstGeom>
          <a:gradFill>
            <a:gsLst>
              <a:gs pos="0">
                <a:schemeClr val="bg1">
                  <a:alpha val="11000"/>
                </a:schemeClr>
              </a:gs>
              <a:gs pos="100000">
                <a:schemeClr val="bg1">
                  <a:alpha val="0"/>
                </a:scheme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7" name="Title 6">
            <a:extLst>
              <a:ext uri="{FF2B5EF4-FFF2-40B4-BE49-F238E27FC236}">
                <a16:creationId xmlns:a16="http://schemas.microsoft.com/office/drawing/2014/main" id="{9D9A38AE-2302-10B7-CF1D-A043699B96CE}"/>
              </a:ext>
            </a:extLst>
          </p:cNvPr>
          <p:cNvSpPr>
            <a:spLocks noGrp="1"/>
          </p:cNvSpPr>
          <p:nvPr>
            <p:ph type="ctrTitle"/>
          </p:nvPr>
        </p:nvSpPr>
        <p:spPr>
          <a:xfrm>
            <a:off x="601715" y="2624100"/>
            <a:ext cx="6739118" cy="804900"/>
          </a:xfrm>
        </p:spPr>
        <p:txBody>
          <a:bodyPr wrap="square" anchor="t">
            <a:spAutoFit/>
          </a:bodyPr>
          <a:lstStyle/>
          <a:p>
            <a:pPr>
              <a:lnSpc>
                <a:spcPct val="120000"/>
              </a:lnSpc>
            </a:pPr>
            <a:r>
              <a:rPr lang="en-US" sz="4800" dirty="0"/>
              <a:t>Shoreline Survey Form</a:t>
            </a:r>
            <a:endParaRPr lang="fi-FI" sz="4800" dirty="0"/>
          </a:p>
        </p:txBody>
      </p:sp>
      <p:pic>
        <p:nvPicPr>
          <p:cNvPr id="12" name="Picture Placeholder 11">
            <a:extLst>
              <a:ext uri="{FF2B5EF4-FFF2-40B4-BE49-F238E27FC236}">
                <a16:creationId xmlns:a16="http://schemas.microsoft.com/office/drawing/2014/main" id="{64C53E56-713A-4266-A5FF-465CAF4A9551}"/>
              </a:ext>
            </a:extLst>
          </p:cNvPr>
          <p:cNvPicPr>
            <a:picLocks noGrp="1" noChangeAspect="1"/>
          </p:cNvPicPr>
          <p:nvPr>
            <p:ph type="pic" sz="quarter" idx="20"/>
          </p:nvPr>
        </p:nvPicPr>
        <p:blipFill>
          <a:blip r:embed="rId3" cstate="email">
            <a:extLst>
              <a:ext uri="{28A0092B-C50C-407E-A947-70E740481C1C}">
                <a14:useLocalDpi xmlns:a14="http://schemas.microsoft.com/office/drawing/2010/main"/>
              </a:ext>
            </a:extLst>
          </a:blip>
          <a:srcRect/>
          <a:stretch/>
        </p:blipFill>
        <p:spPr>
          <a:xfrm>
            <a:off x="6206870" y="0"/>
            <a:ext cx="5985131" cy="6858000"/>
          </a:xfrm>
        </p:spPr>
      </p:pic>
      <p:sp>
        <p:nvSpPr>
          <p:cNvPr id="15" name="Rectangle 14">
            <a:extLst>
              <a:ext uri="{FF2B5EF4-FFF2-40B4-BE49-F238E27FC236}">
                <a16:creationId xmlns:a16="http://schemas.microsoft.com/office/drawing/2014/main" id="{0E894647-7A48-4E6E-B874-38EAB318D3DA}"/>
              </a:ext>
            </a:extLst>
          </p:cNvPr>
          <p:cNvSpPr/>
          <p:nvPr/>
        </p:nvSpPr>
        <p:spPr bwMode="auto">
          <a:xfrm>
            <a:off x="0" y="2456892"/>
            <a:ext cx="70338" cy="1332148"/>
          </a:xfrm>
          <a:prstGeom prst="rect">
            <a:avLst/>
          </a:prstGeom>
          <a:solidFill>
            <a:schemeClr val="bg1">
              <a:alpha val="44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Tree>
    <p:extLst>
      <p:ext uri="{BB962C8B-B14F-4D97-AF65-F5344CB8AC3E}">
        <p14:creationId xmlns:p14="http://schemas.microsoft.com/office/powerpoint/2010/main" val="43898274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17" name="Rectangle 16">
            <a:extLst>
              <a:ext uri="{FF2B5EF4-FFF2-40B4-BE49-F238E27FC236}">
                <a16:creationId xmlns:a16="http://schemas.microsoft.com/office/drawing/2014/main" id="{5EE01ADA-4D45-4B90-A426-B68369F20C6A}"/>
              </a:ext>
            </a:extLst>
          </p:cNvPr>
          <p:cNvSpPr/>
          <p:nvPr/>
        </p:nvSpPr>
        <p:spPr bwMode="auto">
          <a:xfrm flipV="1">
            <a:off x="0" y="2924944"/>
            <a:ext cx="12192000" cy="3096444"/>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563" name="Google Shape;563;p3"/>
          <p:cNvSpPr txBox="1">
            <a:spLocks noGrp="1"/>
          </p:cNvSpPr>
          <p:nvPr>
            <p:ph type="title"/>
          </p:nvPr>
        </p:nvSpPr>
        <p:spPr>
          <a:xfrm>
            <a:off x="407989" y="498738"/>
            <a:ext cx="11376024" cy="553998"/>
          </a:xfrm>
          <a:prstGeom prst="rect">
            <a:avLst/>
          </a:prstGeom>
          <a:noFill/>
          <a:ln>
            <a:noFill/>
          </a:ln>
        </p:spPr>
        <p:txBody>
          <a:bodyPr spcFirstLastPara="1" vert="horz" wrap="square" lIns="0" tIns="0" rIns="0" bIns="0" rtlCol="0" anchor="t" anchorCtr="0">
            <a:spAutoFit/>
          </a:bodyPr>
          <a:lstStyle/>
          <a:p>
            <a:pPr algn="ctr">
              <a:buSzPts val="3600"/>
            </a:pPr>
            <a:r>
              <a:rPr lang="en-US" sz="3600" dirty="0"/>
              <a:t>Your </a:t>
            </a:r>
            <a:r>
              <a:rPr lang="en-US" sz="3200" dirty="0"/>
              <a:t>Shoreline Oiled Summary Form</a:t>
            </a:r>
            <a:endParaRPr dirty="0"/>
          </a:p>
        </p:txBody>
      </p:sp>
      <p:sp>
        <p:nvSpPr>
          <p:cNvPr id="4" name="Date Placeholder 3">
            <a:extLst>
              <a:ext uri="{FF2B5EF4-FFF2-40B4-BE49-F238E27FC236}">
                <a16:creationId xmlns:a16="http://schemas.microsoft.com/office/drawing/2014/main" id="{D8E6EA33-DB9C-4C21-858D-5F3F84A75CE8}"/>
              </a:ext>
            </a:extLst>
          </p:cNvPr>
          <p:cNvSpPr>
            <a:spLocks noGrp="1"/>
          </p:cNvSpPr>
          <p:nvPr>
            <p:ph type="dt" sz="half" idx="10"/>
          </p:nvPr>
        </p:nvSpPr>
        <p:spPr/>
        <p:txBody>
          <a:bodyPr/>
          <a:lstStyle/>
          <a:p>
            <a:fld id="{D8111629-2FD6-4863-9E75-83E833803151}" type="datetime3">
              <a:rPr lang="en-US" smtClean="0"/>
              <a:t>1 October 2026</a:t>
            </a:fld>
            <a:endParaRPr lang="en-US" dirty="0"/>
          </a:p>
        </p:txBody>
      </p:sp>
      <p:sp>
        <p:nvSpPr>
          <p:cNvPr id="6" name="Slide Number Placeholder 5">
            <a:extLst>
              <a:ext uri="{FF2B5EF4-FFF2-40B4-BE49-F238E27FC236}">
                <a16:creationId xmlns:a16="http://schemas.microsoft.com/office/drawing/2014/main" id="{900BA031-AB40-4958-ACD8-8E9605706E9E}"/>
              </a:ext>
            </a:extLst>
          </p:cNvPr>
          <p:cNvSpPr>
            <a:spLocks noGrp="1"/>
          </p:cNvSpPr>
          <p:nvPr>
            <p:ph type="sldNum" sz="quarter" idx="12"/>
          </p:nvPr>
        </p:nvSpPr>
        <p:spPr/>
        <p:txBody>
          <a:bodyPr/>
          <a:lstStyle/>
          <a:p>
            <a:fld id="{5B16D1FE-3A35-41BA-8EBE-413702045235}" type="slidenum">
              <a:rPr lang="en-US" smtClean="0"/>
              <a:pPr/>
              <a:t>15</a:t>
            </a:fld>
            <a:endParaRPr lang="en-US" dirty="0"/>
          </a:p>
        </p:txBody>
      </p:sp>
      <p:pic>
        <p:nvPicPr>
          <p:cNvPr id="5" name="Picture 4">
            <a:extLst>
              <a:ext uri="{FF2B5EF4-FFF2-40B4-BE49-F238E27FC236}">
                <a16:creationId xmlns:a16="http://schemas.microsoft.com/office/drawing/2014/main" id="{3045DD56-012B-C45E-537D-9382F3C1AA0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13985" y="1043541"/>
            <a:ext cx="4082015" cy="5298258"/>
          </a:xfrm>
          <a:prstGeom prst="rect">
            <a:avLst/>
          </a:prstGeom>
        </p:spPr>
      </p:pic>
      <p:pic>
        <p:nvPicPr>
          <p:cNvPr id="7" name="Picture 6" descr="A screenshot of a survey&#10;&#10;Description automatically generated">
            <a:extLst>
              <a:ext uri="{FF2B5EF4-FFF2-40B4-BE49-F238E27FC236}">
                <a16:creationId xmlns:a16="http://schemas.microsoft.com/office/drawing/2014/main" id="{6828EB16-0EB5-0F00-E263-00AE11F6F6B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528048" y="1029275"/>
            <a:ext cx="3846932" cy="5040560"/>
          </a:xfrm>
          <a:prstGeom prst="rect">
            <a:avLst/>
          </a:prstGeom>
        </p:spPr>
      </p:pic>
    </p:spTree>
    <p:extLst>
      <p:ext uri="{BB962C8B-B14F-4D97-AF65-F5344CB8AC3E}">
        <p14:creationId xmlns:p14="http://schemas.microsoft.com/office/powerpoint/2010/main" val="268047093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E49E835-22ED-45FF-972D-6BC45D68AE0C}"/>
              </a:ext>
            </a:extLst>
          </p:cNvPr>
          <p:cNvSpPr/>
          <p:nvPr/>
        </p:nvSpPr>
        <p:spPr bwMode="auto">
          <a:xfrm>
            <a:off x="0" y="1486133"/>
            <a:ext cx="12192000" cy="3441161"/>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 name="Date Placeholder 2">
            <a:extLst>
              <a:ext uri="{FF2B5EF4-FFF2-40B4-BE49-F238E27FC236}">
                <a16:creationId xmlns:a16="http://schemas.microsoft.com/office/drawing/2014/main" id="{0C17B788-8DDE-4293-8019-F2241A91E483}"/>
              </a:ext>
            </a:extLst>
          </p:cNvPr>
          <p:cNvSpPr>
            <a:spLocks noGrp="1"/>
          </p:cNvSpPr>
          <p:nvPr>
            <p:ph type="dt" sz="half" idx="10"/>
          </p:nvPr>
        </p:nvSpPr>
        <p:spPr/>
        <p:txBody>
          <a:bodyPr/>
          <a:lstStyle/>
          <a:p>
            <a:fld id="{C25BC563-8EA4-41C6-84A2-4A6FFF32557A}" type="datetime3">
              <a:rPr lang="en-US" smtClean="0"/>
              <a:t>1 October 2026</a:t>
            </a:fld>
            <a:endParaRPr lang="en-US" dirty="0"/>
          </a:p>
        </p:txBody>
      </p:sp>
      <p:sp>
        <p:nvSpPr>
          <p:cNvPr id="5" name="Slide Number Placeholder 4">
            <a:extLst>
              <a:ext uri="{FF2B5EF4-FFF2-40B4-BE49-F238E27FC236}">
                <a16:creationId xmlns:a16="http://schemas.microsoft.com/office/drawing/2014/main" id="{5F090EBA-FB50-4E01-B297-D908B7320830}"/>
              </a:ext>
            </a:extLst>
          </p:cNvPr>
          <p:cNvSpPr>
            <a:spLocks noGrp="1"/>
          </p:cNvSpPr>
          <p:nvPr>
            <p:ph type="sldNum" sz="quarter" idx="12"/>
          </p:nvPr>
        </p:nvSpPr>
        <p:spPr/>
        <p:txBody>
          <a:bodyPr/>
          <a:lstStyle/>
          <a:p>
            <a:fld id="{5B16D1FE-3A35-41BA-8EBE-413702045235}" type="slidenum">
              <a:rPr lang="en-US" smtClean="0"/>
              <a:pPr/>
              <a:t>16</a:t>
            </a:fld>
            <a:endParaRPr lang="en-US" dirty="0"/>
          </a:p>
        </p:txBody>
      </p:sp>
      <p:sp>
        <p:nvSpPr>
          <p:cNvPr id="7" name="Rectangle 6">
            <a:extLst>
              <a:ext uri="{FF2B5EF4-FFF2-40B4-BE49-F238E27FC236}">
                <a16:creationId xmlns:a16="http://schemas.microsoft.com/office/drawing/2014/main" id="{E1CD44F1-71EB-4544-AE36-450D381F1CBC}"/>
              </a:ext>
            </a:extLst>
          </p:cNvPr>
          <p:cNvSpPr/>
          <p:nvPr/>
        </p:nvSpPr>
        <p:spPr bwMode="auto">
          <a:xfrm>
            <a:off x="2099556" y="506413"/>
            <a:ext cx="7992888" cy="5400600"/>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6" name="Picture 4" descr="The Plastic Bank works towards cleaning our shorelines with a purpose">
            <a:hlinkClick r:id="rId3" action="ppaction://hlinksldjump"/>
            <a:extLst>
              <a:ext uri="{FF2B5EF4-FFF2-40B4-BE49-F238E27FC236}">
                <a16:creationId xmlns:a16="http://schemas.microsoft.com/office/drawing/2014/main" id="{A050BD39-7B10-4F7C-8681-D42D662FF38F}"/>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263570" y="650429"/>
            <a:ext cx="7664860" cy="5112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625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24C8B4-2912-4B97-9BAD-89D4166EBC63}"/>
              </a:ext>
            </a:extLst>
          </p:cNvPr>
          <p:cNvSpPr/>
          <p:nvPr/>
        </p:nvSpPr>
        <p:spPr bwMode="auto">
          <a:xfrm>
            <a:off x="0" y="1435258"/>
            <a:ext cx="12192000" cy="3441161"/>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 name="Slide Number Placeholder 2">
            <a:extLst>
              <a:ext uri="{FF2B5EF4-FFF2-40B4-BE49-F238E27FC236}">
                <a16:creationId xmlns:a16="http://schemas.microsoft.com/office/drawing/2014/main" id="{5340847F-E5EE-4C6A-B9B7-2B46A349C5B4}"/>
              </a:ext>
            </a:extLst>
          </p:cNvPr>
          <p:cNvSpPr>
            <a:spLocks noGrp="1"/>
          </p:cNvSpPr>
          <p:nvPr>
            <p:ph type="sldNum" sz="quarter" idx="10"/>
          </p:nvPr>
        </p:nvSpPr>
        <p:spPr/>
        <p:txBody>
          <a:bodyPr/>
          <a:lstStyle/>
          <a:p>
            <a:fld id="{5B16D1FE-3A35-41BA-8EBE-413702045235}" type="slidenum">
              <a:rPr lang="en-US" smtClean="0"/>
              <a:pPr/>
              <a:t>17</a:t>
            </a:fld>
            <a:endParaRPr lang="en-US" dirty="0"/>
          </a:p>
        </p:txBody>
      </p:sp>
      <p:sp>
        <p:nvSpPr>
          <p:cNvPr id="4" name="Date Placeholder 3">
            <a:extLst>
              <a:ext uri="{FF2B5EF4-FFF2-40B4-BE49-F238E27FC236}">
                <a16:creationId xmlns:a16="http://schemas.microsoft.com/office/drawing/2014/main" id="{8BA78157-B87B-4097-A66B-8E334DC51212}"/>
              </a:ext>
            </a:extLst>
          </p:cNvPr>
          <p:cNvSpPr>
            <a:spLocks noGrp="1"/>
          </p:cNvSpPr>
          <p:nvPr>
            <p:ph type="dt" sz="half" idx="11"/>
          </p:nvPr>
        </p:nvSpPr>
        <p:spPr/>
        <p:txBody>
          <a:bodyPr/>
          <a:lstStyle/>
          <a:p>
            <a:fld id="{08E6B1DD-7C62-49CF-A4CD-629B54135F40}" type="datetime3">
              <a:rPr lang="en-US" smtClean="0"/>
              <a:t>1 October 2026</a:t>
            </a:fld>
            <a:endParaRPr lang="en-US" dirty="0"/>
          </a:p>
        </p:txBody>
      </p:sp>
      <p:sp>
        <p:nvSpPr>
          <p:cNvPr id="7" name="Rectangle 6">
            <a:extLst>
              <a:ext uri="{FF2B5EF4-FFF2-40B4-BE49-F238E27FC236}">
                <a16:creationId xmlns:a16="http://schemas.microsoft.com/office/drawing/2014/main" id="{3AA6A5AF-5B05-4749-942A-8A9A35087C0E}"/>
              </a:ext>
            </a:extLst>
          </p:cNvPr>
          <p:cNvSpPr/>
          <p:nvPr/>
        </p:nvSpPr>
        <p:spPr bwMode="auto">
          <a:xfrm>
            <a:off x="2189566" y="506413"/>
            <a:ext cx="7812868" cy="5298851"/>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6" name="Picture 6" descr="Not for the high tide - Review of Sundays Beach Club, Ungasan, Indonesia -  Tripadvisor">
            <a:hlinkClick r:id="rId3" action="ppaction://hlinksldjump"/>
            <a:extLst>
              <a:ext uri="{FF2B5EF4-FFF2-40B4-BE49-F238E27FC236}">
                <a16:creationId xmlns:a16="http://schemas.microsoft.com/office/drawing/2014/main" id="{CDCAE3CC-682A-4C90-B72E-3C9DE7112EBD}"/>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362798" y="671562"/>
            <a:ext cx="7466404" cy="4968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5636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EF591BA-72D0-435F-B7B4-50CE1E1C0274}"/>
              </a:ext>
            </a:extLst>
          </p:cNvPr>
          <p:cNvSpPr/>
          <p:nvPr/>
        </p:nvSpPr>
        <p:spPr bwMode="auto">
          <a:xfrm>
            <a:off x="0" y="-25109"/>
            <a:ext cx="12192000" cy="3441161"/>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 name="Slide Number Placeholder 2">
            <a:extLst>
              <a:ext uri="{FF2B5EF4-FFF2-40B4-BE49-F238E27FC236}">
                <a16:creationId xmlns:a16="http://schemas.microsoft.com/office/drawing/2014/main" id="{FE4C9EFA-B3EC-4259-B28C-6FD1360F25B2}"/>
              </a:ext>
            </a:extLst>
          </p:cNvPr>
          <p:cNvSpPr>
            <a:spLocks noGrp="1"/>
          </p:cNvSpPr>
          <p:nvPr>
            <p:ph type="sldNum" sz="quarter" idx="10"/>
          </p:nvPr>
        </p:nvSpPr>
        <p:spPr/>
        <p:txBody>
          <a:bodyPr/>
          <a:lstStyle/>
          <a:p>
            <a:fld id="{5B16D1FE-3A35-41BA-8EBE-413702045235}" type="slidenum">
              <a:rPr lang="en-US" smtClean="0"/>
              <a:pPr/>
              <a:t>18</a:t>
            </a:fld>
            <a:endParaRPr lang="en-US" dirty="0"/>
          </a:p>
        </p:txBody>
      </p:sp>
      <p:sp>
        <p:nvSpPr>
          <p:cNvPr id="4" name="Date Placeholder 3">
            <a:extLst>
              <a:ext uri="{FF2B5EF4-FFF2-40B4-BE49-F238E27FC236}">
                <a16:creationId xmlns:a16="http://schemas.microsoft.com/office/drawing/2014/main" id="{1AB4142E-D758-4489-AA7C-B4CB26742C9A}"/>
              </a:ext>
            </a:extLst>
          </p:cNvPr>
          <p:cNvSpPr>
            <a:spLocks noGrp="1"/>
          </p:cNvSpPr>
          <p:nvPr>
            <p:ph type="dt" sz="half" idx="11"/>
          </p:nvPr>
        </p:nvSpPr>
        <p:spPr/>
        <p:txBody>
          <a:bodyPr/>
          <a:lstStyle/>
          <a:p>
            <a:fld id="{FFF8B1B6-4568-406F-91D2-9A2488204E78}" type="datetime3">
              <a:rPr lang="en-US" smtClean="0"/>
              <a:t>1 October 2026</a:t>
            </a:fld>
            <a:endParaRPr lang="en-US" dirty="0"/>
          </a:p>
        </p:txBody>
      </p:sp>
      <p:sp>
        <p:nvSpPr>
          <p:cNvPr id="7" name="Rectangle 6">
            <a:extLst>
              <a:ext uri="{FF2B5EF4-FFF2-40B4-BE49-F238E27FC236}">
                <a16:creationId xmlns:a16="http://schemas.microsoft.com/office/drawing/2014/main" id="{C2EEADDB-BF58-4BD4-9694-562829ADC659}"/>
              </a:ext>
            </a:extLst>
          </p:cNvPr>
          <p:cNvSpPr/>
          <p:nvPr/>
        </p:nvSpPr>
        <p:spPr bwMode="auto">
          <a:xfrm>
            <a:off x="3902783" y="308518"/>
            <a:ext cx="4386435" cy="5583663"/>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6" name="Picture 8" descr="the lift to go down to the beach - Picture of Sundays Beach Club, Ungasan -  Tripadvisor">
            <a:hlinkClick r:id="rId3" action="ppaction://hlinksldjump"/>
            <a:extLst>
              <a:ext uri="{FF2B5EF4-FFF2-40B4-BE49-F238E27FC236}">
                <a16:creationId xmlns:a16="http://schemas.microsoft.com/office/drawing/2014/main" id="{819A2043-224B-4AFB-9BBB-EAB7ECCC5517}"/>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4135434" y="517053"/>
            <a:ext cx="3921131" cy="5166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90579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9DEBC-BC2E-4F01-9CE4-3EEAE18D3649}"/>
              </a:ext>
            </a:extLst>
          </p:cNvPr>
          <p:cNvSpPr>
            <a:spLocks noGrp="1"/>
          </p:cNvSpPr>
          <p:nvPr>
            <p:ph type="title"/>
          </p:nvPr>
        </p:nvSpPr>
        <p:spPr>
          <a:xfrm>
            <a:off x="623392" y="1457424"/>
            <a:ext cx="5760640" cy="1477328"/>
          </a:xfrm>
        </p:spPr>
        <p:txBody>
          <a:bodyPr wrap="square">
            <a:spAutoFit/>
          </a:bodyPr>
          <a:lstStyle/>
          <a:p>
            <a:r>
              <a:rPr lang="en-US" dirty="0"/>
              <a:t>Section 6 – Surface oiling</a:t>
            </a:r>
          </a:p>
        </p:txBody>
      </p:sp>
      <p:sp>
        <p:nvSpPr>
          <p:cNvPr id="3" name="Subtitle 2">
            <a:extLst>
              <a:ext uri="{FF2B5EF4-FFF2-40B4-BE49-F238E27FC236}">
                <a16:creationId xmlns:a16="http://schemas.microsoft.com/office/drawing/2014/main" id="{4A732778-8A6C-490B-924B-59DE54DBE052}"/>
              </a:ext>
            </a:extLst>
          </p:cNvPr>
          <p:cNvSpPr>
            <a:spLocks noGrp="1"/>
          </p:cNvSpPr>
          <p:nvPr>
            <p:ph type="subTitle" idx="1"/>
          </p:nvPr>
        </p:nvSpPr>
        <p:spPr>
          <a:xfrm>
            <a:off x="623392" y="3252324"/>
            <a:ext cx="7632848" cy="2662139"/>
          </a:xfrm>
        </p:spPr>
        <p:txBody>
          <a:bodyPr wrap="square">
            <a:spAutoFit/>
          </a:bodyPr>
          <a:lstStyle/>
          <a:p>
            <a:pPr>
              <a:lnSpc>
                <a:spcPct val="120000"/>
              </a:lnSpc>
            </a:pPr>
            <a:r>
              <a:rPr lang="en-US" sz="1700" dirty="0"/>
              <a:t>Most important part of the process</a:t>
            </a:r>
          </a:p>
          <a:p>
            <a:pPr>
              <a:lnSpc>
                <a:spcPct val="120000"/>
              </a:lnSpc>
            </a:pPr>
            <a:r>
              <a:rPr lang="en-US" sz="1700" dirty="0"/>
              <a:t>Quantitative measurement of oiling</a:t>
            </a:r>
          </a:p>
          <a:p>
            <a:pPr>
              <a:lnSpc>
                <a:spcPct val="120000"/>
              </a:lnSpc>
            </a:pPr>
            <a:r>
              <a:rPr lang="en-US" sz="1700" dirty="0"/>
              <a:t>Standard terminology</a:t>
            </a:r>
          </a:p>
          <a:p>
            <a:pPr>
              <a:lnSpc>
                <a:spcPct val="120000"/>
              </a:lnSpc>
            </a:pPr>
            <a:r>
              <a:rPr lang="en-US" sz="1700" dirty="0"/>
              <a:t>No oil, then record</a:t>
            </a:r>
          </a:p>
          <a:p>
            <a:pPr>
              <a:lnSpc>
                <a:spcPct val="120000"/>
              </a:lnSpc>
            </a:pPr>
            <a:r>
              <a:rPr lang="en-US" sz="1700" dirty="0"/>
              <a:t>Zone the shoreline for accurate recording</a:t>
            </a:r>
          </a:p>
          <a:p>
            <a:pPr>
              <a:lnSpc>
                <a:spcPct val="120000"/>
              </a:lnSpc>
            </a:pPr>
            <a:r>
              <a:rPr lang="en-US" sz="1700" dirty="0"/>
              <a:t>Zones start with “A” as lowest on shore</a:t>
            </a:r>
          </a:p>
          <a:p>
            <a:pPr>
              <a:lnSpc>
                <a:spcPct val="120000"/>
              </a:lnSpc>
            </a:pPr>
            <a:r>
              <a:rPr lang="en-US" sz="1700" dirty="0"/>
              <a:t>One zone (designated A) if segment oiling is uniform along/across shore</a:t>
            </a:r>
          </a:p>
          <a:p>
            <a:pPr>
              <a:lnSpc>
                <a:spcPct val="120000"/>
              </a:lnSpc>
            </a:pPr>
            <a:r>
              <a:rPr lang="en-US" sz="1700" dirty="0"/>
              <a:t>As many zones as necessary for an accurate description</a:t>
            </a:r>
          </a:p>
        </p:txBody>
      </p:sp>
      <p:sp>
        <p:nvSpPr>
          <p:cNvPr id="4" name="Date Placeholder 3">
            <a:extLst>
              <a:ext uri="{FF2B5EF4-FFF2-40B4-BE49-F238E27FC236}">
                <a16:creationId xmlns:a16="http://schemas.microsoft.com/office/drawing/2014/main" id="{FFD09526-8249-4B09-BB56-15EE3933B1D0}"/>
              </a:ext>
            </a:extLst>
          </p:cNvPr>
          <p:cNvSpPr>
            <a:spLocks noGrp="1"/>
          </p:cNvSpPr>
          <p:nvPr>
            <p:ph type="dt" sz="half" idx="10"/>
          </p:nvPr>
        </p:nvSpPr>
        <p:spPr/>
        <p:txBody>
          <a:bodyPr/>
          <a:lstStyle/>
          <a:p>
            <a:fld id="{6028B94B-08AF-41F4-96C8-046DAF74CCA2}" type="datetime3">
              <a:rPr lang="en-US" smtClean="0">
                <a:solidFill>
                  <a:schemeClr val="bg1"/>
                </a:solidFill>
              </a:rPr>
              <a:t>1 October 2026</a:t>
            </a:fld>
            <a:endParaRPr lang="en-US" dirty="0">
              <a:solidFill>
                <a:schemeClr val="bg1"/>
              </a:solidFill>
            </a:endParaRPr>
          </a:p>
        </p:txBody>
      </p:sp>
      <p:sp>
        <p:nvSpPr>
          <p:cNvPr id="6" name="Slide Number Placeholder 5">
            <a:extLst>
              <a:ext uri="{FF2B5EF4-FFF2-40B4-BE49-F238E27FC236}">
                <a16:creationId xmlns:a16="http://schemas.microsoft.com/office/drawing/2014/main" id="{92DA2760-9CB1-4567-A500-B906FFBC5A97}"/>
              </a:ext>
            </a:extLst>
          </p:cNvPr>
          <p:cNvSpPr>
            <a:spLocks noGrp="1"/>
          </p:cNvSpPr>
          <p:nvPr>
            <p:ph type="sldNum" sz="quarter" idx="12"/>
          </p:nvPr>
        </p:nvSpPr>
        <p:spPr/>
        <p:txBody>
          <a:bodyPr/>
          <a:lstStyle/>
          <a:p>
            <a:fld id="{5B16D1FE-3A35-41BA-8EBE-413702045235}" type="slidenum">
              <a:rPr lang="en-US" smtClean="0">
                <a:solidFill>
                  <a:schemeClr val="accent2"/>
                </a:solidFill>
              </a:rPr>
              <a:pPr/>
              <a:t>19</a:t>
            </a:fld>
            <a:endParaRPr lang="en-US" dirty="0">
              <a:solidFill>
                <a:schemeClr val="accent2"/>
              </a:solidFill>
            </a:endParaRPr>
          </a:p>
        </p:txBody>
      </p:sp>
      <p:pic>
        <p:nvPicPr>
          <p:cNvPr id="11" name="Picture Placeholder 10">
            <a:extLst>
              <a:ext uri="{FF2B5EF4-FFF2-40B4-BE49-F238E27FC236}">
                <a16:creationId xmlns:a16="http://schemas.microsoft.com/office/drawing/2014/main" id="{45A738BD-BBBD-4915-8E92-26BBFED24235}"/>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xfrm>
            <a:off x="6206870" y="0"/>
            <a:ext cx="5985131" cy="6858000"/>
          </a:xfrm>
        </p:spPr>
      </p:pic>
    </p:spTree>
    <p:extLst>
      <p:ext uri="{BB962C8B-B14F-4D97-AF65-F5344CB8AC3E}">
        <p14:creationId xmlns:p14="http://schemas.microsoft.com/office/powerpoint/2010/main" val="3193398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3863752" y="446680"/>
            <a:ext cx="4464496" cy="553998"/>
          </a:xfrm>
        </p:spPr>
        <p:txBody>
          <a:bodyPr wrap="square">
            <a:spAutoFit/>
          </a:bodyPr>
          <a:lstStyle/>
          <a:p>
            <a:pPr algn="ctr" eaLnBrk="0" hangingPunct="0">
              <a:defRPr/>
            </a:pPr>
            <a:r>
              <a:rPr lang="en-GB" sz="3600" kern="0" dirty="0">
                <a:latin typeface="+mj-lt"/>
                <a:ea typeface="+mj-ea"/>
                <a:cs typeface="+mj-cs"/>
              </a:rPr>
              <a:t>Tidal zones</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9FDE8709-58CC-4258-B8E5-400CF2373FAB}"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20</a:t>
            </a:fld>
            <a:endParaRPr lang="en-US" dirty="0"/>
          </a:p>
        </p:txBody>
      </p:sp>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1" name="Rectangle 10">
            <a:extLst>
              <a:ext uri="{FF2B5EF4-FFF2-40B4-BE49-F238E27FC236}">
                <a16:creationId xmlns:a16="http://schemas.microsoft.com/office/drawing/2014/main" id="{20ADEA09-7480-4F95-A12D-2D70D92916B1}"/>
              </a:ext>
            </a:extLst>
          </p:cNvPr>
          <p:cNvSpPr/>
          <p:nvPr/>
        </p:nvSpPr>
        <p:spPr bwMode="auto">
          <a:xfrm>
            <a:off x="2528809" y="1144167"/>
            <a:ext cx="7189262" cy="5237161"/>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13" name="Picture 2" descr="\\osrl.local\dfs\Public\Technical Development\Live projects\4901_SCAT Company Objective 2011-2012\6 Work File\SCAT Team Leader Training Sept 2012\Photos\Weston Shore\P9190166.JPG">
            <a:extLst>
              <a:ext uri="{FF2B5EF4-FFF2-40B4-BE49-F238E27FC236}">
                <a16:creationId xmlns:a16="http://schemas.microsoft.com/office/drawing/2014/main" id="{358A57B6-5EFE-4A97-966E-AD53DE9552F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711624" y="1316054"/>
            <a:ext cx="6823632" cy="4893386"/>
          </a:xfrm>
          <a:prstGeom prst="rect">
            <a:avLst/>
          </a:prstGeom>
          <a:noFill/>
          <a:ln w="9525">
            <a:noFill/>
            <a:miter lim="800000"/>
            <a:headEnd/>
            <a:tailEnd/>
          </a:ln>
        </p:spPr>
      </p:pic>
      <p:sp>
        <p:nvSpPr>
          <p:cNvPr id="15" name="Freeform 5">
            <a:extLst>
              <a:ext uri="{FF2B5EF4-FFF2-40B4-BE49-F238E27FC236}">
                <a16:creationId xmlns:a16="http://schemas.microsoft.com/office/drawing/2014/main" id="{90165369-1DC4-4028-A3E9-737365EC33BA}"/>
              </a:ext>
            </a:extLst>
          </p:cNvPr>
          <p:cNvSpPr/>
          <p:nvPr/>
        </p:nvSpPr>
        <p:spPr>
          <a:xfrm>
            <a:off x="8971358" y="3967771"/>
            <a:ext cx="563897" cy="257129"/>
          </a:xfrm>
          <a:custGeom>
            <a:avLst/>
            <a:gdLst>
              <a:gd name="connsiteX0" fmla="*/ 0 w 1387366"/>
              <a:gd name="connsiteY0" fmla="*/ 882869 h 882869"/>
              <a:gd name="connsiteX1" fmla="*/ 646387 w 1387366"/>
              <a:gd name="connsiteY1" fmla="*/ 378372 h 882869"/>
              <a:gd name="connsiteX2" fmla="*/ 1387366 w 1387366"/>
              <a:gd name="connsiteY2" fmla="*/ 0 h 882869"/>
            </a:gdLst>
            <a:ahLst/>
            <a:cxnLst>
              <a:cxn ang="0">
                <a:pos x="connsiteX0" y="connsiteY0"/>
              </a:cxn>
              <a:cxn ang="0">
                <a:pos x="connsiteX1" y="connsiteY1"/>
              </a:cxn>
              <a:cxn ang="0">
                <a:pos x="connsiteX2" y="connsiteY2"/>
              </a:cxn>
            </a:cxnLst>
            <a:rect l="l" t="t" r="r" b="b"/>
            <a:pathLst>
              <a:path w="1387366" h="882869">
                <a:moveTo>
                  <a:pt x="0" y="882869"/>
                </a:moveTo>
                <a:cubicBezTo>
                  <a:pt x="207579" y="704193"/>
                  <a:pt x="415159" y="525517"/>
                  <a:pt x="646387" y="378372"/>
                </a:cubicBezTo>
                <a:cubicBezTo>
                  <a:pt x="877615" y="231227"/>
                  <a:pt x="1132490" y="115613"/>
                  <a:pt x="1387366" y="0"/>
                </a:cubicBezTo>
              </a:path>
            </a:pathLst>
          </a:custGeom>
          <a:solidFill>
            <a:srgbClr val="115EFA"/>
          </a:solidFill>
          <a:ln w="57150">
            <a:solidFill>
              <a:srgbClr val="115EFA"/>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solidFill>
                <a:srgbClr val="115EFA"/>
              </a:solidFill>
            </a:endParaRPr>
          </a:p>
        </p:txBody>
      </p:sp>
      <p:sp>
        <p:nvSpPr>
          <p:cNvPr id="16" name="Freeform 6">
            <a:extLst>
              <a:ext uri="{FF2B5EF4-FFF2-40B4-BE49-F238E27FC236}">
                <a16:creationId xmlns:a16="http://schemas.microsoft.com/office/drawing/2014/main" id="{EB57CEF5-CDBC-4115-AABB-88FFFA56C10C}"/>
              </a:ext>
            </a:extLst>
          </p:cNvPr>
          <p:cNvSpPr/>
          <p:nvPr/>
        </p:nvSpPr>
        <p:spPr>
          <a:xfrm>
            <a:off x="7158831" y="4277006"/>
            <a:ext cx="1759218" cy="483675"/>
          </a:xfrm>
          <a:custGeom>
            <a:avLst/>
            <a:gdLst>
              <a:gd name="connsiteX0" fmla="*/ 1702675 w 1702675"/>
              <a:gd name="connsiteY0" fmla="*/ 0 h 223345"/>
              <a:gd name="connsiteX1" fmla="*/ 740979 w 1702675"/>
              <a:gd name="connsiteY1" fmla="*/ 189186 h 223345"/>
              <a:gd name="connsiteX2" fmla="*/ 0 w 1702675"/>
              <a:gd name="connsiteY2" fmla="*/ 204952 h 223345"/>
            </a:gdLst>
            <a:ahLst/>
            <a:cxnLst>
              <a:cxn ang="0">
                <a:pos x="connsiteX0" y="connsiteY0"/>
              </a:cxn>
              <a:cxn ang="0">
                <a:pos x="connsiteX1" y="connsiteY1"/>
              </a:cxn>
              <a:cxn ang="0">
                <a:pos x="connsiteX2" y="connsiteY2"/>
              </a:cxn>
            </a:cxnLst>
            <a:rect l="l" t="t" r="r" b="b"/>
            <a:pathLst>
              <a:path w="1702675" h="223345">
                <a:moveTo>
                  <a:pt x="1702675" y="0"/>
                </a:moveTo>
                <a:cubicBezTo>
                  <a:pt x="1363716" y="77513"/>
                  <a:pt x="1024758" y="155027"/>
                  <a:pt x="740979" y="189186"/>
                </a:cubicBezTo>
                <a:cubicBezTo>
                  <a:pt x="457200" y="223345"/>
                  <a:pt x="228600" y="214148"/>
                  <a:pt x="0" y="204952"/>
                </a:cubicBezTo>
              </a:path>
            </a:pathLst>
          </a:custGeom>
          <a:ln w="57150">
            <a:solidFill>
              <a:schemeClr val="accent2">
                <a:lumMod val="75000"/>
                <a:lumOff val="25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dirty="0">
              <a:solidFill>
                <a:srgbClr val="002F5F"/>
              </a:solidFill>
            </a:endParaRPr>
          </a:p>
        </p:txBody>
      </p:sp>
      <p:sp>
        <p:nvSpPr>
          <p:cNvPr id="17" name="TextBox 7">
            <a:extLst>
              <a:ext uri="{FF2B5EF4-FFF2-40B4-BE49-F238E27FC236}">
                <a16:creationId xmlns:a16="http://schemas.microsoft.com/office/drawing/2014/main" id="{7BE40B64-9FBD-4ADF-842A-8103E3825FBB}"/>
              </a:ext>
            </a:extLst>
          </p:cNvPr>
          <p:cNvSpPr txBox="1">
            <a:spLocks noChangeArrowheads="1"/>
          </p:cNvSpPr>
          <p:nvPr/>
        </p:nvSpPr>
        <p:spPr bwMode="auto">
          <a:xfrm>
            <a:off x="8702932" y="3435166"/>
            <a:ext cx="1290092" cy="646331"/>
          </a:xfrm>
          <a:prstGeom prst="rect">
            <a:avLst/>
          </a:prstGeom>
          <a:noFill/>
          <a:ln w="9525">
            <a:noFill/>
            <a:miter lim="800000"/>
            <a:headEnd/>
            <a:tailEnd/>
          </a:ln>
        </p:spPr>
        <p:txBody>
          <a:bodyPr>
            <a:spAutoFit/>
          </a:bodyPr>
          <a:lstStyle/>
          <a:p>
            <a:r>
              <a:rPr lang="en-GB" sz="3600" dirty="0">
                <a:solidFill>
                  <a:srgbClr val="115EFA"/>
                </a:solidFill>
              </a:rPr>
              <a:t>SU</a:t>
            </a:r>
          </a:p>
        </p:txBody>
      </p:sp>
      <p:sp>
        <p:nvSpPr>
          <p:cNvPr id="18" name="TextBox 8">
            <a:extLst>
              <a:ext uri="{FF2B5EF4-FFF2-40B4-BE49-F238E27FC236}">
                <a16:creationId xmlns:a16="http://schemas.microsoft.com/office/drawing/2014/main" id="{4365DDBA-1849-4D64-A01D-6BEAA0CDF585}"/>
              </a:ext>
            </a:extLst>
          </p:cNvPr>
          <p:cNvSpPr txBox="1">
            <a:spLocks noChangeArrowheads="1"/>
          </p:cNvSpPr>
          <p:nvPr/>
        </p:nvSpPr>
        <p:spPr bwMode="auto">
          <a:xfrm>
            <a:off x="7458087" y="4106776"/>
            <a:ext cx="752258" cy="646331"/>
          </a:xfrm>
          <a:prstGeom prst="rect">
            <a:avLst/>
          </a:prstGeom>
          <a:noFill/>
          <a:ln w="9525">
            <a:noFill/>
            <a:miter lim="800000"/>
            <a:headEnd/>
            <a:tailEnd/>
          </a:ln>
        </p:spPr>
        <p:txBody>
          <a:bodyPr>
            <a:spAutoFit/>
          </a:bodyPr>
          <a:lstStyle/>
          <a:p>
            <a:r>
              <a:rPr lang="en-GB" sz="3600" dirty="0">
                <a:solidFill>
                  <a:schemeClr val="accent2">
                    <a:lumMod val="75000"/>
                    <a:lumOff val="25000"/>
                  </a:schemeClr>
                </a:solidFill>
              </a:rPr>
              <a:t>UI</a:t>
            </a:r>
          </a:p>
        </p:txBody>
      </p:sp>
      <p:sp>
        <p:nvSpPr>
          <p:cNvPr id="19" name="TextBox 9">
            <a:extLst>
              <a:ext uri="{FF2B5EF4-FFF2-40B4-BE49-F238E27FC236}">
                <a16:creationId xmlns:a16="http://schemas.microsoft.com/office/drawing/2014/main" id="{A5968DED-33D4-4F9C-9BD5-C240BD442C05}"/>
              </a:ext>
            </a:extLst>
          </p:cNvPr>
          <p:cNvSpPr txBox="1">
            <a:spLocks noChangeArrowheads="1"/>
          </p:cNvSpPr>
          <p:nvPr/>
        </p:nvSpPr>
        <p:spPr bwMode="auto">
          <a:xfrm>
            <a:off x="5790291" y="4100688"/>
            <a:ext cx="752258" cy="646331"/>
          </a:xfrm>
          <a:prstGeom prst="rect">
            <a:avLst/>
          </a:prstGeom>
          <a:noFill/>
          <a:ln w="9525">
            <a:noFill/>
            <a:miter lim="800000"/>
            <a:headEnd/>
            <a:tailEnd/>
          </a:ln>
        </p:spPr>
        <p:txBody>
          <a:bodyPr>
            <a:spAutoFit/>
          </a:bodyPr>
          <a:lstStyle/>
          <a:p>
            <a:r>
              <a:rPr lang="en-GB" sz="3600" dirty="0">
                <a:solidFill>
                  <a:srgbClr val="3096FF"/>
                </a:solidFill>
              </a:rPr>
              <a:t>MI</a:t>
            </a:r>
          </a:p>
        </p:txBody>
      </p:sp>
      <p:sp>
        <p:nvSpPr>
          <p:cNvPr id="20" name="Freeform 10">
            <a:extLst>
              <a:ext uri="{FF2B5EF4-FFF2-40B4-BE49-F238E27FC236}">
                <a16:creationId xmlns:a16="http://schemas.microsoft.com/office/drawing/2014/main" id="{2BF6460D-2E7F-4978-974B-1EB5DC28CAAE}"/>
              </a:ext>
            </a:extLst>
          </p:cNvPr>
          <p:cNvSpPr/>
          <p:nvPr/>
        </p:nvSpPr>
        <p:spPr>
          <a:xfrm>
            <a:off x="2711624" y="3967772"/>
            <a:ext cx="2176218" cy="463285"/>
          </a:xfrm>
          <a:custGeom>
            <a:avLst/>
            <a:gdLst>
              <a:gd name="connsiteX0" fmla="*/ 1072055 w 1072055"/>
              <a:gd name="connsiteY0" fmla="*/ 128752 h 128752"/>
              <a:gd name="connsiteX1" fmla="*/ 157655 w 1072055"/>
              <a:gd name="connsiteY1" fmla="*/ 18393 h 128752"/>
              <a:gd name="connsiteX2" fmla="*/ 126124 w 1072055"/>
              <a:gd name="connsiteY2" fmla="*/ 18393 h 128752"/>
            </a:gdLst>
            <a:ahLst/>
            <a:cxnLst>
              <a:cxn ang="0">
                <a:pos x="connsiteX0" y="connsiteY0"/>
              </a:cxn>
              <a:cxn ang="0">
                <a:pos x="connsiteX1" y="connsiteY1"/>
              </a:cxn>
              <a:cxn ang="0">
                <a:pos x="connsiteX2" y="connsiteY2"/>
              </a:cxn>
            </a:cxnLst>
            <a:rect l="l" t="t" r="r" b="b"/>
            <a:pathLst>
              <a:path w="1072055" h="128752">
                <a:moveTo>
                  <a:pt x="1072055" y="128752"/>
                </a:moveTo>
                <a:lnTo>
                  <a:pt x="157655" y="18393"/>
                </a:lnTo>
                <a:cubicBezTo>
                  <a:pt x="0" y="0"/>
                  <a:pt x="63062" y="9196"/>
                  <a:pt x="126124" y="18393"/>
                </a:cubicBezTo>
              </a:path>
            </a:pathLst>
          </a:custGeom>
          <a:ln w="571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GB" dirty="0">
              <a:solidFill>
                <a:srgbClr val="115EFA"/>
              </a:solidFill>
            </a:endParaRPr>
          </a:p>
        </p:txBody>
      </p:sp>
      <p:sp>
        <p:nvSpPr>
          <p:cNvPr id="21" name="TextBox 11">
            <a:extLst>
              <a:ext uri="{FF2B5EF4-FFF2-40B4-BE49-F238E27FC236}">
                <a16:creationId xmlns:a16="http://schemas.microsoft.com/office/drawing/2014/main" id="{C9ABB55D-E563-4AA5-A215-7726893DEFF4}"/>
              </a:ext>
            </a:extLst>
          </p:cNvPr>
          <p:cNvSpPr txBox="1">
            <a:spLocks noChangeArrowheads="1"/>
          </p:cNvSpPr>
          <p:nvPr/>
        </p:nvSpPr>
        <p:spPr bwMode="auto">
          <a:xfrm>
            <a:off x="4069324" y="3685106"/>
            <a:ext cx="752258" cy="646331"/>
          </a:xfrm>
          <a:prstGeom prst="rect">
            <a:avLst/>
          </a:prstGeom>
          <a:noFill/>
          <a:ln w="9525">
            <a:noFill/>
            <a:miter lim="800000"/>
            <a:headEnd/>
            <a:tailEnd/>
          </a:ln>
        </p:spPr>
        <p:txBody>
          <a:bodyPr>
            <a:spAutoFit/>
          </a:bodyPr>
          <a:lstStyle/>
          <a:p>
            <a:r>
              <a:rPr lang="en-GB" sz="3600" dirty="0">
                <a:solidFill>
                  <a:srgbClr val="709EFC"/>
                </a:solidFill>
              </a:rPr>
              <a:t>LI</a:t>
            </a:r>
          </a:p>
        </p:txBody>
      </p:sp>
      <p:sp>
        <p:nvSpPr>
          <p:cNvPr id="23" name="Freeform 13">
            <a:extLst>
              <a:ext uri="{FF2B5EF4-FFF2-40B4-BE49-F238E27FC236}">
                <a16:creationId xmlns:a16="http://schemas.microsoft.com/office/drawing/2014/main" id="{8BD29F10-CFE6-41F1-8CA0-23BAAD0A1CD6}"/>
              </a:ext>
            </a:extLst>
          </p:cNvPr>
          <p:cNvSpPr/>
          <p:nvPr/>
        </p:nvSpPr>
        <p:spPr>
          <a:xfrm>
            <a:off x="4941152" y="4482030"/>
            <a:ext cx="2148970" cy="308102"/>
          </a:xfrm>
          <a:custGeom>
            <a:avLst/>
            <a:gdLst>
              <a:gd name="connsiteX0" fmla="*/ 0 w 2857500"/>
              <a:gd name="connsiteY0" fmla="*/ 0 h 400050"/>
              <a:gd name="connsiteX1" fmla="*/ 1657350 w 2857500"/>
              <a:gd name="connsiteY1" fmla="*/ 323850 h 400050"/>
              <a:gd name="connsiteX2" fmla="*/ 2857500 w 2857500"/>
              <a:gd name="connsiteY2" fmla="*/ 400050 h 400050"/>
            </a:gdLst>
            <a:ahLst/>
            <a:cxnLst>
              <a:cxn ang="0">
                <a:pos x="connsiteX0" y="connsiteY0"/>
              </a:cxn>
              <a:cxn ang="0">
                <a:pos x="connsiteX1" y="connsiteY1"/>
              </a:cxn>
              <a:cxn ang="0">
                <a:pos x="connsiteX2" y="connsiteY2"/>
              </a:cxn>
            </a:cxnLst>
            <a:rect l="l" t="t" r="r" b="b"/>
            <a:pathLst>
              <a:path w="2857500" h="400050">
                <a:moveTo>
                  <a:pt x="0" y="0"/>
                </a:moveTo>
                <a:cubicBezTo>
                  <a:pt x="590550" y="128587"/>
                  <a:pt x="1181100" y="257175"/>
                  <a:pt x="1657350" y="323850"/>
                </a:cubicBezTo>
                <a:cubicBezTo>
                  <a:pt x="2133600" y="390525"/>
                  <a:pt x="2495550" y="395287"/>
                  <a:pt x="2857500" y="400050"/>
                </a:cubicBezTo>
              </a:path>
            </a:pathLst>
          </a:custGeom>
          <a:ln w="57150">
            <a:solidFill>
              <a:schemeClr val="accent2">
                <a:lumMod val="50000"/>
                <a:lumOff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GB" dirty="0">
              <a:solidFill>
                <a:schemeClr val="bg1"/>
              </a:solidFill>
            </a:endParaRPr>
          </a:p>
        </p:txBody>
      </p:sp>
      <p:cxnSp>
        <p:nvCxnSpPr>
          <p:cNvPr id="24" name="Straight Arrow Connector 23">
            <a:extLst>
              <a:ext uri="{FF2B5EF4-FFF2-40B4-BE49-F238E27FC236}">
                <a16:creationId xmlns:a16="http://schemas.microsoft.com/office/drawing/2014/main" id="{8B13F728-6A90-4EA9-ADFB-0A57EA782538}"/>
              </a:ext>
            </a:extLst>
          </p:cNvPr>
          <p:cNvCxnSpPr>
            <a:cxnSpLocks/>
          </p:cNvCxnSpPr>
          <p:nvPr/>
        </p:nvCxnSpPr>
        <p:spPr>
          <a:xfrm flipV="1">
            <a:off x="7407161" y="5005461"/>
            <a:ext cx="1164143" cy="495620"/>
          </a:xfrm>
          <a:prstGeom prst="straightConnector1">
            <a:avLst/>
          </a:prstGeom>
          <a:ln w="762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5" name="TextBox 15">
            <a:extLst>
              <a:ext uri="{FF2B5EF4-FFF2-40B4-BE49-F238E27FC236}">
                <a16:creationId xmlns:a16="http://schemas.microsoft.com/office/drawing/2014/main" id="{5332DB74-E249-4927-848C-7A8821B84376}"/>
              </a:ext>
            </a:extLst>
          </p:cNvPr>
          <p:cNvSpPr txBox="1">
            <a:spLocks noChangeArrowheads="1"/>
          </p:cNvSpPr>
          <p:nvPr/>
        </p:nvSpPr>
        <p:spPr bwMode="auto">
          <a:xfrm>
            <a:off x="5206125" y="5253935"/>
            <a:ext cx="2500382" cy="461665"/>
          </a:xfrm>
          <a:prstGeom prst="rect">
            <a:avLst/>
          </a:prstGeom>
          <a:noFill/>
          <a:ln w="9525">
            <a:noFill/>
            <a:miter lim="800000"/>
            <a:headEnd/>
            <a:tailEnd/>
          </a:ln>
        </p:spPr>
        <p:txBody>
          <a:bodyPr wrap="square">
            <a:spAutoFit/>
          </a:bodyPr>
          <a:lstStyle/>
          <a:p>
            <a:r>
              <a:rPr lang="en-GB" sz="2400" b="1" dirty="0">
                <a:solidFill>
                  <a:schemeClr val="bg1"/>
                </a:solidFill>
              </a:rPr>
              <a:t>High Tide line</a:t>
            </a:r>
          </a:p>
        </p:txBody>
      </p:sp>
      <p:sp>
        <p:nvSpPr>
          <p:cNvPr id="7" name="Rectangle 6">
            <a:extLst>
              <a:ext uri="{FF2B5EF4-FFF2-40B4-BE49-F238E27FC236}">
                <a16:creationId xmlns:a16="http://schemas.microsoft.com/office/drawing/2014/main" id="{108E75D9-08EB-411B-9A0E-CF3D45EAFF13}"/>
              </a:ext>
            </a:extLst>
          </p:cNvPr>
          <p:cNvSpPr/>
          <p:nvPr/>
        </p:nvSpPr>
        <p:spPr bwMode="auto">
          <a:xfrm>
            <a:off x="6859233" y="1500936"/>
            <a:ext cx="2510389" cy="14712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6" name="TextBox 25">
            <a:extLst>
              <a:ext uri="{FF2B5EF4-FFF2-40B4-BE49-F238E27FC236}">
                <a16:creationId xmlns:a16="http://schemas.microsoft.com/office/drawing/2014/main" id="{647A1F75-6845-4E6A-B592-4ED9ADE23AAD}"/>
              </a:ext>
            </a:extLst>
          </p:cNvPr>
          <p:cNvSpPr txBox="1"/>
          <p:nvPr/>
        </p:nvSpPr>
        <p:spPr>
          <a:xfrm>
            <a:off x="6989259" y="1540640"/>
            <a:ext cx="2600509" cy="1354217"/>
          </a:xfrm>
          <a:prstGeom prst="rect">
            <a:avLst/>
          </a:prstGeom>
          <a:noFill/>
        </p:spPr>
        <p:txBody>
          <a:bodyPr wrap="square">
            <a:spAutoFit/>
          </a:bodyPr>
          <a:lstStyle/>
          <a:p>
            <a:pPr>
              <a:spcAft>
                <a:spcPts val="400"/>
              </a:spcAft>
              <a:defRPr/>
            </a:pPr>
            <a:r>
              <a:rPr lang="en-GB" dirty="0">
                <a:solidFill>
                  <a:srgbClr val="115EFA"/>
                </a:solidFill>
              </a:rPr>
              <a:t>SU - Supratidal </a:t>
            </a:r>
          </a:p>
          <a:p>
            <a:pPr>
              <a:spcAft>
                <a:spcPts val="400"/>
              </a:spcAft>
              <a:defRPr/>
            </a:pPr>
            <a:r>
              <a:rPr lang="en-GB" dirty="0">
                <a:solidFill>
                  <a:srgbClr val="0062C7"/>
                </a:solidFill>
              </a:rPr>
              <a:t>UI – Upper Intertidal</a:t>
            </a:r>
          </a:p>
          <a:p>
            <a:pPr>
              <a:spcAft>
                <a:spcPts val="400"/>
              </a:spcAft>
              <a:defRPr/>
            </a:pPr>
            <a:r>
              <a:rPr lang="en-GB" dirty="0">
                <a:solidFill>
                  <a:srgbClr val="3096FF"/>
                </a:solidFill>
              </a:rPr>
              <a:t>MI – Mid Intertidal</a:t>
            </a:r>
          </a:p>
          <a:p>
            <a:pPr>
              <a:spcAft>
                <a:spcPts val="400"/>
              </a:spcAft>
              <a:defRPr/>
            </a:pPr>
            <a:r>
              <a:rPr lang="en-GB" dirty="0">
                <a:solidFill>
                  <a:srgbClr val="709EFC"/>
                </a:solidFill>
              </a:rPr>
              <a:t>LI – Lower intertidal</a:t>
            </a:r>
          </a:p>
        </p:txBody>
      </p:sp>
    </p:spTree>
    <p:extLst>
      <p:ext uri="{BB962C8B-B14F-4D97-AF65-F5344CB8AC3E}">
        <p14:creationId xmlns:p14="http://schemas.microsoft.com/office/powerpoint/2010/main" val="128703451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D6A1CDC6-6881-4660-9B7E-1D1825A572D3}"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21</a:t>
            </a:fld>
            <a:endParaRPr lang="en-US" dirty="0"/>
          </a:p>
        </p:txBody>
      </p:sp>
      <p:sp>
        <p:nvSpPr>
          <p:cNvPr id="10" name="Rectangle 9">
            <a:extLst>
              <a:ext uri="{FF2B5EF4-FFF2-40B4-BE49-F238E27FC236}">
                <a16:creationId xmlns:a16="http://schemas.microsoft.com/office/drawing/2014/main" id="{5F1A60B0-69E2-48F4-A4EA-E7A476B09187}"/>
              </a:ext>
            </a:extLst>
          </p:cNvPr>
          <p:cNvSpPr/>
          <p:nvPr/>
        </p:nvSpPr>
        <p:spPr bwMode="auto">
          <a:xfrm>
            <a:off x="0" y="1"/>
            <a:ext cx="12192000" cy="342899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9" name="Title 8">
            <a:extLst>
              <a:ext uri="{FF2B5EF4-FFF2-40B4-BE49-F238E27FC236}">
                <a16:creationId xmlns:a16="http://schemas.microsoft.com/office/drawing/2014/main" id="{E4C29108-4B6B-462B-8419-03E17426F9AC}"/>
              </a:ext>
            </a:extLst>
          </p:cNvPr>
          <p:cNvSpPr>
            <a:spLocks noGrp="1"/>
          </p:cNvSpPr>
          <p:nvPr>
            <p:ph type="title"/>
          </p:nvPr>
        </p:nvSpPr>
        <p:spPr>
          <a:xfrm>
            <a:off x="2639616" y="446680"/>
            <a:ext cx="6912768" cy="492443"/>
          </a:xfrm>
        </p:spPr>
        <p:txBody>
          <a:bodyPr wrap="square">
            <a:spAutoFit/>
          </a:bodyPr>
          <a:lstStyle/>
          <a:p>
            <a:pPr algn="ctr" eaLnBrk="0" hangingPunct="0">
              <a:defRPr/>
            </a:pPr>
            <a:r>
              <a:rPr lang="en-GB" kern="0" dirty="0">
                <a:latin typeface="+mj-lt"/>
                <a:ea typeface="+mj-ea"/>
                <a:cs typeface="+mj-cs"/>
              </a:rPr>
              <a:t>Zoning for accurate recording</a:t>
            </a:r>
          </a:p>
        </p:txBody>
      </p:sp>
      <p:grpSp>
        <p:nvGrpSpPr>
          <p:cNvPr id="3" name="Group 2">
            <a:extLst>
              <a:ext uri="{FF2B5EF4-FFF2-40B4-BE49-F238E27FC236}">
                <a16:creationId xmlns:a16="http://schemas.microsoft.com/office/drawing/2014/main" id="{0BB8050F-B098-473F-ABB6-E941946CE320}"/>
              </a:ext>
            </a:extLst>
          </p:cNvPr>
          <p:cNvGrpSpPr/>
          <p:nvPr/>
        </p:nvGrpSpPr>
        <p:grpSpPr>
          <a:xfrm>
            <a:off x="2891644" y="1330165"/>
            <a:ext cx="6408712" cy="4835139"/>
            <a:chOff x="2783632" y="1211153"/>
            <a:chExt cx="6408712" cy="4835139"/>
          </a:xfrm>
        </p:grpSpPr>
        <p:grpSp>
          <p:nvGrpSpPr>
            <p:cNvPr id="2" name="Group 1">
              <a:extLst>
                <a:ext uri="{FF2B5EF4-FFF2-40B4-BE49-F238E27FC236}">
                  <a16:creationId xmlns:a16="http://schemas.microsoft.com/office/drawing/2014/main" id="{610D4AAA-AA17-4188-90DD-313D899141FC}"/>
                </a:ext>
              </a:extLst>
            </p:cNvPr>
            <p:cNvGrpSpPr/>
            <p:nvPr/>
          </p:nvGrpSpPr>
          <p:grpSpPr>
            <a:xfrm>
              <a:off x="2783632" y="1211153"/>
              <a:ext cx="6408712" cy="4835139"/>
              <a:chOff x="2783632" y="908720"/>
              <a:chExt cx="6408712" cy="4835139"/>
            </a:xfrm>
          </p:grpSpPr>
          <p:sp>
            <p:nvSpPr>
              <p:cNvPr id="11" name="Rectangle 10">
                <a:extLst>
                  <a:ext uri="{FF2B5EF4-FFF2-40B4-BE49-F238E27FC236}">
                    <a16:creationId xmlns:a16="http://schemas.microsoft.com/office/drawing/2014/main" id="{20ADEA09-7480-4F95-A12D-2D70D92916B1}"/>
                  </a:ext>
                </a:extLst>
              </p:cNvPr>
              <p:cNvSpPr/>
              <p:nvPr/>
            </p:nvSpPr>
            <p:spPr bwMode="auto">
              <a:xfrm>
                <a:off x="2783632" y="908720"/>
                <a:ext cx="6408712" cy="4835139"/>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7" name="Picture 2">
                <a:extLst>
                  <a:ext uri="{FF2B5EF4-FFF2-40B4-BE49-F238E27FC236}">
                    <a16:creationId xmlns:a16="http://schemas.microsoft.com/office/drawing/2014/main" id="{1967D6C3-AEDB-43EB-B7EC-F51823A435D4}"/>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2855640" y="986029"/>
                <a:ext cx="6264696" cy="4680520"/>
              </a:xfrm>
              <a:prstGeom prst="rect">
                <a:avLst/>
              </a:prstGeom>
              <a:noFill/>
              <a:ln w="9525">
                <a:noFill/>
                <a:miter lim="800000"/>
                <a:headEnd/>
                <a:tailEnd/>
              </a:ln>
              <a:effectLst/>
            </p:spPr>
          </p:pic>
        </p:grpSp>
        <p:sp>
          <p:nvSpPr>
            <p:cNvPr id="12" name="TextBox 5">
              <a:extLst>
                <a:ext uri="{FF2B5EF4-FFF2-40B4-BE49-F238E27FC236}">
                  <a16:creationId xmlns:a16="http://schemas.microsoft.com/office/drawing/2014/main" id="{E8B04F59-ADDD-4975-B510-905EBA8B4751}"/>
                </a:ext>
              </a:extLst>
            </p:cNvPr>
            <p:cNvSpPr txBox="1">
              <a:spLocks noChangeArrowheads="1"/>
            </p:cNvSpPr>
            <p:nvPr/>
          </p:nvSpPr>
          <p:spPr bwMode="auto">
            <a:xfrm>
              <a:off x="7608168" y="5569538"/>
              <a:ext cx="1512168" cy="230188"/>
            </a:xfrm>
            <a:prstGeom prst="rect">
              <a:avLst/>
            </a:prstGeom>
            <a:noFill/>
            <a:ln w="9525">
              <a:noFill/>
              <a:miter lim="800000"/>
              <a:headEnd/>
              <a:tailEnd/>
            </a:ln>
          </p:spPr>
          <p:txBody>
            <a:bodyPr wrap="square">
              <a:spAutoFit/>
            </a:bodyPr>
            <a:lstStyle/>
            <a:p>
              <a:r>
                <a:rPr lang="en-GB" sz="900" dirty="0">
                  <a:solidFill>
                    <a:schemeClr val="bg1"/>
                  </a:solidFill>
                </a:rPr>
                <a:t>Image courtesy  of OCC</a:t>
              </a:r>
            </a:p>
          </p:txBody>
        </p:sp>
      </p:grpSp>
    </p:spTree>
    <p:extLst>
      <p:ext uri="{BB962C8B-B14F-4D97-AF65-F5344CB8AC3E}">
        <p14:creationId xmlns:p14="http://schemas.microsoft.com/office/powerpoint/2010/main" val="427786325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786AD901-C32F-414D-ABF0-D277682ECC10}"/>
              </a:ext>
            </a:extLst>
          </p:cNvPr>
          <p:cNvSpPr/>
          <p:nvPr/>
        </p:nvSpPr>
        <p:spPr bwMode="auto">
          <a:xfrm>
            <a:off x="-12824" y="547960"/>
            <a:ext cx="12192000" cy="5472608"/>
          </a:xfrm>
          <a:prstGeom prst="rect">
            <a:avLst/>
          </a:prstGeom>
          <a:gradFill>
            <a:gsLst>
              <a:gs pos="0">
                <a:srgbClr val="002F5F">
                  <a:alpha val="4000"/>
                </a:srgbClr>
              </a:gs>
              <a:gs pos="100000">
                <a:srgbClr val="002F5F">
                  <a:alpha val="4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4" name="Title 3">
            <a:extLst>
              <a:ext uri="{FF2B5EF4-FFF2-40B4-BE49-F238E27FC236}">
                <a16:creationId xmlns:a16="http://schemas.microsoft.com/office/drawing/2014/main" id="{ECD61E98-5EB1-4078-885B-3FD902612A34}"/>
              </a:ext>
            </a:extLst>
          </p:cNvPr>
          <p:cNvSpPr>
            <a:spLocks noGrp="1"/>
          </p:cNvSpPr>
          <p:nvPr>
            <p:ph type="title"/>
          </p:nvPr>
        </p:nvSpPr>
        <p:spPr>
          <a:xfrm>
            <a:off x="911424" y="990802"/>
            <a:ext cx="4094163" cy="369332"/>
          </a:xfrm>
        </p:spPr>
        <p:txBody>
          <a:bodyPr wrap="square">
            <a:spAutoFit/>
          </a:bodyPr>
          <a:lstStyle/>
          <a:p>
            <a:r>
              <a:rPr lang="en-US" sz="2400" dirty="0"/>
              <a:t>Section 6 - Oil Distribution</a:t>
            </a:r>
          </a:p>
        </p:txBody>
      </p:sp>
      <p:sp>
        <p:nvSpPr>
          <p:cNvPr id="9" name="Date Placeholder 8">
            <a:extLst>
              <a:ext uri="{FF2B5EF4-FFF2-40B4-BE49-F238E27FC236}">
                <a16:creationId xmlns:a16="http://schemas.microsoft.com/office/drawing/2014/main" id="{F93548CC-F561-4718-AD8B-A963A08C328A}"/>
              </a:ext>
            </a:extLst>
          </p:cNvPr>
          <p:cNvSpPr>
            <a:spLocks noGrp="1"/>
          </p:cNvSpPr>
          <p:nvPr>
            <p:ph type="dt" sz="half" idx="18"/>
          </p:nvPr>
        </p:nvSpPr>
        <p:spPr/>
        <p:txBody>
          <a:bodyPr/>
          <a:lstStyle/>
          <a:p>
            <a:fld id="{92AEC33F-E8D0-42E9-B396-DEFEF4DC6739}" type="datetime3">
              <a:rPr lang="en-US" smtClean="0"/>
              <a:t>1 October 2026</a:t>
            </a:fld>
            <a:endParaRPr lang="en-US" dirty="0"/>
          </a:p>
        </p:txBody>
      </p:sp>
      <p:sp>
        <p:nvSpPr>
          <p:cNvPr id="11" name="Slide Number Placeholder 10">
            <a:extLst>
              <a:ext uri="{FF2B5EF4-FFF2-40B4-BE49-F238E27FC236}">
                <a16:creationId xmlns:a16="http://schemas.microsoft.com/office/drawing/2014/main" id="{6811668E-D9C5-41B7-B640-CF1E1B1B83B9}"/>
              </a:ext>
            </a:extLst>
          </p:cNvPr>
          <p:cNvSpPr>
            <a:spLocks noGrp="1"/>
          </p:cNvSpPr>
          <p:nvPr>
            <p:ph type="sldNum" sz="quarter" idx="20"/>
          </p:nvPr>
        </p:nvSpPr>
        <p:spPr/>
        <p:txBody>
          <a:bodyPr/>
          <a:lstStyle/>
          <a:p>
            <a:fld id="{5B16D1FE-3A35-41BA-8EBE-413702045235}" type="slidenum">
              <a:rPr lang="en-US" smtClean="0"/>
              <a:pPr/>
              <a:t>22</a:t>
            </a:fld>
            <a:endParaRPr lang="en-US" dirty="0"/>
          </a:p>
        </p:txBody>
      </p:sp>
      <p:pic>
        <p:nvPicPr>
          <p:cNvPr id="27" name="Picture 26" descr="Table&#10;&#10;Description automatically generated">
            <a:extLst>
              <a:ext uri="{FF2B5EF4-FFF2-40B4-BE49-F238E27FC236}">
                <a16:creationId xmlns:a16="http://schemas.microsoft.com/office/drawing/2014/main" id="{AC26F5EB-B4B8-42EB-BE86-205134C021D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613099" y="2695421"/>
            <a:ext cx="2187537" cy="835473"/>
          </a:xfrm>
          <a:prstGeom prst="rect">
            <a:avLst/>
          </a:prstGeom>
          <a:effectLst/>
        </p:spPr>
      </p:pic>
      <p:pic>
        <p:nvPicPr>
          <p:cNvPr id="28" name="Picture 27" descr="Table&#10;&#10;Description automatically generated">
            <a:extLst>
              <a:ext uri="{FF2B5EF4-FFF2-40B4-BE49-F238E27FC236}">
                <a16:creationId xmlns:a16="http://schemas.microsoft.com/office/drawing/2014/main" id="{45E36BF3-C53D-49A9-8DFF-E5855F3C0F5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05662" y="2620322"/>
            <a:ext cx="2187537" cy="978635"/>
          </a:xfrm>
          <a:prstGeom prst="rect">
            <a:avLst/>
          </a:prstGeom>
        </p:spPr>
      </p:pic>
      <p:grpSp>
        <p:nvGrpSpPr>
          <p:cNvPr id="19" name="Group 18">
            <a:extLst>
              <a:ext uri="{FF2B5EF4-FFF2-40B4-BE49-F238E27FC236}">
                <a16:creationId xmlns:a16="http://schemas.microsoft.com/office/drawing/2014/main" id="{D1BD29A7-C5EA-4CE4-A877-530223ACC006}"/>
              </a:ext>
            </a:extLst>
          </p:cNvPr>
          <p:cNvGrpSpPr/>
          <p:nvPr/>
        </p:nvGrpSpPr>
        <p:grpSpPr>
          <a:xfrm>
            <a:off x="6669975" y="3742193"/>
            <a:ext cx="4524008" cy="1920955"/>
            <a:chOff x="6258516" y="3733783"/>
            <a:chExt cx="5426946" cy="2304355"/>
          </a:xfrm>
        </p:grpSpPr>
        <p:sp>
          <p:nvSpPr>
            <p:cNvPr id="16" name="Rectangle 15">
              <a:extLst>
                <a:ext uri="{FF2B5EF4-FFF2-40B4-BE49-F238E27FC236}">
                  <a16:creationId xmlns:a16="http://schemas.microsoft.com/office/drawing/2014/main" id="{D9745153-C0BE-4C38-8836-B4BB5FDFD60A}"/>
                </a:ext>
              </a:extLst>
            </p:cNvPr>
            <p:cNvSpPr/>
            <p:nvPr/>
          </p:nvSpPr>
          <p:spPr bwMode="auto">
            <a:xfrm>
              <a:off x="6258516" y="3733783"/>
              <a:ext cx="5426946" cy="2304355"/>
            </a:xfrm>
            <a:prstGeom prst="rect">
              <a:avLst/>
            </a:prstGeom>
            <a:solidFill>
              <a:schemeClr val="bg1"/>
            </a:solidFill>
            <a:ln>
              <a:noFill/>
            </a:ln>
            <a:effectLst>
              <a:outerShdw blurRad="190500" sx="101000" sy="101000" algn="ctr" rotWithShape="0">
                <a:prstClr val="black">
                  <a:alpha val="10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18" name="Picture 2" descr="Oil Spills Along the Shore | response.restoration.noaa.gov">
              <a:extLst>
                <a:ext uri="{FF2B5EF4-FFF2-40B4-BE49-F238E27FC236}">
                  <a16:creationId xmlns:a16="http://schemas.microsoft.com/office/drawing/2014/main" id="{0FF1E827-BD36-4739-B137-7B604A5D8B10}"/>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6316534" y="3782224"/>
              <a:ext cx="5310910" cy="2207472"/>
            </a:xfrm>
            <a:prstGeom prst="rect">
              <a:avLst/>
            </a:prstGeom>
            <a:noFill/>
            <a:extLst>
              <a:ext uri="{909E8E84-426E-40DD-AFC4-6F175D3DCCD1}">
                <a14:hiddenFill xmlns:a14="http://schemas.microsoft.com/office/drawing/2010/main">
                  <a:solidFill>
                    <a:srgbClr val="FFFFFF"/>
                  </a:solidFill>
                </a14:hiddenFill>
              </a:ext>
            </a:extLst>
          </p:spPr>
        </p:pic>
      </p:grpSp>
      <p:pic>
        <p:nvPicPr>
          <p:cNvPr id="14" name="Picture 13" descr="Table&#10;&#10;Description automatically generated with medium confidence">
            <a:extLst>
              <a:ext uri="{FF2B5EF4-FFF2-40B4-BE49-F238E27FC236}">
                <a16:creationId xmlns:a16="http://schemas.microsoft.com/office/drawing/2014/main" id="{C508B3E1-4E11-4409-B625-22BC51392E30}"/>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903664" y="3731859"/>
            <a:ext cx="3470690" cy="2039031"/>
          </a:xfrm>
          <a:prstGeom prst="rect">
            <a:avLst/>
          </a:prstGeom>
        </p:spPr>
      </p:pic>
      <p:grpSp>
        <p:nvGrpSpPr>
          <p:cNvPr id="56" name="Group 55">
            <a:extLst>
              <a:ext uri="{FF2B5EF4-FFF2-40B4-BE49-F238E27FC236}">
                <a16:creationId xmlns:a16="http://schemas.microsoft.com/office/drawing/2014/main" id="{10032468-B82A-44AD-91B4-0344BE48A1C4}"/>
              </a:ext>
            </a:extLst>
          </p:cNvPr>
          <p:cNvGrpSpPr/>
          <p:nvPr/>
        </p:nvGrpSpPr>
        <p:grpSpPr>
          <a:xfrm>
            <a:off x="947131" y="2843884"/>
            <a:ext cx="3383756" cy="378046"/>
            <a:chOff x="407988" y="3637194"/>
            <a:chExt cx="3383756" cy="378046"/>
          </a:xfrm>
        </p:grpSpPr>
        <p:sp>
          <p:nvSpPr>
            <p:cNvPr id="55" name="Rectangle 54">
              <a:extLst>
                <a:ext uri="{FF2B5EF4-FFF2-40B4-BE49-F238E27FC236}">
                  <a16:creationId xmlns:a16="http://schemas.microsoft.com/office/drawing/2014/main" id="{18ED1037-76C3-447A-B63C-10BCA223760F}"/>
                </a:ext>
              </a:extLst>
            </p:cNvPr>
            <p:cNvSpPr/>
            <p:nvPr/>
          </p:nvSpPr>
          <p:spPr bwMode="auto">
            <a:xfrm>
              <a:off x="407988" y="3637194"/>
              <a:ext cx="3383756" cy="378046"/>
            </a:xfrm>
            <a:prstGeom prst="rect">
              <a:avLst/>
            </a:prstGeom>
            <a:solidFill>
              <a:schemeClr val="bg1"/>
            </a:solidFill>
            <a:ln>
              <a:noFill/>
            </a:ln>
            <a:effectLst>
              <a:outerShdw blurRad="127000" sx="101000" sy="101000" algn="ctr" rotWithShape="0">
                <a:prstClr val="black">
                  <a:alpha val="7000"/>
                </a:prstClr>
              </a:outerShdw>
            </a:effectLst>
          </p:spPr>
          <p:txBody>
            <a:bodyPr vert="horz" wrap="square" lIns="91440" tIns="45720" rIns="91440" bIns="45720" numCol="1" rtlCol="0" anchor="t" anchorCtr="0" compatLnSpc="1">
              <a:prstTxWarp prst="textNoShape">
                <a:avLst/>
              </a:prstTxWarp>
            </a:bodyPr>
            <a:lstStyle/>
            <a:p>
              <a:pPr algn="ctr"/>
              <a:endParaRPr lang="en-US" dirty="0"/>
            </a:p>
          </p:txBody>
        </p:sp>
        <p:sp>
          <p:nvSpPr>
            <p:cNvPr id="32" name="TextBox 31">
              <a:extLst>
                <a:ext uri="{FF2B5EF4-FFF2-40B4-BE49-F238E27FC236}">
                  <a16:creationId xmlns:a16="http://schemas.microsoft.com/office/drawing/2014/main" id="{CFB74320-272E-48A5-BEF5-C4FEC9DF2B40}"/>
                </a:ext>
              </a:extLst>
            </p:cNvPr>
            <p:cNvSpPr txBox="1"/>
            <p:nvPr/>
          </p:nvSpPr>
          <p:spPr>
            <a:xfrm>
              <a:off x="1288568" y="3664635"/>
              <a:ext cx="1622596" cy="323165"/>
            </a:xfrm>
            <a:prstGeom prst="rect">
              <a:avLst/>
            </a:prstGeom>
            <a:noFill/>
          </p:spPr>
          <p:txBody>
            <a:bodyPr wrap="square">
              <a:spAutoFit/>
            </a:bodyPr>
            <a:lstStyle/>
            <a:p>
              <a:r>
                <a:rPr lang="en-US" sz="1500" b="1" dirty="0">
                  <a:solidFill>
                    <a:srgbClr val="002F5F"/>
                  </a:solidFill>
                </a:rPr>
                <a:t>Use visual aid </a:t>
              </a:r>
            </a:p>
          </p:txBody>
        </p:sp>
      </p:grpSp>
      <p:sp>
        <p:nvSpPr>
          <p:cNvPr id="38" name="TextBox 37">
            <a:extLst>
              <a:ext uri="{FF2B5EF4-FFF2-40B4-BE49-F238E27FC236}">
                <a16:creationId xmlns:a16="http://schemas.microsoft.com/office/drawing/2014/main" id="{122F31FF-ECA3-4BD4-A938-830EF542AF46}"/>
              </a:ext>
            </a:extLst>
          </p:cNvPr>
          <p:cNvSpPr txBox="1"/>
          <p:nvPr/>
        </p:nvSpPr>
        <p:spPr>
          <a:xfrm>
            <a:off x="809321" y="2082872"/>
            <a:ext cx="4094163" cy="338554"/>
          </a:xfrm>
          <a:prstGeom prst="rect">
            <a:avLst/>
          </a:prstGeom>
          <a:noFill/>
        </p:spPr>
        <p:txBody>
          <a:bodyPr wrap="square">
            <a:spAutoFit/>
          </a:bodyPr>
          <a:lstStyle/>
          <a:p>
            <a:r>
              <a:rPr lang="en-US" sz="1600" b="1" dirty="0">
                <a:solidFill>
                  <a:srgbClr val="002F5F"/>
                </a:solidFill>
              </a:rPr>
              <a:t>% of surface covered by oil in an area</a:t>
            </a:r>
          </a:p>
        </p:txBody>
      </p:sp>
      <p:sp>
        <p:nvSpPr>
          <p:cNvPr id="48" name="Title 3">
            <a:extLst>
              <a:ext uri="{FF2B5EF4-FFF2-40B4-BE49-F238E27FC236}">
                <a16:creationId xmlns:a16="http://schemas.microsoft.com/office/drawing/2014/main" id="{3D1DC449-551B-424B-A765-33F1601DC951}"/>
              </a:ext>
            </a:extLst>
          </p:cNvPr>
          <p:cNvSpPr txBox="1">
            <a:spLocks/>
          </p:cNvSpPr>
          <p:nvPr/>
        </p:nvSpPr>
        <p:spPr>
          <a:xfrm>
            <a:off x="6591114" y="806136"/>
            <a:ext cx="4895938" cy="738664"/>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sz="3200" b="1" kern="1200">
                <a:solidFill>
                  <a:schemeClr val="accent2"/>
                </a:solidFill>
                <a:latin typeface="+mj-lt"/>
                <a:ea typeface="+mj-ea"/>
                <a:cs typeface="+mj-cs"/>
              </a:defRPr>
            </a:lvl1pPr>
          </a:lstStyle>
          <a:p>
            <a:r>
              <a:rPr lang="en-US" sz="2400" dirty="0"/>
              <a:t>Section 6 - Oil Thickness + Character</a:t>
            </a:r>
          </a:p>
        </p:txBody>
      </p:sp>
      <p:sp>
        <p:nvSpPr>
          <p:cNvPr id="52" name="TextBox 51">
            <a:extLst>
              <a:ext uri="{FF2B5EF4-FFF2-40B4-BE49-F238E27FC236}">
                <a16:creationId xmlns:a16="http://schemas.microsoft.com/office/drawing/2014/main" id="{F68637CB-9025-4FD6-9DF5-76FD5141B79C}"/>
              </a:ext>
            </a:extLst>
          </p:cNvPr>
          <p:cNvSpPr txBox="1"/>
          <p:nvPr/>
        </p:nvSpPr>
        <p:spPr>
          <a:xfrm>
            <a:off x="6591113" y="2100555"/>
            <a:ext cx="4524008" cy="276999"/>
          </a:xfrm>
          <a:prstGeom prst="rect">
            <a:avLst/>
          </a:prstGeom>
          <a:noFill/>
        </p:spPr>
        <p:txBody>
          <a:bodyPr wrap="square">
            <a:spAutoFit/>
          </a:bodyPr>
          <a:lstStyle/>
          <a:p>
            <a:r>
              <a:rPr lang="en-US" sz="1200" dirty="0">
                <a:solidFill>
                  <a:srgbClr val="002F5F"/>
                </a:solidFill>
              </a:rPr>
              <a:t>Average or dominant oil thickness within the segment or zone</a:t>
            </a:r>
          </a:p>
        </p:txBody>
      </p:sp>
      <p:sp>
        <p:nvSpPr>
          <p:cNvPr id="53" name="TextBox 52">
            <a:extLst>
              <a:ext uri="{FF2B5EF4-FFF2-40B4-BE49-F238E27FC236}">
                <a16:creationId xmlns:a16="http://schemas.microsoft.com/office/drawing/2014/main" id="{B1431236-F26F-46B9-9F0C-5744C6003465}"/>
              </a:ext>
            </a:extLst>
          </p:cNvPr>
          <p:cNvSpPr txBox="1"/>
          <p:nvPr/>
        </p:nvSpPr>
        <p:spPr>
          <a:xfrm>
            <a:off x="6591113" y="1782200"/>
            <a:ext cx="4524008" cy="276999"/>
          </a:xfrm>
          <a:prstGeom prst="rect">
            <a:avLst/>
          </a:prstGeom>
          <a:noFill/>
        </p:spPr>
        <p:txBody>
          <a:bodyPr wrap="square">
            <a:spAutoFit/>
          </a:bodyPr>
          <a:lstStyle/>
          <a:p>
            <a:r>
              <a:rPr lang="en-US" sz="1200" dirty="0">
                <a:solidFill>
                  <a:srgbClr val="002F5F"/>
                </a:solidFill>
              </a:rPr>
              <a:t>Estimate the actual thickness (cm) of thick / pooled oil and cover</a:t>
            </a:r>
          </a:p>
        </p:txBody>
      </p:sp>
    </p:spTree>
    <p:extLst>
      <p:ext uri="{BB962C8B-B14F-4D97-AF65-F5344CB8AC3E}">
        <p14:creationId xmlns:p14="http://schemas.microsoft.com/office/powerpoint/2010/main" val="17759236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35C4BA59-4901-4E35-BFA6-973E7C1EC161}"/>
              </a:ext>
            </a:extLst>
          </p:cNvPr>
          <p:cNvPicPr>
            <a:picLocks noGrp="1" noChangeAspect="1"/>
          </p:cNvPicPr>
          <p:nvPr>
            <p:ph type="pic" sz="quarter" idx="11"/>
          </p:nvPr>
        </p:nvPicPr>
        <p:blipFill rotWithShape="1">
          <a:blip r:embed="rId3" cstate="email">
            <a:extLst>
              <a:ext uri="{28A0092B-C50C-407E-A947-70E740481C1C}">
                <a14:useLocalDpi xmlns:a14="http://schemas.microsoft.com/office/drawing/2010/main"/>
              </a:ext>
            </a:extLst>
          </a:blip>
          <a:srcRect/>
          <a:stretch/>
        </p:blipFill>
        <p:spPr>
          <a:xfrm>
            <a:off x="7033684" y="0"/>
            <a:ext cx="5158317" cy="6858000"/>
          </a:xfrm>
        </p:spPr>
      </p:pic>
      <p:sp>
        <p:nvSpPr>
          <p:cNvPr id="7" name="Title 14">
            <a:extLst>
              <a:ext uri="{FF2B5EF4-FFF2-40B4-BE49-F238E27FC236}">
                <a16:creationId xmlns:a16="http://schemas.microsoft.com/office/drawing/2014/main" id="{5B70F934-880F-457F-8BD3-54890C1C2E7D}"/>
              </a:ext>
            </a:extLst>
          </p:cNvPr>
          <p:cNvSpPr txBox="1">
            <a:spLocks/>
          </p:cNvSpPr>
          <p:nvPr/>
        </p:nvSpPr>
        <p:spPr>
          <a:xfrm>
            <a:off x="407368" y="1447316"/>
            <a:ext cx="6626316" cy="584775"/>
          </a:xfrm>
          <a:prstGeom prst="rect">
            <a:avLst/>
          </a:prstGeom>
        </p:spPr>
        <p:txBody>
          <a:bodyPr wrap="square">
            <a:spAutoFit/>
          </a:bodyPr>
          <a:lstStyle>
            <a:lvl1pPr algn="l" defTabSz="685800" rtl="0" eaLnBrk="1" latinLnBrk="0" hangingPunct="1">
              <a:lnSpc>
                <a:spcPct val="100000"/>
              </a:lnSpc>
              <a:spcBef>
                <a:spcPct val="0"/>
              </a:spcBef>
              <a:buNone/>
              <a:defRPr sz="2400" b="1" kern="1200">
                <a:solidFill>
                  <a:schemeClr val="accent2"/>
                </a:solidFill>
                <a:latin typeface="+mj-lt"/>
                <a:ea typeface="+mj-ea"/>
                <a:cs typeface="+mj-cs"/>
              </a:defRPr>
            </a:lvl1pPr>
          </a:lstStyle>
          <a:p>
            <a:pPr>
              <a:buClrTx/>
              <a:buFontTx/>
            </a:pPr>
            <a:r>
              <a:rPr lang="en-US" sz="3200" dirty="0"/>
              <a:t>Section 7 – Sub-surface oiling</a:t>
            </a:r>
          </a:p>
        </p:txBody>
      </p:sp>
      <p:sp>
        <p:nvSpPr>
          <p:cNvPr id="10" name="TextBox 9">
            <a:extLst>
              <a:ext uri="{FF2B5EF4-FFF2-40B4-BE49-F238E27FC236}">
                <a16:creationId xmlns:a16="http://schemas.microsoft.com/office/drawing/2014/main" id="{EF85842C-638D-4C34-B0AA-0A6B4E3A3DAD}"/>
              </a:ext>
            </a:extLst>
          </p:cNvPr>
          <p:cNvSpPr txBox="1"/>
          <p:nvPr/>
        </p:nvSpPr>
        <p:spPr>
          <a:xfrm>
            <a:off x="407368" y="2397440"/>
            <a:ext cx="4605023" cy="461665"/>
          </a:xfrm>
          <a:prstGeom prst="rect">
            <a:avLst/>
          </a:prstGeom>
          <a:noFill/>
        </p:spPr>
        <p:txBody>
          <a:bodyPr wrap="square">
            <a:spAutoFit/>
          </a:bodyPr>
          <a:lstStyle/>
          <a:p>
            <a:r>
              <a:rPr lang="en-US" sz="2400" b="1" dirty="0">
                <a:solidFill>
                  <a:srgbClr val="002F5F"/>
                </a:solidFill>
                <a:latin typeface="+mj-lt"/>
              </a:rPr>
              <a:t>How can oil become buried?</a:t>
            </a:r>
          </a:p>
        </p:txBody>
      </p:sp>
      <p:sp>
        <p:nvSpPr>
          <p:cNvPr id="12" name="Text Placeholder 6">
            <a:extLst>
              <a:ext uri="{FF2B5EF4-FFF2-40B4-BE49-F238E27FC236}">
                <a16:creationId xmlns:a16="http://schemas.microsoft.com/office/drawing/2014/main" id="{A3C4F20F-878A-46CE-8A68-EF5731454B4A}"/>
              </a:ext>
            </a:extLst>
          </p:cNvPr>
          <p:cNvSpPr txBox="1">
            <a:spLocks/>
          </p:cNvSpPr>
          <p:nvPr/>
        </p:nvSpPr>
        <p:spPr>
          <a:xfrm>
            <a:off x="407368" y="3224455"/>
            <a:ext cx="5613136" cy="360612"/>
          </a:xfrm>
          <a:prstGeom prst="rect">
            <a:avLst/>
          </a:prstGeom>
        </p:spPr>
        <p:txBody>
          <a:bodyPr wrap="square">
            <a:spAutoFit/>
          </a:bodyPr>
          <a:lst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a:lstStyle>
          <a:p>
            <a:pPr marL="285750" indent="-285750">
              <a:spcBef>
                <a:spcPts val="800"/>
              </a:spcBef>
              <a:buFont typeface="Arial" panose="020B0604020202020204" pitchFamily="34" charset="0"/>
              <a:buChar char="•"/>
            </a:pPr>
            <a:r>
              <a:rPr lang="en-US" sz="1600" dirty="0">
                <a:latin typeface="+mj-lt"/>
              </a:rPr>
              <a:t>Oil can be buried on shorelines due to wave activity</a:t>
            </a:r>
          </a:p>
        </p:txBody>
      </p:sp>
      <p:sp>
        <p:nvSpPr>
          <p:cNvPr id="18" name="Text Placeholder 6">
            <a:extLst>
              <a:ext uri="{FF2B5EF4-FFF2-40B4-BE49-F238E27FC236}">
                <a16:creationId xmlns:a16="http://schemas.microsoft.com/office/drawing/2014/main" id="{4D26BD8A-9048-4798-AC8B-4164ABC07465}"/>
              </a:ext>
            </a:extLst>
          </p:cNvPr>
          <p:cNvSpPr txBox="1">
            <a:spLocks/>
          </p:cNvSpPr>
          <p:nvPr/>
        </p:nvSpPr>
        <p:spPr>
          <a:xfrm>
            <a:off x="407368" y="3654862"/>
            <a:ext cx="5613136" cy="360612"/>
          </a:xfrm>
          <a:prstGeom prst="rect">
            <a:avLst/>
          </a:prstGeom>
        </p:spPr>
        <p:txBody>
          <a:bodyPr wrap="square">
            <a:spAutoFit/>
          </a:bodyPr>
          <a:lst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a:lstStyle>
          <a:p>
            <a:pPr marL="285750" indent="-285750">
              <a:spcBef>
                <a:spcPts val="800"/>
              </a:spcBef>
              <a:buFont typeface="Arial" panose="020B0604020202020204" pitchFamily="34" charset="0"/>
              <a:buChar char="•"/>
            </a:pPr>
            <a:r>
              <a:rPr lang="en-US" sz="1600" dirty="0"/>
              <a:t>Influenced by beach substrate and/or storm events</a:t>
            </a:r>
          </a:p>
        </p:txBody>
      </p:sp>
      <p:sp>
        <p:nvSpPr>
          <p:cNvPr id="20" name="Text Placeholder 6">
            <a:extLst>
              <a:ext uri="{FF2B5EF4-FFF2-40B4-BE49-F238E27FC236}">
                <a16:creationId xmlns:a16="http://schemas.microsoft.com/office/drawing/2014/main" id="{E72A19D8-3E8B-4C75-B40F-DE0E9F8EC5B9}"/>
              </a:ext>
            </a:extLst>
          </p:cNvPr>
          <p:cNvSpPr txBox="1">
            <a:spLocks/>
          </p:cNvSpPr>
          <p:nvPr/>
        </p:nvSpPr>
        <p:spPr>
          <a:xfrm>
            <a:off x="407368" y="4085269"/>
            <a:ext cx="6096000" cy="656077"/>
          </a:xfrm>
          <a:prstGeom prst="rect">
            <a:avLst/>
          </a:prstGeom>
        </p:spPr>
        <p:txBody>
          <a:bodyPr wrap="square">
            <a:spAutoFit/>
          </a:bodyPr>
          <a:lst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a:lstStyle>
          <a:p>
            <a:pPr marL="285750" indent="-285750">
              <a:spcBef>
                <a:spcPts val="800"/>
              </a:spcBef>
              <a:buFont typeface="Arial" panose="020B0604020202020204" pitchFamily="34" charset="0"/>
              <a:buChar char="•"/>
            </a:pPr>
            <a:r>
              <a:rPr lang="en-US" sz="1600" dirty="0"/>
              <a:t>Oil penetrates fine sand beaches less than coarse substrate beaches – less “holes”</a:t>
            </a:r>
          </a:p>
        </p:txBody>
      </p:sp>
      <p:sp>
        <p:nvSpPr>
          <p:cNvPr id="21" name="Text Placeholder 6">
            <a:extLst>
              <a:ext uri="{FF2B5EF4-FFF2-40B4-BE49-F238E27FC236}">
                <a16:creationId xmlns:a16="http://schemas.microsoft.com/office/drawing/2014/main" id="{62C98FD4-6532-436E-869B-66291A9EE606}"/>
              </a:ext>
            </a:extLst>
          </p:cNvPr>
          <p:cNvSpPr txBox="1">
            <a:spLocks/>
          </p:cNvSpPr>
          <p:nvPr/>
        </p:nvSpPr>
        <p:spPr>
          <a:xfrm>
            <a:off x="407368" y="4811141"/>
            <a:ext cx="6096000" cy="360612"/>
          </a:xfrm>
          <a:prstGeom prst="rect">
            <a:avLst/>
          </a:prstGeom>
        </p:spPr>
        <p:txBody>
          <a:bodyPr wrap="square">
            <a:spAutoFit/>
          </a:bodyPr>
          <a:lst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a:lstStyle>
          <a:p>
            <a:pPr marL="285750" indent="-285750">
              <a:spcBef>
                <a:spcPts val="800"/>
              </a:spcBef>
              <a:buFont typeface="Arial" panose="020B0604020202020204" pitchFamily="34" charset="0"/>
              <a:buChar char="•"/>
            </a:pPr>
            <a:r>
              <a:rPr lang="en-US" sz="1600" dirty="0"/>
              <a:t>Pits and trenches needed to assess if buried oil is suspected</a:t>
            </a:r>
          </a:p>
        </p:txBody>
      </p:sp>
      <p:sp>
        <p:nvSpPr>
          <p:cNvPr id="22" name="Text Placeholder 6">
            <a:extLst>
              <a:ext uri="{FF2B5EF4-FFF2-40B4-BE49-F238E27FC236}">
                <a16:creationId xmlns:a16="http://schemas.microsoft.com/office/drawing/2014/main" id="{9B4D31E9-F39D-4D19-B159-965275AFC80C}"/>
              </a:ext>
            </a:extLst>
          </p:cNvPr>
          <p:cNvSpPr txBox="1">
            <a:spLocks/>
          </p:cNvSpPr>
          <p:nvPr/>
        </p:nvSpPr>
        <p:spPr>
          <a:xfrm>
            <a:off x="407368" y="5241549"/>
            <a:ext cx="6096000" cy="360612"/>
          </a:xfrm>
          <a:prstGeom prst="rect">
            <a:avLst/>
          </a:prstGeom>
        </p:spPr>
        <p:txBody>
          <a:bodyPr wrap="square">
            <a:spAutoFit/>
          </a:bodyPr>
          <a:lstStyle>
            <a:lvl1pPr marL="0" indent="0" algn="l" defTabSz="914400" rtl="0" eaLnBrk="1" latinLnBrk="0" hangingPunct="1">
              <a:lnSpc>
                <a:spcPct val="120000"/>
              </a:lnSpc>
              <a:spcBef>
                <a:spcPts val="600"/>
              </a:spcBef>
              <a:buFontTx/>
              <a:buNone/>
              <a:defRPr sz="1800" kern="1200">
                <a:solidFill>
                  <a:schemeClr val="accent2"/>
                </a:solidFill>
                <a:latin typeface="+mn-lt"/>
                <a:ea typeface="+mn-ea"/>
                <a:cs typeface="+mn-cs"/>
              </a:defRPr>
            </a:lvl1pPr>
            <a:lvl2pPr marL="266700" indent="-266700" algn="l" defTabSz="914400" rtl="0" eaLnBrk="1" latinLnBrk="0" hangingPunct="1">
              <a:lnSpc>
                <a:spcPct val="120000"/>
              </a:lnSpc>
              <a:spcBef>
                <a:spcPts val="600"/>
              </a:spcBef>
              <a:buFont typeface="Arial" panose="020B0604020202020204" pitchFamily="34" charset="0"/>
              <a:buChar char="•"/>
              <a:defRPr sz="1800" kern="1200">
                <a:solidFill>
                  <a:schemeClr val="accent2"/>
                </a:solidFill>
                <a:latin typeface="+mn-lt"/>
                <a:ea typeface="+mn-ea"/>
                <a:cs typeface="+mn-cs"/>
              </a:defRPr>
            </a:lvl2pPr>
            <a:lvl3pPr marL="542925" indent="-276225"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3pPr>
            <a:lvl4pPr marL="809625" indent="-266700" algn="l" defTabSz="914400" rtl="0" eaLnBrk="1" latinLnBrk="0" hangingPunct="1">
              <a:lnSpc>
                <a:spcPct val="120000"/>
              </a:lnSpc>
              <a:spcBef>
                <a:spcPts val="600"/>
              </a:spcBef>
              <a:buFont typeface="Arial" panose="020B0604020202020204" pitchFamily="34" charset="0"/>
              <a:buChar char="•"/>
              <a:defRPr sz="1600" kern="1200">
                <a:solidFill>
                  <a:schemeClr val="accent2"/>
                </a:solidFill>
                <a:latin typeface="+mn-lt"/>
                <a:ea typeface="+mn-ea"/>
                <a:cs typeface="+mn-cs"/>
              </a:defRPr>
            </a:lvl4pPr>
            <a:lvl5pPr marL="10763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5pPr>
            <a:lvl6pPr marL="1343025"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6pPr>
            <a:lvl7pPr marL="1619250" indent="-276225"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7pPr>
            <a:lvl8pPr marL="18859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8pPr>
            <a:lvl9pPr marL="2152650" indent="-266700" algn="l" defTabSz="914400" rtl="0" eaLnBrk="1" latinLnBrk="0" hangingPunct="1">
              <a:lnSpc>
                <a:spcPct val="120000"/>
              </a:lnSpc>
              <a:spcBef>
                <a:spcPts val="600"/>
              </a:spcBef>
              <a:buFont typeface="Arial" panose="020B0604020202020204" pitchFamily="34" charset="0"/>
              <a:buChar char="•"/>
              <a:defRPr sz="1400" kern="1200">
                <a:solidFill>
                  <a:schemeClr val="accent2"/>
                </a:solidFill>
                <a:latin typeface="+mn-lt"/>
                <a:ea typeface="+mn-ea"/>
                <a:cs typeface="+mn-cs"/>
              </a:defRPr>
            </a:lvl9pPr>
          </a:lstStyle>
          <a:p>
            <a:pPr marL="285750" indent="-285750">
              <a:spcBef>
                <a:spcPts val="800"/>
              </a:spcBef>
              <a:buFont typeface="Arial" panose="020B0604020202020204" pitchFamily="34" charset="0"/>
              <a:buChar char="•"/>
            </a:pPr>
            <a:r>
              <a:rPr lang="en-US" sz="1600" dirty="0"/>
              <a:t>Depth and qualitative description</a:t>
            </a:r>
          </a:p>
        </p:txBody>
      </p:sp>
    </p:spTree>
    <p:extLst>
      <p:ext uri="{BB962C8B-B14F-4D97-AF65-F5344CB8AC3E}">
        <p14:creationId xmlns:p14="http://schemas.microsoft.com/office/powerpoint/2010/main" val="201640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3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1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14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14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1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1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8" grpId="0"/>
      <p:bldP spid="20" grpId="0"/>
      <p:bldP spid="21" grpId="0"/>
      <p:bldP spid="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8F5D50-EB6B-444C-A087-4DFFC0CD6F77}"/>
              </a:ext>
            </a:extLst>
          </p:cNvPr>
          <p:cNvSpPr/>
          <p:nvPr/>
        </p:nvSpPr>
        <p:spPr bwMode="auto">
          <a:xfrm>
            <a:off x="0" y="1"/>
            <a:ext cx="12192000" cy="3428999"/>
          </a:xfrm>
          <a:prstGeom prst="rect">
            <a:avLst/>
          </a:prstGeom>
          <a:gradFill>
            <a:gsLst>
              <a:gs pos="0">
                <a:srgbClr val="002F5F">
                  <a:alpha val="5000"/>
                </a:srgbClr>
              </a:gs>
              <a:gs pos="100000">
                <a:srgbClr val="002F5F">
                  <a:alpha val="5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 name="Date Placeholder 1">
            <a:extLst>
              <a:ext uri="{FF2B5EF4-FFF2-40B4-BE49-F238E27FC236}">
                <a16:creationId xmlns:a16="http://schemas.microsoft.com/office/drawing/2014/main" id="{3022DC91-0B12-4054-8EE3-3A1C1F21732B}"/>
              </a:ext>
            </a:extLst>
          </p:cNvPr>
          <p:cNvSpPr>
            <a:spLocks noGrp="1"/>
          </p:cNvSpPr>
          <p:nvPr>
            <p:ph type="dt" sz="half" idx="10"/>
          </p:nvPr>
        </p:nvSpPr>
        <p:spPr/>
        <p:txBody>
          <a:bodyPr/>
          <a:lstStyle/>
          <a:p>
            <a:fld id="{2AFA1F38-72B0-4293-8B95-BFCFCCB04A04}" type="datetime3">
              <a:rPr lang="en-US" smtClean="0"/>
              <a:t>1 October 2026</a:t>
            </a:fld>
            <a:endParaRPr lang="en-US" dirty="0"/>
          </a:p>
        </p:txBody>
      </p:sp>
      <p:sp>
        <p:nvSpPr>
          <p:cNvPr id="4" name="Slide Number Placeholder 3">
            <a:extLst>
              <a:ext uri="{FF2B5EF4-FFF2-40B4-BE49-F238E27FC236}">
                <a16:creationId xmlns:a16="http://schemas.microsoft.com/office/drawing/2014/main" id="{D907AC59-D7DD-41E7-87F0-5704F4927E19}"/>
              </a:ext>
            </a:extLst>
          </p:cNvPr>
          <p:cNvSpPr>
            <a:spLocks noGrp="1"/>
          </p:cNvSpPr>
          <p:nvPr>
            <p:ph type="sldNum" sz="quarter" idx="12"/>
          </p:nvPr>
        </p:nvSpPr>
        <p:spPr/>
        <p:txBody>
          <a:bodyPr/>
          <a:lstStyle/>
          <a:p>
            <a:fld id="{5B16D1FE-3A35-41BA-8EBE-413702045235}" type="slidenum">
              <a:rPr lang="en-US" smtClean="0"/>
              <a:pPr/>
              <a:t>24</a:t>
            </a:fld>
            <a:endParaRPr lang="en-US" dirty="0"/>
          </a:p>
        </p:txBody>
      </p:sp>
      <p:grpSp>
        <p:nvGrpSpPr>
          <p:cNvPr id="7" name="Group 6">
            <a:extLst>
              <a:ext uri="{FF2B5EF4-FFF2-40B4-BE49-F238E27FC236}">
                <a16:creationId xmlns:a16="http://schemas.microsoft.com/office/drawing/2014/main" id="{ED37A29C-C199-4767-96D6-2E466062566E}"/>
              </a:ext>
            </a:extLst>
          </p:cNvPr>
          <p:cNvGrpSpPr/>
          <p:nvPr/>
        </p:nvGrpSpPr>
        <p:grpSpPr>
          <a:xfrm>
            <a:off x="2279576" y="404664"/>
            <a:ext cx="7632848" cy="5792786"/>
            <a:chOff x="1919536" y="260648"/>
            <a:chExt cx="8064896" cy="6120680"/>
          </a:xfrm>
        </p:grpSpPr>
        <p:sp>
          <p:nvSpPr>
            <p:cNvPr id="5" name="Rectangle 4">
              <a:extLst>
                <a:ext uri="{FF2B5EF4-FFF2-40B4-BE49-F238E27FC236}">
                  <a16:creationId xmlns:a16="http://schemas.microsoft.com/office/drawing/2014/main" id="{969A3C28-7624-47B3-A972-B98B6F60744D}"/>
                </a:ext>
              </a:extLst>
            </p:cNvPr>
            <p:cNvSpPr/>
            <p:nvPr/>
          </p:nvSpPr>
          <p:spPr bwMode="auto">
            <a:xfrm>
              <a:off x="1919536" y="260648"/>
              <a:ext cx="8064896" cy="6120680"/>
            </a:xfrm>
            <a:prstGeom prst="rect">
              <a:avLst/>
            </a:prstGeom>
            <a:solidFill>
              <a:schemeClr val="bg1"/>
            </a:solidFill>
            <a:ln>
              <a:noFill/>
            </a:ln>
            <a:effectLst>
              <a:outerShdw blurRad="63500" algn="ctr" rotWithShape="0">
                <a:prstClr val="black">
                  <a:alpha val="12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6" name="Picture 2">
              <a:extLst>
                <a:ext uri="{FF2B5EF4-FFF2-40B4-BE49-F238E27FC236}">
                  <a16:creationId xmlns:a16="http://schemas.microsoft.com/office/drawing/2014/main" id="{A279CA00-5F98-4182-A02D-32C10CC2367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063553" y="404664"/>
              <a:ext cx="7776864" cy="5832648"/>
            </a:xfrm>
            <a:prstGeom prst="rect">
              <a:avLst/>
            </a:prstGeom>
            <a:noFill/>
            <a:ln w="9525">
              <a:noFill/>
              <a:miter lim="800000"/>
              <a:headEnd/>
              <a:tailEnd/>
            </a:ln>
          </p:spPr>
        </p:pic>
      </p:grpSp>
    </p:spTree>
    <p:extLst>
      <p:ext uri="{BB962C8B-B14F-4D97-AF65-F5344CB8AC3E}">
        <p14:creationId xmlns:p14="http://schemas.microsoft.com/office/powerpoint/2010/main" val="42683392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407988" y="548680"/>
            <a:ext cx="11376024" cy="861774"/>
          </a:xfrm>
        </p:spPr>
        <p:txBody>
          <a:bodyPr wrap="square">
            <a:spAutoFit/>
          </a:bodyPr>
          <a:lstStyle/>
          <a:p>
            <a:pPr algn="ctr"/>
            <a:r>
              <a:rPr lang="en-US" sz="2800" dirty="0"/>
              <a:t>How would you divide the tidal zones to separate the oil distribution % ? </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5EDA4F28-E972-49A6-A366-1BBB9464728D}"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25</a:t>
            </a:fld>
            <a:endParaRPr lang="en-US" dirty="0"/>
          </a:p>
        </p:txBody>
      </p:sp>
      <p:sp>
        <p:nvSpPr>
          <p:cNvPr id="10" name="Rectangle 9">
            <a:extLst>
              <a:ext uri="{FF2B5EF4-FFF2-40B4-BE49-F238E27FC236}">
                <a16:creationId xmlns:a16="http://schemas.microsoft.com/office/drawing/2014/main" id="{5F1A60B0-69E2-48F4-A4EA-E7A476B09187}"/>
              </a:ext>
            </a:extLst>
          </p:cNvPr>
          <p:cNvSpPr/>
          <p:nvPr/>
        </p:nvSpPr>
        <p:spPr bwMode="auto">
          <a:xfrm>
            <a:off x="0" y="2308672"/>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1" name="Rectangle 10">
            <a:extLst>
              <a:ext uri="{FF2B5EF4-FFF2-40B4-BE49-F238E27FC236}">
                <a16:creationId xmlns:a16="http://schemas.microsoft.com/office/drawing/2014/main" id="{20ADEA09-7480-4F95-A12D-2D70D92916B1}"/>
              </a:ext>
            </a:extLst>
          </p:cNvPr>
          <p:cNvSpPr/>
          <p:nvPr/>
        </p:nvSpPr>
        <p:spPr bwMode="auto">
          <a:xfrm>
            <a:off x="1271464" y="1507494"/>
            <a:ext cx="9649072" cy="4441786"/>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12" name="Google Shape;806;p29" descr="137">
            <a:extLst>
              <a:ext uri="{FF2B5EF4-FFF2-40B4-BE49-F238E27FC236}">
                <a16:creationId xmlns:a16="http://schemas.microsoft.com/office/drawing/2014/main" id="{71F7DC85-9FCA-4792-8496-E462B30690CC}"/>
              </a:ext>
            </a:extLst>
          </p:cNvPr>
          <p:cNvPicPr preferRelativeResize="0">
            <a:picLocks/>
          </p:cNvPicPr>
          <p:nvPr/>
        </p:nvPicPr>
        <p:blipFill rotWithShape="1">
          <a:blip r:embed="rId3" cstate="email">
            <a:alphaModFix/>
            <a:extLst>
              <a:ext uri="{28A0092B-C50C-407E-A947-70E740481C1C}">
                <a14:useLocalDpi xmlns:a14="http://schemas.microsoft.com/office/drawing/2010/main"/>
              </a:ext>
            </a:extLst>
          </a:blip>
          <a:srcRect/>
          <a:stretch/>
        </p:blipFill>
        <p:spPr>
          <a:xfrm>
            <a:off x="1431341" y="1627394"/>
            <a:ext cx="9329318" cy="4201254"/>
          </a:xfrm>
          <a:prstGeom prst="rect">
            <a:avLst/>
          </a:prstGeom>
          <a:noFill/>
          <a:ln>
            <a:noFill/>
          </a:ln>
        </p:spPr>
      </p:pic>
    </p:spTree>
    <p:extLst>
      <p:ext uri="{BB962C8B-B14F-4D97-AF65-F5344CB8AC3E}">
        <p14:creationId xmlns:p14="http://schemas.microsoft.com/office/powerpoint/2010/main" val="156147092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D8E7DC-5070-42C8-A3C3-743697204175}"/>
              </a:ext>
            </a:extLst>
          </p:cNvPr>
          <p:cNvSpPr/>
          <p:nvPr/>
        </p:nvSpPr>
        <p:spPr bwMode="auto">
          <a:xfrm>
            <a:off x="0" y="0"/>
            <a:ext cx="12192000" cy="6858000"/>
          </a:xfrm>
          <a:prstGeom prst="rect">
            <a:avLst/>
          </a:prstGeom>
          <a:solidFill>
            <a:schemeClr val="accent2"/>
          </a:solidFill>
          <a:ln>
            <a:noFill/>
          </a:ln>
        </p:spPr>
        <p:txBody>
          <a:bodyPr vert="horz" wrap="square" lIns="91440" tIns="45720" rIns="91440" bIns="45720" numCol="1" rtlCol="0" anchor="t" anchorCtr="0" compatLnSpc="1">
            <a:prstTxWarp prst="textNoShape">
              <a:avLst/>
            </a:prstTxWarp>
          </a:bodyPr>
          <a:lstStyle/>
          <a:p>
            <a:pPr algn="ctr"/>
            <a:endParaRPr lang="en-US"/>
          </a:p>
        </p:txBody>
      </p:sp>
      <p:pic>
        <p:nvPicPr>
          <p:cNvPr id="4" name="Google Shape;814;p30" descr="137">
            <a:extLst>
              <a:ext uri="{FF2B5EF4-FFF2-40B4-BE49-F238E27FC236}">
                <a16:creationId xmlns:a16="http://schemas.microsoft.com/office/drawing/2014/main" id="{598B7853-421D-4738-9943-D07FE1E3E76B}"/>
              </a:ext>
            </a:extLst>
          </p:cNvPr>
          <p:cNvPicPr preferRelativeResize="0">
            <a:picLocks/>
          </p:cNvPicPr>
          <p:nvPr/>
        </p:nvPicPr>
        <p:blipFill rotWithShape="1">
          <a:blip r:embed="rId3" cstate="email">
            <a:alphaModFix/>
            <a:extLst>
              <a:ext uri="{28A0092B-C50C-407E-A947-70E740481C1C}">
                <a14:useLocalDpi xmlns:a14="http://schemas.microsoft.com/office/drawing/2010/main"/>
              </a:ext>
            </a:extLst>
          </a:blip>
          <a:srcRect/>
          <a:stretch/>
        </p:blipFill>
        <p:spPr>
          <a:xfrm>
            <a:off x="478601" y="480679"/>
            <a:ext cx="11234798" cy="5896642"/>
          </a:xfrm>
          <a:prstGeom prst="rect">
            <a:avLst/>
          </a:prstGeom>
          <a:noFill/>
          <a:ln w="25400">
            <a:solidFill>
              <a:schemeClr val="bg1"/>
            </a:solidFill>
          </a:ln>
        </p:spPr>
      </p:pic>
      <p:cxnSp>
        <p:nvCxnSpPr>
          <p:cNvPr id="45" name="Straight Connector 44">
            <a:extLst>
              <a:ext uri="{FF2B5EF4-FFF2-40B4-BE49-F238E27FC236}">
                <a16:creationId xmlns:a16="http://schemas.microsoft.com/office/drawing/2014/main" id="{3C7F1164-FF7A-4E7F-A854-91578B3683A5}"/>
              </a:ext>
            </a:extLst>
          </p:cNvPr>
          <p:cNvCxnSpPr/>
          <p:nvPr/>
        </p:nvCxnSpPr>
        <p:spPr>
          <a:xfrm flipH="1">
            <a:off x="457200" y="1340768"/>
            <a:ext cx="2758480" cy="3600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22AC9DE-38AB-46B5-A7AB-E232CEC67E65}"/>
              </a:ext>
            </a:extLst>
          </p:cNvPr>
          <p:cNvCxnSpPr>
            <a:cxnSpLocks/>
          </p:cNvCxnSpPr>
          <p:nvPr/>
        </p:nvCxnSpPr>
        <p:spPr>
          <a:xfrm>
            <a:off x="4013279" y="1556792"/>
            <a:ext cx="570553" cy="4820529"/>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4802879-9B64-42BB-9B94-E9A565EB8EC2}"/>
              </a:ext>
            </a:extLst>
          </p:cNvPr>
          <p:cNvCxnSpPr>
            <a:cxnSpLocks/>
          </p:cNvCxnSpPr>
          <p:nvPr/>
        </p:nvCxnSpPr>
        <p:spPr>
          <a:xfrm>
            <a:off x="5208657" y="1844824"/>
            <a:ext cx="5423847" cy="446449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A87F7A94-89C2-40A2-9B4A-89E87FC4C475}"/>
              </a:ext>
            </a:extLst>
          </p:cNvPr>
          <p:cNvGrpSpPr/>
          <p:nvPr/>
        </p:nvGrpSpPr>
        <p:grpSpPr>
          <a:xfrm>
            <a:off x="8963623" y="3410403"/>
            <a:ext cx="824690" cy="827174"/>
            <a:chOff x="8306610" y="2915185"/>
            <a:chExt cx="824690" cy="827174"/>
          </a:xfrm>
        </p:grpSpPr>
        <p:sp>
          <p:nvSpPr>
            <p:cNvPr id="53" name="Rectangle: Rounded Corners 52">
              <a:extLst>
                <a:ext uri="{FF2B5EF4-FFF2-40B4-BE49-F238E27FC236}">
                  <a16:creationId xmlns:a16="http://schemas.microsoft.com/office/drawing/2014/main" id="{8FCC6A34-2A16-4857-B996-E781310556C1}"/>
                </a:ext>
              </a:extLst>
            </p:cNvPr>
            <p:cNvSpPr/>
            <p:nvPr/>
          </p:nvSpPr>
          <p:spPr bwMode="auto">
            <a:xfrm>
              <a:off x="8306610" y="2915185"/>
              <a:ext cx="824690" cy="827174"/>
            </a:xfrm>
            <a:prstGeom prst="roundRect">
              <a:avLst>
                <a:gd name="adj" fmla="val 10298"/>
              </a:avLst>
            </a:prstGeom>
            <a:solidFill>
              <a:schemeClr val="accent2">
                <a:alpha val="6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54" name="TextBox 53">
              <a:extLst>
                <a:ext uri="{FF2B5EF4-FFF2-40B4-BE49-F238E27FC236}">
                  <a16:creationId xmlns:a16="http://schemas.microsoft.com/office/drawing/2014/main" id="{1BCD02E1-1846-4120-8965-FA68B4AA73B3}"/>
                </a:ext>
              </a:extLst>
            </p:cNvPr>
            <p:cNvSpPr txBox="1"/>
            <p:nvPr/>
          </p:nvSpPr>
          <p:spPr>
            <a:xfrm>
              <a:off x="8459910" y="3005607"/>
              <a:ext cx="518091" cy="646331"/>
            </a:xfrm>
            <a:prstGeom prst="rect">
              <a:avLst/>
            </a:prstGeom>
            <a:noFill/>
          </p:spPr>
          <p:txBody>
            <a:bodyPr wrap="none" rtlCol="0">
              <a:spAutoFit/>
            </a:bodyPr>
            <a:lstStyle/>
            <a:p>
              <a:pPr algn="ctr"/>
              <a:r>
                <a:rPr lang="en-US" sz="3600" b="1" dirty="0">
                  <a:solidFill>
                    <a:schemeClr val="bg1"/>
                  </a:solidFill>
                </a:rPr>
                <a:t>A</a:t>
              </a:r>
            </a:p>
          </p:txBody>
        </p:sp>
      </p:grpSp>
      <p:grpSp>
        <p:nvGrpSpPr>
          <p:cNvPr id="56" name="Group 55">
            <a:extLst>
              <a:ext uri="{FF2B5EF4-FFF2-40B4-BE49-F238E27FC236}">
                <a16:creationId xmlns:a16="http://schemas.microsoft.com/office/drawing/2014/main" id="{52B24693-0BB8-4943-88D9-2E838E8893ED}"/>
              </a:ext>
            </a:extLst>
          </p:cNvPr>
          <p:cNvGrpSpPr/>
          <p:nvPr/>
        </p:nvGrpSpPr>
        <p:grpSpPr>
          <a:xfrm>
            <a:off x="5567242" y="3410403"/>
            <a:ext cx="824690" cy="827174"/>
            <a:chOff x="8306610" y="2915185"/>
            <a:chExt cx="824690" cy="827174"/>
          </a:xfrm>
        </p:grpSpPr>
        <p:sp>
          <p:nvSpPr>
            <p:cNvPr id="57" name="Rectangle: Rounded Corners 56">
              <a:extLst>
                <a:ext uri="{FF2B5EF4-FFF2-40B4-BE49-F238E27FC236}">
                  <a16:creationId xmlns:a16="http://schemas.microsoft.com/office/drawing/2014/main" id="{A5AAEA11-AB93-4D8C-B51E-146722E60642}"/>
                </a:ext>
              </a:extLst>
            </p:cNvPr>
            <p:cNvSpPr/>
            <p:nvPr/>
          </p:nvSpPr>
          <p:spPr bwMode="auto">
            <a:xfrm>
              <a:off x="8306610" y="2915185"/>
              <a:ext cx="824690" cy="827174"/>
            </a:xfrm>
            <a:prstGeom prst="roundRect">
              <a:avLst>
                <a:gd name="adj" fmla="val 10298"/>
              </a:avLst>
            </a:prstGeom>
            <a:solidFill>
              <a:schemeClr val="accent2">
                <a:alpha val="6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58" name="TextBox 57">
              <a:extLst>
                <a:ext uri="{FF2B5EF4-FFF2-40B4-BE49-F238E27FC236}">
                  <a16:creationId xmlns:a16="http://schemas.microsoft.com/office/drawing/2014/main" id="{19339811-E63D-403F-91F7-CB9C7759C787}"/>
                </a:ext>
              </a:extLst>
            </p:cNvPr>
            <p:cNvSpPr txBox="1"/>
            <p:nvPr/>
          </p:nvSpPr>
          <p:spPr>
            <a:xfrm>
              <a:off x="8459910" y="3005607"/>
              <a:ext cx="518091" cy="646331"/>
            </a:xfrm>
            <a:prstGeom prst="rect">
              <a:avLst/>
            </a:prstGeom>
            <a:noFill/>
          </p:spPr>
          <p:txBody>
            <a:bodyPr wrap="none" rtlCol="0">
              <a:spAutoFit/>
            </a:bodyPr>
            <a:lstStyle/>
            <a:p>
              <a:pPr algn="ctr"/>
              <a:r>
                <a:rPr lang="en-US" sz="3600" b="1" dirty="0">
                  <a:solidFill>
                    <a:schemeClr val="bg1"/>
                  </a:solidFill>
                </a:rPr>
                <a:t>B</a:t>
              </a:r>
            </a:p>
          </p:txBody>
        </p:sp>
      </p:grpSp>
      <p:grpSp>
        <p:nvGrpSpPr>
          <p:cNvPr id="59" name="Group 58">
            <a:extLst>
              <a:ext uri="{FF2B5EF4-FFF2-40B4-BE49-F238E27FC236}">
                <a16:creationId xmlns:a16="http://schemas.microsoft.com/office/drawing/2014/main" id="{BC5426A9-566C-4543-89D3-4996BF7252CD}"/>
              </a:ext>
            </a:extLst>
          </p:cNvPr>
          <p:cNvGrpSpPr/>
          <p:nvPr/>
        </p:nvGrpSpPr>
        <p:grpSpPr>
          <a:xfrm>
            <a:off x="2816032" y="3410403"/>
            <a:ext cx="824690" cy="827174"/>
            <a:chOff x="8306610" y="2915185"/>
            <a:chExt cx="824690" cy="827174"/>
          </a:xfrm>
        </p:grpSpPr>
        <p:sp>
          <p:nvSpPr>
            <p:cNvPr id="60" name="Rectangle: Rounded Corners 59">
              <a:extLst>
                <a:ext uri="{FF2B5EF4-FFF2-40B4-BE49-F238E27FC236}">
                  <a16:creationId xmlns:a16="http://schemas.microsoft.com/office/drawing/2014/main" id="{5944310B-9714-4F15-B330-7FE0549F93A0}"/>
                </a:ext>
              </a:extLst>
            </p:cNvPr>
            <p:cNvSpPr/>
            <p:nvPr/>
          </p:nvSpPr>
          <p:spPr bwMode="auto">
            <a:xfrm>
              <a:off x="8306610" y="2915185"/>
              <a:ext cx="824690" cy="827174"/>
            </a:xfrm>
            <a:prstGeom prst="roundRect">
              <a:avLst>
                <a:gd name="adj" fmla="val 10298"/>
              </a:avLst>
            </a:prstGeom>
            <a:solidFill>
              <a:schemeClr val="accent2">
                <a:alpha val="6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61" name="TextBox 60">
              <a:extLst>
                <a:ext uri="{FF2B5EF4-FFF2-40B4-BE49-F238E27FC236}">
                  <a16:creationId xmlns:a16="http://schemas.microsoft.com/office/drawing/2014/main" id="{B7402E71-78F2-4FBE-B728-0C35B6ADD1AF}"/>
                </a:ext>
              </a:extLst>
            </p:cNvPr>
            <p:cNvSpPr txBox="1"/>
            <p:nvPr/>
          </p:nvSpPr>
          <p:spPr>
            <a:xfrm>
              <a:off x="8459910" y="3005607"/>
              <a:ext cx="518091" cy="646331"/>
            </a:xfrm>
            <a:prstGeom prst="rect">
              <a:avLst/>
            </a:prstGeom>
            <a:noFill/>
          </p:spPr>
          <p:txBody>
            <a:bodyPr wrap="none" rtlCol="0">
              <a:spAutoFit/>
            </a:bodyPr>
            <a:lstStyle/>
            <a:p>
              <a:pPr algn="ctr"/>
              <a:r>
                <a:rPr lang="en-US" sz="3600" b="1" dirty="0">
                  <a:solidFill>
                    <a:schemeClr val="bg1"/>
                  </a:solidFill>
                </a:rPr>
                <a:t>C</a:t>
              </a:r>
            </a:p>
          </p:txBody>
        </p:sp>
      </p:grpSp>
      <p:grpSp>
        <p:nvGrpSpPr>
          <p:cNvPr id="62" name="Group 61">
            <a:extLst>
              <a:ext uri="{FF2B5EF4-FFF2-40B4-BE49-F238E27FC236}">
                <a16:creationId xmlns:a16="http://schemas.microsoft.com/office/drawing/2014/main" id="{C0E4EB80-48D2-4F32-88E1-D1A2BC042AD5}"/>
              </a:ext>
            </a:extLst>
          </p:cNvPr>
          <p:cNvGrpSpPr/>
          <p:nvPr/>
        </p:nvGrpSpPr>
        <p:grpSpPr>
          <a:xfrm>
            <a:off x="1008905" y="1844824"/>
            <a:ext cx="824690" cy="827174"/>
            <a:chOff x="8306610" y="2915185"/>
            <a:chExt cx="824690" cy="827174"/>
          </a:xfrm>
        </p:grpSpPr>
        <p:sp>
          <p:nvSpPr>
            <p:cNvPr id="63" name="Rectangle: Rounded Corners 62">
              <a:extLst>
                <a:ext uri="{FF2B5EF4-FFF2-40B4-BE49-F238E27FC236}">
                  <a16:creationId xmlns:a16="http://schemas.microsoft.com/office/drawing/2014/main" id="{07058C00-1F2D-4E98-81F9-B0CBC13B3B1F}"/>
                </a:ext>
              </a:extLst>
            </p:cNvPr>
            <p:cNvSpPr/>
            <p:nvPr/>
          </p:nvSpPr>
          <p:spPr bwMode="auto">
            <a:xfrm>
              <a:off x="8306610" y="2915185"/>
              <a:ext cx="824690" cy="827174"/>
            </a:xfrm>
            <a:prstGeom prst="roundRect">
              <a:avLst>
                <a:gd name="adj" fmla="val 10298"/>
              </a:avLst>
            </a:prstGeom>
            <a:solidFill>
              <a:schemeClr val="accent2">
                <a:alpha val="60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64" name="TextBox 63">
              <a:extLst>
                <a:ext uri="{FF2B5EF4-FFF2-40B4-BE49-F238E27FC236}">
                  <a16:creationId xmlns:a16="http://schemas.microsoft.com/office/drawing/2014/main" id="{2940881F-CD06-4E7A-B307-DD45935D861B}"/>
                </a:ext>
              </a:extLst>
            </p:cNvPr>
            <p:cNvSpPr txBox="1"/>
            <p:nvPr/>
          </p:nvSpPr>
          <p:spPr>
            <a:xfrm>
              <a:off x="8459910" y="3005607"/>
              <a:ext cx="518091" cy="646331"/>
            </a:xfrm>
            <a:prstGeom prst="rect">
              <a:avLst/>
            </a:prstGeom>
            <a:noFill/>
          </p:spPr>
          <p:txBody>
            <a:bodyPr wrap="none" rtlCol="0">
              <a:spAutoFit/>
            </a:bodyPr>
            <a:lstStyle/>
            <a:p>
              <a:pPr algn="ctr"/>
              <a:r>
                <a:rPr lang="en-US" sz="3600" b="1" dirty="0">
                  <a:solidFill>
                    <a:schemeClr val="bg1"/>
                  </a:solidFill>
                </a:rPr>
                <a:t>D</a:t>
              </a:r>
            </a:p>
          </p:txBody>
        </p:sp>
      </p:grpSp>
      <p:sp>
        <p:nvSpPr>
          <p:cNvPr id="3" name="Date Placeholder 2">
            <a:extLst>
              <a:ext uri="{FF2B5EF4-FFF2-40B4-BE49-F238E27FC236}">
                <a16:creationId xmlns:a16="http://schemas.microsoft.com/office/drawing/2014/main" id="{AC89EFCB-5B9A-4234-ACA1-C8FCBA5CD819}"/>
              </a:ext>
            </a:extLst>
          </p:cNvPr>
          <p:cNvSpPr>
            <a:spLocks noGrp="1"/>
          </p:cNvSpPr>
          <p:nvPr>
            <p:ph type="dt" sz="half" idx="10"/>
          </p:nvPr>
        </p:nvSpPr>
        <p:spPr/>
        <p:txBody>
          <a:bodyPr/>
          <a:lstStyle/>
          <a:p>
            <a:fld id="{81307EAD-23F3-4F3A-AC39-091B3A0530F6}" type="datetime3">
              <a:rPr lang="en-US" smtClean="0"/>
              <a:t>1 October 2026</a:t>
            </a:fld>
            <a:endParaRPr lang="en-US" dirty="0"/>
          </a:p>
        </p:txBody>
      </p:sp>
      <p:sp>
        <p:nvSpPr>
          <p:cNvPr id="5" name="Slide Number Placeholder 4">
            <a:extLst>
              <a:ext uri="{FF2B5EF4-FFF2-40B4-BE49-F238E27FC236}">
                <a16:creationId xmlns:a16="http://schemas.microsoft.com/office/drawing/2014/main" id="{7E1294BF-D0B7-46B1-9C11-1135CC6FE0C6}"/>
              </a:ext>
            </a:extLst>
          </p:cNvPr>
          <p:cNvSpPr>
            <a:spLocks noGrp="1"/>
          </p:cNvSpPr>
          <p:nvPr>
            <p:ph type="sldNum" sz="quarter" idx="12"/>
          </p:nvPr>
        </p:nvSpPr>
        <p:spPr/>
        <p:txBody>
          <a:bodyPr/>
          <a:lstStyle/>
          <a:p>
            <a:fld id="{5B16D1FE-3A35-41BA-8EBE-413702045235}" type="slidenum">
              <a:rPr lang="en-US" smtClean="0"/>
              <a:pPr/>
              <a:t>26</a:t>
            </a:fld>
            <a:endParaRPr lang="en-US" dirty="0"/>
          </a:p>
        </p:txBody>
      </p:sp>
    </p:spTree>
    <p:extLst>
      <p:ext uri="{BB962C8B-B14F-4D97-AF65-F5344CB8AC3E}">
        <p14:creationId xmlns:p14="http://schemas.microsoft.com/office/powerpoint/2010/main" val="273484747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41B44FA-53A5-4A9B-AD99-E0D6C5E31D4E}"/>
              </a:ext>
            </a:extLst>
          </p:cNvPr>
          <p:cNvSpPr>
            <a:spLocks noGrp="1"/>
          </p:cNvSpPr>
          <p:nvPr>
            <p:ph type="title"/>
          </p:nvPr>
        </p:nvSpPr>
        <p:spPr>
          <a:xfrm>
            <a:off x="0" y="548680"/>
            <a:ext cx="12192000" cy="492443"/>
          </a:xfrm>
        </p:spPr>
        <p:txBody>
          <a:bodyPr wrap="square">
            <a:spAutoFit/>
          </a:bodyPr>
          <a:lstStyle/>
          <a:p>
            <a:pPr algn="ctr"/>
            <a:r>
              <a:rPr lang="sv-SE" dirty="0"/>
              <a:t>Section 7 - Sub Surface Oiling</a:t>
            </a:r>
          </a:p>
        </p:txBody>
      </p:sp>
      <p:sp>
        <p:nvSpPr>
          <p:cNvPr id="6" name="Date Placeholder 5">
            <a:extLst>
              <a:ext uri="{FF2B5EF4-FFF2-40B4-BE49-F238E27FC236}">
                <a16:creationId xmlns:a16="http://schemas.microsoft.com/office/drawing/2014/main" id="{255F034A-B3D6-4460-AF95-FA6F24DCDCB3}"/>
              </a:ext>
            </a:extLst>
          </p:cNvPr>
          <p:cNvSpPr>
            <a:spLocks noGrp="1"/>
          </p:cNvSpPr>
          <p:nvPr>
            <p:ph type="dt" sz="half" idx="10"/>
          </p:nvPr>
        </p:nvSpPr>
        <p:spPr/>
        <p:txBody>
          <a:bodyPr/>
          <a:lstStyle/>
          <a:p>
            <a:fld id="{F6AF3CBD-2173-4824-9D04-E167D737AF28}" type="datetime3">
              <a:rPr lang="en-US" smtClean="0"/>
              <a:t>1 October 2026</a:t>
            </a:fld>
            <a:endParaRPr lang="en-US" dirty="0"/>
          </a:p>
        </p:txBody>
      </p:sp>
      <p:sp>
        <p:nvSpPr>
          <p:cNvPr id="8" name="Slide Number Placeholder 7">
            <a:extLst>
              <a:ext uri="{FF2B5EF4-FFF2-40B4-BE49-F238E27FC236}">
                <a16:creationId xmlns:a16="http://schemas.microsoft.com/office/drawing/2014/main" id="{6A65E1A4-5976-4CCE-B6A3-3FC637D17BD7}"/>
              </a:ext>
            </a:extLst>
          </p:cNvPr>
          <p:cNvSpPr>
            <a:spLocks noGrp="1"/>
          </p:cNvSpPr>
          <p:nvPr>
            <p:ph type="sldNum" sz="quarter" idx="12"/>
          </p:nvPr>
        </p:nvSpPr>
        <p:spPr/>
        <p:txBody>
          <a:bodyPr/>
          <a:lstStyle/>
          <a:p>
            <a:fld id="{5B16D1FE-3A35-41BA-8EBE-413702045235}" type="slidenum">
              <a:rPr lang="en-US" smtClean="0"/>
              <a:pPr/>
              <a:t>27</a:t>
            </a:fld>
            <a:endParaRPr lang="en-US" dirty="0"/>
          </a:p>
        </p:txBody>
      </p:sp>
      <p:sp>
        <p:nvSpPr>
          <p:cNvPr id="10" name="Rectangle 9">
            <a:extLst>
              <a:ext uri="{FF2B5EF4-FFF2-40B4-BE49-F238E27FC236}">
                <a16:creationId xmlns:a16="http://schemas.microsoft.com/office/drawing/2014/main" id="{5F1A60B0-69E2-48F4-A4EA-E7A476B09187}"/>
              </a:ext>
            </a:extLst>
          </p:cNvPr>
          <p:cNvSpPr/>
          <p:nvPr/>
        </p:nvSpPr>
        <p:spPr bwMode="auto">
          <a:xfrm>
            <a:off x="0" y="2261327"/>
            <a:ext cx="12192000" cy="2880469"/>
          </a:xfrm>
          <a:prstGeom prst="rect">
            <a:avLst/>
          </a:prstGeom>
          <a:gradFill>
            <a:gsLst>
              <a:gs pos="0">
                <a:srgbClr val="002F5F">
                  <a:alpha val="10000"/>
                </a:srgbClr>
              </a:gs>
              <a:gs pos="50000">
                <a:srgbClr val="002F5F">
                  <a:alpha val="0"/>
                </a:srgbClr>
              </a:gs>
              <a:gs pos="100000">
                <a:srgbClr val="002F5F">
                  <a:alpha val="10000"/>
                </a:srgbClr>
              </a:gs>
            </a:gsLst>
            <a:lin ang="0" scaled="1"/>
          </a:gra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11" name="Rectangle 10">
            <a:extLst>
              <a:ext uri="{FF2B5EF4-FFF2-40B4-BE49-F238E27FC236}">
                <a16:creationId xmlns:a16="http://schemas.microsoft.com/office/drawing/2014/main" id="{20ADEA09-7480-4F95-A12D-2D70D92916B1}"/>
              </a:ext>
            </a:extLst>
          </p:cNvPr>
          <p:cNvSpPr/>
          <p:nvPr/>
        </p:nvSpPr>
        <p:spPr bwMode="auto">
          <a:xfrm>
            <a:off x="1664677" y="1396511"/>
            <a:ext cx="8862646" cy="4523642"/>
          </a:xfrm>
          <a:prstGeom prst="rect">
            <a:avLst/>
          </a:prstGeom>
          <a:solidFill>
            <a:schemeClr val="bg1"/>
          </a:solidFill>
          <a:ln>
            <a:noFill/>
          </a:ln>
          <a:effectLst>
            <a:outerShdw blurRad="317500" sx="102000" sy="102000" algn="ctr" rotWithShape="0">
              <a:prstClr val="black">
                <a:alpha val="4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pic>
        <p:nvPicPr>
          <p:cNvPr id="14" name="Google Shape;582;p6">
            <a:extLst>
              <a:ext uri="{FF2B5EF4-FFF2-40B4-BE49-F238E27FC236}">
                <a16:creationId xmlns:a16="http://schemas.microsoft.com/office/drawing/2014/main" id="{B26A9936-2DD1-4DD4-ACB7-9F5CE7A3A587}"/>
              </a:ext>
            </a:extLst>
          </p:cNvPr>
          <p:cNvPicPr preferRelativeResize="0"/>
          <p:nvPr/>
        </p:nvPicPr>
        <p:blipFill rotWithShape="1">
          <a:blip r:embed="rId3" cstate="email">
            <a:extLst>
              <a:ext uri="{28A0092B-C50C-407E-A947-70E740481C1C}">
                <a14:useLocalDpi xmlns:a14="http://schemas.microsoft.com/office/drawing/2010/main"/>
              </a:ext>
            </a:extLst>
          </a:blip>
          <a:srcRect/>
          <a:stretch/>
        </p:blipFill>
        <p:spPr>
          <a:xfrm>
            <a:off x="1811524" y="1518626"/>
            <a:ext cx="8568952" cy="4252132"/>
          </a:xfrm>
          <a:prstGeom prst="rect">
            <a:avLst/>
          </a:prstGeom>
          <a:noFill/>
          <a:ln>
            <a:noFill/>
          </a:ln>
        </p:spPr>
      </p:pic>
    </p:spTree>
    <p:extLst>
      <p:ext uri="{BB962C8B-B14F-4D97-AF65-F5344CB8AC3E}">
        <p14:creationId xmlns:p14="http://schemas.microsoft.com/office/powerpoint/2010/main" val="72089500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7" name="Rectangle 6">
            <a:extLst>
              <a:ext uri="{FF2B5EF4-FFF2-40B4-BE49-F238E27FC236}">
                <a16:creationId xmlns:a16="http://schemas.microsoft.com/office/drawing/2014/main" id="{FA6756D9-8E76-495E-8FAB-5D0982EA1211}"/>
              </a:ext>
            </a:extLst>
          </p:cNvPr>
          <p:cNvSpPr/>
          <p:nvPr/>
        </p:nvSpPr>
        <p:spPr bwMode="auto">
          <a:xfrm>
            <a:off x="479376" y="548680"/>
            <a:ext cx="4967932" cy="5692137"/>
          </a:xfrm>
          <a:prstGeom prst="rect">
            <a:avLst/>
          </a:prstGeom>
          <a:solidFill>
            <a:schemeClr val="bg1"/>
          </a:solidFill>
          <a:ln>
            <a:noFill/>
          </a:ln>
          <a:effectLst>
            <a:outerShdw blurRad="127000" algn="ctr" rotWithShape="0">
              <a:prstClr val="black">
                <a:alpha val="5000"/>
              </a:prstClr>
            </a:outerShdw>
          </a:effectLst>
        </p:spPr>
        <p:txBody>
          <a:bodyPr vert="horz" wrap="square" lIns="91440" tIns="45720" rIns="91440" bIns="45720" numCol="1" rtlCol="0" anchor="t" anchorCtr="0" compatLnSpc="1">
            <a:prstTxWarp prst="textNoShape">
              <a:avLst/>
            </a:prstTxWarp>
          </a:bodyPr>
          <a:lstStyle/>
          <a:p>
            <a:pPr algn="ctr"/>
            <a:endParaRPr lang="en-US"/>
          </a:p>
        </p:txBody>
      </p:sp>
      <p:sp>
        <p:nvSpPr>
          <p:cNvPr id="8" name="Rectangle 7">
            <a:extLst>
              <a:ext uri="{FF2B5EF4-FFF2-40B4-BE49-F238E27FC236}">
                <a16:creationId xmlns:a16="http://schemas.microsoft.com/office/drawing/2014/main" id="{E1A26DB0-B86E-4E68-88B7-395903AAD63C}"/>
              </a:ext>
            </a:extLst>
          </p:cNvPr>
          <p:cNvSpPr/>
          <p:nvPr/>
        </p:nvSpPr>
        <p:spPr bwMode="auto">
          <a:xfrm>
            <a:off x="575128" y="658390"/>
            <a:ext cx="4776427" cy="5472717"/>
          </a:xfrm>
          <a:prstGeom prst="rect">
            <a:avLst/>
          </a:prstGeom>
          <a:blipFill>
            <a:blip r:embed="rId3" cstate="email">
              <a:extLst>
                <a:ext uri="{28A0092B-C50C-407E-A947-70E740481C1C}">
                  <a14:useLocalDpi xmlns:a14="http://schemas.microsoft.com/office/drawing/2010/main"/>
                </a:ext>
              </a:extLst>
            </a:blip>
            <a:srcRect/>
            <a:stretch>
              <a:fillRect/>
            </a:stretch>
          </a:blip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9" name="Date Placeholder 5">
            <a:extLst>
              <a:ext uri="{FF2B5EF4-FFF2-40B4-BE49-F238E27FC236}">
                <a16:creationId xmlns:a16="http://schemas.microsoft.com/office/drawing/2014/main" id="{3D6C8962-FF20-4FE1-BBB1-3FAD40FE6E5E}"/>
              </a:ext>
            </a:extLst>
          </p:cNvPr>
          <p:cNvSpPr>
            <a:spLocks noGrp="1"/>
          </p:cNvSpPr>
          <p:nvPr>
            <p:ph type="dt" sz="half" idx="10"/>
          </p:nvPr>
        </p:nvSpPr>
        <p:spPr>
          <a:xfrm>
            <a:off x="911424" y="6381328"/>
            <a:ext cx="1224136" cy="143296"/>
          </a:xfrm>
        </p:spPr>
        <p:txBody>
          <a:bodyPr/>
          <a:lstStyle/>
          <a:p>
            <a:fld id="{3C0337EE-9720-451D-BD13-7256EF8F5758}" type="datetime3">
              <a:rPr lang="en-US" smtClean="0">
                <a:solidFill>
                  <a:srgbClr val="002F5F"/>
                </a:solidFill>
              </a:rPr>
              <a:t>1 October 2026</a:t>
            </a:fld>
            <a:endParaRPr lang="en-US" dirty="0">
              <a:solidFill>
                <a:srgbClr val="002F5F"/>
              </a:solidFill>
            </a:endParaRPr>
          </a:p>
        </p:txBody>
      </p:sp>
      <p:sp>
        <p:nvSpPr>
          <p:cNvPr id="10" name="Slide Number Placeholder 7">
            <a:extLst>
              <a:ext uri="{FF2B5EF4-FFF2-40B4-BE49-F238E27FC236}">
                <a16:creationId xmlns:a16="http://schemas.microsoft.com/office/drawing/2014/main" id="{31639DA2-623C-4BF5-9BD4-F9791839415E}"/>
              </a:ext>
            </a:extLst>
          </p:cNvPr>
          <p:cNvSpPr>
            <a:spLocks noGrp="1"/>
          </p:cNvSpPr>
          <p:nvPr>
            <p:ph type="sldNum" sz="quarter" idx="12"/>
          </p:nvPr>
        </p:nvSpPr>
        <p:spPr>
          <a:xfrm flipH="1">
            <a:off x="407988" y="6381328"/>
            <a:ext cx="359420" cy="143296"/>
          </a:xfrm>
        </p:spPr>
        <p:txBody>
          <a:bodyPr/>
          <a:lstStyle/>
          <a:p>
            <a:fld id="{5B16D1FE-3A35-41BA-8EBE-413702045235}" type="slidenum">
              <a:rPr lang="en-US" smtClean="0">
                <a:solidFill>
                  <a:srgbClr val="002F5F"/>
                </a:solidFill>
              </a:rPr>
              <a:pPr/>
              <a:t>28</a:t>
            </a:fld>
            <a:endParaRPr lang="en-US" dirty="0">
              <a:solidFill>
                <a:srgbClr val="002F5F"/>
              </a:solidFill>
            </a:endParaRPr>
          </a:p>
        </p:txBody>
      </p:sp>
      <p:sp>
        <p:nvSpPr>
          <p:cNvPr id="2" name="Rectangle 1">
            <a:extLst>
              <a:ext uri="{FF2B5EF4-FFF2-40B4-BE49-F238E27FC236}">
                <a16:creationId xmlns:a16="http://schemas.microsoft.com/office/drawing/2014/main" id="{A70474EC-99D4-4A9D-847B-1057F94C122A}"/>
              </a:ext>
            </a:extLst>
          </p:cNvPr>
          <p:cNvSpPr/>
          <p:nvPr/>
        </p:nvSpPr>
        <p:spPr bwMode="auto">
          <a:xfrm>
            <a:off x="5591944" y="548680"/>
            <a:ext cx="6024928" cy="3311773"/>
          </a:xfrm>
          <a:prstGeom prst="rect">
            <a:avLst/>
          </a:prstGeom>
          <a:solidFill>
            <a:schemeClr val="bg1"/>
          </a:solidFill>
          <a:ln>
            <a:noFill/>
          </a:ln>
          <a:effectLst>
            <a:outerShdw blurRad="127000" algn="ctr" rotWithShape="0">
              <a:prstClr val="black">
                <a:alpha val="5000"/>
              </a:prstClr>
            </a:outerShdw>
          </a:effectLst>
        </p:spPr>
        <p:txBody>
          <a:bodyPr vert="horz" wrap="square" lIns="91440" tIns="45720" rIns="91440" bIns="45720" numCol="1" rtlCol="0" anchor="t" anchorCtr="0" compatLnSpc="1">
            <a:prstTxWarp prst="textNoShape">
              <a:avLst/>
            </a:prstTxWarp>
          </a:bodyPr>
          <a:lstStyle/>
          <a:p>
            <a:pPr algn="ctr"/>
            <a:endParaRPr lang="en-US" dirty="0"/>
          </a:p>
        </p:txBody>
      </p:sp>
      <p:sp>
        <p:nvSpPr>
          <p:cNvPr id="12" name="Rectangle 11">
            <a:extLst>
              <a:ext uri="{FF2B5EF4-FFF2-40B4-BE49-F238E27FC236}">
                <a16:creationId xmlns:a16="http://schemas.microsoft.com/office/drawing/2014/main" id="{9AD16664-0CF5-4193-8AE5-318CF4485A9C}"/>
              </a:ext>
            </a:extLst>
          </p:cNvPr>
          <p:cNvSpPr/>
          <p:nvPr/>
        </p:nvSpPr>
        <p:spPr bwMode="auto">
          <a:xfrm>
            <a:off x="5591944" y="4005064"/>
            <a:ext cx="6024928" cy="2126043"/>
          </a:xfrm>
          <a:prstGeom prst="rect">
            <a:avLst/>
          </a:prstGeom>
          <a:blipFill>
            <a:blip r:embed="rId4" cstate="email">
              <a:extLst>
                <a:ext uri="{28A0092B-C50C-407E-A947-70E740481C1C}">
                  <a14:useLocalDpi xmlns:a14="http://schemas.microsoft.com/office/drawing/2010/main"/>
                </a:ext>
              </a:extLst>
            </a:blip>
            <a:srcRect/>
            <a:stretch>
              <a:fillRect/>
            </a:stretch>
          </a:blipFill>
          <a:ln>
            <a:noFill/>
          </a:ln>
        </p:spPr>
        <p:txBody>
          <a:bodyPr vert="horz" wrap="square" lIns="91440" tIns="45720" rIns="91440" bIns="45720" numCol="1" rtlCol="0" anchor="t" anchorCtr="0" compatLnSpc="1">
            <a:prstTxWarp prst="textNoShape">
              <a:avLst/>
            </a:prstTxWarp>
          </a:bodyPr>
          <a:lstStyle/>
          <a:p>
            <a:pPr algn="ctr"/>
            <a:endParaRPr lang="en-US"/>
          </a:p>
        </p:txBody>
      </p:sp>
      <p:graphicFrame>
        <p:nvGraphicFramePr>
          <p:cNvPr id="4" name="Table 4">
            <a:extLst>
              <a:ext uri="{FF2B5EF4-FFF2-40B4-BE49-F238E27FC236}">
                <a16:creationId xmlns:a16="http://schemas.microsoft.com/office/drawing/2014/main" id="{093B0A17-24D3-44A0-8A22-73E6CB5464FE}"/>
              </a:ext>
            </a:extLst>
          </p:cNvPr>
          <p:cNvGraphicFramePr>
            <a:graphicFrameLocks noGrp="1"/>
          </p:cNvGraphicFramePr>
          <p:nvPr/>
        </p:nvGraphicFramePr>
        <p:xfrm>
          <a:off x="5759937" y="658390"/>
          <a:ext cx="5688942" cy="3065923"/>
        </p:xfrm>
        <a:graphic>
          <a:graphicData uri="http://schemas.openxmlformats.org/drawingml/2006/table">
            <a:tbl>
              <a:tblPr firstRow="1" bandRow="1">
                <a:tableStyleId>{68D230F3-CF80-4859-8CE7-A43EE81993B5}</a:tableStyleId>
              </a:tblPr>
              <a:tblGrid>
                <a:gridCol w="1896314">
                  <a:extLst>
                    <a:ext uri="{9D8B030D-6E8A-4147-A177-3AD203B41FA5}">
                      <a16:colId xmlns:a16="http://schemas.microsoft.com/office/drawing/2014/main" val="385235120"/>
                    </a:ext>
                  </a:extLst>
                </a:gridCol>
                <a:gridCol w="1420100">
                  <a:extLst>
                    <a:ext uri="{9D8B030D-6E8A-4147-A177-3AD203B41FA5}">
                      <a16:colId xmlns:a16="http://schemas.microsoft.com/office/drawing/2014/main" val="3176415856"/>
                    </a:ext>
                  </a:extLst>
                </a:gridCol>
                <a:gridCol w="2372528">
                  <a:extLst>
                    <a:ext uri="{9D8B030D-6E8A-4147-A177-3AD203B41FA5}">
                      <a16:colId xmlns:a16="http://schemas.microsoft.com/office/drawing/2014/main" val="580693563"/>
                    </a:ext>
                  </a:extLst>
                </a:gridCol>
              </a:tblGrid>
              <a:tr h="319134">
                <a:tc>
                  <a:txBody>
                    <a:bodyPr/>
                    <a:lstStyle/>
                    <a:p>
                      <a:pPr marL="0" algn="ctr"/>
                      <a:r>
                        <a:rPr lang="en-US" sz="1000" dirty="0">
                          <a:solidFill>
                            <a:schemeClr val="bg1"/>
                          </a:solidFill>
                        </a:rPr>
                        <a:t>Value</a:t>
                      </a:r>
                    </a:p>
                  </a:txBody>
                  <a:tcPr anchor="ctr">
                    <a:lnL w="12700" cap="flat" cmpd="sng" algn="ctr">
                      <a:solidFill>
                        <a:schemeClr val="accent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a:r>
                        <a:rPr lang="en-US" sz="1000" dirty="0">
                          <a:solidFill>
                            <a:schemeClr val="bg1"/>
                          </a:solidFill>
                        </a:rPr>
                        <a:t>Category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a:r>
                        <a:rPr lang="en-US" sz="1000" dirty="0">
                          <a:solidFill>
                            <a:schemeClr val="bg1"/>
                          </a:solidFill>
                        </a:rPr>
                        <a:t>Definition</a:t>
                      </a:r>
                    </a:p>
                  </a:txBody>
                  <a:tcPr anchor="ctr">
                    <a:lnL w="12700" cap="flat" cmpd="sng" algn="ctr">
                      <a:solidFill>
                        <a:schemeClr val="bg1"/>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797603532"/>
                  </a:ext>
                </a:extLst>
              </a:tr>
              <a:tr h="429830">
                <a:tc>
                  <a:txBody>
                    <a:bodyPr/>
                    <a:lstStyle/>
                    <a:p>
                      <a:pPr marL="0" algn="ctr"/>
                      <a:r>
                        <a:rPr lang="en-US" sz="800" b="1" dirty="0"/>
                        <a:t>SAP</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6">
                        <a:alpha val="4000"/>
                      </a:schemeClr>
                    </a:solidFill>
                  </a:tcPr>
                </a:tc>
                <a:tc>
                  <a:txBody>
                    <a:bodyPr/>
                    <a:lstStyle/>
                    <a:p>
                      <a:pPr marL="0" algn="ctr"/>
                      <a:r>
                        <a:rPr lang="en-US" sz="800" dirty="0"/>
                        <a:t>Subsurface Asphalt</a:t>
                      </a:r>
                    </a:p>
                    <a:p>
                      <a:pPr marL="0" algn="ctr"/>
                      <a:r>
                        <a:rPr lang="en-US" sz="800" dirty="0"/>
                        <a:t>Pavement</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6">
                        <a:alpha val="4000"/>
                      </a:schemeClr>
                    </a:solidFill>
                  </a:tcPr>
                </a:tc>
                <a:tc>
                  <a:txBody>
                    <a:bodyPr/>
                    <a:lstStyle/>
                    <a:p>
                      <a:pPr marL="0" algn="ctr">
                        <a:lnSpc>
                          <a:spcPct val="110000"/>
                        </a:lnSpc>
                      </a:pPr>
                      <a:r>
                        <a:rPr lang="en-US" sz="700" dirty="0"/>
                        <a:t>Cohesive</a:t>
                      </a:r>
                    </a:p>
                    <a:p>
                      <a:pPr marL="0" algn="ctr">
                        <a:lnSpc>
                          <a:spcPct val="110000"/>
                        </a:lnSpc>
                      </a:pPr>
                      <a:r>
                        <a:rPr lang="en-US" sz="700" dirty="0"/>
                        <a:t>sediment/weathered oil mixture.</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6">
                        <a:alpha val="4000"/>
                      </a:schemeClr>
                    </a:solidFill>
                  </a:tcPr>
                </a:tc>
                <a:extLst>
                  <a:ext uri="{0D108BD9-81ED-4DB2-BD59-A6C34878D82A}">
                    <a16:rowId xmlns:a16="http://schemas.microsoft.com/office/drawing/2014/main" val="2285100567"/>
                  </a:ext>
                </a:extLst>
              </a:tr>
              <a:tr h="364363">
                <a:tc>
                  <a:txBody>
                    <a:bodyPr/>
                    <a:lstStyle/>
                    <a:p>
                      <a:pPr marL="0" algn="ctr"/>
                      <a:r>
                        <a:rPr lang="en-US" sz="800" b="1" dirty="0"/>
                        <a:t>OP</a:t>
                      </a:r>
                    </a:p>
                  </a:txBody>
                  <a:tcPr anchor="ctr">
                    <a:lnL w="12700" cap="flat" cmpd="sng" algn="ctr">
                      <a:solidFill>
                        <a:schemeClr val="accent2"/>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a:r>
                        <a:rPr lang="en-US" sz="800" dirty="0"/>
                        <a:t>Oil-filled Pares</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a:lnSpc>
                          <a:spcPct val="110000"/>
                        </a:lnSpc>
                      </a:pPr>
                      <a:r>
                        <a:rPr lang="en-US" sz="700" dirty="0"/>
                        <a:t>Pore spaces in the</a:t>
                      </a:r>
                    </a:p>
                    <a:p>
                      <a:pPr marL="0" algn="ctr">
                        <a:lnSpc>
                          <a:spcPct val="110000"/>
                        </a:lnSpc>
                      </a:pPr>
                      <a:r>
                        <a:rPr lang="en-US" sz="700" dirty="0" err="1"/>
                        <a:t>sedirnent</a:t>
                      </a:r>
                      <a:r>
                        <a:rPr lang="en-US" sz="700" dirty="0"/>
                        <a:t> matrix filled with oil.</a:t>
                      </a:r>
                    </a:p>
                  </a:txBody>
                  <a:tcPr anchor="ctr">
                    <a:lnL w="12700" cap="flat" cmpd="sng" algn="ctr">
                      <a:solidFill>
                        <a:srgbClr val="EBF2FF"/>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3108066"/>
                  </a:ext>
                </a:extLst>
              </a:tr>
              <a:tr h="500999">
                <a:tc>
                  <a:txBody>
                    <a:bodyPr/>
                    <a:lstStyle/>
                    <a:p>
                      <a:pPr marL="0" algn="ctr"/>
                      <a:r>
                        <a:rPr lang="en-US" sz="800" b="1" dirty="0"/>
                        <a:t>PP</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solidFill>
                      <a:schemeClr val="accent6">
                        <a:alpha val="4000"/>
                      </a:schemeClr>
                    </a:solidFill>
                  </a:tcPr>
                </a:tc>
                <a:tc>
                  <a:txBody>
                    <a:bodyPr/>
                    <a:lstStyle/>
                    <a:p>
                      <a:pPr marL="0" algn="ctr"/>
                      <a:r>
                        <a:rPr lang="en-US" sz="800" dirty="0"/>
                        <a:t>Partially Filled Pores</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solidFill>
                      <a:schemeClr val="accent6">
                        <a:alpha val="4000"/>
                      </a:schemeClr>
                    </a:solidFill>
                  </a:tcPr>
                </a:tc>
                <a:tc>
                  <a:txBody>
                    <a:bodyPr/>
                    <a:lstStyle/>
                    <a:p>
                      <a:pPr marL="0" algn="ctr">
                        <a:lnSpc>
                          <a:spcPct val="110000"/>
                        </a:lnSpc>
                      </a:pPr>
                      <a:r>
                        <a:rPr lang="en-US" sz="700" dirty="0"/>
                        <a:t>Pore spaces filled with</a:t>
                      </a:r>
                    </a:p>
                    <a:p>
                      <a:pPr marL="0" algn="ctr">
                        <a:lnSpc>
                          <a:spcPct val="110000"/>
                        </a:lnSpc>
                      </a:pPr>
                      <a:r>
                        <a:rPr lang="en-US" sz="700" dirty="0"/>
                        <a:t>(oil flows out of sediment</a:t>
                      </a:r>
                    </a:p>
                    <a:p>
                      <a:pPr marL="0" algn="ctr">
                        <a:lnSpc>
                          <a:spcPct val="110000"/>
                        </a:lnSpc>
                      </a:pPr>
                      <a:r>
                        <a:rPr lang="en-US" sz="700" dirty="0"/>
                        <a:t>when disturbed</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solidFill>
                      <a:schemeClr val="accent6">
                        <a:alpha val="4000"/>
                      </a:schemeClr>
                    </a:solidFill>
                  </a:tcPr>
                </a:tc>
                <a:extLst>
                  <a:ext uri="{0D108BD9-81ED-4DB2-BD59-A6C34878D82A}">
                    <a16:rowId xmlns:a16="http://schemas.microsoft.com/office/drawing/2014/main" val="1224601124"/>
                  </a:ext>
                </a:extLst>
              </a:tr>
              <a:tr h="362459">
                <a:tc>
                  <a:txBody>
                    <a:bodyPr/>
                    <a:lstStyle/>
                    <a:p>
                      <a:pPr marL="0" algn="ctr"/>
                      <a:r>
                        <a:rPr lang="en-US" sz="800" b="1" dirty="0"/>
                        <a:t>OR</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a:r>
                        <a:rPr lang="en-US" sz="800" dirty="0"/>
                        <a:t>Oil Residue</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a:lnSpc>
                          <a:spcPct val="110000"/>
                        </a:lnSpc>
                      </a:pPr>
                      <a:r>
                        <a:rPr lang="en-US" sz="700" dirty="0"/>
                        <a:t>cover 1&gt;0.1 - 1 cm) or Coat(0.01cm ) of oil</a:t>
                      </a:r>
                    </a:p>
                    <a:p>
                      <a:pPr marL="0" algn="ctr">
                        <a:lnSpc>
                          <a:spcPct val="110000"/>
                        </a:lnSpc>
                      </a:pPr>
                      <a:r>
                        <a:rPr lang="en-US" sz="700" dirty="0"/>
                        <a:t>residue on sediments</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598452"/>
                  </a:ext>
                </a:extLst>
              </a:tr>
              <a:tr h="364363">
                <a:tc>
                  <a:txBody>
                    <a:bodyPr/>
                    <a:lstStyle/>
                    <a:p>
                      <a:pPr marL="0" algn="ctr"/>
                      <a:r>
                        <a:rPr lang="en-US" sz="800" b="1" dirty="0"/>
                        <a:t>OF</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solidFill>
                      <a:schemeClr val="accent6">
                        <a:alpha val="4000"/>
                      </a:schemeClr>
                    </a:solidFill>
                  </a:tcPr>
                </a:tc>
                <a:tc>
                  <a:txBody>
                    <a:bodyPr/>
                    <a:lstStyle/>
                    <a:p>
                      <a:pPr marL="0" algn="ctr"/>
                      <a:r>
                        <a:rPr lang="en-US" sz="800" dirty="0" err="1"/>
                        <a:t>oa</a:t>
                      </a:r>
                      <a:r>
                        <a:rPr lang="en-US" sz="800" dirty="0"/>
                        <a:t> Film/Stain</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solidFill>
                      <a:schemeClr val="accent6">
                        <a:alpha val="4000"/>
                      </a:schemeClr>
                    </a:solidFill>
                  </a:tcPr>
                </a:tc>
                <a:tc>
                  <a:txBody>
                    <a:bodyPr/>
                    <a:lstStyle/>
                    <a:p>
                      <a:pPr marL="0" algn="ctr">
                        <a:lnSpc>
                          <a:spcPct val="110000"/>
                        </a:lnSpc>
                      </a:pPr>
                      <a:r>
                        <a:rPr lang="en-US" sz="700" dirty="0"/>
                        <a:t>Stain (&lt;0.01 </a:t>
                      </a:r>
                      <a:r>
                        <a:rPr lang="en-US" sz="700" dirty="0" err="1"/>
                        <a:t>Ctn</a:t>
                      </a:r>
                      <a:r>
                        <a:rPr lang="en-US" sz="700" dirty="0"/>
                        <a:t> ) or film Oil residue on the sediment surfaces. Non cohesive.</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solidFill>
                      <a:schemeClr val="accent6">
                        <a:alpha val="4000"/>
                      </a:schemeClr>
                    </a:solidFill>
                  </a:tcPr>
                </a:tc>
                <a:extLst>
                  <a:ext uri="{0D108BD9-81ED-4DB2-BD59-A6C34878D82A}">
                    <a16:rowId xmlns:a16="http://schemas.microsoft.com/office/drawing/2014/main" val="4102740162"/>
                  </a:ext>
                </a:extLst>
              </a:tr>
              <a:tr h="360412">
                <a:tc>
                  <a:txBody>
                    <a:bodyPr/>
                    <a:lstStyle/>
                    <a:p>
                      <a:pPr marL="0" algn="ctr"/>
                      <a:r>
                        <a:rPr lang="en-US" sz="800" b="1" dirty="0"/>
                        <a:t>TR</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a:r>
                        <a:rPr lang="en-US" sz="800" dirty="0"/>
                        <a:t>Trace</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a:lnSpc>
                          <a:spcPct val="110000"/>
                        </a:lnSpc>
                      </a:pPr>
                      <a:r>
                        <a:rPr lang="en-US" sz="700" dirty="0"/>
                        <a:t>Discontinuous film or Sport Of Oil on sediments or tackiness with no visible evidence Of Oil</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20043068"/>
                  </a:ext>
                </a:extLst>
              </a:tr>
              <a:tr h="364363">
                <a:tc>
                  <a:txBody>
                    <a:bodyPr/>
                    <a:lstStyle/>
                    <a:p>
                      <a:pPr marL="0" algn="ctr"/>
                      <a:r>
                        <a:rPr lang="en-US" sz="800" b="1" dirty="0"/>
                        <a:t>NO</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solidFill>
                      <a:schemeClr val="accent6">
                        <a:alpha val="4000"/>
                      </a:schemeClr>
                    </a:solidFill>
                  </a:tcPr>
                </a:tc>
                <a:tc>
                  <a:txBody>
                    <a:bodyPr/>
                    <a:lstStyle/>
                    <a:p>
                      <a:pPr marL="0" algn="ctr"/>
                      <a:r>
                        <a:rPr lang="en-US" sz="800" dirty="0"/>
                        <a:t>No Oil</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solidFill>
                      <a:schemeClr val="accent6">
                        <a:alpha val="4000"/>
                      </a:schemeClr>
                    </a:solidFill>
                  </a:tcPr>
                </a:tc>
                <a:tc>
                  <a:txBody>
                    <a:bodyPr/>
                    <a:lstStyle/>
                    <a:p>
                      <a:pPr marL="0" algn="ctr">
                        <a:lnSpc>
                          <a:spcPct val="110000"/>
                        </a:lnSpc>
                      </a:pPr>
                      <a:r>
                        <a:rPr lang="en-US" sz="700" dirty="0"/>
                        <a:t>No visible or apparent</a:t>
                      </a:r>
                    </a:p>
                    <a:p>
                      <a:pPr marL="0" algn="ctr">
                        <a:lnSpc>
                          <a:spcPct val="110000"/>
                        </a:lnSpc>
                      </a:pPr>
                      <a:r>
                        <a:rPr lang="en-US" sz="700" dirty="0"/>
                        <a:t>trace of </a:t>
                      </a:r>
                      <a:r>
                        <a:rPr lang="en-US" sz="700" dirty="0" err="1"/>
                        <a:t>Oill</a:t>
                      </a:r>
                      <a:r>
                        <a:rPr lang="en-US" sz="700" dirty="0"/>
                        <a:t>-</a:t>
                      </a:r>
                    </a:p>
                  </a:txBody>
                  <a:tcPr anchor="ctr">
                    <a:lnL w="12700" cap="flat" cmpd="sng" algn="ctr">
                      <a:solidFill>
                        <a:srgbClr val="EBF2FF"/>
                      </a:solidFill>
                      <a:prstDash val="solid"/>
                      <a:round/>
                      <a:headEnd type="none" w="med" len="med"/>
                      <a:tailEnd type="none" w="med" len="med"/>
                    </a:lnL>
                    <a:lnR w="12700" cap="flat" cmpd="sng" algn="ctr">
                      <a:solidFill>
                        <a:srgbClr val="EBF2FF"/>
                      </a:solidFill>
                      <a:prstDash val="solid"/>
                      <a:round/>
                      <a:headEnd type="none" w="med" len="med"/>
                      <a:tailEnd type="none" w="med" len="med"/>
                    </a:lnR>
                    <a:lnT w="12700" cap="flat" cmpd="sng" algn="ctr">
                      <a:solidFill>
                        <a:srgbClr val="EBF2FF"/>
                      </a:solidFill>
                      <a:prstDash val="solid"/>
                      <a:round/>
                      <a:headEnd type="none" w="med" len="med"/>
                      <a:tailEnd type="none" w="med" len="med"/>
                    </a:lnT>
                    <a:lnB w="12700" cap="flat" cmpd="sng" algn="ctr">
                      <a:solidFill>
                        <a:srgbClr val="EBF2FF"/>
                      </a:solidFill>
                      <a:prstDash val="solid"/>
                      <a:round/>
                      <a:headEnd type="none" w="med" len="med"/>
                      <a:tailEnd type="none" w="med" len="med"/>
                    </a:lnB>
                    <a:lnTlToBr w="12700" cmpd="sng">
                      <a:noFill/>
                      <a:prstDash val="solid"/>
                    </a:lnTlToBr>
                    <a:lnBlToTr w="12700" cmpd="sng">
                      <a:noFill/>
                      <a:prstDash val="solid"/>
                    </a:lnBlToTr>
                    <a:solidFill>
                      <a:schemeClr val="accent6">
                        <a:alpha val="4000"/>
                      </a:schemeClr>
                    </a:solidFill>
                  </a:tcPr>
                </a:tc>
                <a:extLst>
                  <a:ext uri="{0D108BD9-81ED-4DB2-BD59-A6C34878D82A}">
                    <a16:rowId xmlns:a16="http://schemas.microsoft.com/office/drawing/2014/main" val="1146790662"/>
                  </a:ext>
                </a:extLst>
              </a:tr>
            </a:tbl>
          </a:graphicData>
        </a:graphic>
      </p:graphicFrame>
    </p:spTree>
    <p:extLst>
      <p:ext uri="{BB962C8B-B14F-4D97-AF65-F5344CB8AC3E}">
        <p14:creationId xmlns:p14="http://schemas.microsoft.com/office/powerpoint/2010/main" val="33263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CAF1924-E827-46A1-8427-52BDD9B74F5D}"/>
              </a:ext>
            </a:extLst>
          </p:cNvPr>
          <p:cNvSpPr/>
          <p:nvPr/>
        </p:nvSpPr>
        <p:spPr bwMode="auto">
          <a:xfrm>
            <a:off x="6023992" y="0"/>
            <a:ext cx="6168008" cy="6858000"/>
          </a:xfrm>
          <a:custGeom>
            <a:avLst/>
            <a:gdLst>
              <a:gd name="connsiteX0" fmla="*/ 0 w 6168008"/>
              <a:gd name="connsiteY0" fmla="*/ 0 h 6858000"/>
              <a:gd name="connsiteX1" fmla="*/ 6168008 w 6168008"/>
              <a:gd name="connsiteY1" fmla="*/ 0 h 6858000"/>
              <a:gd name="connsiteX2" fmla="*/ 6168008 w 6168008"/>
              <a:gd name="connsiteY2" fmla="*/ 6858000 h 6858000"/>
              <a:gd name="connsiteX3" fmla="*/ 3708421 w 6168008"/>
              <a:gd name="connsiteY3" fmla="*/ 6858000 h 6858000"/>
              <a:gd name="connsiteX4" fmla="*/ 3244555 w 6168008"/>
              <a:gd name="connsiteY4" fmla="*/ 5999657 h 6858000"/>
              <a:gd name="connsiteX5" fmla="*/ 2780688 w 6168008"/>
              <a:gd name="connsiteY5" fmla="*/ 5142904 h 6858000"/>
              <a:gd name="connsiteX6" fmla="*/ 2316821 w 6168008"/>
              <a:gd name="connsiteY6" fmla="*/ 4286151 h 6858000"/>
              <a:gd name="connsiteX7" fmla="*/ 1853792 w 6168008"/>
              <a:gd name="connsiteY7" fmla="*/ 3428603 h 6858000"/>
              <a:gd name="connsiteX8" fmla="*/ 1389926 w 6168008"/>
              <a:gd name="connsiteY8" fmla="*/ 2570260 h 6858000"/>
              <a:gd name="connsiteX9" fmla="*/ 926059 w 6168008"/>
              <a:gd name="connsiteY9" fmla="*/ 1713507 h 6858000"/>
              <a:gd name="connsiteX10" fmla="*/ 462192 w 6168008"/>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68008" h="6858000">
                <a:moveTo>
                  <a:pt x="0" y="0"/>
                </a:moveTo>
                <a:lnTo>
                  <a:pt x="6168008" y="0"/>
                </a:lnTo>
                <a:lnTo>
                  <a:pt x="6168008" y="6858000"/>
                </a:lnTo>
                <a:lnTo>
                  <a:pt x="3708421" y="6858000"/>
                </a:lnTo>
                <a:lnTo>
                  <a:pt x="3244555" y="5999657"/>
                </a:lnTo>
                <a:lnTo>
                  <a:pt x="2780688" y="5142904"/>
                </a:lnTo>
                <a:lnTo>
                  <a:pt x="2316821" y="4286151"/>
                </a:lnTo>
                <a:lnTo>
                  <a:pt x="1853792" y="3428603"/>
                </a:lnTo>
                <a:lnTo>
                  <a:pt x="1389926" y="2570260"/>
                </a:lnTo>
                <a:lnTo>
                  <a:pt x="926059" y="1713507"/>
                </a:lnTo>
                <a:lnTo>
                  <a:pt x="462192" y="856753"/>
                </a:lnTo>
                <a:close/>
              </a:path>
            </a:pathLst>
          </a:custGeom>
          <a:solidFill>
            <a:schemeClr val="bg1"/>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pic>
        <p:nvPicPr>
          <p:cNvPr id="18" name="Picture Placeholder 17">
            <a:extLst>
              <a:ext uri="{FF2B5EF4-FFF2-40B4-BE49-F238E27FC236}">
                <a16:creationId xmlns:a16="http://schemas.microsoft.com/office/drawing/2014/main" id="{5B5FF079-8F77-4F1A-BFB2-451F811EFDBD}"/>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xfrm>
            <a:off x="6207125" y="0"/>
            <a:ext cx="5984875" cy="6858000"/>
          </a:xfrm>
        </p:spPr>
      </p:pic>
      <p:sp>
        <p:nvSpPr>
          <p:cNvPr id="6" name="Date Placeholder 5">
            <a:extLst>
              <a:ext uri="{FF2B5EF4-FFF2-40B4-BE49-F238E27FC236}">
                <a16:creationId xmlns:a16="http://schemas.microsoft.com/office/drawing/2014/main" id="{9F6C1A47-F4FA-416B-9587-70CB4CD4555E}"/>
              </a:ext>
            </a:extLst>
          </p:cNvPr>
          <p:cNvSpPr>
            <a:spLocks noGrp="1"/>
          </p:cNvSpPr>
          <p:nvPr>
            <p:ph type="dt" sz="half" idx="10"/>
          </p:nvPr>
        </p:nvSpPr>
        <p:spPr/>
        <p:txBody>
          <a:bodyPr/>
          <a:lstStyle/>
          <a:p>
            <a:fld id="{0029A8F9-6632-4C92-83CB-0485B66D386B}" type="datetime3">
              <a:rPr lang="en-US" smtClean="0"/>
              <a:t>1 October 2026</a:t>
            </a:fld>
            <a:endParaRPr lang="en-US" dirty="0"/>
          </a:p>
        </p:txBody>
      </p:sp>
      <p:sp>
        <p:nvSpPr>
          <p:cNvPr id="8" name="Slide Number Placeholder 7">
            <a:extLst>
              <a:ext uri="{FF2B5EF4-FFF2-40B4-BE49-F238E27FC236}">
                <a16:creationId xmlns:a16="http://schemas.microsoft.com/office/drawing/2014/main" id="{70FFB4D4-D923-4255-9C8F-C05ABE03086C}"/>
              </a:ext>
            </a:extLst>
          </p:cNvPr>
          <p:cNvSpPr>
            <a:spLocks noGrp="1"/>
          </p:cNvSpPr>
          <p:nvPr>
            <p:ph type="sldNum" sz="quarter" idx="12"/>
          </p:nvPr>
        </p:nvSpPr>
        <p:spPr/>
        <p:txBody>
          <a:bodyPr/>
          <a:lstStyle/>
          <a:p>
            <a:fld id="{5B16D1FE-3A35-41BA-8EBE-413702045235}" type="slidenum">
              <a:rPr lang="en-US" smtClean="0"/>
              <a:pPr/>
              <a:t>29</a:t>
            </a:fld>
            <a:endParaRPr lang="en-US" dirty="0"/>
          </a:p>
        </p:txBody>
      </p:sp>
      <p:sp>
        <p:nvSpPr>
          <p:cNvPr id="9" name="Title 8">
            <a:extLst>
              <a:ext uri="{FF2B5EF4-FFF2-40B4-BE49-F238E27FC236}">
                <a16:creationId xmlns:a16="http://schemas.microsoft.com/office/drawing/2014/main" id="{9D015E64-EE1B-43D5-A2EE-A1FC1A2A5066}"/>
              </a:ext>
            </a:extLst>
          </p:cNvPr>
          <p:cNvSpPr>
            <a:spLocks noGrp="1"/>
          </p:cNvSpPr>
          <p:nvPr>
            <p:ph type="ctrTitle"/>
          </p:nvPr>
        </p:nvSpPr>
        <p:spPr>
          <a:xfrm>
            <a:off x="263352" y="2132856"/>
            <a:ext cx="6768752" cy="443198"/>
          </a:xfrm>
        </p:spPr>
        <p:txBody>
          <a:bodyPr wrap="square">
            <a:spAutoFit/>
          </a:bodyPr>
          <a:lstStyle/>
          <a:p>
            <a:r>
              <a:rPr lang="en-US" sz="1600" dirty="0"/>
              <a:t>https://www.youtube.com/watch?v=fr2bfBWiwfA&amp;list=PLuxY5jdD7ksF-SVBS2vM9xY72UI_vrSI4&amp;index=5</a:t>
            </a:r>
          </a:p>
        </p:txBody>
      </p:sp>
      <p:sp>
        <p:nvSpPr>
          <p:cNvPr id="10" name="Subtitle 9">
            <a:extLst>
              <a:ext uri="{FF2B5EF4-FFF2-40B4-BE49-F238E27FC236}">
                <a16:creationId xmlns:a16="http://schemas.microsoft.com/office/drawing/2014/main" id="{E0C5DA59-882D-4D90-9CD1-9446E2B81C3A}"/>
              </a:ext>
            </a:extLst>
          </p:cNvPr>
          <p:cNvSpPr>
            <a:spLocks noGrp="1"/>
          </p:cNvSpPr>
          <p:nvPr>
            <p:ph type="subTitle" idx="1"/>
          </p:nvPr>
        </p:nvSpPr>
        <p:spPr>
          <a:xfrm>
            <a:off x="3791744" y="5851500"/>
            <a:ext cx="5688012" cy="307777"/>
          </a:xfrm>
        </p:spPr>
        <p:txBody>
          <a:bodyPr>
            <a:spAutoFit/>
          </a:bodyPr>
          <a:lstStyle/>
          <a:p>
            <a:endParaRPr lang="en-US" sz="2000" dirty="0"/>
          </a:p>
        </p:txBody>
      </p:sp>
    </p:spTree>
    <p:extLst>
      <p:ext uri="{BB962C8B-B14F-4D97-AF65-F5344CB8AC3E}">
        <p14:creationId xmlns:p14="http://schemas.microsoft.com/office/powerpoint/2010/main" val="163288913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D69AF-E11A-6A2E-ED7A-123E14933DBF}"/>
            </a:ext>
          </a:extLst>
        </p:cNvPr>
        <p:cNvGrpSpPr/>
        <p:nvPr/>
      </p:nvGrpSpPr>
      <p:grpSpPr>
        <a:xfrm>
          <a:off x="0" y="0"/>
          <a:ext cx="0" cy="0"/>
          <a:chOff x="0" y="0"/>
          <a:chExt cx="0" cy="0"/>
        </a:xfrm>
      </p:grpSpPr>
      <p:sp>
        <p:nvSpPr>
          <p:cNvPr id="16" name="Freeform: Shape 15">
            <a:extLst>
              <a:ext uri="{FF2B5EF4-FFF2-40B4-BE49-F238E27FC236}">
                <a16:creationId xmlns:a16="http://schemas.microsoft.com/office/drawing/2014/main" id="{3FFC67CB-51FF-7C40-8B68-BB698FD68F64}"/>
              </a:ext>
            </a:extLst>
          </p:cNvPr>
          <p:cNvSpPr/>
          <p:nvPr/>
        </p:nvSpPr>
        <p:spPr bwMode="auto">
          <a:xfrm>
            <a:off x="6023992" y="0"/>
            <a:ext cx="6168008" cy="6858000"/>
          </a:xfrm>
          <a:custGeom>
            <a:avLst/>
            <a:gdLst>
              <a:gd name="connsiteX0" fmla="*/ 0 w 6168008"/>
              <a:gd name="connsiteY0" fmla="*/ 0 h 6858000"/>
              <a:gd name="connsiteX1" fmla="*/ 6168008 w 6168008"/>
              <a:gd name="connsiteY1" fmla="*/ 0 h 6858000"/>
              <a:gd name="connsiteX2" fmla="*/ 6168008 w 6168008"/>
              <a:gd name="connsiteY2" fmla="*/ 6858000 h 6858000"/>
              <a:gd name="connsiteX3" fmla="*/ 3708421 w 6168008"/>
              <a:gd name="connsiteY3" fmla="*/ 6858000 h 6858000"/>
              <a:gd name="connsiteX4" fmla="*/ 3244555 w 6168008"/>
              <a:gd name="connsiteY4" fmla="*/ 5999657 h 6858000"/>
              <a:gd name="connsiteX5" fmla="*/ 2780688 w 6168008"/>
              <a:gd name="connsiteY5" fmla="*/ 5142904 h 6858000"/>
              <a:gd name="connsiteX6" fmla="*/ 2316821 w 6168008"/>
              <a:gd name="connsiteY6" fmla="*/ 4286151 h 6858000"/>
              <a:gd name="connsiteX7" fmla="*/ 1853792 w 6168008"/>
              <a:gd name="connsiteY7" fmla="*/ 3428603 h 6858000"/>
              <a:gd name="connsiteX8" fmla="*/ 1389926 w 6168008"/>
              <a:gd name="connsiteY8" fmla="*/ 2570260 h 6858000"/>
              <a:gd name="connsiteX9" fmla="*/ 926059 w 6168008"/>
              <a:gd name="connsiteY9" fmla="*/ 1713507 h 6858000"/>
              <a:gd name="connsiteX10" fmla="*/ 462192 w 6168008"/>
              <a:gd name="connsiteY10" fmla="*/ 8567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68008" h="6858000">
                <a:moveTo>
                  <a:pt x="0" y="0"/>
                </a:moveTo>
                <a:lnTo>
                  <a:pt x="6168008" y="0"/>
                </a:lnTo>
                <a:lnTo>
                  <a:pt x="6168008" y="6858000"/>
                </a:lnTo>
                <a:lnTo>
                  <a:pt x="3708421" y="6858000"/>
                </a:lnTo>
                <a:lnTo>
                  <a:pt x="3244555" y="5999657"/>
                </a:lnTo>
                <a:lnTo>
                  <a:pt x="2780688" y="5142904"/>
                </a:lnTo>
                <a:lnTo>
                  <a:pt x="2316821" y="4286151"/>
                </a:lnTo>
                <a:lnTo>
                  <a:pt x="1853792" y="3428603"/>
                </a:lnTo>
                <a:lnTo>
                  <a:pt x="1389926" y="2570260"/>
                </a:lnTo>
                <a:lnTo>
                  <a:pt x="926059" y="1713507"/>
                </a:lnTo>
                <a:lnTo>
                  <a:pt x="462192" y="856753"/>
                </a:lnTo>
                <a:close/>
              </a:path>
            </a:pathLst>
          </a:custGeom>
          <a:solidFill>
            <a:schemeClr val="bg1"/>
          </a:solidFill>
          <a:ln>
            <a:noFill/>
          </a:ln>
        </p:spPr>
        <p:txBody>
          <a:bodyPr vert="horz" wrap="square" lIns="91440" tIns="45720" rIns="91440" bIns="45720" numCol="1" rtlCol="0" anchor="t" anchorCtr="0" compatLnSpc="1">
            <a:prstTxWarp prst="textNoShape">
              <a:avLst/>
            </a:prstTxWarp>
            <a:noAutofit/>
          </a:bodyPr>
          <a:lstStyle/>
          <a:p>
            <a:pPr algn="ctr"/>
            <a:endParaRPr lang="en-US"/>
          </a:p>
        </p:txBody>
      </p:sp>
      <p:pic>
        <p:nvPicPr>
          <p:cNvPr id="18" name="Picture Placeholder 17">
            <a:extLst>
              <a:ext uri="{FF2B5EF4-FFF2-40B4-BE49-F238E27FC236}">
                <a16:creationId xmlns:a16="http://schemas.microsoft.com/office/drawing/2014/main" id="{E77118A8-67AC-8C11-89A5-E24A2A7B20D5}"/>
              </a:ext>
            </a:extLst>
          </p:cNvPr>
          <p:cNvPicPr>
            <a:picLocks noGrp="1" noChangeAspect="1"/>
          </p:cNvPicPr>
          <p:nvPr>
            <p:ph type="pic" sz="quarter" idx="20"/>
          </p:nvPr>
        </p:nvPicPr>
        <p:blipFill rotWithShape="1">
          <a:blip r:embed="rId3" cstate="email">
            <a:extLst>
              <a:ext uri="{28A0092B-C50C-407E-A947-70E740481C1C}">
                <a14:useLocalDpi xmlns:a14="http://schemas.microsoft.com/office/drawing/2010/main"/>
              </a:ext>
            </a:extLst>
          </a:blip>
          <a:srcRect/>
          <a:stretch/>
        </p:blipFill>
        <p:spPr>
          <a:xfrm>
            <a:off x="6207125" y="0"/>
            <a:ext cx="5984875" cy="6858000"/>
          </a:xfrm>
        </p:spPr>
      </p:pic>
      <p:sp>
        <p:nvSpPr>
          <p:cNvPr id="6" name="Date Placeholder 5">
            <a:extLst>
              <a:ext uri="{FF2B5EF4-FFF2-40B4-BE49-F238E27FC236}">
                <a16:creationId xmlns:a16="http://schemas.microsoft.com/office/drawing/2014/main" id="{D1160CAB-DF45-B2B2-2BD7-4E30F8E65621}"/>
              </a:ext>
            </a:extLst>
          </p:cNvPr>
          <p:cNvSpPr>
            <a:spLocks noGrp="1"/>
          </p:cNvSpPr>
          <p:nvPr>
            <p:ph type="dt" sz="half" idx="10"/>
          </p:nvPr>
        </p:nvSpPr>
        <p:spPr/>
        <p:txBody>
          <a:bodyPr/>
          <a:lstStyle/>
          <a:p>
            <a:fld id="{0029A8F9-6632-4C92-83CB-0485B66D386B}" type="datetime3">
              <a:rPr lang="en-US" smtClean="0"/>
              <a:t>1 October 2026</a:t>
            </a:fld>
            <a:endParaRPr lang="en-US" dirty="0"/>
          </a:p>
        </p:txBody>
      </p:sp>
      <p:sp>
        <p:nvSpPr>
          <p:cNvPr id="8" name="Slide Number Placeholder 7">
            <a:extLst>
              <a:ext uri="{FF2B5EF4-FFF2-40B4-BE49-F238E27FC236}">
                <a16:creationId xmlns:a16="http://schemas.microsoft.com/office/drawing/2014/main" id="{A74BAE4B-F8CF-D648-90C2-6FBB50A8270A}"/>
              </a:ext>
            </a:extLst>
          </p:cNvPr>
          <p:cNvSpPr>
            <a:spLocks noGrp="1"/>
          </p:cNvSpPr>
          <p:nvPr>
            <p:ph type="sldNum" sz="quarter" idx="12"/>
          </p:nvPr>
        </p:nvSpPr>
        <p:spPr/>
        <p:txBody>
          <a:bodyPr/>
          <a:lstStyle/>
          <a:p>
            <a:fld id="{5B16D1FE-3A35-41BA-8EBE-413702045235}" type="slidenum">
              <a:rPr lang="en-US" smtClean="0"/>
              <a:pPr/>
              <a:t>30</a:t>
            </a:fld>
            <a:endParaRPr lang="en-US" dirty="0"/>
          </a:p>
        </p:txBody>
      </p:sp>
      <p:sp>
        <p:nvSpPr>
          <p:cNvPr id="9" name="Title 8">
            <a:extLst>
              <a:ext uri="{FF2B5EF4-FFF2-40B4-BE49-F238E27FC236}">
                <a16:creationId xmlns:a16="http://schemas.microsoft.com/office/drawing/2014/main" id="{1ABACF18-9C79-A0F5-B3DC-A51C0C280DC2}"/>
              </a:ext>
            </a:extLst>
          </p:cNvPr>
          <p:cNvSpPr>
            <a:spLocks noGrp="1"/>
          </p:cNvSpPr>
          <p:nvPr>
            <p:ph type="ctrTitle"/>
          </p:nvPr>
        </p:nvSpPr>
        <p:spPr>
          <a:xfrm>
            <a:off x="407988" y="3717032"/>
            <a:ext cx="4463876" cy="830997"/>
          </a:xfrm>
        </p:spPr>
        <p:txBody>
          <a:bodyPr wrap="square">
            <a:spAutoFit/>
          </a:bodyPr>
          <a:lstStyle/>
          <a:p>
            <a:r>
              <a:rPr lang="en-US"/>
              <a:t>Recap</a:t>
            </a:r>
            <a:endParaRPr lang="en-US" dirty="0"/>
          </a:p>
        </p:txBody>
      </p:sp>
      <p:sp>
        <p:nvSpPr>
          <p:cNvPr id="10" name="Subtitle 9">
            <a:extLst>
              <a:ext uri="{FF2B5EF4-FFF2-40B4-BE49-F238E27FC236}">
                <a16:creationId xmlns:a16="http://schemas.microsoft.com/office/drawing/2014/main" id="{381A4DB8-E4F5-7368-5CD4-6F51E26AC8AF}"/>
              </a:ext>
            </a:extLst>
          </p:cNvPr>
          <p:cNvSpPr>
            <a:spLocks noGrp="1"/>
          </p:cNvSpPr>
          <p:nvPr>
            <p:ph type="subTitle" idx="1"/>
          </p:nvPr>
        </p:nvSpPr>
        <p:spPr>
          <a:xfrm>
            <a:off x="407988" y="5594657"/>
            <a:ext cx="5688012" cy="307777"/>
          </a:xfrm>
        </p:spPr>
        <p:txBody>
          <a:bodyPr>
            <a:spAutoFit/>
          </a:bodyPr>
          <a:lstStyle/>
          <a:p>
            <a:r>
              <a:rPr lang="en-US" sz="2000" dirty="0"/>
              <a:t>Write down 3 things learnt from this session</a:t>
            </a:r>
          </a:p>
        </p:txBody>
      </p:sp>
    </p:spTree>
    <p:extLst>
      <p:ext uri="{BB962C8B-B14F-4D97-AF65-F5344CB8AC3E}">
        <p14:creationId xmlns:p14="http://schemas.microsoft.com/office/powerpoint/2010/main" val="356376287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theme/theme1.xml><?xml version="1.0" encoding="utf-8"?>
<a:theme xmlns:a="http://schemas.openxmlformats.org/drawingml/2006/main" name="lamor">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2"/>
        </a:solidFill>
        <a:ln>
          <a:noFill/>
        </a:ln>
      </a:spPr>
      <a:bodyPr vert="horz" wrap="square" lIns="91440" tIns="45720" rIns="91440" bIns="45720" numCol="1" rtlCol="0" anchor="t" anchorCtr="0" compatLnSpc="1">
        <a:prstTxWarp prst="textNoShape">
          <a:avLst/>
        </a:prstTxWarp>
      </a:bodyPr>
      <a:lstStyle>
        <a:defPPr algn="ctr">
          <a:defRPr/>
        </a:defPPr>
      </a:lstStyle>
    </a:spDef>
    <a:lnDef>
      <a:spPr>
        <a:ln>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solidFill>
              <a:schemeClr val="accent2"/>
            </a:solidFill>
          </a:defRPr>
        </a:defPPr>
      </a:lstStyle>
    </a:txDef>
  </a:objectDefaults>
  <a:extraClrSchemeLst/>
  <a:extLst>
    <a:ext uri="{05A4C25C-085E-4340-85A3-A5531E510DB2}">
      <thm15:themeFamily xmlns:thm15="http://schemas.microsoft.com/office/thememl/2012/main" name="lamor_sample.potx" id="{0866E240-CAF8-4C92-8E7B-1EC790D68361}" vid="{AF030CEB-CB20-44A5-94FC-316307E112C5}"/>
    </a:ext>
  </a:extLst>
</a:theme>
</file>

<file path=ppt/theme/theme2.xml><?xml version="1.0" encoding="utf-8"?>
<a:theme xmlns:a="http://schemas.openxmlformats.org/drawingml/2006/main" name="Office Theme">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Lamor">
      <a:dk1>
        <a:srgbClr val="000000"/>
      </a:dk1>
      <a:lt1>
        <a:sysClr val="window" lastClr="FFFFFF"/>
      </a:lt1>
      <a:dk2>
        <a:srgbClr val="FFFDE6"/>
      </a:dk2>
      <a:lt2>
        <a:srgbClr val="E6EBEF"/>
      </a:lt2>
      <a:accent1>
        <a:srgbClr val="FFE600"/>
      </a:accent1>
      <a:accent2>
        <a:srgbClr val="002F5F"/>
      </a:accent2>
      <a:accent3>
        <a:srgbClr val="5D7CA7"/>
      </a:accent3>
      <a:accent4>
        <a:srgbClr val="C0CBD7"/>
      </a:accent4>
      <a:accent5>
        <a:srgbClr val="959C9E"/>
      </a:accent5>
      <a:accent6>
        <a:srgbClr val="115EFA"/>
      </a:accent6>
      <a:hlink>
        <a:srgbClr val="002F5F"/>
      </a:hlink>
      <a:folHlink>
        <a:srgbClr val="002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dc8e53c-ea3d-41cd-8c60-25d5239dfb64" xsi:nil="true"/>
    <lcf76f155ced4ddcb4097134ff3c332f xmlns="f0436948-a84c-4eca-b610-55dcc70f19ac">
      <Terms xmlns="http://schemas.microsoft.com/office/infopath/2007/PartnerControls"/>
    </lcf76f155ced4ddcb4097134ff3c332f>
    <MigrationWizIdVersion xmlns="f0436948-a84c-4eca-b610-55dcc70f19ac" xsi:nil="true"/>
    <MigrationWizIdPermissions xmlns="f0436948-a84c-4eca-b610-55dcc70f19ac" xsi:nil="true"/>
    <MigrationWizId xmlns="f0436948-a84c-4eca-b610-55dcc70f19a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CF62CD321841A42A9E7421C52D774D4" ma:contentTypeVersion="18" ma:contentTypeDescription="Create a new document." ma:contentTypeScope="" ma:versionID="3e43966c63210ab09c9b558ee6cd8d05">
  <xsd:schema xmlns:xsd="http://www.w3.org/2001/XMLSchema" xmlns:xs="http://www.w3.org/2001/XMLSchema" xmlns:p="http://schemas.microsoft.com/office/2006/metadata/properties" xmlns:ns2="f0436948-a84c-4eca-b610-55dcc70f19ac" xmlns:ns3="9dc8e53c-ea3d-41cd-8c60-25d5239dfb64" targetNamespace="http://schemas.microsoft.com/office/2006/metadata/properties" ma:root="true" ma:fieldsID="e35ea1581cfccd9461f237ead91bca45" ns2:_="" ns3:_="">
    <xsd:import namespace="f0436948-a84c-4eca-b610-55dcc70f19ac"/>
    <xsd:import namespace="9dc8e53c-ea3d-41cd-8c60-25d5239dfb64"/>
    <xsd:element name="properties">
      <xsd:complexType>
        <xsd:sequence>
          <xsd:element name="documentManagement">
            <xsd:complexType>
              <xsd:all>
                <xsd:element ref="ns2:MigrationWizId" minOccurs="0"/>
                <xsd:element ref="ns2:MigrationWizIdPermissions" minOccurs="0"/>
                <xsd:element ref="ns2:MigrationWizIdVersion" minOccurs="0"/>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436948-a84c-4eca-b610-55dcc70f19ac"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Version" ma:index="10" nillable="true" ma:displayName="MigrationWizIdVersion" ma:internalName="MigrationWizIdVersion">
      <xsd:simpleType>
        <xsd:restriction base="dms:Text"/>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73844e6-26ab-4283-9ac6-416b1f24dba7"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c8e53c-ea3d-41cd-8c60-25d5239dfb6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fd703df-f07d-4cc1-bd71-ce67e06ab0d8}" ma:internalName="TaxCatchAll" ma:showField="CatchAllData" ma:web="9dc8e53c-ea3d-41cd-8c60-25d5239dfb64">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572B84-74A4-4065-91F7-DAC5816A0FAF}">
  <ds:schemaRefs>
    <ds:schemaRef ds:uri="http://schemas.microsoft.com/sharepoint/v3/contenttype/forms"/>
  </ds:schemaRefs>
</ds:datastoreItem>
</file>

<file path=customXml/itemProps2.xml><?xml version="1.0" encoding="utf-8"?>
<ds:datastoreItem xmlns:ds="http://schemas.openxmlformats.org/officeDocument/2006/customXml" ds:itemID="{D86B585C-57F7-4F3A-87D1-541AC39487FA}">
  <ds:schemaRefs>
    <ds:schemaRef ds:uri="ba5010ef-ae1a-4af1-8e9b-a12178645b61"/>
    <ds:schemaRef ds:uri="http://schemas.microsoft.com/office/infopath/2007/PartnerControls"/>
    <ds:schemaRef ds:uri="http://purl.org/dc/elements/1.1/"/>
    <ds:schemaRef ds:uri="http://schemas.microsoft.com/office/2006/documentManagement/types"/>
    <ds:schemaRef ds:uri="http://schemas.microsoft.com/office/2006/metadata/properties"/>
    <ds:schemaRef ds:uri="http://www.w3.org/XML/1998/namespace"/>
    <ds:schemaRef ds:uri="http://purl.org/dc/terms/"/>
    <ds:schemaRef ds:uri="http://schemas.openxmlformats.org/package/2006/metadata/core-properties"/>
    <ds:schemaRef ds:uri="9dc8e53c-ea3d-41cd-8c60-25d5239dfb64"/>
    <ds:schemaRef ds:uri="http://purl.org/dc/dcmitype/"/>
    <ds:schemaRef ds:uri="f0436948-a84c-4eca-b610-55dcc70f19ac"/>
  </ds:schemaRefs>
</ds:datastoreItem>
</file>

<file path=customXml/itemProps3.xml><?xml version="1.0" encoding="utf-8"?>
<ds:datastoreItem xmlns:ds="http://schemas.openxmlformats.org/officeDocument/2006/customXml" ds:itemID="{5A7949C4-CB50-4A7D-B315-23CA50CC53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436948-a84c-4eca-b610-55dcc70f19ac"/>
    <ds:schemaRef ds:uri="9dc8e53c-ea3d-41cd-8c60-25d5239dfb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lamor_sample</Template>
  <TotalTime>807</TotalTime>
  <Words>3850</Words>
  <Application>Microsoft Macintosh PowerPoint</Application>
  <PresentationFormat>Widescreen</PresentationFormat>
  <Paragraphs>477</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 Black</vt:lpstr>
      <vt:lpstr>Arial</vt:lpstr>
      <vt:lpstr>lamor</vt:lpstr>
      <vt:lpstr>Shoreline Assessment</vt:lpstr>
      <vt:lpstr>Shoreline Assessment</vt:lpstr>
      <vt:lpstr>Shoreline Assessment</vt:lpstr>
      <vt:lpstr>3 Phases of a SCAT Program</vt:lpstr>
      <vt:lpstr>Shoreline Clean-up Assessment Technique</vt:lpstr>
      <vt:lpstr>5 Principles of SCAT</vt:lpstr>
      <vt:lpstr>Inter Agency Personnel</vt:lpstr>
      <vt:lpstr>Inter Agency Personnel</vt:lpstr>
      <vt:lpstr>Assigned unique location code e.g. EI-1</vt:lpstr>
      <vt:lpstr>How would you split up this shoreline?</vt:lpstr>
      <vt:lpstr>PowerPoint Presentation</vt:lpstr>
      <vt:lpstr>PowerPoint Presentation</vt:lpstr>
      <vt:lpstr>Task - Pre Segment </vt:lpstr>
      <vt:lpstr>Shoreline Survey Form</vt:lpstr>
      <vt:lpstr>Your Shoreline Oiled Summary Form</vt:lpstr>
      <vt:lpstr>PowerPoint Presentation</vt:lpstr>
      <vt:lpstr>PowerPoint Presentation</vt:lpstr>
      <vt:lpstr>PowerPoint Presentation</vt:lpstr>
      <vt:lpstr>Section 6 – Surface oiling</vt:lpstr>
      <vt:lpstr>Tidal zones</vt:lpstr>
      <vt:lpstr>Zoning for accurate recording</vt:lpstr>
      <vt:lpstr>Section 6 - Oil Distribution</vt:lpstr>
      <vt:lpstr>PowerPoint Presentation</vt:lpstr>
      <vt:lpstr>PowerPoint Presentation</vt:lpstr>
      <vt:lpstr>How would you divide the tidal zones to separate the oil distribution % ? </vt:lpstr>
      <vt:lpstr>PowerPoint Presentation</vt:lpstr>
      <vt:lpstr>Section 7 - Sub Surface Oiling</vt:lpstr>
      <vt:lpstr>PowerPoint Presentation</vt:lpstr>
      <vt:lpstr>https://www.youtube.com/watch?v=fr2bfBWiwfA&amp;list=PLuxY5jdD7ksF-SVBS2vM9xY72UI_vrSI4&amp;index=5</vt:lpstr>
      <vt:lpstr>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heading Arial bold 60pt</dc:title>
  <dc:creator>Jason Loach</dc:creator>
  <cp:lastModifiedBy>pekka Eskelinen</cp:lastModifiedBy>
  <cp:revision>35</cp:revision>
  <dcterms:created xsi:type="dcterms:W3CDTF">2026-09-08T16:41:02Z</dcterms:created>
  <dcterms:modified xsi:type="dcterms:W3CDTF">2026-10-01T09:19:03Z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0x0101006533BD2AE748184E95213713DC51845A</vt:lpwstr>
  </property>
  <property fmtid="{D5CDD505-2E9C-101B-9397-08002B2CF9AE}" pid="3" name="MediaServiceImageTags">
    <vt:lpwstr/>
  </property>
</Properties>
</file>