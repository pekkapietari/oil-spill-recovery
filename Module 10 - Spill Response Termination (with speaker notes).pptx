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3"/>
  </p:sldMasterIdLst>
  <p:notesMasterIdLst>
    <p:notesMasterId r:id="rId16"/>
  </p:notesMasterIdLst>
  <p:sldIdLst>
    <p:sldId id="256" r:id="rId4"/>
    <p:sldId id="257" r:id="rId5"/>
    <p:sldId id="258" r:id="rId6"/>
    <p:sldId id="270" r:id="rId7"/>
    <p:sldId id="271" r:id="rId8"/>
    <p:sldId id="272" r:id="rId9"/>
    <p:sldId id="262" r:id="rId10"/>
    <p:sldId id="1310" r:id="rId11"/>
    <p:sldId id="1311" r:id="rId12"/>
    <p:sldId id="265"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userDrawn="1">
          <p15:clr>
            <a:srgbClr val="A4A3A4"/>
          </p15:clr>
        </p15:guide>
        <p15:guide id="2" pos="7680" userDrawn="1">
          <p15:clr>
            <a:srgbClr val="A4A3A4"/>
          </p15:clr>
        </p15:guide>
        <p15:guide id="5" pos="7392" userDrawn="1">
          <p15:clr>
            <a:srgbClr val="A4A3A4"/>
          </p15:clr>
        </p15:guide>
        <p15:guide id="6" orient="horz" userDrawn="1">
          <p15:clr>
            <a:srgbClr val="A4A3A4"/>
          </p15:clr>
        </p15:guide>
        <p15:guide id="7" orient="horz" pos="4320" userDrawn="1">
          <p15:clr>
            <a:srgbClr val="A4A3A4"/>
          </p15:clr>
        </p15:guide>
        <p15:guide id="8" orient="horz" pos="288" userDrawn="1">
          <p15:clr>
            <a:srgbClr val="A4A3A4"/>
          </p15:clr>
        </p15:guide>
        <p15:guide id="10" orient="horz" pos="4032" userDrawn="1">
          <p15:clr>
            <a:srgbClr val="A4A3A4"/>
          </p15:clr>
        </p15:guide>
        <p15:guide id="11" pos="240" userDrawn="1">
          <p15:clr>
            <a:srgbClr val="A4A3A4"/>
          </p15:clr>
        </p15:guide>
        <p15:guide id="12" orient="horz" pos="57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gAYLt2nswEZ1X/bhWoBM52DHz6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44" autoAdjust="0"/>
    <p:restoredTop sz="76738"/>
  </p:normalViewPr>
  <p:slideViewPr>
    <p:cSldViewPr snapToGrid="0" showGuides="1">
      <p:cViewPr varScale="1">
        <p:scale>
          <a:sx n="88" d="100"/>
          <a:sy n="88" d="100"/>
        </p:scale>
        <p:origin x="1248" y="176"/>
      </p:cViewPr>
      <p:guideLst>
        <p:guide/>
        <p:guide pos="7680"/>
        <p:guide pos="7392"/>
        <p:guide orient="horz"/>
        <p:guide orient="horz" pos="4320"/>
        <p:guide orient="horz" pos="288"/>
        <p:guide orient="horz" pos="4032"/>
        <p:guide pos="240"/>
        <p:guide orient="horz" pos="576"/>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3" Type="http://schemas.openxmlformats.org/officeDocument/2006/relationships/slideMaster" Target="slideMasters/slideMaster1.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2" Type="http://schemas.openxmlformats.org/officeDocument/2006/relationships/customXml" Target="../customXml/item2.xml"/><Relationship Id="rId16" Type="http://schemas.openxmlformats.org/officeDocument/2006/relationships/notesMaster" Target="notesMasters/notesMaster1.xml"/><Relationship Id="rId20"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880">
          <p15:clr>
            <a:srgbClr val="F26B43"/>
          </p15:clr>
        </p15:guide>
        <p15:guide id="2" pos="216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1" name="Google Shape;57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Welcome / title slide. Introduce Module 10, which covers how to properly close out and terminate a spill response - deciding when to stop, standing down resources, and the follow-up work (debriefs, reporting, post-spill studies) that comes after field operations end.</a:t>
            </a:r>
          </a:p>
        </p:txBody>
      </p:sp>
      <p:sp>
        <p:nvSpPr>
          <p:cNvPr id="572" name="Google Shape;57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Set out the three objectives for this module:</a:t>
            </a:r>
          </a:p>
          <a:p>
            <a:r>
              <a:t>1. Understand the tasks that must be completed at the end of a spill.</a:t>
            </a:r>
          </a:p>
          <a:p>
            <a:r>
              <a:t>2. Understand how to determine when to demobilise.</a:t>
            </a:r>
          </a:p>
          <a:p>
            <a:r>
              <a:t>3. Understand the steps involved in the development of post-spill studies.</a:t>
            </a:r>
          </a:p>
        </p:txBody>
      </p:sp>
      <p:sp>
        <p:nvSpPr>
          <p:cNvPr id="583" name="Google Shape;58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Terminating an oil spill response involves several key steps to ensure that all aspects of the response are properly concluded and documented. Here’s a list of the steps typically involved in this process:</a:t>
            </a:r>
            <a:endParaRPr/>
          </a:p>
          <a:p>
            <a:pPr marL="0" lvl="0" indent="0" algn="l" rtl="0">
              <a:spcBef>
                <a:spcPts val="0"/>
              </a:spcBef>
              <a:spcAft>
                <a:spcPts val="0"/>
              </a:spcAft>
              <a:buNone/>
            </a:pPr>
            <a:endParaRPr/>
          </a:p>
          <a:p>
            <a:pPr marL="0" lvl="0" indent="0" algn="l" rtl="0">
              <a:spcBef>
                <a:spcPts val="0"/>
              </a:spcBef>
              <a:spcAft>
                <a:spcPts val="0"/>
              </a:spcAft>
              <a:buNone/>
            </a:pPr>
            <a:r>
              <a:rPr lang="en-US"/>
              <a:t>1. Assessment of Clean-Up Objectives:</a:t>
            </a:r>
            <a:endParaRPr/>
          </a:p>
          <a:p>
            <a:pPr marL="0" lvl="0" indent="0" algn="l" rtl="0">
              <a:spcBef>
                <a:spcPts val="0"/>
              </a:spcBef>
              <a:spcAft>
                <a:spcPts val="0"/>
              </a:spcAft>
              <a:buNone/>
            </a:pPr>
            <a:r>
              <a:rPr lang="en-US"/>
              <a:t>   - Evaluate whether the cleanup objectives have been met according to pre-defined environmental and operational criteria.</a:t>
            </a:r>
            <a:endParaRPr/>
          </a:p>
          <a:p>
            <a:pPr marL="0" lvl="0" indent="0" algn="l" rtl="0">
              <a:spcBef>
                <a:spcPts val="0"/>
              </a:spcBef>
              <a:spcAft>
                <a:spcPts val="0"/>
              </a:spcAft>
              <a:buNone/>
            </a:pPr>
            <a:endParaRPr/>
          </a:p>
          <a:p>
            <a:pPr marL="0" lvl="0" indent="0" algn="l" rtl="0">
              <a:spcBef>
                <a:spcPts val="0"/>
              </a:spcBef>
              <a:spcAft>
                <a:spcPts val="0"/>
              </a:spcAft>
              <a:buNone/>
            </a:pPr>
            <a:r>
              <a:rPr lang="en-US"/>
              <a:t>2. Final Monitoring and Evaluation:</a:t>
            </a:r>
            <a:endParaRPr/>
          </a:p>
          <a:p>
            <a:pPr marL="0" lvl="0" indent="0" algn="l" rtl="0">
              <a:spcBef>
                <a:spcPts val="0"/>
              </a:spcBef>
              <a:spcAft>
                <a:spcPts val="0"/>
              </a:spcAft>
              <a:buNone/>
            </a:pPr>
            <a:r>
              <a:rPr lang="en-US"/>
              <a:t>   - Conduct comprehensive environmental monitoring to assess the recovery of the affected areas.</a:t>
            </a:r>
            <a:endParaRPr/>
          </a:p>
          <a:p>
            <a:pPr marL="0" lvl="0" indent="0" algn="l" rtl="0">
              <a:spcBef>
                <a:spcPts val="0"/>
              </a:spcBef>
              <a:spcAft>
                <a:spcPts val="0"/>
              </a:spcAft>
              <a:buNone/>
            </a:pPr>
            <a:r>
              <a:rPr lang="en-US"/>
              <a:t>   - Perform SCAT (Shoreline Cleanup Assessment Technique) surveys if applicable, to ensure no further recoverable oil remains.</a:t>
            </a:r>
            <a:endParaRPr/>
          </a:p>
          <a:p>
            <a:pPr marL="0" lvl="0" indent="0" algn="l" rtl="0">
              <a:spcBef>
                <a:spcPts val="0"/>
              </a:spcBef>
              <a:spcAft>
                <a:spcPts val="0"/>
              </a:spcAft>
              <a:buNone/>
            </a:pPr>
            <a:endParaRPr/>
          </a:p>
          <a:p>
            <a:pPr marL="0" lvl="0" indent="0" algn="l" rtl="0">
              <a:spcBef>
                <a:spcPts val="0"/>
              </a:spcBef>
              <a:spcAft>
                <a:spcPts val="0"/>
              </a:spcAft>
              <a:buNone/>
            </a:pPr>
            <a:r>
              <a:rPr lang="en-US"/>
              <a:t>3. Demobilization of Resources:</a:t>
            </a:r>
            <a:endParaRPr/>
          </a:p>
          <a:p>
            <a:pPr marL="0" lvl="0" indent="0" algn="l" rtl="0">
              <a:spcBef>
                <a:spcPts val="0"/>
              </a:spcBef>
              <a:spcAft>
                <a:spcPts val="0"/>
              </a:spcAft>
              <a:buNone/>
            </a:pPr>
            <a:r>
              <a:rPr lang="en-US"/>
              <a:t>   - Organize the systematic withdrawal of personnel and equipment from the site.</a:t>
            </a:r>
            <a:endParaRPr/>
          </a:p>
          <a:p>
            <a:pPr marL="0" lvl="0" indent="0" algn="l" rtl="0">
              <a:spcBef>
                <a:spcPts val="0"/>
              </a:spcBef>
              <a:spcAft>
                <a:spcPts val="0"/>
              </a:spcAft>
              <a:buNone/>
            </a:pPr>
            <a:r>
              <a:rPr lang="en-US"/>
              <a:t>   - Clean, repair, and return equipment to storage or rental agencies.</a:t>
            </a:r>
            <a:endParaRPr/>
          </a:p>
          <a:p>
            <a:pPr marL="0" lvl="0" indent="0" algn="l" rtl="0">
              <a:spcBef>
                <a:spcPts val="0"/>
              </a:spcBef>
              <a:spcAft>
                <a:spcPts val="0"/>
              </a:spcAft>
              <a:buNone/>
            </a:pPr>
            <a:endParaRPr/>
          </a:p>
          <a:p>
            <a:pPr marL="0" lvl="0" indent="0" algn="l" rtl="0">
              <a:spcBef>
                <a:spcPts val="0"/>
              </a:spcBef>
              <a:spcAft>
                <a:spcPts val="0"/>
              </a:spcAft>
              <a:buNone/>
            </a:pPr>
            <a:r>
              <a:rPr lang="en-US"/>
              <a:t>4. Debriefing and Reporting:</a:t>
            </a:r>
            <a:endParaRPr/>
          </a:p>
          <a:p>
            <a:pPr marL="0" lvl="0" indent="0" algn="l" rtl="0">
              <a:spcBef>
                <a:spcPts val="0"/>
              </a:spcBef>
              <a:spcAft>
                <a:spcPts val="0"/>
              </a:spcAft>
              <a:buNone/>
            </a:pPr>
            <a:r>
              <a:rPr lang="en-US"/>
              <a:t>   - Hold debrief sessions with all teams to discuss the response actions, challenges faced, and lessons learned.</a:t>
            </a:r>
            <a:endParaRPr/>
          </a:p>
          <a:p>
            <a:pPr marL="0" lvl="0" indent="0" algn="l" rtl="0">
              <a:spcBef>
                <a:spcPts val="0"/>
              </a:spcBef>
              <a:spcAft>
                <a:spcPts val="0"/>
              </a:spcAft>
              <a:buNone/>
            </a:pPr>
            <a:r>
              <a:rPr lang="en-US"/>
              <a:t>   - Prepare a final report that documents the response actions, effectiveness, and any follow-up actions required.</a:t>
            </a:r>
            <a:endParaRPr/>
          </a:p>
          <a:p>
            <a:pPr marL="0" lvl="0" indent="0" algn="l" rtl="0">
              <a:spcBef>
                <a:spcPts val="0"/>
              </a:spcBef>
              <a:spcAft>
                <a:spcPts val="0"/>
              </a:spcAft>
              <a:buNone/>
            </a:pPr>
            <a:endParaRPr/>
          </a:p>
          <a:p>
            <a:pPr marL="0" lvl="0" indent="0" algn="l" rtl="0">
              <a:spcBef>
                <a:spcPts val="0"/>
              </a:spcBef>
              <a:spcAft>
                <a:spcPts val="0"/>
              </a:spcAft>
              <a:buNone/>
            </a:pPr>
            <a:r>
              <a:rPr lang="en-US"/>
              <a:t>5. Incident Closure:</a:t>
            </a:r>
            <a:endParaRPr/>
          </a:p>
          <a:p>
            <a:pPr marL="0" lvl="0" indent="0" algn="l" rtl="0">
              <a:spcBef>
                <a:spcPts val="0"/>
              </a:spcBef>
              <a:spcAft>
                <a:spcPts val="0"/>
              </a:spcAft>
              <a:buNone/>
            </a:pPr>
            <a:r>
              <a:rPr lang="en-US"/>
              <a:t>   - Officially declare the end of the incident response phase.</a:t>
            </a:r>
            <a:endParaRPr/>
          </a:p>
          <a:p>
            <a:pPr marL="0" lvl="0" indent="0" algn="l" rtl="0">
              <a:spcBef>
                <a:spcPts val="0"/>
              </a:spcBef>
              <a:spcAft>
                <a:spcPts val="0"/>
              </a:spcAft>
              <a:buNone/>
            </a:pPr>
            <a:r>
              <a:rPr lang="en-US"/>
              <a:t>   - Notify all stakeholders, including local communities, government bodies, and media, if appropriate, about the end of response activities.</a:t>
            </a:r>
            <a:endParaRPr/>
          </a:p>
          <a:p>
            <a:pPr marL="0" lvl="0" indent="0" algn="l" rtl="0">
              <a:spcBef>
                <a:spcPts val="0"/>
              </a:spcBef>
              <a:spcAft>
                <a:spcPts val="0"/>
              </a:spcAft>
              <a:buNone/>
            </a:pPr>
            <a:endParaRPr/>
          </a:p>
          <a:p>
            <a:pPr marL="0" lvl="0" indent="0" algn="l" rtl="0">
              <a:spcBef>
                <a:spcPts val="0"/>
              </a:spcBef>
              <a:spcAft>
                <a:spcPts val="0"/>
              </a:spcAft>
              <a:buNone/>
            </a:pPr>
            <a:r>
              <a:rPr lang="en-US"/>
              <a:t>6. Post-Incident Review:</a:t>
            </a:r>
            <a:endParaRPr/>
          </a:p>
          <a:p>
            <a:pPr marL="0" lvl="0" indent="0" algn="l" rtl="0">
              <a:spcBef>
                <a:spcPts val="0"/>
              </a:spcBef>
              <a:spcAft>
                <a:spcPts val="0"/>
              </a:spcAft>
              <a:buNone/>
            </a:pPr>
            <a:r>
              <a:rPr lang="en-US"/>
              <a:t>   - Conduct a thorough review of the entire incident response to identify successes and areas for improvement.</a:t>
            </a:r>
            <a:endParaRPr/>
          </a:p>
          <a:p>
            <a:pPr marL="0" lvl="0" indent="0" algn="l" rtl="0">
              <a:spcBef>
                <a:spcPts val="0"/>
              </a:spcBef>
              <a:spcAft>
                <a:spcPts val="0"/>
              </a:spcAft>
              <a:buNone/>
            </a:pPr>
            <a:r>
              <a:rPr lang="en-US"/>
              <a:t>   - Update response plans and training programs based on lessons learned during the incident.</a:t>
            </a:r>
            <a:endParaRPr/>
          </a:p>
          <a:p>
            <a:pPr marL="0" lvl="0" indent="0" algn="l" rtl="0">
              <a:spcBef>
                <a:spcPts val="0"/>
              </a:spcBef>
              <a:spcAft>
                <a:spcPts val="0"/>
              </a:spcAft>
              <a:buNone/>
            </a:pPr>
            <a:endParaRPr/>
          </a:p>
          <a:p>
            <a:pPr marL="0" lvl="0" indent="0" algn="l" rtl="0">
              <a:spcBef>
                <a:spcPts val="0"/>
              </a:spcBef>
              <a:spcAft>
                <a:spcPts val="0"/>
              </a:spcAft>
              <a:buNone/>
            </a:pPr>
            <a:r>
              <a:rPr lang="en-US"/>
              <a:t>7. Continued Monitoring:</a:t>
            </a:r>
            <a:endParaRPr/>
          </a:p>
          <a:p>
            <a:pPr marL="0" lvl="0" indent="0" algn="l" rtl="0">
              <a:spcBef>
                <a:spcPts val="0"/>
              </a:spcBef>
              <a:spcAft>
                <a:spcPts val="0"/>
              </a:spcAft>
              <a:buNone/>
            </a:pPr>
            <a:r>
              <a:rPr lang="en-US"/>
              <a:t>   - Implement a plan for ongoing monitoring of the environment to detect any long-term impacts from the spill.</a:t>
            </a:r>
            <a:endParaRPr/>
          </a:p>
          <a:p>
            <a:pPr marL="0" lvl="0" indent="0" algn="l" rtl="0">
              <a:spcBef>
                <a:spcPts val="0"/>
              </a:spcBef>
              <a:spcAft>
                <a:spcPts val="0"/>
              </a:spcAft>
              <a:buNone/>
            </a:pPr>
            <a:r>
              <a:rPr lang="en-US"/>
              <a:t>   - Ensure continued engagement with local communities and stakeholders to address any residual concerns.</a:t>
            </a:r>
            <a:endParaRPr/>
          </a:p>
          <a:p>
            <a:pPr marL="0" lvl="0" indent="0" algn="l" rtl="0">
              <a:spcBef>
                <a:spcPts val="0"/>
              </a:spcBef>
              <a:spcAft>
                <a:spcPts val="0"/>
              </a:spcAft>
              <a:buNone/>
            </a:pPr>
            <a:endParaRPr/>
          </a:p>
          <a:p>
            <a:pPr marL="0" lvl="0" indent="0" algn="l" rtl="0">
              <a:spcBef>
                <a:spcPts val="0"/>
              </a:spcBef>
              <a:spcAft>
                <a:spcPts val="0"/>
              </a:spcAft>
              <a:buNone/>
            </a:pPr>
            <a:r>
              <a:rPr lang="en-US"/>
              <a:t>8. Restoration and Recovery Programs:</a:t>
            </a:r>
            <a:endParaRPr/>
          </a:p>
          <a:p>
            <a:pPr marL="0" lvl="0" indent="0" algn="l" rtl="0">
              <a:spcBef>
                <a:spcPts val="0"/>
              </a:spcBef>
              <a:spcAft>
                <a:spcPts val="0"/>
              </a:spcAft>
              <a:buNone/>
            </a:pPr>
            <a:r>
              <a:rPr lang="en-US"/>
              <a:t>   - If necessary, initiate longer-term ecological restoration projects to fully restore any remaining environmental damage.</a:t>
            </a:r>
            <a:endParaRPr/>
          </a:p>
          <a:p>
            <a:pPr marL="0" lvl="0" indent="0" algn="l" rtl="0">
              <a:spcBef>
                <a:spcPts val="0"/>
              </a:spcBef>
              <a:spcAft>
                <a:spcPts val="0"/>
              </a:spcAft>
              <a:buNone/>
            </a:pPr>
            <a:r>
              <a:rPr lang="en-US"/>
              <a:t>   - Monitor and support these restoration efforts until ecosystem recovery is confirmed.</a:t>
            </a:r>
            <a:endParaRPr/>
          </a:p>
          <a:p>
            <a:pPr marL="0" lvl="0" indent="0" algn="l" rtl="0">
              <a:spcBef>
                <a:spcPts val="0"/>
              </a:spcBef>
              <a:spcAft>
                <a:spcPts val="0"/>
              </a:spcAft>
              <a:buNone/>
            </a:pPr>
            <a:endParaRPr/>
          </a:p>
          <a:p>
            <a:pPr marL="0" lvl="0" indent="0" algn="l" rtl="0">
              <a:spcBef>
                <a:spcPts val="0"/>
              </a:spcBef>
              <a:spcAft>
                <a:spcPts val="0"/>
              </a:spcAft>
              <a:buNone/>
            </a:pPr>
            <a:r>
              <a:rPr lang="en-US"/>
              <a:t>9. Financial and Legal Closure:</a:t>
            </a:r>
            <a:endParaRPr/>
          </a:p>
          <a:p>
            <a:pPr marL="0" lvl="0" indent="0" algn="l" rtl="0">
              <a:spcBef>
                <a:spcPts val="0"/>
              </a:spcBef>
              <a:spcAft>
                <a:spcPts val="0"/>
              </a:spcAft>
              <a:buNone/>
            </a:pPr>
            <a:r>
              <a:rPr lang="en-US"/>
              <a:t>   - Finalize all financial accounting for the response, including cost recovery from responsible parties.</a:t>
            </a:r>
            <a:endParaRPr/>
          </a:p>
          <a:p>
            <a:pPr marL="0" lvl="0" indent="0" algn="l" rtl="0">
              <a:spcBef>
                <a:spcPts val="0"/>
              </a:spcBef>
              <a:spcAft>
                <a:spcPts val="0"/>
              </a:spcAft>
              <a:buNone/>
            </a:pPr>
            <a:r>
              <a:rPr lang="en-US"/>
              <a:t>   - Complete any necessary legal documentation or proceedings related to the spill.</a:t>
            </a:r>
            <a:endParaRPr/>
          </a:p>
          <a:p>
            <a:pPr marL="0" lvl="0" indent="0" algn="l" rtl="0">
              <a:spcBef>
                <a:spcPts val="0"/>
              </a:spcBef>
              <a:spcAft>
                <a:spcPts val="0"/>
              </a:spcAft>
              <a:buNone/>
            </a:pPr>
            <a:endParaRPr/>
          </a:p>
          <a:p>
            <a:pPr marL="0" lvl="0" indent="0" algn="l" rtl="0">
              <a:spcBef>
                <a:spcPts val="0"/>
              </a:spcBef>
              <a:spcAft>
                <a:spcPts val="0"/>
              </a:spcAft>
              <a:buNone/>
            </a:pPr>
            <a:r>
              <a:rPr lang="en-US"/>
              <a:t>These steps help ensure that the termination of an oil spill response is as comprehensive and effective as the initial response, aiming for full recovery and minimizing long-term environmental impacts.</a:t>
            </a:r>
            <a:endParaRPr/>
          </a:p>
        </p:txBody>
      </p:sp>
      <p:sp>
        <p:nvSpPr>
          <p:cNvPr id="599" name="Google Shape;59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Trainer note: this slide's notes previously repeated the full 9-step list used on slide 3 - trimmed here to the three steps actually shown on this slide.</a:t>
            </a:r>
          </a:p>
          <a:p>
            <a:r>
              <a:t>Assessment of Clean-Up Objectives: evaluate whether the cleanup objectives have been met against pre-defined environmental and operational criteria.</a:t>
            </a:r>
          </a:p>
          <a:p>
            <a:r>
              <a:t>Final Monitoring and Evaluation: conduct comprehensive environmental monitoring to assess recovery of the affected areas, and perform SCAT surveys where applicable to confirm no further recoverable oil remains.</a:t>
            </a:r>
          </a:p>
          <a:p>
            <a:r>
              <a:t>Demobilization of Resources: organise the systematic withdrawal of personnel and equipment from site, and clean, repair and return equipment to storage or rental agencies.</a:t>
            </a:r>
          </a:p>
        </p:txBody>
      </p:sp>
      <p:sp>
        <p:nvSpPr>
          <p:cNvPr id="599" name="Google Shape;59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991968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Trainer note: this slide's notes previously repeated the full 9-step list used on slide 3 - trimmed here to the three steps actually shown on this slide.</a:t>
            </a:r>
          </a:p>
          <a:p>
            <a:r>
              <a:t>Debriefing and Reporting: hold debrief sessions with all teams to discuss response actions, challenges and lessons learned, and prepare a final report documenting response actions, effectiveness and any follow-up required.</a:t>
            </a:r>
          </a:p>
          <a:p>
            <a:r>
              <a:t>Incident Closure: officially declare the end of the incident response phase and notify stakeholders (local communities, government bodies, media where appropriate) that response activities have ended.</a:t>
            </a:r>
          </a:p>
          <a:p>
            <a:r>
              <a:t>Post-Incident Review: conduct a thorough review of the whole response to identify successes and areas for improvement, and update response plans and training based on lessons learned.</a:t>
            </a:r>
          </a:p>
        </p:txBody>
      </p:sp>
      <p:sp>
        <p:nvSpPr>
          <p:cNvPr id="599" name="Google Shape;59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4100473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Trainer note: this slide's notes previously repeated the full 9-step list used on slide 3 - trimmed here to the three steps actually shown on this slide.</a:t>
            </a:r>
          </a:p>
          <a:p>
            <a:r>
              <a:t>Restoration and Recovery Programs: where necessary, initiate longer-term ecological restoration projects and monitor/support them until ecosystem recovery is confirmed.</a:t>
            </a:r>
          </a:p>
          <a:p>
            <a:r>
              <a:t>Continued Monitoring: implement a plan for ongoing environmental monitoring to detect any long-term impacts, and keep engaging local communities and stakeholders on residual concerns.</a:t>
            </a:r>
          </a:p>
          <a:p>
            <a:r>
              <a:t>Financial and Legal Closure: finalise all financial accounting, including cost recovery from responsible parties, and complete any outstanding legal documentation or proceedings.</a:t>
            </a:r>
          </a:p>
        </p:txBody>
      </p:sp>
      <p:sp>
        <p:nvSpPr>
          <p:cNvPr id="599" name="Google Shape;59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166413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7:notes"/>
          <p:cNvSpPr txBox="1">
            <a:spLocks noGrp="1"/>
          </p:cNvSpPr>
          <p:nvPr>
            <p:ph type="body" idx="1"/>
          </p:nvPr>
        </p:nvSpPr>
        <p:spPr>
          <a:xfrm>
            <a:off x="889000" y="4643438"/>
            <a:ext cx="4891088" cy="4398962"/>
          </a:xfrm>
          <a:prstGeom prst="rect">
            <a:avLst/>
          </a:prstGeom>
          <a:noFill/>
          <a:ln>
            <a:noFill/>
          </a:ln>
        </p:spPr>
        <p:txBody>
          <a:bodyPr spcFirstLastPara="1" wrap="square" lIns="96650" tIns="48325" rIns="96650" bIns="48325" anchor="t" anchorCtr="0">
            <a:noAutofit/>
          </a:bodyPr>
          <a:lstStyle/>
          <a:p>
            <a:r>
              <a:t>Section divider. Transitions from 'what are the steps to terminate a response' into the harder question of 'when' - the decision criteria for calling an end to the response, covered on the next slide.</a:t>
            </a:r>
          </a:p>
        </p:txBody>
      </p:sp>
      <p:sp>
        <p:nvSpPr>
          <p:cNvPr id="650" name="Google Shape;650;p7: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criteria used to decide when to terminate a response - objectives achieved, no further recoverable oil, environmental recovery criteria met, stakeholder consensus, resources no longer efficiently used, regulatory approval obtained, safety risks outweighing remaining benefit, and whether further clean-up cost is still justified by the environmental benefit gained.</a:t>
            </a:r>
          </a:p>
          <a:p>
            <a:r>
              <a:t>Useful discussion point: in practice this is rarely a single trigger - it's a judgement call weighing several of these criteria together, and stakeholder/regulatory agreement is often the final gate even once the technical criteria are met.</a:t>
            </a:r>
          </a:p>
        </p:txBody>
      </p:sp>
      <p:sp>
        <p:nvSpPr>
          <p:cNvPr id="4" name="Slide Number Placeholder 3"/>
          <p:cNvSpPr>
            <a:spLocks noGrp="1"/>
          </p:cNvSpPr>
          <p:nvPr>
            <p:ph type="sldNum" sz="quarter" idx="5"/>
          </p:nvPr>
        </p:nvSpPr>
        <p:spPr/>
        <p:txBody>
          <a:bodyPr/>
          <a:lstStyle/>
          <a:p>
            <a:fld id="{6F2864D0-97CF-41B9-8B2E-A8A368785333}" type="slidenum">
              <a:rPr lang="en-GB" smtClean="0"/>
              <a:pPr/>
              <a:t>8</a:t>
            </a:fld>
            <a:endParaRPr lang="en-GB"/>
          </a:p>
        </p:txBody>
      </p:sp>
    </p:spTree>
    <p:extLst>
      <p:ext uri="{BB962C8B-B14F-4D97-AF65-F5344CB8AC3E}">
        <p14:creationId xmlns:p14="http://schemas.microsoft.com/office/powerpoint/2010/main" val="4135161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Trainer note: this slide's notes previously carried the full 9-step list from slide 3, which doesn't match this slide's content - replaced below with notes on Field Operations and Incident Management Functions.</a:t>
            </a:r>
          </a:p>
          <a:p>
            <a:r>
              <a:t>Field Operations (physical stand-down): disassemble equipment, keep component parts organised together, clean equipment thoroughly before it's moved, transport it safely back to storage, and take measures to prevent secondary contamination throughout.</a:t>
            </a:r>
          </a:p>
          <a:p>
            <a:r>
              <a:t>Incident Management Functions (organisational stand-down): phase out and transfer command following the org chart, continue supporting field operations while this happens, keep monitoring and documenting actions and costs, compile logs and incident data from all participants, notify relevant local and national authorities and nearby operators, and maintain oversight of all functional roles throughout the scale-back.</a:t>
            </a:r>
          </a:p>
        </p:txBody>
      </p:sp>
      <p:sp>
        <p:nvSpPr>
          <p:cNvPr id="599" name="Google Shape;59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409207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None/>
            </a:pPr>
            <a:r>
              <a:rPr lang="en-US" sz="2017"/>
              <a:t>For an effective Decontamination facility the risks that have to be considered are:</a:t>
            </a:r>
            <a:endParaRPr/>
          </a:p>
          <a:p>
            <a:pPr marL="640251" lvl="1" indent="0" algn="l" rtl="0">
              <a:lnSpc>
                <a:spcPct val="130000"/>
              </a:lnSpc>
              <a:spcBef>
                <a:spcPts val="0"/>
              </a:spcBef>
              <a:spcAft>
                <a:spcPts val="0"/>
              </a:spcAft>
              <a:buNone/>
            </a:pPr>
            <a:r>
              <a:rPr lang="en-US" sz="1792"/>
              <a:t>Area in general under adequate control</a:t>
            </a:r>
            <a:endParaRPr/>
          </a:p>
          <a:p>
            <a:pPr marL="640251" lvl="1" indent="0" algn="l" rtl="0">
              <a:lnSpc>
                <a:spcPct val="130000"/>
              </a:lnSpc>
              <a:spcBef>
                <a:spcPts val="0"/>
              </a:spcBef>
              <a:spcAft>
                <a:spcPts val="0"/>
              </a:spcAft>
              <a:buNone/>
            </a:pPr>
            <a:r>
              <a:rPr lang="en-US" sz="1792"/>
              <a:t>H &amp; S of Personnel and their cleanliness</a:t>
            </a:r>
            <a:endParaRPr/>
          </a:p>
          <a:p>
            <a:pPr marL="640251" lvl="1" indent="0" algn="l" rtl="0">
              <a:lnSpc>
                <a:spcPct val="130000"/>
              </a:lnSpc>
              <a:spcBef>
                <a:spcPts val="0"/>
              </a:spcBef>
              <a:spcAft>
                <a:spcPts val="0"/>
              </a:spcAft>
              <a:buNone/>
            </a:pPr>
            <a:r>
              <a:rPr lang="en-US" sz="1792"/>
              <a:t>Water supply to the facility</a:t>
            </a:r>
            <a:endParaRPr/>
          </a:p>
          <a:p>
            <a:pPr marL="640251" lvl="1" indent="0" algn="l" rtl="0">
              <a:lnSpc>
                <a:spcPct val="130000"/>
              </a:lnSpc>
              <a:spcBef>
                <a:spcPts val="0"/>
              </a:spcBef>
              <a:spcAft>
                <a:spcPts val="0"/>
              </a:spcAft>
              <a:buNone/>
            </a:pPr>
            <a:r>
              <a:rPr lang="en-US" sz="1792"/>
              <a:t>Drainage both natural and installed</a:t>
            </a:r>
            <a:endParaRPr/>
          </a:p>
          <a:p>
            <a:pPr marL="640251" lvl="1" indent="0" algn="l" rtl="0">
              <a:lnSpc>
                <a:spcPct val="130000"/>
              </a:lnSpc>
              <a:spcBef>
                <a:spcPts val="0"/>
              </a:spcBef>
              <a:spcAft>
                <a:spcPts val="0"/>
              </a:spcAft>
              <a:buNone/>
            </a:pPr>
            <a:r>
              <a:rPr lang="en-US" sz="1792"/>
              <a:t>Wash down facility leaves no residual traces</a:t>
            </a:r>
            <a:endParaRPr/>
          </a:p>
          <a:p>
            <a:pPr marL="640251" lvl="1" indent="0" algn="l" rtl="0">
              <a:lnSpc>
                <a:spcPct val="130000"/>
              </a:lnSpc>
              <a:spcBef>
                <a:spcPts val="0"/>
              </a:spcBef>
              <a:spcAft>
                <a:spcPts val="0"/>
              </a:spcAft>
              <a:buNone/>
            </a:pPr>
            <a:r>
              <a:rPr lang="en-US" sz="1792"/>
              <a:t>Disposal of solid and liquid waste generated</a:t>
            </a:r>
            <a:endParaRPr/>
          </a:p>
          <a:p>
            <a:pPr marL="0" lvl="0" indent="0" algn="l" rtl="0">
              <a:spcBef>
                <a:spcPts val="0"/>
              </a:spcBef>
              <a:spcAft>
                <a:spcPts val="0"/>
              </a:spcAft>
              <a:buNone/>
            </a:pPr>
            <a:endParaRPr/>
          </a:p>
        </p:txBody>
      </p:sp>
      <p:sp>
        <p:nvSpPr>
          <p:cNvPr id="682" name="Google Shape;68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Structuring a debrief after an oil spill response is crucial for learning and improving future responses. Here’s how you could structure it:</a:t>
            </a:r>
            <a:endParaRPr/>
          </a:p>
          <a:p>
            <a:pPr marL="0" lvl="0" indent="0" algn="l" rtl="0">
              <a:spcBef>
                <a:spcPts val="0"/>
              </a:spcBef>
              <a:spcAft>
                <a:spcPts val="0"/>
              </a:spcAft>
              <a:buNone/>
            </a:pPr>
            <a:endParaRPr/>
          </a:p>
          <a:p>
            <a:pPr marL="0" lvl="0" indent="0" algn="l" rtl="0">
              <a:spcBef>
                <a:spcPts val="0"/>
              </a:spcBef>
              <a:spcAft>
                <a:spcPts val="0"/>
              </a:spcAft>
              <a:buNone/>
            </a:pPr>
            <a:r>
              <a:rPr lang="en-US"/>
              <a:t> Areas to Cover:</a:t>
            </a:r>
            <a:endParaRPr/>
          </a:p>
          <a:p>
            <a:pPr marL="0" lvl="0" indent="0" algn="l" rtl="0">
              <a:spcBef>
                <a:spcPts val="0"/>
              </a:spcBef>
              <a:spcAft>
                <a:spcPts val="0"/>
              </a:spcAft>
              <a:buNone/>
            </a:pPr>
            <a:r>
              <a:rPr lang="en-US"/>
              <a:t>1. Incident Overview: Recap the incident's specifics, including the size, location, and type of oil spilled.</a:t>
            </a:r>
            <a:endParaRPr/>
          </a:p>
          <a:p>
            <a:pPr marL="0" lvl="0" indent="0" algn="l" rtl="0">
              <a:spcBef>
                <a:spcPts val="0"/>
              </a:spcBef>
              <a:spcAft>
                <a:spcPts val="0"/>
              </a:spcAft>
              <a:buNone/>
            </a:pPr>
            <a:r>
              <a:rPr lang="en-US"/>
              <a:t>2. Response Actions: Discuss what actions were taken during the response, including initial reaction, containment, and cleanup efforts.</a:t>
            </a:r>
            <a:endParaRPr/>
          </a:p>
          <a:p>
            <a:pPr marL="0" lvl="0" indent="0" algn="l" rtl="0">
              <a:spcBef>
                <a:spcPts val="0"/>
              </a:spcBef>
              <a:spcAft>
                <a:spcPts val="0"/>
              </a:spcAft>
              <a:buNone/>
            </a:pPr>
            <a:r>
              <a:rPr lang="en-US"/>
              <a:t>3. Effectiveness of Response: Evaluate the effectiveness of the response strategies and tactics used.</a:t>
            </a:r>
            <a:endParaRPr/>
          </a:p>
          <a:p>
            <a:pPr marL="0" lvl="0" indent="0" algn="l" rtl="0">
              <a:spcBef>
                <a:spcPts val="0"/>
              </a:spcBef>
              <a:spcAft>
                <a:spcPts val="0"/>
              </a:spcAft>
              <a:buNone/>
            </a:pPr>
            <a:r>
              <a:rPr lang="en-US"/>
              <a:t>4. Communication and Coordination: Review the communication flow both internally among the response team and externally with the public, media, and other stakeholders.</a:t>
            </a:r>
            <a:endParaRPr/>
          </a:p>
          <a:p>
            <a:pPr marL="0" lvl="0" indent="0" algn="l" rtl="0">
              <a:spcBef>
                <a:spcPts val="0"/>
              </a:spcBef>
              <a:spcAft>
                <a:spcPts val="0"/>
              </a:spcAft>
              <a:buNone/>
            </a:pPr>
            <a:r>
              <a:rPr lang="en-US"/>
              <a:t>5. Resource Management: Assess how resources were managed and deployed, including personnel, equipment, and financial resources.</a:t>
            </a:r>
            <a:endParaRPr/>
          </a:p>
          <a:p>
            <a:pPr marL="0" lvl="0" indent="0" algn="l" rtl="0">
              <a:spcBef>
                <a:spcPts val="0"/>
              </a:spcBef>
              <a:spcAft>
                <a:spcPts val="0"/>
              </a:spcAft>
              <a:buNone/>
            </a:pPr>
            <a:r>
              <a:rPr lang="en-US"/>
              <a:t>6. Safety Issues: Discuss any safety incidents or concerns that arose during the response.</a:t>
            </a:r>
            <a:endParaRPr/>
          </a:p>
          <a:p>
            <a:pPr marL="0" lvl="0" indent="0" algn="l" rtl="0">
              <a:spcBef>
                <a:spcPts val="0"/>
              </a:spcBef>
              <a:spcAft>
                <a:spcPts val="0"/>
              </a:spcAft>
              <a:buNone/>
            </a:pPr>
            <a:r>
              <a:rPr lang="en-US"/>
              <a:t>7. Environmental Impact: Evaluate the environmental impact of the spill and the efficacy of mitigation efforts.</a:t>
            </a:r>
            <a:endParaRPr/>
          </a:p>
          <a:p>
            <a:pPr marL="0" lvl="0" indent="0" algn="l" rtl="0">
              <a:spcBef>
                <a:spcPts val="0"/>
              </a:spcBef>
              <a:spcAft>
                <a:spcPts val="0"/>
              </a:spcAft>
              <a:buNone/>
            </a:pPr>
            <a:r>
              <a:rPr lang="en-US"/>
              <a:t>8. Compliance and Legal Issues: Review any compliance or legal issues encountered.</a:t>
            </a:r>
            <a:endParaRPr/>
          </a:p>
          <a:p>
            <a:pPr marL="0" lvl="0" indent="0" algn="l" rtl="0">
              <a:spcBef>
                <a:spcPts val="0"/>
              </a:spcBef>
              <a:spcAft>
                <a:spcPts val="0"/>
              </a:spcAft>
              <a:buNone/>
            </a:pPr>
            <a:r>
              <a:rPr lang="en-US"/>
              <a:t>9. Lessons Learned: Identify what was learned and what could be improved for future responses.</a:t>
            </a:r>
            <a:endParaRPr/>
          </a:p>
          <a:p>
            <a:pPr marL="0" lvl="0" indent="0" algn="l" rtl="0">
              <a:spcBef>
                <a:spcPts val="0"/>
              </a:spcBef>
              <a:spcAft>
                <a:spcPts val="0"/>
              </a:spcAft>
              <a:buNone/>
            </a:pPr>
            <a:r>
              <a:rPr lang="en-US"/>
              <a:t>10. Recommendations for Future Responses: Compile recommendations based on the debriefing discussions.</a:t>
            </a:r>
            <a:endParaRPr/>
          </a:p>
          <a:p>
            <a:pPr marL="0" lvl="0" indent="0" algn="l" rtl="0">
              <a:spcBef>
                <a:spcPts val="0"/>
              </a:spcBef>
              <a:spcAft>
                <a:spcPts val="0"/>
              </a:spcAft>
              <a:buNone/>
            </a:pPr>
            <a:endParaRPr/>
          </a:p>
          <a:p>
            <a:pPr marL="0" lvl="0" indent="0" algn="l" rtl="0">
              <a:spcBef>
                <a:spcPts val="0"/>
              </a:spcBef>
              <a:spcAft>
                <a:spcPts val="0"/>
              </a:spcAft>
              <a:buNone/>
            </a:pPr>
            <a:r>
              <a:rPr lang="en-US"/>
              <a:t> Who Should Be Present:</a:t>
            </a:r>
            <a:endParaRPr/>
          </a:p>
          <a:p>
            <a:pPr marL="0" lvl="0" indent="0" algn="l" rtl="0">
              <a:spcBef>
                <a:spcPts val="0"/>
              </a:spcBef>
              <a:spcAft>
                <a:spcPts val="0"/>
              </a:spcAft>
              <a:buNone/>
            </a:pPr>
            <a:r>
              <a:rPr lang="en-US"/>
              <a:t>- Response Team Leaders: Incident commanders and section chiefs from various response teams (e.g., operations, planning, logistics).</a:t>
            </a:r>
            <a:endParaRPr/>
          </a:p>
          <a:p>
            <a:pPr marL="0" lvl="0" indent="0" algn="l" rtl="0">
              <a:spcBef>
                <a:spcPts val="0"/>
              </a:spcBef>
              <a:spcAft>
                <a:spcPts val="0"/>
              </a:spcAft>
              <a:buNone/>
            </a:pPr>
            <a:r>
              <a:rPr lang="en-US"/>
              <a:t>- Field Workers: Representatives from on-ground teams who can provide insights into field operations.</a:t>
            </a:r>
            <a:endParaRPr/>
          </a:p>
          <a:p>
            <a:pPr marL="0" lvl="0" indent="0" algn="l" rtl="0">
              <a:spcBef>
                <a:spcPts val="0"/>
              </a:spcBef>
              <a:spcAft>
                <a:spcPts val="0"/>
              </a:spcAft>
              <a:buNone/>
            </a:pPr>
            <a:r>
              <a:rPr lang="en-US"/>
              <a:t>- Environmental Experts: Specialists who can speak to the environmental impact and recovery.</a:t>
            </a:r>
            <a:endParaRPr/>
          </a:p>
          <a:p>
            <a:pPr marL="0" lvl="0" indent="0" algn="l" rtl="0">
              <a:spcBef>
                <a:spcPts val="0"/>
              </a:spcBef>
              <a:spcAft>
                <a:spcPts val="0"/>
              </a:spcAft>
              <a:buNone/>
            </a:pPr>
            <a:r>
              <a:rPr lang="en-US"/>
              <a:t>- Government Representatives: Officials from relevant regulatory agencies who were involved in the response.</a:t>
            </a:r>
            <a:endParaRPr/>
          </a:p>
          <a:p>
            <a:pPr marL="0" lvl="0" indent="0" algn="l" rtl="0">
              <a:spcBef>
                <a:spcPts val="0"/>
              </a:spcBef>
              <a:spcAft>
                <a:spcPts val="0"/>
              </a:spcAft>
              <a:buNone/>
            </a:pPr>
            <a:r>
              <a:rPr lang="en-US"/>
              <a:t>- External Partners: Representatives from non-governmental organizations, industry partners, and other stakeholders.</a:t>
            </a:r>
            <a:endParaRPr/>
          </a:p>
          <a:p>
            <a:pPr marL="0" lvl="0" indent="0" algn="l" rtl="0">
              <a:spcBef>
                <a:spcPts val="0"/>
              </a:spcBef>
              <a:spcAft>
                <a:spcPts val="0"/>
              </a:spcAft>
              <a:buNone/>
            </a:pPr>
            <a:r>
              <a:rPr lang="en-US"/>
              <a:t>- Health and Safety Officers: To address safety performance and concerns during the incident.</a:t>
            </a:r>
            <a:endParaRPr/>
          </a:p>
          <a:p>
            <a:pPr marL="0" lvl="0" indent="0" algn="l" rtl="0">
              <a:spcBef>
                <a:spcPts val="0"/>
              </a:spcBef>
              <a:spcAft>
                <a:spcPts val="0"/>
              </a:spcAft>
              <a:buNone/>
            </a:pPr>
            <a:r>
              <a:rPr lang="en-US"/>
              <a:t>- Legal Advisors: To provide insights on compliance and legal implications.</a:t>
            </a:r>
            <a:endParaRPr/>
          </a:p>
          <a:p>
            <a:pPr marL="0" lvl="0" indent="0" algn="l" rtl="0">
              <a:spcBef>
                <a:spcPts val="0"/>
              </a:spcBef>
              <a:spcAft>
                <a:spcPts val="0"/>
              </a:spcAft>
              <a:buNone/>
            </a:pPr>
            <a:endParaRPr/>
          </a:p>
          <a:p>
            <a:pPr marL="0" lvl="0" indent="0" algn="l" rtl="0">
              <a:spcBef>
                <a:spcPts val="0"/>
              </a:spcBef>
              <a:spcAft>
                <a:spcPts val="0"/>
              </a:spcAft>
              <a:buNone/>
            </a:pPr>
            <a:r>
              <a:rPr lang="en-US"/>
              <a:t> When Should It Be Held:</a:t>
            </a:r>
            <a:endParaRPr/>
          </a:p>
          <a:p>
            <a:pPr marL="0" lvl="0" indent="0" algn="l" rtl="0">
              <a:spcBef>
                <a:spcPts val="0"/>
              </a:spcBef>
              <a:spcAft>
                <a:spcPts val="0"/>
              </a:spcAft>
              <a:buNone/>
            </a:pPr>
            <a:r>
              <a:rPr lang="en-US"/>
              <a:t>- Timing: The debrief should be held soon after the response has concluded to ensure that the details of the incident are fresh in everyone's minds. Ideally, this should be within a few weeks of the termination of field operations.</a:t>
            </a:r>
            <a:endParaRPr/>
          </a:p>
          <a:p>
            <a:pPr marL="0" lvl="0" indent="0" algn="l" rtl="0">
              <a:spcBef>
                <a:spcPts val="0"/>
              </a:spcBef>
              <a:spcAft>
                <a:spcPts val="0"/>
              </a:spcAft>
              <a:buNone/>
            </a:pPr>
            <a:r>
              <a:rPr lang="en-US"/>
              <a:t>- Follow-Up: Consider scheduling a follow-up meeting after the initial debrief to review the implementation of improvements and changes based on the lessons learned.</a:t>
            </a:r>
            <a:endParaRPr/>
          </a:p>
          <a:p>
            <a:pPr marL="0" lvl="0" indent="0" algn="l" rtl="0">
              <a:spcBef>
                <a:spcPts val="0"/>
              </a:spcBef>
              <a:spcAft>
                <a:spcPts val="0"/>
              </a:spcAft>
              <a:buNone/>
            </a:pPr>
            <a:endParaRPr/>
          </a:p>
          <a:p>
            <a:pPr marL="0" lvl="0" indent="0" algn="l" rtl="0">
              <a:spcBef>
                <a:spcPts val="0"/>
              </a:spcBef>
              <a:spcAft>
                <a:spcPts val="0"/>
              </a:spcAft>
              <a:buNone/>
            </a:pPr>
            <a:r>
              <a:rPr lang="en-US"/>
              <a:t>This structured approach ensures that all aspects of the response are analyzed thoroughly, leading to tangible improvements in future spill response efforts.</a:t>
            </a:r>
            <a:endParaRPr/>
          </a:p>
        </p:txBody>
      </p:sp>
      <p:sp>
        <p:nvSpPr>
          <p:cNvPr id="713" name="Google Shape;71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Trainer note: this slide's notes previously referenced SCAT, which belongs to a different module - replaced below with notes for this recap slide.</a:t>
            </a:r>
          </a:p>
          <a:p>
            <a:r>
              <a:t>Closing recap exercise: ask delegates to individually note down three things they've learnt from this module (e.g. the steps to terminate a response, the criteria for deciding when to demobilise, or what a good debrief/post-spill study covers), then share with the group. Use their answers to check understanding and address any gaps before closing.</a:t>
            </a:r>
          </a:p>
        </p:txBody>
      </p:sp>
      <p:sp>
        <p:nvSpPr>
          <p:cNvPr id="725" name="Google Shape;7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icture Blue ">
  <p:cSld name="Title Slide Picture Blue ">
    <p:bg>
      <p:bgPr>
        <a:solidFill>
          <a:schemeClr val="accent2"/>
        </a:solidFill>
        <a:effectLst/>
      </p:bgPr>
    </p:bg>
    <p:spTree>
      <p:nvGrpSpPr>
        <p:cNvPr id="1" name="Shape 16"/>
        <p:cNvGrpSpPr/>
        <p:nvPr/>
      </p:nvGrpSpPr>
      <p:grpSpPr>
        <a:xfrm>
          <a:off x="0" y="0"/>
          <a:ext cx="0" cy="0"/>
          <a:chOff x="0" y="0"/>
          <a:chExt cx="0" cy="0"/>
        </a:xfrm>
      </p:grpSpPr>
      <p:sp>
        <p:nvSpPr>
          <p:cNvPr id="17" name="Google Shape;17;p16"/>
          <p:cNvSpPr>
            <a:spLocks noGrp="1"/>
          </p:cNvSpPr>
          <p:nvPr>
            <p:ph type="pic" idx="2"/>
          </p:nvPr>
        </p:nvSpPr>
        <p:spPr>
          <a:xfrm>
            <a:off x="6206870" y="0"/>
            <a:ext cx="5985131" cy="6858000"/>
          </a:xfrm>
          <a:prstGeom prst="rect">
            <a:avLst/>
          </a:prstGeom>
          <a:solidFill>
            <a:schemeClr val="lt2"/>
          </a:solidFill>
          <a:ln>
            <a:noFill/>
          </a:ln>
        </p:spPr>
        <p:txBody>
          <a:bodyPr/>
          <a:lstStyle/>
          <a:p>
            <a:endParaRPr lang="en-GB"/>
          </a:p>
        </p:txBody>
      </p:sp>
      <p:sp>
        <p:nvSpPr>
          <p:cNvPr id="18" name="Google Shape;18;p1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1" name="Google Shape;21;p16"/>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6"/>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23" name="Google Shape;23;p16"/>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Slide Judul" userDrawn="1">
  <p:cSld name="2_Slide Judul">
    <p:spTree>
      <p:nvGrpSpPr>
        <p:cNvPr id="1" name="Shape 24"/>
        <p:cNvGrpSpPr/>
        <p:nvPr/>
      </p:nvGrpSpPr>
      <p:grpSpPr>
        <a:xfrm>
          <a:off x="0" y="0"/>
          <a:ext cx="0" cy="0"/>
          <a:chOff x="0" y="0"/>
          <a:chExt cx="0" cy="0"/>
        </a:xfrm>
      </p:grpSpPr>
      <p:sp>
        <p:nvSpPr>
          <p:cNvPr id="18" name="Google Shape;26;p17">
            <a:extLst>
              <a:ext uri="{FF2B5EF4-FFF2-40B4-BE49-F238E27FC236}">
                <a16:creationId xmlns:a16="http://schemas.microsoft.com/office/drawing/2014/main" id="{E009605F-D7AF-473A-891A-81BF6F3B5FFF}"/>
              </a:ext>
            </a:extLst>
          </p:cNvPr>
          <p:cNvSpPr/>
          <p:nvPr userDrawn="1"/>
        </p:nvSpPr>
        <p:spPr>
          <a:xfrm>
            <a:off x="6259855" y="0"/>
            <a:ext cx="1709085" cy="6858000"/>
          </a:xfrm>
          <a:custGeom>
            <a:avLst/>
            <a:gdLst/>
            <a:ahLst/>
            <a:cxnLst/>
            <a:rect l="l" t="t" r="r" b="b"/>
            <a:pathLst>
              <a:path w="2563627" h="10288588" extrusionOk="0">
                <a:moveTo>
                  <a:pt x="1934369" y="0"/>
                </a:moveTo>
                <a:lnTo>
                  <a:pt x="2563627" y="0"/>
                </a:lnTo>
                <a:lnTo>
                  <a:pt x="629257" y="10288588"/>
                </a:lnTo>
                <a:lnTo>
                  <a:pt x="0" y="10288588"/>
                </a:lnTo>
                <a:close/>
              </a:path>
            </a:pathLst>
          </a:custGeom>
          <a:solidFill>
            <a:srgbClr val="002F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933">
              <a:solidFill>
                <a:schemeClr val="lt1"/>
              </a:solidFill>
              <a:latin typeface="Arial"/>
              <a:ea typeface="Arial"/>
              <a:cs typeface="Arial"/>
              <a:sym typeface="Arial"/>
            </a:endParaRPr>
          </a:p>
        </p:txBody>
      </p:sp>
      <p:sp>
        <p:nvSpPr>
          <p:cNvPr id="19" name="Google Shape;28;p17">
            <a:extLst>
              <a:ext uri="{FF2B5EF4-FFF2-40B4-BE49-F238E27FC236}">
                <a16:creationId xmlns:a16="http://schemas.microsoft.com/office/drawing/2014/main" id="{8D7D21A1-0015-45CA-8BD0-21C638474324}"/>
              </a:ext>
            </a:extLst>
          </p:cNvPr>
          <p:cNvSpPr/>
          <p:nvPr userDrawn="1"/>
        </p:nvSpPr>
        <p:spPr>
          <a:xfrm rot="620604">
            <a:off x="11747287" y="2099163"/>
            <a:ext cx="861205" cy="4875768"/>
          </a:xfrm>
          <a:custGeom>
            <a:avLst/>
            <a:gdLst/>
            <a:ahLst/>
            <a:cxnLst/>
            <a:rect l="l" t="t" r="r" b="b"/>
            <a:pathLst>
              <a:path w="645904" h="3656826" extrusionOk="0">
                <a:moveTo>
                  <a:pt x="0" y="0"/>
                </a:moveTo>
                <a:lnTo>
                  <a:pt x="645904" y="3538940"/>
                </a:lnTo>
                <a:lnTo>
                  <a:pt x="0" y="3656826"/>
                </a:lnTo>
                <a:close/>
              </a:path>
            </a:pathLst>
          </a:custGeom>
          <a:solidFill>
            <a:srgbClr val="115EFA"/>
          </a:solidFill>
          <a:ln>
            <a:noFill/>
          </a:ln>
        </p:spPr>
        <p:txBody>
          <a:bodyPr spcFirstLastPara="1" wrap="square" lIns="121900" tIns="60950" rIns="121900" bIns="60950" anchor="t"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7" name="Picture Placeholder 16">
            <a:extLst>
              <a:ext uri="{FF2B5EF4-FFF2-40B4-BE49-F238E27FC236}">
                <a16:creationId xmlns:a16="http://schemas.microsoft.com/office/drawing/2014/main" id="{627B0363-2AD1-4C15-812D-F1507D78312A}"/>
              </a:ext>
            </a:extLst>
          </p:cNvPr>
          <p:cNvSpPr>
            <a:spLocks noGrp="1"/>
          </p:cNvSpPr>
          <p:nvPr>
            <p:ph type="pic" sz="quarter" idx="13"/>
          </p:nvPr>
        </p:nvSpPr>
        <p:spPr>
          <a:xfrm>
            <a:off x="6537960" y="0"/>
            <a:ext cx="6103620" cy="6858000"/>
          </a:xfrm>
          <a:custGeom>
            <a:avLst/>
            <a:gdLst>
              <a:gd name="connsiteX0" fmla="*/ 1285850 w 6103620"/>
              <a:gd name="connsiteY0" fmla="*/ 0 h 6858000"/>
              <a:gd name="connsiteX1" fmla="*/ 6103620 w 6103620"/>
              <a:gd name="connsiteY1" fmla="*/ 0 h 6858000"/>
              <a:gd name="connsiteX2" fmla="*/ 4817770 w 6103620"/>
              <a:gd name="connsiteY2" fmla="*/ 6858000 h 6858000"/>
              <a:gd name="connsiteX3" fmla="*/ 0 w 610362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03620" h="6858000">
                <a:moveTo>
                  <a:pt x="1285850" y="0"/>
                </a:moveTo>
                <a:lnTo>
                  <a:pt x="6103620" y="0"/>
                </a:lnTo>
                <a:lnTo>
                  <a:pt x="4817770" y="6858000"/>
                </a:lnTo>
                <a:lnTo>
                  <a:pt x="0" y="6858000"/>
                </a:lnTo>
                <a:close/>
              </a:path>
            </a:pathLst>
          </a:custGeom>
          <a:pattFill prst="pct5">
            <a:fgClr>
              <a:srgbClr val="00B0F0"/>
            </a:fgClr>
            <a:bgClr>
              <a:schemeClr val="bg1"/>
            </a:bgClr>
          </a:pattFill>
          <a:ln>
            <a:noFill/>
          </a:ln>
        </p:spPr>
        <p:txBody>
          <a:bodyPr wrap="square">
            <a:noAutofit/>
          </a:bodyPr>
          <a:lstStyle/>
          <a:p>
            <a:endParaRPr lang="en-US"/>
          </a:p>
        </p:txBody>
      </p:sp>
      <p:grpSp>
        <p:nvGrpSpPr>
          <p:cNvPr id="29" name="Google Shape;29;p17"/>
          <p:cNvGrpSpPr/>
          <p:nvPr/>
        </p:nvGrpSpPr>
        <p:grpSpPr>
          <a:xfrm>
            <a:off x="407988" y="576000"/>
            <a:ext cx="1130400" cy="437949"/>
            <a:chOff x="2389188" y="1992313"/>
            <a:chExt cx="7424738" cy="2876551"/>
          </a:xfrm>
        </p:grpSpPr>
        <p:sp>
          <p:nvSpPr>
            <p:cNvPr id="30" name="Google Shape;30;p17"/>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31" name="Google Shape;31;p17"/>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sp>
        <p:nvSpPr>
          <p:cNvPr id="32" name="Google Shape;32;p1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atin typeface="Arial"/>
                <a:ea typeface="Arial"/>
                <a:cs typeface="Arial"/>
                <a:sym typeface="Arial"/>
              </a:defRPr>
            </a:lvl1pPr>
            <a:lvl2pPr marL="0" lvl="1" indent="0" algn="ctr">
              <a:spcBef>
                <a:spcPts val="0"/>
              </a:spcBef>
              <a:buNone/>
              <a:defRPr>
                <a:latin typeface="Arial"/>
                <a:ea typeface="Arial"/>
                <a:cs typeface="Arial"/>
                <a:sym typeface="Arial"/>
              </a:defRPr>
            </a:lvl2pPr>
            <a:lvl3pPr marL="0" lvl="2" indent="0" algn="ctr">
              <a:spcBef>
                <a:spcPts val="0"/>
              </a:spcBef>
              <a:buNone/>
              <a:defRPr>
                <a:latin typeface="Arial"/>
                <a:ea typeface="Arial"/>
                <a:cs typeface="Arial"/>
                <a:sym typeface="Arial"/>
              </a:defRPr>
            </a:lvl3pPr>
            <a:lvl4pPr marL="0" lvl="3" indent="0" algn="ctr">
              <a:spcBef>
                <a:spcPts val="0"/>
              </a:spcBef>
              <a:buNone/>
              <a:defRPr>
                <a:latin typeface="Arial"/>
                <a:ea typeface="Arial"/>
                <a:cs typeface="Arial"/>
                <a:sym typeface="Arial"/>
              </a:defRPr>
            </a:lvl4pPr>
            <a:lvl5pPr marL="0" lvl="4" indent="0" algn="ctr">
              <a:spcBef>
                <a:spcPts val="0"/>
              </a:spcBef>
              <a:buNone/>
              <a:defRPr>
                <a:latin typeface="Arial"/>
                <a:ea typeface="Arial"/>
                <a:cs typeface="Arial"/>
                <a:sym typeface="Arial"/>
              </a:defRPr>
            </a:lvl5pPr>
            <a:lvl6pPr marL="0" lvl="5" indent="0" algn="ctr">
              <a:spcBef>
                <a:spcPts val="0"/>
              </a:spcBef>
              <a:buNone/>
              <a:defRPr>
                <a:latin typeface="Arial"/>
                <a:ea typeface="Arial"/>
                <a:cs typeface="Arial"/>
                <a:sym typeface="Arial"/>
              </a:defRPr>
            </a:lvl6pPr>
            <a:lvl7pPr marL="0" lvl="6" indent="0" algn="ctr">
              <a:spcBef>
                <a:spcPts val="0"/>
              </a:spcBef>
              <a:buNone/>
              <a:defRPr>
                <a:latin typeface="Arial"/>
                <a:ea typeface="Arial"/>
                <a:cs typeface="Arial"/>
                <a:sym typeface="Arial"/>
              </a:defRPr>
            </a:lvl7pPr>
            <a:lvl8pPr marL="0" lvl="7" indent="0" algn="ctr">
              <a:spcBef>
                <a:spcPts val="0"/>
              </a:spcBef>
              <a:buNone/>
              <a:defRPr>
                <a:latin typeface="Arial"/>
                <a:ea typeface="Arial"/>
                <a:cs typeface="Arial"/>
                <a:sym typeface="Arial"/>
              </a:defRPr>
            </a:lvl8pPr>
            <a:lvl9pPr marL="0" lvl="8" indent="0" algn="ctr">
              <a:spcBef>
                <a:spcPts val="0"/>
              </a:spcBef>
              <a:buNone/>
              <a:defRPr>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33" name="Google Shape;33;p1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Picture Blue" userDrawn="1">
  <p:cSld name="Section Header Picture Blue">
    <p:bg>
      <p:bgPr>
        <a:solidFill>
          <a:schemeClr val="accent2"/>
        </a:solidFill>
        <a:effectLst/>
      </p:bgPr>
    </p:bg>
    <p:spTree>
      <p:nvGrpSpPr>
        <p:cNvPr id="1" name="Shape 34"/>
        <p:cNvGrpSpPr/>
        <p:nvPr/>
      </p:nvGrpSpPr>
      <p:grpSpPr>
        <a:xfrm>
          <a:off x="0" y="0"/>
          <a:ext cx="0" cy="0"/>
          <a:chOff x="0" y="0"/>
          <a:chExt cx="0" cy="0"/>
        </a:xfrm>
      </p:grpSpPr>
      <p:sp>
        <p:nvSpPr>
          <p:cNvPr id="35" name="Google Shape;35;p1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40" name="Google Shape;40;p18"/>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3"/>
        <p:cNvGrpSpPr/>
        <p:nvPr/>
      </p:nvGrpSpPr>
      <p:grpSpPr>
        <a:xfrm>
          <a:off x="0" y="0"/>
          <a:ext cx="0" cy="0"/>
          <a:chOff x="0" y="0"/>
          <a:chExt cx="0" cy="0"/>
        </a:xfrm>
      </p:grpSpPr>
      <p:sp>
        <p:nvSpPr>
          <p:cNvPr id="74" name="Google Shape;74;p2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75" name="Google Shape;75;p2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title"/>
          </p:nvPr>
        </p:nvSpPr>
        <p:spPr>
          <a:xfrm>
            <a:off x="837347" y="510770"/>
            <a:ext cx="10517600" cy="535491"/>
          </a:xfrm>
          <a:prstGeom prst="rect">
            <a:avLst/>
          </a:prstGeom>
          <a:noFill/>
          <a:ln>
            <a:noFill/>
          </a:ln>
        </p:spPr>
        <p:txBody>
          <a:bodyPr spcFirstLastPara="1" wrap="square" lIns="91425" tIns="45700" rIns="91425" bIns="45700" anchor="ctr" anchorCtr="0">
            <a:spAutoFit/>
          </a:bodyPr>
          <a:lstStyle>
            <a:lvl1pPr lvl="0" algn="l">
              <a:lnSpc>
                <a:spcPct val="90000"/>
              </a:lnSpc>
              <a:spcBef>
                <a:spcPts val="0"/>
              </a:spcBef>
              <a:spcAft>
                <a:spcPts val="0"/>
              </a:spcAft>
              <a:buClr>
                <a:srgbClr val="3F3F3F"/>
              </a:buClr>
              <a:buSzPts val="1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2"/>
          <p:cNvSpPr>
            <a:spLocks noGrp="1"/>
          </p:cNvSpPr>
          <p:nvPr>
            <p:ph type="pic" idx="2"/>
          </p:nvPr>
        </p:nvSpPr>
        <p:spPr>
          <a:xfrm>
            <a:off x="1548511" y="1478109"/>
            <a:ext cx="4331465" cy="2160240"/>
          </a:xfrm>
          <a:prstGeom prst="rect">
            <a:avLst/>
          </a:prstGeom>
          <a:noFill/>
          <a:ln>
            <a:noFill/>
          </a:ln>
        </p:spPr>
        <p:txBody>
          <a:bodyPr/>
          <a:lstStyle/>
          <a:p>
            <a:endParaRPr lang="en-GB"/>
          </a:p>
        </p:txBody>
      </p:sp>
      <p:sp>
        <p:nvSpPr>
          <p:cNvPr id="79" name="Google Shape;79;p22"/>
          <p:cNvSpPr>
            <a:spLocks noGrp="1"/>
          </p:cNvSpPr>
          <p:nvPr>
            <p:ph type="pic" idx="3"/>
          </p:nvPr>
        </p:nvSpPr>
        <p:spPr>
          <a:xfrm>
            <a:off x="6312024" y="1478109"/>
            <a:ext cx="4331465" cy="2160240"/>
          </a:xfrm>
          <a:prstGeom prst="rect">
            <a:avLst/>
          </a:prstGeom>
          <a:noFill/>
          <a:ln>
            <a:noFill/>
          </a:ln>
        </p:spPr>
        <p:txBody>
          <a:bodyPr/>
          <a:lstStyle/>
          <a:p>
            <a:endParaRPr lang="en-GB"/>
          </a:p>
        </p:txBody>
      </p:sp>
      <p:sp>
        <p:nvSpPr>
          <p:cNvPr id="80" name="Google Shape;80;p22"/>
          <p:cNvSpPr>
            <a:spLocks noGrp="1"/>
          </p:cNvSpPr>
          <p:nvPr>
            <p:ph type="pic" idx="4"/>
          </p:nvPr>
        </p:nvSpPr>
        <p:spPr>
          <a:xfrm>
            <a:off x="6312024" y="3933825"/>
            <a:ext cx="4331465" cy="2159000"/>
          </a:xfrm>
          <a:prstGeom prst="rect">
            <a:avLst/>
          </a:prstGeom>
          <a:noFill/>
          <a:ln>
            <a:noFill/>
          </a:ln>
        </p:spPr>
        <p:txBody>
          <a:bodyPr/>
          <a:lstStyle/>
          <a:p>
            <a:endParaRPr lang="en-GB"/>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1"/>
        <p:cNvGrpSpPr/>
        <p:nvPr/>
      </p:nvGrpSpPr>
      <p:grpSpPr>
        <a:xfrm>
          <a:off x="0" y="0"/>
          <a:ext cx="0" cy="0"/>
          <a:chOff x="0" y="0"/>
          <a:chExt cx="0" cy="0"/>
        </a:xfrm>
      </p:grpSpPr>
      <p:sp>
        <p:nvSpPr>
          <p:cNvPr id="82" name="Google Shape;82;p2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83" name="Google Shape;83;p2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3"/>
          <p:cNvSpPr txBox="1">
            <a:spLocks noGrp="1"/>
          </p:cNvSpPr>
          <p:nvPr>
            <p:ph type="title"/>
          </p:nvPr>
        </p:nvSpPr>
        <p:spPr>
          <a:xfrm>
            <a:off x="6846978" y="1584264"/>
            <a:ext cx="4829648"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a:off x="6846888" y="2852614"/>
            <a:ext cx="4829175" cy="1800522"/>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87" name="Google Shape;87;p23"/>
          <p:cNvSpPr>
            <a:spLocks noGrp="1"/>
          </p:cNvSpPr>
          <p:nvPr>
            <p:ph type="pic" idx="2"/>
          </p:nvPr>
        </p:nvSpPr>
        <p:spPr>
          <a:xfrm>
            <a:off x="515374" y="1513781"/>
            <a:ext cx="5717470" cy="3266700"/>
          </a:xfrm>
          <a:prstGeom prst="rect">
            <a:avLst/>
          </a:prstGeom>
          <a:noFill/>
          <a:ln>
            <a:noFill/>
          </a:ln>
        </p:spPr>
        <p:txBody>
          <a:bodyPr/>
          <a:lstStyle/>
          <a:p>
            <a:endParaRPr lang="en-GB"/>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 type="title">
  <p:cSld name="TITLE">
    <p:bg>
      <p:bgPr>
        <a:solidFill>
          <a:schemeClr val="lt1"/>
        </a:solidFill>
        <a:effectLst/>
      </p:bgPr>
    </p:bg>
    <p:spTree>
      <p:nvGrpSpPr>
        <p:cNvPr id="1" name="Shape 88"/>
        <p:cNvGrpSpPr/>
        <p:nvPr/>
      </p:nvGrpSpPr>
      <p:grpSpPr>
        <a:xfrm>
          <a:off x="0" y="0"/>
          <a:ext cx="0" cy="0"/>
          <a:chOff x="0" y="0"/>
          <a:chExt cx="0" cy="0"/>
        </a:xfrm>
      </p:grpSpPr>
      <p:sp>
        <p:nvSpPr>
          <p:cNvPr id="89" name="Google Shape;89;p24"/>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2"/>
              </a:buClr>
              <a:buSzPts val="6000"/>
              <a:buFont typeface="Arial"/>
              <a:buNone/>
              <a:defRPr sz="6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4"/>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91" name="Google Shape;91;p2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94" name="Google Shape;94;p24"/>
          <p:cNvSpPr/>
          <p:nvPr/>
        </p:nvSpPr>
        <p:spPr>
          <a:xfrm>
            <a:off x="407988" y="576000"/>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Slide Blue">
  <p:cSld name="Title Slide Blue">
    <p:bg>
      <p:bgPr>
        <a:solidFill>
          <a:schemeClr val="accent2"/>
        </a:solidFill>
        <a:effectLst/>
      </p:bgPr>
    </p:bg>
    <p:spTree>
      <p:nvGrpSpPr>
        <p:cNvPr id="1" name="Shape 95"/>
        <p:cNvGrpSpPr/>
        <p:nvPr/>
      </p:nvGrpSpPr>
      <p:grpSpPr>
        <a:xfrm>
          <a:off x="0" y="0"/>
          <a:ext cx="0" cy="0"/>
          <a:chOff x="0" y="0"/>
          <a:chExt cx="0" cy="0"/>
        </a:xfrm>
      </p:grpSpPr>
      <p:sp>
        <p:nvSpPr>
          <p:cNvPr id="96" name="Google Shape;96;p25"/>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5"/>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98" name="Google Shape;98;p25"/>
          <p:cNvSpPr/>
          <p:nvPr/>
        </p:nvSpPr>
        <p:spPr>
          <a:xfrm>
            <a:off x="407988" y="57467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2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Slide Light Blue">
  <p:cSld name="Title Slide Light Blue">
    <p:bg>
      <p:bgPr>
        <a:solidFill>
          <a:schemeClr val="accent6"/>
        </a:solidFill>
        <a:effectLst/>
      </p:bgPr>
    </p:bg>
    <p:spTree>
      <p:nvGrpSpPr>
        <p:cNvPr id="1" name="Shape 102"/>
        <p:cNvGrpSpPr/>
        <p:nvPr/>
      </p:nvGrpSpPr>
      <p:grpSpPr>
        <a:xfrm>
          <a:off x="0" y="0"/>
          <a:ext cx="0" cy="0"/>
          <a:chOff x="0" y="0"/>
          <a:chExt cx="0" cy="0"/>
        </a:xfrm>
      </p:grpSpPr>
      <p:sp>
        <p:nvSpPr>
          <p:cNvPr id="103" name="Google Shape;103;p26"/>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05" name="Google Shape;105;p26"/>
          <p:cNvSpPr/>
          <p:nvPr/>
        </p:nvSpPr>
        <p:spPr>
          <a:xfrm>
            <a:off x="407988" y="57467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2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Slide Image">
  <p:cSld name="Title Slide Image">
    <p:bg>
      <p:bgPr>
        <a:blipFill>
          <a:blip r:embed="rId2" cstate="email">
            <a:alphaModFix/>
            <a:extLst>
              <a:ext uri="{28A0092B-C50C-407E-A947-70E740481C1C}">
                <a14:useLocalDpi xmlns:a14="http://schemas.microsoft.com/office/drawing/2010/main"/>
              </a:ext>
            </a:extLst>
          </a:blip>
          <a:stretch>
            <a:fillRect/>
          </a:stretch>
        </a:blipFill>
        <a:effectLst/>
      </p:bgPr>
    </p:bg>
    <p:spTree>
      <p:nvGrpSpPr>
        <p:cNvPr id="1" name="Shape 109"/>
        <p:cNvGrpSpPr/>
        <p:nvPr/>
      </p:nvGrpSpPr>
      <p:grpSpPr>
        <a:xfrm>
          <a:off x="0" y="0"/>
          <a:ext cx="0" cy="0"/>
          <a:chOff x="0" y="0"/>
          <a:chExt cx="0" cy="0"/>
        </a:xfrm>
      </p:grpSpPr>
      <p:sp>
        <p:nvSpPr>
          <p:cNvPr id="110" name="Google Shape;110;p27"/>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12" name="Google Shape;112;p27"/>
          <p:cNvSpPr/>
          <p:nvPr/>
        </p:nvSpPr>
        <p:spPr>
          <a:xfrm>
            <a:off x="407988" y="57467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3" name="Google Shape;113;p2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2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Slide Picture">
  <p:cSld name="Title Slide Picture">
    <p:bg>
      <p:bgPr>
        <a:solidFill>
          <a:schemeClr val="lt2"/>
        </a:solidFill>
        <a:effectLst/>
      </p:bgPr>
    </p:bg>
    <p:spTree>
      <p:nvGrpSpPr>
        <p:cNvPr id="1" name="Shape 116"/>
        <p:cNvGrpSpPr/>
        <p:nvPr/>
      </p:nvGrpSpPr>
      <p:grpSpPr>
        <a:xfrm>
          <a:off x="0" y="0"/>
          <a:ext cx="0" cy="0"/>
          <a:chOff x="0" y="0"/>
          <a:chExt cx="0" cy="0"/>
        </a:xfrm>
      </p:grpSpPr>
      <p:sp>
        <p:nvSpPr>
          <p:cNvPr id="117" name="Google Shape;117;p28"/>
          <p:cNvSpPr>
            <a:spLocks noGrp="1"/>
          </p:cNvSpPr>
          <p:nvPr>
            <p:ph type="pic" idx="2"/>
          </p:nvPr>
        </p:nvSpPr>
        <p:spPr>
          <a:xfrm>
            <a:off x="0" y="1"/>
            <a:ext cx="12192000" cy="6858000"/>
          </a:xfrm>
          <a:prstGeom prst="rect">
            <a:avLst/>
          </a:prstGeom>
          <a:solidFill>
            <a:srgbClr val="C9D4DC"/>
          </a:solidFill>
          <a:ln>
            <a:noFill/>
          </a:ln>
        </p:spPr>
      </p:sp>
      <p:sp>
        <p:nvSpPr>
          <p:cNvPr id="118" name="Google Shape;118;p28"/>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8"/>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20" name="Google Shape;120;p2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23" name="Google Shape;123;p28"/>
          <p:cNvSpPr txBox="1">
            <a:spLocks noGrp="1"/>
          </p:cNvSpPr>
          <p:nvPr>
            <p:ph type="body" idx="3"/>
          </p:nvPr>
        </p:nvSpPr>
        <p:spPr>
          <a:xfrm>
            <a:off x="407988" y="576000"/>
            <a:ext cx="1130400" cy="288000"/>
          </a:xfrm>
          <a:prstGeom prst="rect">
            <a:avLst/>
          </a:prstGeom>
          <a:blipFill rotWithShape="1">
            <a:blip r:embed="rId2" cstate="email">
              <a:alphaModFix/>
              <a:extLst>
                <a:ext uri="{28A0092B-C50C-407E-A947-70E740481C1C}">
                  <a14:useLocalDpi xmlns:a14="http://schemas.microsoft.com/office/drawing/2010/main"/>
                </a:ext>
              </a:extLst>
            </a:blip>
            <a:stretch>
              <a:fillRect/>
            </a:stretch>
          </a:blip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SzPts val="100"/>
              <a:buFont typeface="Arial"/>
              <a:buNone/>
              <a:defRPr sz="100"/>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Slide Picture Yellow ">
  <p:cSld name="Title Slide Picture Yellow ">
    <p:bg>
      <p:bgPr>
        <a:solidFill>
          <a:schemeClr val="lt1"/>
        </a:solidFill>
        <a:effectLst/>
      </p:bgPr>
    </p:bg>
    <p:spTree>
      <p:nvGrpSpPr>
        <p:cNvPr id="1" name="Shape 124"/>
        <p:cNvGrpSpPr/>
        <p:nvPr/>
      </p:nvGrpSpPr>
      <p:grpSpPr>
        <a:xfrm>
          <a:off x="0" y="0"/>
          <a:ext cx="0" cy="0"/>
          <a:chOff x="0" y="0"/>
          <a:chExt cx="0" cy="0"/>
        </a:xfrm>
      </p:grpSpPr>
      <p:sp>
        <p:nvSpPr>
          <p:cNvPr id="125" name="Google Shape;125;p2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28" name="Google Shape;128;p29"/>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2"/>
              </a:buClr>
              <a:buSzPts val="6000"/>
              <a:buFont typeface="Arial"/>
              <a:buNone/>
              <a:defRPr sz="6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29"/>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30" name="Google Shape;130;p29"/>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29"/>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Picture Light Blue ">
  <p:cSld name="Title Slide Picture Light Blue ">
    <p:bg>
      <p:bgPr>
        <a:solidFill>
          <a:schemeClr val="accent6"/>
        </a:solidFill>
        <a:effectLst/>
      </p:bgPr>
    </p:bg>
    <p:spTree>
      <p:nvGrpSpPr>
        <p:cNvPr id="1" name="Shape 132"/>
        <p:cNvGrpSpPr/>
        <p:nvPr/>
      </p:nvGrpSpPr>
      <p:grpSpPr>
        <a:xfrm>
          <a:off x="0" y="0"/>
          <a:ext cx="0" cy="0"/>
          <a:chOff x="0" y="0"/>
          <a:chExt cx="0" cy="0"/>
        </a:xfrm>
      </p:grpSpPr>
      <p:sp>
        <p:nvSpPr>
          <p:cNvPr id="133" name="Google Shape;133;p30"/>
          <p:cNvSpPr>
            <a:spLocks noGrp="1"/>
          </p:cNvSpPr>
          <p:nvPr>
            <p:ph type="pic" idx="2"/>
          </p:nvPr>
        </p:nvSpPr>
        <p:spPr>
          <a:xfrm>
            <a:off x="6206870" y="0"/>
            <a:ext cx="5985131" cy="6858000"/>
          </a:xfrm>
          <a:prstGeom prst="rect">
            <a:avLst/>
          </a:prstGeom>
          <a:solidFill>
            <a:schemeClr val="lt2"/>
          </a:solidFill>
          <a:ln>
            <a:noFill/>
          </a:ln>
        </p:spPr>
      </p:sp>
      <p:sp>
        <p:nvSpPr>
          <p:cNvPr id="134" name="Google Shape;134;p3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3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37" name="Google Shape;137;p30"/>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30"/>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39" name="Google Shape;139;p30"/>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Slide Picture Yellow 2">
  <p:cSld name="Title Slide Picture Yellow 2">
    <p:spTree>
      <p:nvGrpSpPr>
        <p:cNvPr id="1" name="Shape 140"/>
        <p:cNvGrpSpPr/>
        <p:nvPr/>
      </p:nvGrpSpPr>
      <p:grpSpPr>
        <a:xfrm>
          <a:off x="0" y="0"/>
          <a:ext cx="0" cy="0"/>
          <a:chOff x="0" y="0"/>
          <a:chExt cx="0" cy="0"/>
        </a:xfrm>
      </p:grpSpPr>
      <p:sp>
        <p:nvSpPr>
          <p:cNvPr id="141" name="Google Shape;141;p31"/>
          <p:cNvSpPr>
            <a:spLocks noGrp="1"/>
          </p:cNvSpPr>
          <p:nvPr>
            <p:ph type="pic" idx="2"/>
          </p:nvPr>
        </p:nvSpPr>
        <p:spPr>
          <a:xfrm>
            <a:off x="1" y="0"/>
            <a:ext cx="5968441" cy="6858000"/>
          </a:xfrm>
          <a:prstGeom prst="rect">
            <a:avLst/>
          </a:prstGeom>
          <a:solidFill>
            <a:schemeClr val="lt2"/>
          </a:solidFill>
          <a:ln>
            <a:noFill/>
          </a:ln>
        </p:spPr>
      </p:sp>
      <p:sp>
        <p:nvSpPr>
          <p:cNvPr id="142" name="Google Shape;142;p3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3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45" name="Google Shape;145;p31"/>
          <p:cNvSpPr txBox="1">
            <a:spLocks noGrp="1"/>
          </p:cNvSpPr>
          <p:nvPr>
            <p:ph type="ctrTitle"/>
          </p:nvPr>
        </p:nvSpPr>
        <p:spPr>
          <a:xfrm>
            <a:off x="6096001"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2"/>
              </a:buClr>
              <a:buSzPts val="6000"/>
              <a:buFont typeface="Arial"/>
              <a:buNone/>
              <a:defRPr sz="6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6" name="Google Shape;146;p31"/>
          <p:cNvSpPr txBox="1">
            <a:spLocks noGrp="1"/>
          </p:cNvSpPr>
          <p:nvPr>
            <p:ph type="subTitle" idx="1"/>
          </p:nvPr>
        </p:nvSpPr>
        <p:spPr>
          <a:xfrm>
            <a:off x="6096001"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47" name="Google Shape;147;p31"/>
          <p:cNvSpPr/>
          <p:nvPr/>
        </p:nvSpPr>
        <p:spPr>
          <a:xfrm>
            <a:off x="10653051"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Slide Picture Blue 2">
  <p:cSld name="Title Slide Picture Blue 2">
    <p:bg>
      <p:bgPr>
        <a:solidFill>
          <a:schemeClr val="accent2"/>
        </a:solidFill>
        <a:effectLst/>
      </p:bgPr>
    </p:bg>
    <p:spTree>
      <p:nvGrpSpPr>
        <p:cNvPr id="1" name="Shape 148"/>
        <p:cNvGrpSpPr/>
        <p:nvPr/>
      </p:nvGrpSpPr>
      <p:grpSpPr>
        <a:xfrm>
          <a:off x="0" y="0"/>
          <a:ext cx="0" cy="0"/>
          <a:chOff x="0" y="0"/>
          <a:chExt cx="0" cy="0"/>
        </a:xfrm>
      </p:grpSpPr>
      <p:sp>
        <p:nvSpPr>
          <p:cNvPr id="149" name="Google Shape;149;p32"/>
          <p:cNvSpPr>
            <a:spLocks noGrp="1"/>
          </p:cNvSpPr>
          <p:nvPr>
            <p:ph type="pic" idx="2"/>
          </p:nvPr>
        </p:nvSpPr>
        <p:spPr>
          <a:xfrm>
            <a:off x="1" y="0"/>
            <a:ext cx="5968441" cy="6858000"/>
          </a:xfrm>
          <a:prstGeom prst="rect">
            <a:avLst/>
          </a:prstGeom>
          <a:solidFill>
            <a:schemeClr val="lt2"/>
          </a:solidFill>
          <a:ln>
            <a:noFill/>
          </a:ln>
        </p:spPr>
      </p:sp>
      <p:sp>
        <p:nvSpPr>
          <p:cNvPr id="150" name="Google Shape;150;p3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53" name="Google Shape;153;p32"/>
          <p:cNvSpPr txBox="1">
            <a:spLocks noGrp="1"/>
          </p:cNvSpPr>
          <p:nvPr>
            <p:ph type="ctrTitle"/>
          </p:nvPr>
        </p:nvSpPr>
        <p:spPr>
          <a:xfrm>
            <a:off x="6096001"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32"/>
          <p:cNvSpPr txBox="1">
            <a:spLocks noGrp="1"/>
          </p:cNvSpPr>
          <p:nvPr>
            <p:ph type="subTitle" idx="1"/>
          </p:nvPr>
        </p:nvSpPr>
        <p:spPr>
          <a:xfrm>
            <a:off x="6096001"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55" name="Google Shape;155;p32"/>
          <p:cNvSpPr/>
          <p:nvPr/>
        </p:nvSpPr>
        <p:spPr>
          <a:xfrm>
            <a:off x="10653051"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Slide Picture Light Blue 2">
  <p:cSld name="Title Slide Picture Light Blue 2">
    <p:bg>
      <p:bgPr>
        <a:solidFill>
          <a:schemeClr val="accent6"/>
        </a:solidFill>
        <a:effectLst/>
      </p:bgPr>
    </p:bg>
    <p:spTree>
      <p:nvGrpSpPr>
        <p:cNvPr id="1" name="Shape 156"/>
        <p:cNvGrpSpPr/>
        <p:nvPr/>
      </p:nvGrpSpPr>
      <p:grpSpPr>
        <a:xfrm>
          <a:off x="0" y="0"/>
          <a:ext cx="0" cy="0"/>
          <a:chOff x="0" y="0"/>
          <a:chExt cx="0" cy="0"/>
        </a:xfrm>
      </p:grpSpPr>
      <p:sp>
        <p:nvSpPr>
          <p:cNvPr id="157" name="Google Shape;157;p33"/>
          <p:cNvSpPr>
            <a:spLocks noGrp="1"/>
          </p:cNvSpPr>
          <p:nvPr>
            <p:ph type="pic" idx="2"/>
          </p:nvPr>
        </p:nvSpPr>
        <p:spPr>
          <a:xfrm>
            <a:off x="1" y="0"/>
            <a:ext cx="5968441" cy="6858000"/>
          </a:xfrm>
          <a:prstGeom prst="rect">
            <a:avLst/>
          </a:prstGeom>
          <a:solidFill>
            <a:schemeClr val="lt2"/>
          </a:solidFill>
          <a:ln>
            <a:noFill/>
          </a:ln>
        </p:spPr>
      </p:sp>
      <p:sp>
        <p:nvSpPr>
          <p:cNvPr id="158" name="Google Shape;158;p3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3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3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61" name="Google Shape;161;p33"/>
          <p:cNvSpPr txBox="1">
            <a:spLocks noGrp="1"/>
          </p:cNvSpPr>
          <p:nvPr>
            <p:ph type="ctrTitle"/>
          </p:nvPr>
        </p:nvSpPr>
        <p:spPr>
          <a:xfrm>
            <a:off x="6096001"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3"/>
          <p:cNvSpPr txBox="1">
            <a:spLocks noGrp="1"/>
          </p:cNvSpPr>
          <p:nvPr>
            <p:ph type="subTitle" idx="1"/>
          </p:nvPr>
        </p:nvSpPr>
        <p:spPr>
          <a:xfrm>
            <a:off x="6096001"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63" name="Google Shape;163;p33"/>
          <p:cNvSpPr/>
          <p:nvPr/>
        </p:nvSpPr>
        <p:spPr>
          <a:xfrm>
            <a:off x="10653051"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
  <p:cSld name="Title and Content ">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3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3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69" name="Google Shape;169;p34"/>
          <p:cNvSpPr txBox="1">
            <a:spLocks noGrp="1"/>
          </p:cNvSpPr>
          <p:nvPr>
            <p:ph type="body" idx="1"/>
          </p:nvPr>
        </p:nvSpPr>
        <p:spPr>
          <a:xfrm>
            <a:off x="407988" y="1844675"/>
            <a:ext cx="11376025"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and Content Blue">
  <p:cSld name="Title and Content Blue">
    <p:bg>
      <p:bgPr>
        <a:solidFill>
          <a:schemeClr val="accent2"/>
        </a:solidFill>
        <a:effectLst/>
      </p:bgPr>
    </p:bg>
    <p:spTree>
      <p:nvGrpSpPr>
        <p:cNvPr id="1" name="Shape 170"/>
        <p:cNvGrpSpPr/>
        <p:nvPr/>
      </p:nvGrpSpPr>
      <p:grpSpPr>
        <a:xfrm>
          <a:off x="0" y="0"/>
          <a:ext cx="0" cy="0"/>
          <a:chOff x="0" y="0"/>
          <a:chExt cx="0" cy="0"/>
        </a:xfrm>
      </p:grpSpPr>
      <p:sp>
        <p:nvSpPr>
          <p:cNvPr id="171" name="Google Shape;171;p35"/>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2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3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3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3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5" name="Google Shape;175;p35"/>
          <p:cNvSpPr txBox="1">
            <a:spLocks noGrp="1"/>
          </p:cNvSpPr>
          <p:nvPr>
            <p:ph type="body" idx="1"/>
          </p:nvPr>
        </p:nvSpPr>
        <p:spPr>
          <a:xfrm>
            <a:off x="407988" y="1844675"/>
            <a:ext cx="11376025"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lt1"/>
              </a:buClr>
              <a:buSzPts val="1800"/>
              <a:buFont typeface="Arial"/>
              <a:buNone/>
              <a:defRPr>
                <a:solidFill>
                  <a:schemeClr val="lt1"/>
                </a:solidFill>
              </a:defRPr>
            </a:lvl1pPr>
            <a:lvl2pPr marL="914400" lvl="1" indent="-342900" algn="l">
              <a:lnSpc>
                <a:spcPct val="120000"/>
              </a:lnSpc>
              <a:spcBef>
                <a:spcPts val="600"/>
              </a:spcBef>
              <a:spcAft>
                <a:spcPts val="0"/>
              </a:spcAft>
              <a:buClr>
                <a:schemeClr val="lt1"/>
              </a:buClr>
              <a:buSzPts val="1800"/>
              <a:buChar char="•"/>
              <a:defRPr>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317500" algn="l">
              <a:lnSpc>
                <a:spcPct val="120000"/>
              </a:lnSpc>
              <a:spcBef>
                <a:spcPts val="600"/>
              </a:spcBef>
              <a:spcAft>
                <a:spcPts val="0"/>
              </a:spcAft>
              <a:buClr>
                <a:schemeClr val="lt1"/>
              </a:buClr>
              <a:buSzPts val="1400"/>
              <a:buChar char="•"/>
              <a:defRPr>
                <a:solidFill>
                  <a:schemeClr val="lt1"/>
                </a:solidFill>
              </a:defRPr>
            </a:lvl9pPr>
          </a:lstStyle>
          <a:p>
            <a:endParaRPr/>
          </a:p>
        </p:txBody>
      </p:sp>
      <p:sp>
        <p:nvSpPr>
          <p:cNvPr id="176" name="Google Shape;176;p35"/>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2"/>
        </a:solidFill>
        <a:effectLst/>
      </p:bgPr>
    </p:bg>
    <p:spTree>
      <p:nvGrpSpPr>
        <p:cNvPr id="1" name="Shape 177"/>
        <p:cNvGrpSpPr/>
        <p:nvPr/>
      </p:nvGrpSpPr>
      <p:grpSpPr>
        <a:xfrm>
          <a:off x="0" y="0"/>
          <a:ext cx="0" cy="0"/>
          <a:chOff x="0" y="0"/>
          <a:chExt cx="0" cy="0"/>
        </a:xfrm>
      </p:grpSpPr>
      <p:sp>
        <p:nvSpPr>
          <p:cNvPr id="178" name="Google Shape;178;p36"/>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p3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3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3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82" name="Google Shape;182;p36"/>
          <p:cNvSpPr txBox="1">
            <a:spLocks noGrp="1"/>
          </p:cNvSpPr>
          <p:nvPr>
            <p:ph type="body" idx="1"/>
          </p:nvPr>
        </p:nvSpPr>
        <p:spPr>
          <a:xfrm>
            <a:off x="983433" y="191683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83" name="Google Shape;183;p36"/>
          <p:cNvSpPr>
            <a:spLocks noGrp="1"/>
          </p:cNvSpPr>
          <p:nvPr>
            <p:ph type="body" idx="2"/>
          </p:nvPr>
        </p:nvSpPr>
        <p:spPr>
          <a:xfrm>
            <a:off x="383977" y="183021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84" name="Google Shape;184;p36"/>
          <p:cNvSpPr>
            <a:spLocks noGrp="1"/>
          </p:cNvSpPr>
          <p:nvPr>
            <p:ph type="body" idx="3"/>
          </p:nvPr>
        </p:nvSpPr>
        <p:spPr>
          <a:xfrm>
            <a:off x="383977" y="256490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85" name="Google Shape;185;p36"/>
          <p:cNvSpPr>
            <a:spLocks noGrp="1"/>
          </p:cNvSpPr>
          <p:nvPr>
            <p:ph type="body" idx="4"/>
          </p:nvPr>
        </p:nvSpPr>
        <p:spPr>
          <a:xfrm>
            <a:off x="383977" y="328498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86" name="Google Shape;186;p36"/>
          <p:cNvSpPr>
            <a:spLocks noGrp="1"/>
          </p:cNvSpPr>
          <p:nvPr>
            <p:ph type="body" idx="5"/>
          </p:nvPr>
        </p:nvSpPr>
        <p:spPr>
          <a:xfrm>
            <a:off x="383977" y="400506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87" name="Google Shape;187;p36"/>
          <p:cNvSpPr>
            <a:spLocks noGrp="1"/>
          </p:cNvSpPr>
          <p:nvPr>
            <p:ph type="body" idx="6"/>
          </p:nvPr>
        </p:nvSpPr>
        <p:spPr>
          <a:xfrm>
            <a:off x="383977" y="472514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88" name="Google Shape;188;p36"/>
          <p:cNvSpPr txBox="1">
            <a:spLocks noGrp="1"/>
          </p:cNvSpPr>
          <p:nvPr>
            <p:ph type="body" idx="7"/>
          </p:nvPr>
        </p:nvSpPr>
        <p:spPr>
          <a:xfrm>
            <a:off x="983433" y="263691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89" name="Google Shape;189;p36"/>
          <p:cNvSpPr txBox="1">
            <a:spLocks noGrp="1"/>
          </p:cNvSpPr>
          <p:nvPr>
            <p:ph type="body" idx="8"/>
          </p:nvPr>
        </p:nvSpPr>
        <p:spPr>
          <a:xfrm>
            <a:off x="983433" y="335699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90" name="Google Shape;190;p36"/>
          <p:cNvSpPr txBox="1">
            <a:spLocks noGrp="1"/>
          </p:cNvSpPr>
          <p:nvPr>
            <p:ph type="body" idx="9"/>
          </p:nvPr>
        </p:nvSpPr>
        <p:spPr>
          <a:xfrm>
            <a:off x="983433" y="407707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91" name="Google Shape;191;p36"/>
          <p:cNvSpPr txBox="1">
            <a:spLocks noGrp="1"/>
          </p:cNvSpPr>
          <p:nvPr>
            <p:ph type="body" idx="13"/>
          </p:nvPr>
        </p:nvSpPr>
        <p:spPr>
          <a:xfrm>
            <a:off x="983433" y="479715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92" name="Google Shape;192;p36"/>
          <p:cNvSpPr txBox="1">
            <a:spLocks noGrp="1"/>
          </p:cNvSpPr>
          <p:nvPr>
            <p:ph type="body" idx="14"/>
          </p:nvPr>
        </p:nvSpPr>
        <p:spPr>
          <a:xfrm>
            <a:off x="6815461" y="191683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93" name="Google Shape;193;p36"/>
          <p:cNvSpPr>
            <a:spLocks noGrp="1"/>
          </p:cNvSpPr>
          <p:nvPr>
            <p:ph type="body" idx="15"/>
          </p:nvPr>
        </p:nvSpPr>
        <p:spPr>
          <a:xfrm>
            <a:off x="6216005" y="183021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94" name="Google Shape;194;p36"/>
          <p:cNvSpPr>
            <a:spLocks noGrp="1"/>
          </p:cNvSpPr>
          <p:nvPr>
            <p:ph type="body" idx="16"/>
          </p:nvPr>
        </p:nvSpPr>
        <p:spPr>
          <a:xfrm>
            <a:off x="6216005" y="256490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95" name="Google Shape;195;p36"/>
          <p:cNvSpPr>
            <a:spLocks noGrp="1"/>
          </p:cNvSpPr>
          <p:nvPr>
            <p:ph type="body" idx="17"/>
          </p:nvPr>
        </p:nvSpPr>
        <p:spPr>
          <a:xfrm>
            <a:off x="6216005" y="328498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96" name="Google Shape;196;p36"/>
          <p:cNvSpPr>
            <a:spLocks noGrp="1"/>
          </p:cNvSpPr>
          <p:nvPr>
            <p:ph type="body" idx="18"/>
          </p:nvPr>
        </p:nvSpPr>
        <p:spPr>
          <a:xfrm>
            <a:off x="6216005" y="400506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97" name="Google Shape;197;p36"/>
          <p:cNvSpPr>
            <a:spLocks noGrp="1"/>
          </p:cNvSpPr>
          <p:nvPr>
            <p:ph type="body" idx="19"/>
          </p:nvPr>
        </p:nvSpPr>
        <p:spPr>
          <a:xfrm>
            <a:off x="6216005" y="472514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98" name="Google Shape;198;p36"/>
          <p:cNvSpPr txBox="1">
            <a:spLocks noGrp="1"/>
          </p:cNvSpPr>
          <p:nvPr>
            <p:ph type="body" idx="20"/>
          </p:nvPr>
        </p:nvSpPr>
        <p:spPr>
          <a:xfrm>
            <a:off x="6815461" y="263691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99" name="Google Shape;199;p36"/>
          <p:cNvSpPr txBox="1">
            <a:spLocks noGrp="1"/>
          </p:cNvSpPr>
          <p:nvPr>
            <p:ph type="body" idx="21"/>
          </p:nvPr>
        </p:nvSpPr>
        <p:spPr>
          <a:xfrm>
            <a:off x="6815461" y="335699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200" name="Google Shape;200;p36"/>
          <p:cNvSpPr txBox="1">
            <a:spLocks noGrp="1"/>
          </p:cNvSpPr>
          <p:nvPr>
            <p:ph type="body" idx="22"/>
          </p:nvPr>
        </p:nvSpPr>
        <p:spPr>
          <a:xfrm>
            <a:off x="6815461" y="407707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201" name="Google Shape;201;p36"/>
          <p:cNvSpPr txBox="1">
            <a:spLocks noGrp="1"/>
          </p:cNvSpPr>
          <p:nvPr>
            <p:ph type="body" idx="23"/>
          </p:nvPr>
        </p:nvSpPr>
        <p:spPr>
          <a:xfrm>
            <a:off x="6815461" y="479715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Picture">
  <p:cSld name="Agenda Picture">
    <p:bg>
      <p:bgPr>
        <a:solidFill>
          <a:schemeClr val="lt2"/>
        </a:solidFill>
        <a:effectLst/>
      </p:bgPr>
    </p:bg>
    <p:spTree>
      <p:nvGrpSpPr>
        <p:cNvPr id="1" name="Shape 202"/>
        <p:cNvGrpSpPr/>
        <p:nvPr/>
      </p:nvGrpSpPr>
      <p:grpSpPr>
        <a:xfrm>
          <a:off x="0" y="0"/>
          <a:ext cx="0" cy="0"/>
          <a:chOff x="0" y="0"/>
          <a:chExt cx="0" cy="0"/>
        </a:xfrm>
      </p:grpSpPr>
      <p:sp>
        <p:nvSpPr>
          <p:cNvPr id="203" name="Google Shape;203;p37"/>
          <p:cNvSpPr>
            <a:spLocks noGrp="1"/>
          </p:cNvSpPr>
          <p:nvPr>
            <p:ph type="pic" idx="2"/>
          </p:nvPr>
        </p:nvSpPr>
        <p:spPr>
          <a:xfrm>
            <a:off x="6206870" y="0"/>
            <a:ext cx="5985131" cy="6858000"/>
          </a:xfrm>
          <a:prstGeom prst="rect">
            <a:avLst/>
          </a:prstGeom>
          <a:solidFill>
            <a:srgbClr val="C9D4DC"/>
          </a:solidFill>
          <a:ln>
            <a:noFill/>
          </a:ln>
        </p:spPr>
      </p:sp>
      <p:sp>
        <p:nvSpPr>
          <p:cNvPr id="204" name="Google Shape;204;p37"/>
          <p:cNvSpPr txBox="1">
            <a:spLocks noGrp="1"/>
          </p:cNvSpPr>
          <p:nvPr>
            <p:ph type="title"/>
          </p:nvPr>
        </p:nvSpPr>
        <p:spPr>
          <a:xfrm>
            <a:off x="407989" y="548680"/>
            <a:ext cx="5543995"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3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3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08" name="Google Shape;208;p37"/>
          <p:cNvSpPr txBox="1">
            <a:spLocks noGrp="1"/>
          </p:cNvSpPr>
          <p:nvPr>
            <p:ph type="body" idx="1"/>
          </p:nvPr>
        </p:nvSpPr>
        <p:spPr>
          <a:xfrm>
            <a:off x="983433" y="191683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209" name="Google Shape;209;p37"/>
          <p:cNvSpPr>
            <a:spLocks noGrp="1"/>
          </p:cNvSpPr>
          <p:nvPr>
            <p:ph type="body" idx="3"/>
          </p:nvPr>
        </p:nvSpPr>
        <p:spPr>
          <a:xfrm>
            <a:off x="383977" y="183021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210" name="Google Shape;210;p37"/>
          <p:cNvSpPr>
            <a:spLocks noGrp="1"/>
          </p:cNvSpPr>
          <p:nvPr>
            <p:ph type="body" idx="4"/>
          </p:nvPr>
        </p:nvSpPr>
        <p:spPr>
          <a:xfrm>
            <a:off x="383977" y="256490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211" name="Google Shape;211;p37"/>
          <p:cNvSpPr>
            <a:spLocks noGrp="1"/>
          </p:cNvSpPr>
          <p:nvPr>
            <p:ph type="body" idx="5"/>
          </p:nvPr>
        </p:nvSpPr>
        <p:spPr>
          <a:xfrm>
            <a:off x="383977" y="328498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212" name="Google Shape;212;p37"/>
          <p:cNvSpPr>
            <a:spLocks noGrp="1"/>
          </p:cNvSpPr>
          <p:nvPr>
            <p:ph type="body" idx="6"/>
          </p:nvPr>
        </p:nvSpPr>
        <p:spPr>
          <a:xfrm>
            <a:off x="383977" y="400506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213" name="Google Shape;213;p37"/>
          <p:cNvSpPr>
            <a:spLocks noGrp="1"/>
          </p:cNvSpPr>
          <p:nvPr>
            <p:ph type="body" idx="7"/>
          </p:nvPr>
        </p:nvSpPr>
        <p:spPr>
          <a:xfrm>
            <a:off x="383977" y="472514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214" name="Google Shape;214;p37"/>
          <p:cNvSpPr txBox="1">
            <a:spLocks noGrp="1"/>
          </p:cNvSpPr>
          <p:nvPr>
            <p:ph type="body" idx="8"/>
          </p:nvPr>
        </p:nvSpPr>
        <p:spPr>
          <a:xfrm>
            <a:off x="983433" y="263691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215" name="Google Shape;215;p37"/>
          <p:cNvSpPr txBox="1">
            <a:spLocks noGrp="1"/>
          </p:cNvSpPr>
          <p:nvPr>
            <p:ph type="body" idx="9"/>
          </p:nvPr>
        </p:nvSpPr>
        <p:spPr>
          <a:xfrm>
            <a:off x="983433" y="335699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216" name="Google Shape;216;p37"/>
          <p:cNvSpPr txBox="1">
            <a:spLocks noGrp="1"/>
          </p:cNvSpPr>
          <p:nvPr>
            <p:ph type="body" idx="13"/>
          </p:nvPr>
        </p:nvSpPr>
        <p:spPr>
          <a:xfrm>
            <a:off x="983433" y="407707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217" name="Google Shape;217;p37"/>
          <p:cNvSpPr txBox="1">
            <a:spLocks noGrp="1"/>
          </p:cNvSpPr>
          <p:nvPr>
            <p:ph type="body" idx="14"/>
          </p:nvPr>
        </p:nvSpPr>
        <p:spPr>
          <a:xfrm>
            <a:off x="983433" y="479715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218" name="Google Shape;218;p37"/>
          <p:cNvSpPr txBox="1">
            <a:spLocks noGrp="1"/>
          </p:cNvSpPr>
          <p:nvPr>
            <p:ph type="body" idx="15"/>
          </p:nvPr>
        </p:nvSpPr>
        <p:spPr>
          <a:xfrm>
            <a:off x="10639821" y="6236625"/>
            <a:ext cx="1130400" cy="288000"/>
          </a:xfrm>
          <a:prstGeom prst="rect">
            <a:avLst/>
          </a:prstGeom>
          <a:blipFill rotWithShape="1">
            <a:blip r:embed="rId2" cstate="email">
              <a:alphaModFix/>
              <a:extLst>
                <a:ext uri="{28A0092B-C50C-407E-A947-70E740481C1C}">
                  <a14:useLocalDpi xmlns:a14="http://schemas.microsoft.com/office/drawing/2010/main"/>
                </a:ext>
              </a:extLst>
            </a:blip>
            <a:stretch>
              <a:fillRect/>
            </a:stretch>
          </a:blip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SzPts val="100"/>
              <a:buFont typeface="Arial"/>
              <a:buNone/>
              <a:defRPr sz="100"/>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p:cSld name="Section Header ">
    <p:bg>
      <p:bgPr>
        <a:solidFill>
          <a:schemeClr val="lt1"/>
        </a:solidFill>
        <a:effectLst/>
      </p:bgPr>
    </p:bg>
    <p:spTree>
      <p:nvGrpSpPr>
        <p:cNvPr id="1" name="Shape 219"/>
        <p:cNvGrpSpPr/>
        <p:nvPr/>
      </p:nvGrpSpPr>
      <p:grpSpPr>
        <a:xfrm>
          <a:off x="0" y="0"/>
          <a:ext cx="0" cy="0"/>
          <a:chOff x="0" y="0"/>
          <a:chExt cx="0" cy="0"/>
        </a:xfrm>
      </p:grpSpPr>
      <p:sp>
        <p:nvSpPr>
          <p:cNvPr id="220" name="Google Shape;220;p38"/>
          <p:cNvSpPr txBox="1">
            <a:spLocks noGrp="1"/>
          </p:cNvSpPr>
          <p:nvPr>
            <p:ph type="title"/>
          </p:nvPr>
        </p:nvSpPr>
        <p:spPr>
          <a:xfrm>
            <a:off x="407988"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3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3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3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24" name="Google Shape;224;p38"/>
          <p:cNvSpPr txBox="1">
            <a:spLocks noGrp="1"/>
          </p:cNvSpPr>
          <p:nvPr>
            <p:ph type="subTitle" idx="1"/>
          </p:nvPr>
        </p:nvSpPr>
        <p:spPr>
          <a:xfrm>
            <a:off x="407988"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Section Header Blue">
  <p:cSld name="Section Header Blue">
    <p:bg>
      <p:bgPr>
        <a:solidFill>
          <a:schemeClr val="accent2"/>
        </a:solidFill>
        <a:effectLst/>
      </p:bgPr>
    </p:bg>
    <p:spTree>
      <p:nvGrpSpPr>
        <p:cNvPr id="1" name="Shape 225"/>
        <p:cNvGrpSpPr/>
        <p:nvPr/>
      </p:nvGrpSpPr>
      <p:grpSpPr>
        <a:xfrm>
          <a:off x="0" y="0"/>
          <a:ext cx="0" cy="0"/>
          <a:chOff x="0" y="0"/>
          <a:chExt cx="0" cy="0"/>
        </a:xfrm>
      </p:grpSpPr>
      <p:sp>
        <p:nvSpPr>
          <p:cNvPr id="226" name="Google Shape;226;p3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3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p3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29" name="Google Shape;229;p39"/>
          <p:cNvSpPr txBox="1">
            <a:spLocks noGrp="1"/>
          </p:cNvSpPr>
          <p:nvPr>
            <p:ph type="title"/>
          </p:nvPr>
        </p:nvSpPr>
        <p:spPr>
          <a:xfrm>
            <a:off x="407988"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39"/>
          <p:cNvSpPr txBox="1">
            <a:spLocks noGrp="1"/>
          </p:cNvSpPr>
          <p:nvPr>
            <p:ph type="subTitle" idx="1"/>
          </p:nvPr>
        </p:nvSpPr>
        <p:spPr>
          <a:xfrm>
            <a:off x="407988"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231" name="Google Shape;231;p39"/>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ection Header Light Blue">
  <p:cSld name="Section Header Light Blue">
    <p:bg>
      <p:bgPr>
        <a:solidFill>
          <a:schemeClr val="accent6"/>
        </a:solidFill>
        <a:effectLst/>
      </p:bgPr>
    </p:bg>
    <p:spTree>
      <p:nvGrpSpPr>
        <p:cNvPr id="1" name="Shape 232"/>
        <p:cNvGrpSpPr/>
        <p:nvPr/>
      </p:nvGrpSpPr>
      <p:grpSpPr>
        <a:xfrm>
          <a:off x="0" y="0"/>
          <a:ext cx="0" cy="0"/>
          <a:chOff x="0" y="0"/>
          <a:chExt cx="0" cy="0"/>
        </a:xfrm>
      </p:grpSpPr>
      <p:sp>
        <p:nvSpPr>
          <p:cNvPr id="233" name="Google Shape;233;p4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4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4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36" name="Google Shape;236;p40"/>
          <p:cNvSpPr txBox="1">
            <a:spLocks noGrp="1"/>
          </p:cNvSpPr>
          <p:nvPr>
            <p:ph type="title"/>
          </p:nvPr>
        </p:nvSpPr>
        <p:spPr>
          <a:xfrm>
            <a:off x="407988"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 name="Google Shape;237;p40"/>
          <p:cNvSpPr txBox="1">
            <a:spLocks noGrp="1"/>
          </p:cNvSpPr>
          <p:nvPr>
            <p:ph type="subTitle" idx="1"/>
          </p:nvPr>
        </p:nvSpPr>
        <p:spPr>
          <a:xfrm>
            <a:off x="407988"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238" name="Google Shape;238;p40"/>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ection Header Image">
  <p:cSld name="Section Header Image">
    <p:bg>
      <p:bgPr>
        <a:blipFill>
          <a:blip r:embed="rId2" cstate="email">
            <a:alphaModFix/>
            <a:extLst>
              <a:ext uri="{28A0092B-C50C-407E-A947-70E740481C1C}">
                <a14:useLocalDpi xmlns:a14="http://schemas.microsoft.com/office/drawing/2010/main"/>
              </a:ext>
            </a:extLst>
          </a:blip>
          <a:stretch>
            <a:fillRect/>
          </a:stretch>
        </a:blipFill>
        <a:effectLst/>
      </p:bgPr>
    </p:bg>
    <p:spTree>
      <p:nvGrpSpPr>
        <p:cNvPr id="1" name="Shape 239"/>
        <p:cNvGrpSpPr/>
        <p:nvPr/>
      </p:nvGrpSpPr>
      <p:grpSpPr>
        <a:xfrm>
          <a:off x="0" y="0"/>
          <a:ext cx="0" cy="0"/>
          <a:chOff x="0" y="0"/>
          <a:chExt cx="0" cy="0"/>
        </a:xfrm>
      </p:grpSpPr>
      <p:sp>
        <p:nvSpPr>
          <p:cNvPr id="240" name="Google Shape;240;p4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4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2" name="Google Shape;242;p4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43" name="Google Shape;243;p41"/>
          <p:cNvSpPr txBox="1">
            <a:spLocks noGrp="1"/>
          </p:cNvSpPr>
          <p:nvPr>
            <p:ph type="title"/>
          </p:nvPr>
        </p:nvSpPr>
        <p:spPr>
          <a:xfrm>
            <a:off x="407988"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41"/>
          <p:cNvSpPr txBox="1">
            <a:spLocks noGrp="1"/>
          </p:cNvSpPr>
          <p:nvPr>
            <p:ph type="subTitle" idx="1"/>
          </p:nvPr>
        </p:nvSpPr>
        <p:spPr>
          <a:xfrm>
            <a:off x="407988"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245" name="Google Shape;245;p41"/>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Picture">
  <p:cSld name="Section Header Picture">
    <p:bg>
      <p:bgPr>
        <a:solidFill>
          <a:schemeClr val="lt1"/>
        </a:solidFill>
        <a:effectLst/>
      </p:bgPr>
    </p:bg>
    <p:spTree>
      <p:nvGrpSpPr>
        <p:cNvPr id="1" name="Shape 246"/>
        <p:cNvGrpSpPr/>
        <p:nvPr/>
      </p:nvGrpSpPr>
      <p:grpSpPr>
        <a:xfrm>
          <a:off x="0" y="0"/>
          <a:ext cx="0" cy="0"/>
          <a:chOff x="0" y="0"/>
          <a:chExt cx="0" cy="0"/>
        </a:xfrm>
      </p:grpSpPr>
      <p:sp>
        <p:nvSpPr>
          <p:cNvPr id="247" name="Google Shape;247;p42"/>
          <p:cNvSpPr txBox="1">
            <a:spLocks noGrp="1"/>
          </p:cNvSpPr>
          <p:nvPr>
            <p:ph type="title"/>
          </p:nvPr>
        </p:nvSpPr>
        <p:spPr>
          <a:xfrm>
            <a:off x="407989" y="3140968"/>
            <a:ext cx="6408092"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8" name="Google Shape;248;p4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9" name="Google Shape;249;p4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4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51" name="Google Shape;251;p42"/>
          <p:cNvSpPr txBox="1">
            <a:spLocks noGrp="1"/>
          </p:cNvSpPr>
          <p:nvPr>
            <p:ph type="subTitle" idx="1"/>
          </p:nvPr>
        </p:nvSpPr>
        <p:spPr>
          <a:xfrm>
            <a:off x="407989" y="5373216"/>
            <a:ext cx="6408092"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252" name="Google Shape;252;p42"/>
          <p:cNvSpPr/>
          <p:nvPr/>
        </p:nvSpPr>
        <p:spPr>
          <a:xfrm>
            <a:off x="9619824" y="0"/>
            <a:ext cx="2572176" cy="5301208"/>
          </a:xfrm>
          <a:custGeom>
            <a:avLst/>
            <a:gdLst/>
            <a:ahLst/>
            <a:cxnLst/>
            <a:rect l="l" t="t" r="r" b="b"/>
            <a:pathLst>
              <a:path w="2572176" h="5301208" extrusionOk="0">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53" name="Google Shape;253;p42"/>
          <p:cNvSpPr>
            <a:spLocks noGrp="1"/>
          </p:cNvSpPr>
          <p:nvPr>
            <p:ph type="pic" idx="2"/>
          </p:nvPr>
        </p:nvSpPr>
        <p:spPr>
          <a:xfrm>
            <a:off x="5879976" y="0"/>
            <a:ext cx="6312024" cy="6858000"/>
          </a:xfrm>
          <a:prstGeom prst="rect">
            <a:avLst/>
          </a:prstGeom>
          <a:solidFill>
            <a:srgbClr val="C9D4DC"/>
          </a:solidFill>
          <a:ln>
            <a:noFill/>
          </a:ln>
        </p:spPr>
      </p:sp>
      <p:sp>
        <p:nvSpPr>
          <p:cNvPr id="254" name="Google Shape;254;p42"/>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Quote">
  <p:cSld name="Quote">
    <p:bg>
      <p:bgPr>
        <a:solidFill>
          <a:schemeClr val="accent2"/>
        </a:solidFill>
        <a:effectLst/>
      </p:bgPr>
    </p:bg>
    <p:spTree>
      <p:nvGrpSpPr>
        <p:cNvPr id="1" name="Shape 255"/>
        <p:cNvGrpSpPr/>
        <p:nvPr/>
      </p:nvGrpSpPr>
      <p:grpSpPr>
        <a:xfrm>
          <a:off x="0" y="0"/>
          <a:ext cx="0" cy="0"/>
          <a:chOff x="0" y="0"/>
          <a:chExt cx="0" cy="0"/>
        </a:xfrm>
      </p:grpSpPr>
      <p:sp>
        <p:nvSpPr>
          <p:cNvPr id="256" name="Google Shape;256;p4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p4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4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59" name="Google Shape;259;p43"/>
          <p:cNvSpPr txBox="1">
            <a:spLocks noGrp="1"/>
          </p:cNvSpPr>
          <p:nvPr>
            <p:ph type="body" idx="1"/>
          </p:nvPr>
        </p:nvSpPr>
        <p:spPr>
          <a:xfrm>
            <a:off x="407987" y="1844675"/>
            <a:ext cx="9504437" cy="417671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Clr>
                <a:schemeClr val="lt1"/>
              </a:buClr>
              <a:buSzPts val="4800"/>
              <a:buFont typeface="Arial"/>
              <a:buNone/>
              <a:defRPr sz="4800" b="1" i="0">
                <a:solidFill>
                  <a:schemeClr val="lt1"/>
                </a:solidFill>
              </a:defRPr>
            </a:lvl1pPr>
            <a:lvl2pPr marL="914400" lvl="1" indent="-228600" algn="l">
              <a:lnSpc>
                <a:spcPct val="110000"/>
              </a:lnSpc>
              <a:spcBef>
                <a:spcPts val="600"/>
              </a:spcBef>
              <a:spcAft>
                <a:spcPts val="0"/>
              </a:spcAft>
              <a:buClr>
                <a:schemeClr val="accent4"/>
              </a:buClr>
              <a:buSzPts val="1600"/>
              <a:buFont typeface="Arial"/>
              <a:buNone/>
              <a:defRPr sz="1600" b="1">
                <a:solidFill>
                  <a:schemeClr val="accent4"/>
                </a:solidFill>
              </a:defRPr>
            </a:lvl2pPr>
            <a:lvl3pPr marL="1371600" lvl="2" indent="-228600" algn="l">
              <a:lnSpc>
                <a:spcPct val="90000"/>
              </a:lnSpc>
              <a:spcBef>
                <a:spcPts val="600"/>
              </a:spcBef>
              <a:spcAft>
                <a:spcPts val="0"/>
              </a:spcAft>
              <a:buClr>
                <a:schemeClr val="accent2"/>
              </a:buClr>
              <a:buSzPts val="1200"/>
              <a:buFont typeface="Arial"/>
              <a:buNone/>
              <a:defRPr sz="1200"/>
            </a:lvl3pPr>
            <a:lvl4pPr marL="1828800" lvl="3" indent="-228600" algn="l">
              <a:lnSpc>
                <a:spcPct val="90000"/>
              </a:lnSpc>
              <a:spcBef>
                <a:spcPts val="600"/>
              </a:spcBef>
              <a:spcAft>
                <a:spcPts val="0"/>
              </a:spcAft>
              <a:buClr>
                <a:schemeClr val="accent2"/>
              </a:buClr>
              <a:buSzPts val="1200"/>
              <a:buFont typeface="Arial"/>
              <a:buNone/>
              <a:defRPr sz="1200"/>
            </a:lvl4pPr>
            <a:lvl5pPr marL="2286000" lvl="4" indent="-228600" algn="l">
              <a:lnSpc>
                <a:spcPct val="90000"/>
              </a:lnSpc>
              <a:spcBef>
                <a:spcPts val="600"/>
              </a:spcBef>
              <a:spcAft>
                <a:spcPts val="0"/>
              </a:spcAft>
              <a:buClr>
                <a:schemeClr val="accent2"/>
              </a:buClr>
              <a:buSzPts val="1200"/>
              <a:buFont typeface="Arial"/>
              <a:buNone/>
              <a:defRPr sz="1200"/>
            </a:lvl5pPr>
            <a:lvl6pPr marL="2743200" lvl="5" indent="-228600" algn="l">
              <a:lnSpc>
                <a:spcPct val="90000"/>
              </a:lnSpc>
              <a:spcBef>
                <a:spcPts val="600"/>
              </a:spcBef>
              <a:spcAft>
                <a:spcPts val="0"/>
              </a:spcAft>
              <a:buClr>
                <a:schemeClr val="accent2"/>
              </a:buClr>
              <a:buSzPts val="1200"/>
              <a:buFont typeface="Arial"/>
              <a:buNone/>
              <a:defRPr sz="1200"/>
            </a:lvl6pPr>
            <a:lvl7pPr marL="3200400" lvl="6" indent="-228600" algn="l">
              <a:lnSpc>
                <a:spcPct val="90000"/>
              </a:lnSpc>
              <a:spcBef>
                <a:spcPts val="600"/>
              </a:spcBef>
              <a:spcAft>
                <a:spcPts val="0"/>
              </a:spcAft>
              <a:buClr>
                <a:schemeClr val="accent2"/>
              </a:buClr>
              <a:buSzPts val="1200"/>
              <a:buFont typeface="Arial"/>
              <a:buNone/>
              <a:defRPr sz="1200"/>
            </a:lvl7pPr>
            <a:lvl8pPr marL="3657600" lvl="7" indent="-228600" algn="l">
              <a:lnSpc>
                <a:spcPct val="90000"/>
              </a:lnSpc>
              <a:spcBef>
                <a:spcPts val="600"/>
              </a:spcBef>
              <a:spcAft>
                <a:spcPts val="0"/>
              </a:spcAft>
              <a:buClr>
                <a:schemeClr val="accent2"/>
              </a:buClr>
              <a:buSzPts val="1200"/>
              <a:buFont typeface="Arial"/>
              <a:buNone/>
              <a:defRPr sz="1200"/>
            </a:lvl8pPr>
            <a:lvl9pPr marL="4114800" lvl="8" indent="-228600" algn="l">
              <a:lnSpc>
                <a:spcPct val="90000"/>
              </a:lnSpc>
              <a:spcBef>
                <a:spcPts val="600"/>
              </a:spcBef>
              <a:spcAft>
                <a:spcPts val="0"/>
              </a:spcAft>
              <a:buClr>
                <a:schemeClr val="accent2"/>
              </a:buClr>
              <a:buSzPts val="1200"/>
              <a:buFont typeface="Arial"/>
              <a:buNone/>
              <a:defRPr sz="1200"/>
            </a:lvl9pPr>
          </a:lstStyle>
          <a:p>
            <a:endParaRPr/>
          </a:p>
        </p:txBody>
      </p:sp>
      <p:sp>
        <p:nvSpPr>
          <p:cNvPr id="260" name="Google Shape;260;p43"/>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1" name="Google Shape;261;p43"/>
          <p:cNvSpPr/>
          <p:nvPr/>
        </p:nvSpPr>
        <p:spPr>
          <a:xfrm>
            <a:off x="406847" y="1268760"/>
            <a:ext cx="448555" cy="432000"/>
          </a:xfrm>
          <a:custGeom>
            <a:avLst/>
            <a:gdLst/>
            <a:ahLst/>
            <a:cxnLst/>
            <a:rect l="l" t="t" r="r" b="b"/>
            <a:pathLst>
              <a:path w="596" h="574" extrusionOk="0">
                <a:moveTo>
                  <a:pt x="596" y="27"/>
                </a:moveTo>
                <a:lnTo>
                  <a:pt x="595" y="21"/>
                </a:lnTo>
                <a:lnTo>
                  <a:pt x="594" y="16"/>
                </a:lnTo>
                <a:lnTo>
                  <a:pt x="593" y="11"/>
                </a:lnTo>
                <a:lnTo>
                  <a:pt x="591" y="7"/>
                </a:lnTo>
                <a:lnTo>
                  <a:pt x="587" y="4"/>
                </a:lnTo>
                <a:lnTo>
                  <a:pt x="585" y="3"/>
                </a:lnTo>
                <a:lnTo>
                  <a:pt x="583" y="2"/>
                </a:lnTo>
                <a:lnTo>
                  <a:pt x="580" y="1"/>
                </a:lnTo>
                <a:lnTo>
                  <a:pt x="578" y="0"/>
                </a:lnTo>
                <a:lnTo>
                  <a:pt x="571" y="0"/>
                </a:lnTo>
                <a:lnTo>
                  <a:pt x="530" y="0"/>
                </a:lnTo>
                <a:lnTo>
                  <a:pt x="520" y="0"/>
                </a:lnTo>
                <a:lnTo>
                  <a:pt x="516" y="1"/>
                </a:lnTo>
                <a:lnTo>
                  <a:pt x="512" y="3"/>
                </a:lnTo>
                <a:lnTo>
                  <a:pt x="508" y="4"/>
                </a:lnTo>
                <a:lnTo>
                  <a:pt x="504" y="6"/>
                </a:lnTo>
                <a:lnTo>
                  <a:pt x="501" y="9"/>
                </a:lnTo>
                <a:lnTo>
                  <a:pt x="498" y="11"/>
                </a:lnTo>
                <a:lnTo>
                  <a:pt x="495" y="15"/>
                </a:lnTo>
                <a:lnTo>
                  <a:pt x="492" y="18"/>
                </a:lnTo>
                <a:lnTo>
                  <a:pt x="487" y="28"/>
                </a:lnTo>
                <a:lnTo>
                  <a:pt x="485" y="33"/>
                </a:lnTo>
                <a:lnTo>
                  <a:pt x="482" y="39"/>
                </a:lnTo>
                <a:lnTo>
                  <a:pt x="478" y="52"/>
                </a:lnTo>
                <a:lnTo>
                  <a:pt x="346" y="522"/>
                </a:lnTo>
                <a:lnTo>
                  <a:pt x="344" y="528"/>
                </a:lnTo>
                <a:lnTo>
                  <a:pt x="343" y="534"/>
                </a:lnTo>
                <a:lnTo>
                  <a:pt x="343" y="539"/>
                </a:lnTo>
                <a:lnTo>
                  <a:pt x="343" y="544"/>
                </a:lnTo>
                <a:lnTo>
                  <a:pt x="343" y="551"/>
                </a:lnTo>
                <a:lnTo>
                  <a:pt x="345" y="557"/>
                </a:lnTo>
                <a:lnTo>
                  <a:pt x="347" y="562"/>
                </a:lnTo>
                <a:lnTo>
                  <a:pt x="350" y="566"/>
                </a:lnTo>
                <a:lnTo>
                  <a:pt x="354" y="570"/>
                </a:lnTo>
                <a:lnTo>
                  <a:pt x="359" y="572"/>
                </a:lnTo>
                <a:lnTo>
                  <a:pt x="362" y="573"/>
                </a:lnTo>
                <a:lnTo>
                  <a:pt x="366" y="574"/>
                </a:lnTo>
                <a:lnTo>
                  <a:pt x="373" y="574"/>
                </a:lnTo>
                <a:lnTo>
                  <a:pt x="425" y="574"/>
                </a:lnTo>
                <a:lnTo>
                  <a:pt x="435" y="574"/>
                </a:lnTo>
                <a:lnTo>
                  <a:pt x="440" y="573"/>
                </a:lnTo>
                <a:lnTo>
                  <a:pt x="444" y="571"/>
                </a:lnTo>
                <a:lnTo>
                  <a:pt x="449" y="570"/>
                </a:lnTo>
                <a:lnTo>
                  <a:pt x="453" y="568"/>
                </a:lnTo>
                <a:lnTo>
                  <a:pt x="461" y="562"/>
                </a:lnTo>
                <a:lnTo>
                  <a:pt x="464" y="559"/>
                </a:lnTo>
                <a:lnTo>
                  <a:pt x="467" y="555"/>
                </a:lnTo>
                <a:lnTo>
                  <a:pt x="473" y="546"/>
                </a:lnTo>
                <a:lnTo>
                  <a:pt x="475" y="541"/>
                </a:lnTo>
                <a:lnTo>
                  <a:pt x="477" y="535"/>
                </a:lnTo>
                <a:lnTo>
                  <a:pt x="481" y="522"/>
                </a:lnTo>
                <a:lnTo>
                  <a:pt x="593" y="52"/>
                </a:lnTo>
                <a:lnTo>
                  <a:pt x="594" y="45"/>
                </a:lnTo>
                <a:lnTo>
                  <a:pt x="595" y="38"/>
                </a:lnTo>
                <a:lnTo>
                  <a:pt x="596" y="32"/>
                </a:lnTo>
                <a:lnTo>
                  <a:pt x="596" y="27"/>
                </a:lnTo>
                <a:close/>
                <a:moveTo>
                  <a:pt x="253" y="27"/>
                </a:moveTo>
                <a:lnTo>
                  <a:pt x="253" y="21"/>
                </a:lnTo>
                <a:lnTo>
                  <a:pt x="252" y="16"/>
                </a:lnTo>
                <a:lnTo>
                  <a:pt x="250" y="11"/>
                </a:lnTo>
                <a:lnTo>
                  <a:pt x="248" y="7"/>
                </a:lnTo>
                <a:lnTo>
                  <a:pt x="244" y="4"/>
                </a:lnTo>
                <a:lnTo>
                  <a:pt x="242" y="3"/>
                </a:lnTo>
                <a:lnTo>
                  <a:pt x="240" y="2"/>
                </a:lnTo>
                <a:lnTo>
                  <a:pt x="238" y="1"/>
                </a:lnTo>
                <a:lnTo>
                  <a:pt x="235" y="0"/>
                </a:lnTo>
                <a:lnTo>
                  <a:pt x="228" y="0"/>
                </a:lnTo>
                <a:lnTo>
                  <a:pt x="187" y="0"/>
                </a:lnTo>
                <a:lnTo>
                  <a:pt x="178" y="0"/>
                </a:lnTo>
                <a:lnTo>
                  <a:pt x="173" y="1"/>
                </a:lnTo>
                <a:lnTo>
                  <a:pt x="169" y="3"/>
                </a:lnTo>
                <a:lnTo>
                  <a:pt x="165" y="4"/>
                </a:lnTo>
                <a:lnTo>
                  <a:pt x="162" y="6"/>
                </a:lnTo>
                <a:lnTo>
                  <a:pt x="158" y="9"/>
                </a:lnTo>
                <a:lnTo>
                  <a:pt x="155" y="11"/>
                </a:lnTo>
                <a:lnTo>
                  <a:pt x="152" y="15"/>
                </a:lnTo>
                <a:lnTo>
                  <a:pt x="149" y="18"/>
                </a:lnTo>
                <a:lnTo>
                  <a:pt x="143" y="28"/>
                </a:lnTo>
                <a:lnTo>
                  <a:pt x="141" y="33"/>
                </a:lnTo>
                <a:lnTo>
                  <a:pt x="138" y="39"/>
                </a:lnTo>
                <a:lnTo>
                  <a:pt x="134" y="52"/>
                </a:lnTo>
                <a:lnTo>
                  <a:pt x="3" y="522"/>
                </a:lnTo>
                <a:lnTo>
                  <a:pt x="2" y="528"/>
                </a:lnTo>
                <a:lnTo>
                  <a:pt x="1" y="534"/>
                </a:lnTo>
                <a:lnTo>
                  <a:pt x="0" y="539"/>
                </a:lnTo>
                <a:lnTo>
                  <a:pt x="0" y="544"/>
                </a:lnTo>
                <a:lnTo>
                  <a:pt x="1" y="551"/>
                </a:lnTo>
                <a:lnTo>
                  <a:pt x="2" y="557"/>
                </a:lnTo>
                <a:lnTo>
                  <a:pt x="4" y="562"/>
                </a:lnTo>
                <a:lnTo>
                  <a:pt x="7" y="566"/>
                </a:lnTo>
                <a:lnTo>
                  <a:pt x="11" y="570"/>
                </a:lnTo>
                <a:lnTo>
                  <a:pt x="16" y="572"/>
                </a:lnTo>
                <a:lnTo>
                  <a:pt x="19" y="573"/>
                </a:lnTo>
                <a:lnTo>
                  <a:pt x="23" y="574"/>
                </a:lnTo>
                <a:lnTo>
                  <a:pt x="30" y="574"/>
                </a:lnTo>
                <a:lnTo>
                  <a:pt x="82" y="574"/>
                </a:lnTo>
                <a:lnTo>
                  <a:pt x="92" y="574"/>
                </a:lnTo>
                <a:lnTo>
                  <a:pt x="97" y="573"/>
                </a:lnTo>
                <a:lnTo>
                  <a:pt x="101" y="571"/>
                </a:lnTo>
                <a:lnTo>
                  <a:pt x="105" y="570"/>
                </a:lnTo>
                <a:lnTo>
                  <a:pt x="109" y="568"/>
                </a:lnTo>
                <a:lnTo>
                  <a:pt x="117" y="562"/>
                </a:lnTo>
                <a:lnTo>
                  <a:pt x="120" y="559"/>
                </a:lnTo>
                <a:lnTo>
                  <a:pt x="123" y="555"/>
                </a:lnTo>
                <a:lnTo>
                  <a:pt x="129" y="546"/>
                </a:lnTo>
                <a:lnTo>
                  <a:pt x="131" y="541"/>
                </a:lnTo>
                <a:lnTo>
                  <a:pt x="133" y="535"/>
                </a:lnTo>
                <a:lnTo>
                  <a:pt x="137" y="522"/>
                </a:lnTo>
                <a:lnTo>
                  <a:pt x="250" y="52"/>
                </a:lnTo>
                <a:lnTo>
                  <a:pt x="252" y="45"/>
                </a:lnTo>
                <a:lnTo>
                  <a:pt x="252" y="38"/>
                </a:lnTo>
                <a:lnTo>
                  <a:pt x="253" y="32"/>
                </a:lnTo>
                <a:lnTo>
                  <a:pt x="253" y="2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
  <p:cSld name="Two Content ">
    <p:spTree>
      <p:nvGrpSpPr>
        <p:cNvPr id="1" name="Shape 262"/>
        <p:cNvGrpSpPr/>
        <p:nvPr/>
      </p:nvGrpSpPr>
      <p:grpSpPr>
        <a:xfrm>
          <a:off x="0" y="0"/>
          <a:ext cx="0" cy="0"/>
          <a:chOff x="0" y="0"/>
          <a:chExt cx="0" cy="0"/>
        </a:xfrm>
      </p:grpSpPr>
      <p:sp>
        <p:nvSpPr>
          <p:cNvPr id="263" name="Google Shape;263;p44"/>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4" name="Google Shape;264;p44"/>
          <p:cNvSpPr txBox="1">
            <a:spLocks noGrp="1"/>
          </p:cNvSpPr>
          <p:nvPr>
            <p:ph type="body" idx="1"/>
          </p:nvPr>
        </p:nvSpPr>
        <p:spPr>
          <a:xfrm>
            <a:off x="407988" y="1844675"/>
            <a:ext cx="5543992"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65" name="Google Shape;265;p44"/>
          <p:cNvSpPr txBox="1">
            <a:spLocks noGrp="1"/>
          </p:cNvSpPr>
          <p:nvPr>
            <p:ph type="body" idx="2"/>
          </p:nvPr>
        </p:nvSpPr>
        <p:spPr>
          <a:xfrm>
            <a:off x="6240020" y="1844675"/>
            <a:ext cx="5543993"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66" name="Google Shape;266;p4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7" name="Google Shape;267;p4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8" name="Google Shape;268;p4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and Highlight">
  <p:cSld name="Content and Highlight">
    <p:spTree>
      <p:nvGrpSpPr>
        <p:cNvPr id="1" name="Shape 269"/>
        <p:cNvGrpSpPr/>
        <p:nvPr/>
      </p:nvGrpSpPr>
      <p:grpSpPr>
        <a:xfrm>
          <a:off x="0" y="0"/>
          <a:ext cx="0" cy="0"/>
          <a:chOff x="0" y="0"/>
          <a:chExt cx="0" cy="0"/>
        </a:xfrm>
      </p:grpSpPr>
      <p:sp>
        <p:nvSpPr>
          <p:cNvPr id="270" name="Google Shape;270;p45"/>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45"/>
          <p:cNvSpPr txBox="1">
            <a:spLocks noGrp="1"/>
          </p:cNvSpPr>
          <p:nvPr>
            <p:ph type="body" idx="1"/>
          </p:nvPr>
        </p:nvSpPr>
        <p:spPr>
          <a:xfrm>
            <a:off x="407988" y="1844675"/>
            <a:ext cx="7488212"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72" name="Google Shape;272;p4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3" name="Google Shape;273;p4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4" name="Google Shape;274;p4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75" name="Google Shape;275;p45"/>
          <p:cNvSpPr txBox="1">
            <a:spLocks noGrp="1"/>
          </p:cNvSpPr>
          <p:nvPr>
            <p:ph type="body" idx="2"/>
          </p:nvPr>
        </p:nvSpPr>
        <p:spPr>
          <a:xfrm>
            <a:off x="8184234" y="1844675"/>
            <a:ext cx="3599780" cy="41767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342900" algn="l">
              <a:lnSpc>
                <a:spcPct val="120000"/>
              </a:lnSpc>
              <a:spcBef>
                <a:spcPts val="600"/>
              </a:spcBef>
              <a:spcAft>
                <a:spcPts val="0"/>
              </a:spcAft>
              <a:buClr>
                <a:schemeClr val="accent2"/>
              </a:buClr>
              <a:buSzPts val="1800"/>
              <a:buChar char="•"/>
              <a:defRPr>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cxnSp>
        <p:nvCxnSpPr>
          <p:cNvPr id="276" name="Google Shape;276;p45"/>
          <p:cNvCxnSpPr/>
          <p:nvPr/>
        </p:nvCxnSpPr>
        <p:spPr>
          <a:xfrm>
            <a:off x="8040216" y="1844675"/>
            <a:ext cx="0" cy="4176713"/>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and Highlight 2">
  <p:cSld name="Content and Highlight 2">
    <p:spTree>
      <p:nvGrpSpPr>
        <p:cNvPr id="1" name="Shape 277"/>
        <p:cNvGrpSpPr/>
        <p:nvPr/>
      </p:nvGrpSpPr>
      <p:grpSpPr>
        <a:xfrm>
          <a:off x="0" y="0"/>
          <a:ext cx="0" cy="0"/>
          <a:chOff x="0" y="0"/>
          <a:chExt cx="0" cy="0"/>
        </a:xfrm>
      </p:grpSpPr>
      <p:sp>
        <p:nvSpPr>
          <p:cNvPr id="278" name="Google Shape;278;p46"/>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p46"/>
          <p:cNvSpPr txBox="1">
            <a:spLocks noGrp="1"/>
          </p:cNvSpPr>
          <p:nvPr>
            <p:ph type="body" idx="1"/>
          </p:nvPr>
        </p:nvSpPr>
        <p:spPr>
          <a:xfrm>
            <a:off x="4295801" y="1844675"/>
            <a:ext cx="7488212"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80" name="Google Shape;280;p4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p4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82" name="Google Shape;282;p46"/>
          <p:cNvSpPr txBox="1">
            <a:spLocks noGrp="1"/>
          </p:cNvSpPr>
          <p:nvPr>
            <p:ph type="body" idx="2"/>
          </p:nvPr>
        </p:nvSpPr>
        <p:spPr>
          <a:xfrm>
            <a:off x="407988" y="1844675"/>
            <a:ext cx="3600450" cy="41767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342900" algn="l">
              <a:lnSpc>
                <a:spcPct val="120000"/>
              </a:lnSpc>
              <a:spcBef>
                <a:spcPts val="600"/>
              </a:spcBef>
              <a:spcAft>
                <a:spcPts val="0"/>
              </a:spcAft>
              <a:buClr>
                <a:schemeClr val="accent2"/>
              </a:buClr>
              <a:buSzPts val="1800"/>
              <a:buChar char="•"/>
              <a:defRPr>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283"/>
        <p:cNvGrpSpPr/>
        <p:nvPr/>
      </p:nvGrpSpPr>
      <p:grpSpPr>
        <a:xfrm>
          <a:off x="0" y="0"/>
          <a:ext cx="0" cy="0"/>
          <a:chOff x="0" y="0"/>
          <a:chExt cx="0" cy="0"/>
        </a:xfrm>
      </p:grpSpPr>
      <p:sp>
        <p:nvSpPr>
          <p:cNvPr id="284" name="Google Shape;284;p47"/>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5" name="Google Shape;285;p4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4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p4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88" name="Google Shape;288;p47"/>
          <p:cNvSpPr txBox="1">
            <a:spLocks noGrp="1"/>
          </p:cNvSpPr>
          <p:nvPr>
            <p:ph type="body" idx="1"/>
          </p:nvPr>
        </p:nvSpPr>
        <p:spPr>
          <a:xfrm>
            <a:off x="407988" y="3429000"/>
            <a:ext cx="3600450" cy="259238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89" name="Google Shape;289;p47"/>
          <p:cNvSpPr txBox="1">
            <a:spLocks noGrp="1"/>
          </p:cNvSpPr>
          <p:nvPr>
            <p:ph type="body" idx="2"/>
          </p:nvPr>
        </p:nvSpPr>
        <p:spPr>
          <a:xfrm>
            <a:off x="4295801" y="3429000"/>
            <a:ext cx="3600398" cy="259238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90" name="Google Shape;290;p47"/>
          <p:cNvSpPr txBox="1">
            <a:spLocks noGrp="1"/>
          </p:cNvSpPr>
          <p:nvPr>
            <p:ph type="body" idx="3"/>
          </p:nvPr>
        </p:nvSpPr>
        <p:spPr>
          <a:xfrm>
            <a:off x="8183564" y="3429000"/>
            <a:ext cx="3600450" cy="259238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91" name="Google Shape;291;p47"/>
          <p:cNvSpPr txBox="1">
            <a:spLocks noGrp="1"/>
          </p:cNvSpPr>
          <p:nvPr>
            <p:ph type="body" idx="4"/>
          </p:nvPr>
        </p:nvSpPr>
        <p:spPr>
          <a:xfrm>
            <a:off x="407988" y="1844675"/>
            <a:ext cx="3599780" cy="1368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292" name="Google Shape;292;p47"/>
          <p:cNvSpPr txBox="1">
            <a:spLocks noGrp="1"/>
          </p:cNvSpPr>
          <p:nvPr>
            <p:ph type="body" idx="5"/>
          </p:nvPr>
        </p:nvSpPr>
        <p:spPr>
          <a:xfrm>
            <a:off x="4295800" y="1844675"/>
            <a:ext cx="3600400" cy="1368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293" name="Google Shape;293;p47"/>
          <p:cNvSpPr txBox="1">
            <a:spLocks noGrp="1"/>
          </p:cNvSpPr>
          <p:nvPr>
            <p:ph type="body" idx="6"/>
          </p:nvPr>
        </p:nvSpPr>
        <p:spPr>
          <a:xfrm>
            <a:off x="8184232" y="1844675"/>
            <a:ext cx="3599781" cy="1368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cxnSp>
        <p:nvCxnSpPr>
          <p:cNvPr id="294" name="Google Shape;294;p47"/>
          <p:cNvCxnSpPr/>
          <p:nvPr/>
        </p:nvCxnSpPr>
        <p:spPr>
          <a:xfrm>
            <a:off x="4151784" y="1844675"/>
            <a:ext cx="0" cy="4176713"/>
          </a:xfrm>
          <a:prstGeom prst="straightConnector1">
            <a:avLst/>
          </a:prstGeom>
          <a:noFill/>
          <a:ln w="9525" cap="flat" cmpd="sng">
            <a:solidFill>
              <a:schemeClr val="accent4"/>
            </a:solidFill>
            <a:prstDash val="solid"/>
            <a:miter lim="800000"/>
            <a:headEnd type="none" w="sm" len="sm"/>
            <a:tailEnd type="none" w="sm" len="sm"/>
          </a:ln>
        </p:spPr>
      </p:cxnSp>
      <p:cxnSp>
        <p:nvCxnSpPr>
          <p:cNvPr id="295" name="Google Shape;295;p47"/>
          <p:cNvCxnSpPr/>
          <p:nvPr/>
        </p:nvCxnSpPr>
        <p:spPr>
          <a:xfrm>
            <a:off x="8040216" y="1844675"/>
            <a:ext cx="0" cy="4176713"/>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and Picture">
  <p:cSld name="Content and Picture">
    <p:spTree>
      <p:nvGrpSpPr>
        <p:cNvPr id="1" name="Shape 296"/>
        <p:cNvGrpSpPr/>
        <p:nvPr/>
      </p:nvGrpSpPr>
      <p:grpSpPr>
        <a:xfrm>
          <a:off x="0" y="0"/>
          <a:ext cx="0" cy="0"/>
          <a:chOff x="0" y="0"/>
          <a:chExt cx="0" cy="0"/>
        </a:xfrm>
      </p:grpSpPr>
      <p:sp>
        <p:nvSpPr>
          <p:cNvPr id="297" name="Google Shape;297;p48"/>
          <p:cNvSpPr txBox="1">
            <a:spLocks noGrp="1"/>
          </p:cNvSpPr>
          <p:nvPr>
            <p:ph type="body" idx="1"/>
          </p:nvPr>
        </p:nvSpPr>
        <p:spPr>
          <a:xfrm>
            <a:off x="407988"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98" name="Google Shape;298;p48"/>
          <p:cNvSpPr>
            <a:spLocks noGrp="1"/>
          </p:cNvSpPr>
          <p:nvPr>
            <p:ph type="pic" idx="2"/>
          </p:nvPr>
        </p:nvSpPr>
        <p:spPr>
          <a:xfrm>
            <a:off x="6206870" y="0"/>
            <a:ext cx="5985131" cy="6858000"/>
          </a:xfrm>
          <a:prstGeom prst="rect">
            <a:avLst/>
          </a:prstGeom>
          <a:solidFill>
            <a:schemeClr val="lt2"/>
          </a:solidFill>
          <a:ln>
            <a:noFill/>
          </a:ln>
        </p:spPr>
      </p:sp>
      <p:sp>
        <p:nvSpPr>
          <p:cNvPr id="299" name="Google Shape;299;p48"/>
          <p:cNvSpPr txBox="1">
            <a:spLocks noGrp="1"/>
          </p:cNvSpPr>
          <p:nvPr>
            <p:ph type="body" idx="3"/>
          </p:nvPr>
        </p:nvSpPr>
        <p:spPr>
          <a:xfrm>
            <a:off x="10639821" y="6236625"/>
            <a:ext cx="1130400" cy="288000"/>
          </a:xfrm>
          <a:prstGeom prst="rect">
            <a:avLst/>
          </a:prstGeom>
          <a:blipFill rotWithShape="1">
            <a:blip r:embed="rId2" cstate="email">
              <a:alphaModFix/>
              <a:extLst>
                <a:ext uri="{28A0092B-C50C-407E-A947-70E740481C1C}">
                  <a14:useLocalDpi xmlns:a14="http://schemas.microsoft.com/office/drawing/2010/main"/>
                </a:ext>
              </a:extLst>
            </a:blip>
            <a:stretch>
              <a:fillRect/>
            </a:stretch>
          </a:blip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SzPts val="100"/>
              <a:buFont typeface="Arial"/>
              <a:buNone/>
              <a:defRPr sz="100"/>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00" name="Google Shape;300;p48"/>
          <p:cNvSpPr txBox="1">
            <a:spLocks noGrp="1"/>
          </p:cNvSpPr>
          <p:nvPr>
            <p:ph type="title"/>
          </p:nvPr>
        </p:nvSpPr>
        <p:spPr>
          <a:xfrm>
            <a:off x="407989" y="548680"/>
            <a:ext cx="5543995"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4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4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4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and Picture 2">
  <p:cSld name="Content and Picture 2">
    <p:spTree>
      <p:nvGrpSpPr>
        <p:cNvPr id="1" name="Shape 304"/>
        <p:cNvGrpSpPr/>
        <p:nvPr/>
      </p:nvGrpSpPr>
      <p:grpSpPr>
        <a:xfrm>
          <a:off x="0" y="0"/>
          <a:ext cx="0" cy="0"/>
          <a:chOff x="0" y="0"/>
          <a:chExt cx="0" cy="0"/>
        </a:xfrm>
      </p:grpSpPr>
      <p:sp>
        <p:nvSpPr>
          <p:cNvPr id="305" name="Google Shape;305;p49"/>
          <p:cNvSpPr>
            <a:spLocks noGrp="1"/>
          </p:cNvSpPr>
          <p:nvPr>
            <p:ph type="pic" idx="2"/>
          </p:nvPr>
        </p:nvSpPr>
        <p:spPr>
          <a:xfrm>
            <a:off x="1" y="0"/>
            <a:ext cx="5968441" cy="6858000"/>
          </a:xfrm>
          <a:prstGeom prst="rect">
            <a:avLst/>
          </a:prstGeom>
          <a:solidFill>
            <a:schemeClr val="lt2"/>
          </a:solidFill>
          <a:ln>
            <a:noFill/>
          </a:ln>
        </p:spPr>
      </p:sp>
      <p:sp>
        <p:nvSpPr>
          <p:cNvPr id="306" name="Google Shape;306;p49"/>
          <p:cNvSpPr txBox="1">
            <a:spLocks noGrp="1"/>
          </p:cNvSpPr>
          <p:nvPr>
            <p:ph type="title"/>
          </p:nvPr>
        </p:nvSpPr>
        <p:spPr>
          <a:xfrm>
            <a:off x="6240016" y="549274"/>
            <a:ext cx="5543997" cy="10080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49"/>
          <p:cNvSpPr txBox="1">
            <a:spLocks noGrp="1"/>
          </p:cNvSpPr>
          <p:nvPr>
            <p:ph type="body" idx="1"/>
          </p:nvPr>
        </p:nvSpPr>
        <p:spPr>
          <a:xfrm>
            <a:off x="6240017"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08" name="Google Shape;308;p4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9" name="Google Shape;309;p4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4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and 2 Pictures">
  <p:cSld name="Content and 2 Pictures">
    <p:spTree>
      <p:nvGrpSpPr>
        <p:cNvPr id="1" name="Shape 311"/>
        <p:cNvGrpSpPr/>
        <p:nvPr/>
      </p:nvGrpSpPr>
      <p:grpSpPr>
        <a:xfrm>
          <a:off x="0" y="0"/>
          <a:ext cx="0" cy="0"/>
          <a:chOff x="0" y="0"/>
          <a:chExt cx="0" cy="0"/>
        </a:xfrm>
      </p:grpSpPr>
      <p:sp>
        <p:nvSpPr>
          <p:cNvPr id="312" name="Google Shape;312;p50"/>
          <p:cNvSpPr txBox="1">
            <a:spLocks noGrp="1"/>
          </p:cNvSpPr>
          <p:nvPr>
            <p:ph type="body" idx="1"/>
          </p:nvPr>
        </p:nvSpPr>
        <p:spPr>
          <a:xfrm>
            <a:off x="407988"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13" name="Google Shape;313;p50"/>
          <p:cNvSpPr>
            <a:spLocks noGrp="1"/>
          </p:cNvSpPr>
          <p:nvPr>
            <p:ph type="pic" idx="2"/>
          </p:nvPr>
        </p:nvSpPr>
        <p:spPr>
          <a:xfrm>
            <a:off x="6240016" y="0"/>
            <a:ext cx="5951984" cy="3356992"/>
          </a:xfrm>
          <a:prstGeom prst="rect">
            <a:avLst/>
          </a:prstGeom>
          <a:solidFill>
            <a:schemeClr val="lt2"/>
          </a:solidFill>
          <a:ln>
            <a:noFill/>
          </a:ln>
        </p:spPr>
      </p:sp>
      <p:sp>
        <p:nvSpPr>
          <p:cNvPr id="314" name="Google Shape;314;p50"/>
          <p:cNvSpPr>
            <a:spLocks noGrp="1"/>
          </p:cNvSpPr>
          <p:nvPr>
            <p:ph type="pic" idx="3"/>
          </p:nvPr>
        </p:nvSpPr>
        <p:spPr>
          <a:xfrm>
            <a:off x="8003568" y="3501008"/>
            <a:ext cx="4188432" cy="3356992"/>
          </a:xfrm>
          <a:prstGeom prst="rect">
            <a:avLst/>
          </a:prstGeom>
          <a:solidFill>
            <a:schemeClr val="lt2"/>
          </a:solidFill>
          <a:ln>
            <a:noFill/>
          </a:ln>
        </p:spPr>
      </p:sp>
      <p:sp>
        <p:nvSpPr>
          <p:cNvPr id="315" name="Google Shape;315;p5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6" name="Google Shape;316;p5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5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18" name="Google Shape;318;p50"/>
          <p:cNvSpPr txBox="1">
            <a:spLocks noGrp="1"/>
          </p:cNvSpPr>
          <p:nvPr>
            <p:ph type="title"/>
          </p:nvPr>
        </p:nvSpPr>
        <p:spPr>
          <a:xfrm>
            <a:off x="407989" y="548680"/>
            <a:ext cx="5543996"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t and 2 Pictures 2">
  <p:cSld name="Content and 2 Pictures 2">
    <p:spTree>
      <p:nvGrpSpPr>
        <p:cNvPr id="1" name="Shape 319"/>
        <p:cNvGrpSpPr/>
        <p:nvPr/>
      </p:nvGrpSpPr>
      <p:grpSpPr>
        <a:xfrm>
          <a:off x="0" y="0"/>
          <a:ext cx="0" cy="0"/>
          <a:chOff x="0" y="0"/>
          <a:chExt cx="0" cy="0"/>
        </a:xfrm>
      </p:grpSpPr>
      <p:sp>
        <p:nvSpPr>
          <p:cNvPr id="320" name="Google Shape;320;p51"/>
          <p:cNvSpPr>
            <a:spLocks noGrp="1"/>
          </p:cNvSpPr>
          <p:nvPr>
            <p:ph type="pic" idx="2"/>
          </p:nvPr>
        </p:nvSpPr>
        <p:spPr>
          <a:xfrm>
            <a:off x="1" y="0"/>
            <a:ext cx="4180197" cy="3356992"/>
          </a:xfrm>
          <a:prstGeom prst="rect">
            <a:avLst/>
          </a:prstGeom>
          <a:solidFill>
            <a:schemeClr val="lt2"/>
          </a:solidFill>
          <a:ln>
            <a:noFill/>
          </a:ln>
        </p:spPr>
      </p:sp>
      <p:sp>
        <p:nvSpPr>
          <p:cNvPr id="321" name="Google Shape;321;p51"/>
          <p:cNvSpPr>
            <a:spLocks noGrp="1"/>
          </p:cNvSpPr>
          <p:nvPr>
            <p:ph type="pic" idx="3"/>
          </p:nvPr>
        </p:nvSpPr>
        <p:spPr>
          <a:xfrm>
            <a:off x="0" y="3501008"/>
            <a:ext cx="5951985" cy="3356992"/>
          </a:xfrm>
          <a:prstGeom prst="rect">
            <a:avLst/>
          </a:prstGeom>
          <a:solidFill>
            <a:schemeClr val="lt2"/>
          </a:solidFill>
          <a:ln>
            <a:noFill/>
          </a:ln>
        </p:spPr>
      </p:sp>
      <p:sp>
        <p:nvSpPr>
          <p:cNvPr id="322" name="Google Shape;322;p5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5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5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25" name="Google Shape;325;p51"/>
          <p:cNvSpPr txBox="1">
            <a:spLocks noGrp="1"/>
          </p:cNvSpPr>
          <p:nvPr>
            <p:ph type="title"/>
          </p:nvPr>
        </p:nvSpPr>
        <p:spPr>
          <a:xfrm>
            <a:off x="6240016" y="549274"/>
            <a:ext cx="5543997" cy="10080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6" name="Google Shape;326;p51"/>
          <p:cNvSpPr txBox="1">
            <a:spLocks noGrp="1"/>
          </p:cNvSpPr>
          <p:nvPr>
            <p:ph type="body" idx="1"/>
          </p:nvPr>
        </p:nvSpPr>
        <p:spPr>
          <a:xfrm>
            <a:off x="6240017"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hree Product Pictures">
  <p:cSld name="Three Product Pictures">
    <p:spTree>
      <p:nvGrpSpPr>
        <p:cNvPr id="1" name="Shape 327"/>
        <p:cNvGrpSpPr/>
        <p:nvPr/>
      </p:nvGrpSpPr>
      <p:grpSpPr>
        <a:xfrm>
          <a:off x="0" y="0"/>
          <a:ext cx="0" cy="0"/>
          <a:chOff x="0" y="0"/>
          <a:chExt cx="0" cy="0"/>
        </a:xfrm>
      </p:grpSpPr>
      <p:sp>
        <p:nvSpPr>
          <p:cNvPr id="328" name="Google Shape;328;p52"/>
          <p:cNvSpPr>
            <a:spLocks noGrp="1"/>
          </p:cNvSpPr>
          <p:nvPr>
            <p:ph type="pic" idx="2"/>
          </p:nvPr>
        </p:nvSpPr>
        <p:spPr>
          <a:xfrm>
            <a:off x="407988" y="1844675"/>
            <a:ext cx="3599780" cy="2592437"/>
          </a:xfrm>
          <a:prstGeom prst="rect">
            <a:avLst/>
          </a:prstGeom>
          <a:solidFill>
            <a:schemeClr val="lt2"/>
          </a:solidFill>
          <a:ln>
            <a:noFill/>
          </a:ln>
        </p:spPr>
      </p:sp>
      <p:sp>
        <p:nvSpPr>
          <p:cNvPr id="329" name="Google Shape;329;p52"/>
          <p:cNvSpPr>
            <a:spLocks noGrp="1"/>
          </p:cNvSpPr>
          <p:nvPr>
            <p:ph type="pic" idx="3"/>
          </p:nvPr>
        </p:nvSpPr>
        <p:spPr>
          <a:xfrm>
            <a:off x="4295800" y="1844675"/>
            <a:ext cx="3600400" cy="2592437"/>
          </a:xfrm>
          <a:prstGeom prst="rect">
            <a:avLst/>
          </a:prstGeom>
          <a:solidFill>
            <a:schemeClr val="lt2"/>
          </a:solidFill>
          <a:ln>
            <a:noFill/>
          </a:ln>
        </p:spPr>
      </p:sp>
      <p:sp>
        <p:nvSpPr>
          <p:cNvPr id="330" name="Google Shape;330;p52"/>
          <p:cNvSpPr>
            <a:spLocks noGrp="1"/>
          </p:cNvSpPr>
          <p:nvPr>
            <p:ph type="pic" idx="4"/>
          </p:nvPr>
        </p:nvSpPr>
        <p:spPr>
          <a:xfrm>
            <a:off x="8184234" y="1844675"/>
            <a:ext cx="3599780" cy="2592437"/>
          </a:xfrm>
          <a:prstGeom prst="rect">
            <a:avLst/>
          </a:prstGeom>
          <a:solidFill>
            <a:schemeClr val="lt2"/>
          </a:solidFill>
          <a:ln>
            <a:noFill/>
          </a:ln>
        </p:spPr>
      </p:sp>
      <p:sp>
        <p:nvSpPr>
          <p:cNvPr id="331" name="Google Shape;331;p52"/>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2" name="Google Shape;332;p52"/>
          <p:cNvSpPr txBox="1">
            <a:spLocks noGrp="1"/>
          </p:cNvSpPr>
          <p:nvPr>
            <p:ph type="body" idx="1"/>
          </p:nvPr>
        </p:nvSpPr>
        <p:spPr>
          <a:xfrm>
            <a:off x="407988"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33" name="Google Shape;333;p52"/>
          <p:cNvSpPr txBox="1">
            <a:spLocks noGrp="1"/>
          </p:cNvSpPr>
          <p:nvPr>
            <p:ph type="body" idx="5"/>
          </p:nvPr>
        </p:nvSpPr>
        <p:spPr>
          <a:xfrm>
            <a:off x="4295801" y="4581128"/>
            <a:ext cx="3600398"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34" name="Google Shape;334;p52"/>
          <p:cNvSpPr txBox="1">
            <a:spLocks noGrp="1"/>
          </p:cNvSpPr>
          <p:nvPr>
            <p:ph type="body" idx="6"/>
          </p:nvPr>
        </p:nvSpPr>
        <p:spPr>
          <a:xfrm>
            <a:off x="8183564"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35" name="Google Shape;335;p5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6" name="Google Shape;336;p5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5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Product Pictures">
  <p:cSld name="Two Product Pictures">
    <p:spTree>
      <p:nvGrpSpPr>
        <p:cNvPr id="1" name="Shape 338"/>
        <p:cNvGrpSpPr/>
        <p:nvPr/>
      </p:nvGrpSpPr>
      <p:grpSpPr>
        <a:xfrm>
          <a:off x="0" y="0"/>
          <a:ext cx="0" cy="0"/>
          <a:chOff x="0" y="0"/>
          <a:chExt cx="0" cy="0"/>
        </a:xfrm>
      </p:grpSpPr>
      <p:sp>
        <p:nvSpPr>
          <p:cNvPr id="339" name="Google Shape;339;p53"/>
          <p:cNvSpPr>
            <a:spLocks noGrp="1"/>
          </p:cNvSpPr>
          <p:nvPr>
            <p:ph type="pic" idx="2"/>
          </p:nvPr>
        </p:nvSpPr>
        <p:spPr>
          <a:xfrm>
            <a:off x="407988" y="1844675"/>
            <a:ext cx="7488212" cy="2592437"/>
          </a:xfrm>
          <a:prstGeom prst="rect">
            <a:avLst/>
          </a:prstGeom>
          <a:solidFill>
            <a:schemeClr val="lt2"/>
          </a:solidFill>
          <a:ln>
            <a:noFill/>
          </a:ln>
        </p:spPr>
      </p:sp>
      <p:sp>
        <p:nvSpPr>
          <p:cNvPr id="340" name="Google Shape;340;p53"/>
          <p:cNvSpPr>
            <a:spLocks noGrp="1"/>
          </p:cNvSpPr>
          <p:nvPr>
            <p:ph type="pic" idx="3"/>
          </p:nvPr>
        </p:nvSpPr>
        <p:spPr>
          <a:xfrm>
            <a:off x="8184234" y="1844675"/>
            <a:ext cx="3599780" cy="2592437"/>
          </a:xfrm>
          <a:prstGeom prst="rect">
            <a:avLst/>
          </a:prstGeom>
          <a:solidFill>
            <a:schemeClr val="lt2"/>
          </a:solidFill>
          <a:ln>
            <a:noFill/>
          </a:ln>
        </p:spPr>
      </p:sp>
      <p:sp>
        <p:nvSpPr>
          <p:cNvPr id="341" name="Google Shape;341;p53"/>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2" name="Google Shape;342;p53"/>
          <p:cNvSpPr txBox="1">
            <a:spLocks noGrp="1"/>
          </p:cNvSpPr>
          <p:nvPr>
            <p:ph type="body" idx="1"/>
          </p:nvPr>
        </p:nvSpPr>
        <p:spPr>
          <a:xfrm>
            <a:off x="407988" y="4581128"/>
            <a:ext cx="7488212"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43" name="Google Shape;343;p53"/>
          <p:cNvSpPr txBox="1">
            <a:spLocks noGrp="1"/>
          </p:cNvSpPr>
          <p:nvPr>
            <p:ph type="body" idx="4"/>
          </p:nvPr>
        </p:nvSpPr>
        <p:spPr>
          <a:xfrm>
            <a:off x="8183564"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44" name="Google Shape;344;p5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5" name="Google Shape;345;p5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6" name="Google Shape;346;p5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roduct Case">
  <p:cSld name="Product Case">
    <p:spTree>
      <p:nvGrpSpPr>
        <p:cNvPr id="1" name="Shape 347"/>
        <p:cNvGrpSpPr/>
        <p:nvPr/>
      </p:nvGrpSpPr>
      <p:grpSpPr>
        <a:xfrm>
          <a:off x="0" y="0"/>
          <a:ext cx="0" cy="0"/>
          <a:chOff x="0" y="0"/>
          <a:chExt cx="0" cy="0"/>
        </a:xfrm>
      </p:grpSpPr>
      <p:sp>
        <p:nvSpPr>
          <p:cNvPr id="348" name="Google Shape;348;p54"/>
          <p:cNvSpPr>
            <a:spLocks noGrp="1"/>
          </p:cNvSpPr>
          <p:nvPr>
            <p:ph type="pic" idx="2"/>
          </p:nvPr>
        </p:nvSpPr>
        <p:spPr>
          <a:xfrm>
            <a:off x="407988" y="1844675"/>
            <a:ext cx="3599780" cy="2592437"/>
          </a:xfrm>
          <a:prstGeom prst="rect">
            <a:avLst/>
          </a:prstGeom>
          <a:solidFill>
            <a:schemeClr val="lt2"/>
          </a:solidFill>
          <a:ln>
            <a:noFill/>
          </a:ln>
        </p:spPr>
      </p:sp>
      <p:sp>
        <p:nvSpPr>
          <p:cNvPr id="349" name="Google Shape;349;p54"/>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54"/>
          <p:cNvSpPr txBox="1">
            <a:spLocks noGrp="1"/>
          </p:cNvSpPr>
          <p:nvPr>
            <p:ph type="body" idx="1"/>
          </p:nvPr>
        </p:nvSpPr>
        <p:spPr>
          <a:xfrm>
            <a:off x="407988"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Font typeface="Arial"/>
              <a:buNone/>
              <a:defRPr sz="1800" b="1">
                <a:solidFill>
                  <a:schemeClr val="accent2"/>
                </a:solidFill>
              </a:defRPr>
            </a:lvl1pPr>
            <a:lvl2pPr marL="914400" lvl="1" indent="-342900" algn="l">
              <a:lnSpc>
                <a:spcPct val="120000"/>
              </a:lnSpc>
              <a:spcBef>
                <a:spcPts val="600"/>
              </a:spcBef>
              <a:spcAft>
                <a:spcPts val="0"/>
              </a:spcAft>
              <a:buClr>
                <a:schemeClr val="accent2"/>
              </a:buClr>
              <a:buSzPts val="1800"/>
              <a:buChar char="•"/>
              <a:defRPr sz="18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51" name="Google Shape;351;p54"/>
          <p:cNvSpPr txBox="1">
            <a:spLocks noGrp="1"/>
          </p:cNvSpPr>
          <p:nvPr>
            <p:ph type="body" idx="3"/>
          </p:nvPr>
        </p:nvSpPr>
        <p:spPr>
          <a:xfrm>
            <a:off x="4295800" y="1844675"/>
            <a:ext cx="7488213"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52" name="Google Shape;352;p5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3" name="Google Shape;353;p5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4" name="Google Shape;354;p5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roduct Case 2">
  <p:cSld name="Product Case 2">
    <p:spTree>
      <p:nvGrpSpPr>
        <p:cNvPr id="1" name="Shape 355"/>
        <p:cNvGrpSpPr/>
        <p:nvPr/>
      </p:nvGrpSpPr>
      <p:grpSpPr>
        <a:xfrm>
          <a:off x="0" y="0"/>
          <a:ext cx="0" cy="0"/>
          <a:chOff x="0" y="0"/>
          <a:chExt cx="0" cy="0"/>
        </a:xfrm>
      </p:grpSpPr>
      <p:sp>
        <p:nvSpPr>
          <p:cNvPr id="356" name="Google Shape;356;p55"/>
          <p:cNvSpPr>
            <a:spLocks noGrp="1"/>
          </p:cNvSpPr>
          <p:nvPr>
            <p:ph type="pic" idx="2"/>
          </p:nvPr>
        </p:nvSpPr>
        <p:spPr>
          <a:xfrm>
            <a:off x="8184234" y="1844675"/>
            <a:ext cx="3599780" cy="2592437"/>
          </a:xfrm>
          <a:prstGeom prst="rect">
            <a:avLst/>
          </a:prstGeom>
          <a:solidFill>
            <a:schemeClr val="lt2"/>
          </a:solidFill>
          <a:ln>
            <a:noFill/>
          </a:ln>
        </p:spPr>
      </p:sp>
      <p:sp>
        <p:nvSpPr>
          <p:cNvPr id="357" name="Google Shape;357;p55"/>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8" name="Google Shape;358;p55"/>
          <p:cNvSpPr txBox="1">
            <a:spLocks noGrp="1"/>
          </p:cNvSpPr>
          <p:nvPr>
            <p:ph type="body" idx="1"/>
          </p:nvPr>
        </p:nvSpPr>
        <p:spPr>
          <a:xfrm>
            <a:off x="8184234" y="4581128"/>
            <a:ext cx="359978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Font typeface="Arial"/>
              <a:buNone/>
              <a:defRPr sz="1800" b="1">
                <a:solidFill>
                  <a:schemeClr val="accent2"/>
                </a:solidFill>
              </a:defRPr>
            </a:lvl1pPr>
            <a:lvl2pPr marL="914400" lvl="1" indent="-342900" algn="l">
              <a:lnSpc>
                <a:spcPct val="120000"/>
              </a:lnSpc>
              <a:spcBef>
                <a:spcPts val="600"/>
              </a:spcBef>
              <a:spcAft>
                <a:spcPts val="0"/>
              </a:spcAft>
              <a:buClr>
                <a:schemeClr val="accent2"/>
              </a:buClr>
              <a:buSzPts val="1800"/>
              <a:buChar char="•"/>
              <a:defRPr sz="18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59" name="Google Shape;359;p55"/>
          <p:cNvSpPr txBox="1">
            <a:spLocks noGrp="1"/>
          </p:cNvSpPr>
          <p:nvPr>
            <p:ph type="body" idx="3"/>
          </p:nvPr>
        </p:nvSpPr>
        <p:spPr>
          <a:xfrm>
            <a:off x="407988" y="1844675"/>
            <a:ext cx="7495828"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60" name="Google Shape;360;p5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1" name="Google Shape;361;p5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2" name="Google Shape;362;p5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Products">
  <p:cSld name="Three Products">
    <p:spTree>
      <p:nvGrpSpPr>
        <p:cNvPr id="1" name="Shape 363"/>
        <p:cNvGrpSpPr/>
        <p:nvPr/>
      </p:nvGrpSpPr>
      <p:grpSpPr>
        <a:xfrm>
          <a:off x="0" y="0"/>
          <a:ext cx="0" cy="0"/>
          <a:chOff x="0" y="0"/>
          <a:chExt cx="0" cy="0"/>
        </a:xfrm>
      </p:grpSpPr>
      <p:sp>
        <p:nvSpPr>
          <p:cNvPr id="364" name="Google Shape;364;p56"/>
          <p:cNvSpPr>
            <a:spLocks noGrp="1"/>
          </p:cNvSpPr>
          <p:nvPr>
            <p:ph type="pic" idx="2"/>
          </p:nvPr>
        </p:nvSpPr>
        <p:spPr>
          <a:xfrm>
            <a:off x="407989" y="3717033"/>
            <a:ext cx="3599780" cy="2304355"/>
          </a:xfrm>
          <a:prstGeom prst="rect">
            <a:avLst/>
          </a:prstGeom>
          <a:solidFill>
            <a:schemeClr val="lt2"/>
          </a:solidFill>
          <a:ln>
            <a:noFill/>
          </a:ln>
        </p:spPr>
      </p:sp>
      <p:sp>
        <p:nvSpPr>
          <p:cNvPr id="365" name="Google Shape;365;p56"/>
          <p:cNvSpPr>
            <a:spLocks noGrp="1"/>
          </p:cNvSpPr>
          <p:nvPr>
            <p:ph type="pic" idx="3"/>
          </p:nvPr>
        </p:nvSpPr>
        <p:spPr>
          <a:xfrm>
            <a:off x="4295800" y="3717033"/>
            <a:ext cx="3600400" cy="2304355"/>
          </a:xfrm>
          <a:prstGeom prst="rect">
            <a:avLst/>
          </a:prstGeom>
          <a:solidFill>
            <a:schemeClr val="lt2"/>
          </a:solidFill>
          <a:ln>
            <a:noFill/>
          </a:ln>
        </p:spPr>
      </p:sp>
      <p:sp>
        <p:nvSpPr>
          <p:cNvPr id="366" name="Google Shape;366;p56"/>
          <p:cNvSpPr>
            <a:spLocks noGrp="1"/>
          </p:cNvSpPr>
          <p:nvPr>
            <p:ph type="pic" idx="4"/>
          </p:nvPr>
        </p:nvSpPr>
        <p:spPr>
          <a:xfrm>
            <a:off x="8184232" y="3717033"/>
            <a:ext cx="3599781" cy="2304355"/>
          </a:xfrm>
          <a:prstGeom prst="rect">
            <a:avLst/>
          </a:prstGeom>
          <a:solidFill>
            <a:schemeClr val="lt2"/>
          </a:solidFill>
          <a:ln>
            <a:noFill/>
          </a:ln>
        </p:spPr>
      </p:sp>
      <p:sp>
        <p:nvSpPr>
          <p:cNvPr id="367" name="Google Shape;367;p56"/>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8" name="Google Shape;368;p56"/>
          <p:cNvSpPr txBox="1">
            <a:spLocks noGrp="1"/>
          </p:cNvSpPr>
          <p:nvPr>
            <p:ph type="body" idx="1"/>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69" name="Google Shape;369;p56"/>
          <p:cNvSpPr txBox="1">
            <a:spLocks noGrp="1"/>
          </p:cNvSpPr>
          <p:nvPr>
            <p:ph type="body" idx="5"/>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70" name="Google Shape;370;p56"/>
          <p:cNvSpPr txBox="1">
            <a:spLocks noGrp="1"/>
          </p:cNvSpPr>
          <p:nvPr>
            <p:ph type="body" idx="6"/>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71" name="Google Shape;371;p56"/>
          <p:cNvSpPr txBox="1">
            <a:spLocks noGrp="1"/>
          </p:cNvSpPr>
          <p:nvPr>
            <p:ph type="body" idx="7"/>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72" name="Google Shape;372;p56"/>
          <p:cNvSpPr txBox="1">
            <a:spLocks noGrp="1"/>
          </p:cNvSpPr>
          <p:nvPr>
            <p:ph type="body" idx="8"/>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73" name="Google Shape;373;p56"/>
          <p:cNvSpPr txBox="1">
            <a:spLocks noGrp="1"/>
          </p:cNvSpPr>
          <p:nvPr>
            <p:ph type="body" idx="9"/>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74" name="Google Shape;374;p5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5" name="Google Shape;375;p5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6" name="Google Shape;376;p5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Products">
  <p:cSld name="Two Products">
    <p:spTree>
      <p:nvGrpSpPr>
        <p:cNvPr id="1" name="Shape 377"/>
        <p:cNvGrpSpPr/>
        <p:nvPr/>
      </p:nvGrpSpPr>
      <p:grpSpPr>
        <a:xfrm>
          <a:off x="0" y="0"/>
          <a:ext cx="0" cy="0"/>
          <a:chOff x="0" y="0"/>
          <a:chExt cx="0" cy="0"/>
        </a:xfrm>
      </p:grpSpPr>
      <p:sp>
        <p:nvSpPr>
          <p:cNvPr id="378" name="Google Shape;378;p57"/>
          <p:cNvSpPr>
            <a:spLocks noGrp="1"/>
          </p:cNvSpPr>
          <p:nvPr>
            <p:ph type="pic" idx="2"/>
          </p:nvPr>
        </p:nvSpPr>
        <p:spPr>
          <a:xfrm>
            <a:off x="407988" y="3717033"/>
            <a:ext cx="5543996" cy="2304355"/>
          </a:xfrm>
          <a:prstGeom prst="rect">
            <a:avLst/>
          </a:prstGeom>
          <a:solidFill>
            <a:schemeClr val="lt2"/>
          </a:solidFill>
          <a:ln>
            <a:noFill/>
          </a:ln>
        </p:spPr>
      </p:sp>
      <p:sp>
        <p:nvSpPr>
          <p:cNvPr id="379" name="Google Shape;379;p57"/>
          <p:cNvSpPr>
            <a:spLocks noGrp="1"/>
          </p:cNvSpPr>
          <p:nvPr>
            <p:ph type="pic" idx="3"/>
          </p:nvPr>
        </p:nvSpPr>
        <p:spPr>
          <a:xfrm>
            <a:off x="6240016" y="3717033"/>
            <a:ext cx="5543997" cy="2304355"/>
          </a:xfrm>
          <a:prstGeom prst="rect">
            <a:avLst/>
          </a:prstGeom>
          <a:solidFill>
            <a:schemeClr val="lt2"/>
          </a:solidFill>
          <a:ln>
            <a:noFill/>
          </a:ln>
        </p:spPr>
      </p:sp>
      <p:sp>
        <p:nvSpPr>
          <p:cNvPr id="380" name="Google Shape;380;p57"/>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1" name="Google Shape;381;p57"/>
          <p:cNvSpPr txBox="1">
            <a:spLocks noGrp="1"/>
          </p:cNvSpPr>
          <p:nvPr>
            <p:ph type="body" idx="1"/>
          </p:nvPr>
        </p:nvSpPr>
        <p:spPr>
          <a:xfrm>
            <a:off x="407988" y="2420888"/>
            <a:ext cx="5543996"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82" name="Google Shape;382;p57"/>
          <p:cNvSpPr txBox="1">
            <a:spLocks noGrp="1"/>
          </p:cNvSpPr>
          <p:nvPr>
            <p:ph type="body" idx="4"/>
          </p:nvPr>
        </p:nvSpPr>
        <p:spPr>
          <a:xfrm>
            <a:off x="6240488" y="2420888"/>
            <a:ext cx="5543525"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83" name="Google Shape;383;p57"/>
          <p:cNvSpPr txBox="1">
            <a:spLocks noGrp="1"/>
          </p:cNvSpPr>
          <p:nvPr>
            <p:ph type="body" idx="5"/>
          </p:nvPr>
        </p:nvSpPr>
        <p:spPr>
          <a:xfrm>
            <a:off x="407975" y="1844675"/>
            <a:ext cx="5542983"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84" name="Google Shape;384;p57"/>
          <p:cNvSpPr txBox="1">
            <a:spLocks noGrp="1"/>
          </p:cNvSpPr>
          <p:nvPr>
            <p:ph type="body" idx="6"/>
          </p:nvPr>
        </p:nvSpPr>
        <p:spPr>
          <a:xfrm>
            <a:off x="6240488" y="1844675"/>
            <a:ext cx="5543528"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85" name="Google Shape;385;p5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6" name="Google Shape;386;p5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7" name="Google Shape;387;p5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Highlight Products">
  <p:cSld name="Highlight Products">
    <p:spTree>
      <p:nvGrpSpPr>
        <p:cNvPr id="1" name="Shape 388"/>
        <p:cNvGrpSpPr/>
        <p:nvPr/>
      </p:nvGrpSpPr>
      <p:grpSpPr>
        <a:xfrm>
          <a:off x="0" y="0"/>
          <a:ext cx="0" cy="0"/>
          <a:chOff x="0" y="0"/>
          <a:chExt cx="0" cy="0"/>
        </a:xfrm>
      </p:grpSpPr>
      <p:sp>
        <p:nvSpPr>
          <p:cNvPr id="389" name="Google Shape;389;p58"/>
          <p:cNvSpPr txBox="1">
            <a:spLocks noGrp="1"/>
          </p:cNvSpPr>
          <p:nvPr>
            <p:ph type="body" idx="1"/>
          </p:nvPr>
        </p:nvSpPr>
        <p:spPr>
          <a:xfrm>
            <a:off x="-15205" y="3717032"/>
            <a:ext cx="4166518"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390" name="Google Shape;390;p58"/>
          <p:cNvSpPr>
            <a:spLocks noGrp="1"/>
          </p:cNvSpPr>
          <p:nvPr>
            <p:ph type="pic" idx="2"/>
          </p:nvPr>
        </p:nvSpPr>
        <p:spPr>
          <a:xfrm>
            <a:off x="4151313" y="3717033"/>
            <a:ext cx="3889376" cy="2304355"/>
          </a:xfrm>
          <a:prstGeom prst="rect">
            <a:avLst/>
          </a:prstGeom>
          <a:solidFill>
            <a:schemeClr val="lt2"/>
          </a:solidFill>
          <a:ln>
            <a:noFill/>
          </a:ln>
        </p:spPr>
      </p:sp>
      <p:sp>
        <p:nvSpPr>
          <p:cNvPr id="391" name="Google Shape;391;p58"/>
          <p:cNvSpPr>
            <a:spLocks noGrp="1"/>
          </p:cNvSpPr>
          <p:nvPr>
            <p:ph type="pic" idx="3"/>
          </p:nvPr>
        </p:nvSpPr>
        <p:spPr>
          <a:xfrm>
            <a:off x="8040688" y="3717033"/>
            <a:ext cx="4151311" cy="2304356"/>
          </a:xfrm>
          <a:prstGeom prst="rect">
            <a:avLst/>
          </a:prstGeom>
          <a:solidFill>
            <a:schemeClr val="lt2"/>
          </a:solidFill>
          <a:ln>
            <a:noFill/>
          </a:ln>
        </p:spPr>
      </p:sp>
      <p:sp>
        <p:nvSpPr>
          <p:cNvPr id="392" name="Google Shape;392;p58"/>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3" name="Google Shape;393;p5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4" name="Google Shape;394;p5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p5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96" name="Google Shape;396;p58"/>
          <p:cNvSpPr txBox="1">
            <a:spLocks noGrp="1"/>
          </p:cNvSpPr>
          <p:nvPr>
            <p:ph type="body" idx="4"/>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97" name="Google Shape;397;p58"/>
          <p:cNvSpPr txBox="1">
            <a:spLocks noGrp="1"/>
          </p:cNvSpPr>
          <p:nvPr>
            <p:ph type="body" idx="5"/>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98" name="Google Shape;398;p58"/>
          <p:cNvSpPr txBox="1">
            <a:spLocks noGrp="1"/>
          </p:cNvSpPr>
          <p:nvPr>
            <p:ph type="body" idx="6"/>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99" name="Google Shape;399;p58"/>
          <p:cNvSpPr txBox="1">
            <a:spLocks noGrp="1"/>
          </p:cNvSpPr>
          <p:nvPr>
            <p:ph type="body" idx="7"/>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00" name="Google Shape;400;p58"/>
          <p:cNvSpPr txBox="1">
            <a:spLocks noGrp="1"/>
          </p:cNvSpPr>
          <p:nvPr>
            <p:ph type="body" idx="8"/>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01" name="Google Shape;401;p58"/>
          <p:cNvSpPr txBox="1">
            <a:spLocks noGrp="1"/>
          </p:cNvSpPr>
          <p:nvPr>
            <p:ph type="body" idx="9"/>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Highlight Products 2">
  <p:cSld name="Highlight Products 2">
    <p:spTree>
      <p:nvGrpSpPr>
        <p:cNvPr id="1" name="Shape 402"/>
        <p:cNvGrpSpPr/>
        <p:nvPr/>
      </p:nvGrpSpPr>
      <p:grpSpPr>
        <a:xfrm>
          <a:off x="0" y="0"/>
          <a:ext cx="0" cy="0"/>
          <a:chOff x="0" y="0"/>
          <a:chExt cx="0" cy="0"/>
        </a:xfrm>
      </p:grpSpPr>
      <p:sp>
        <p:nvSpPr>
          <p:cNvPr id="403" name="Google Shape;403;p59"/>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4" name="Google Shape;404;p59"/>
          <p:cNvSpPr>
            <a:spLocks noGrp="1"/>
          </p:cNvSpPr>
          <p:nvPr>
            <p:ph type="pic" idx="2"/>
          </p:nvPr>
        </p:nvSpPr>
        <p:spPr>
          <a:xfrm>
            <a:off x="0" y="3717033"/>
            <a:ext cx="4151313" cy="2304355"/>
          </a:xfrm>
          <a:prstGeom prst="rect">
            <a:avLst/>
          </a:prstGeom>
          <a:solidFill>
            <a:schemeClr val="lt2"/>
          </a:solidFill>
          <a:ln>
            <a:noFill/>
          </a:ln>
        </p:spPr>
      </p:sp>
      <p:sp>
        <p:nvSpPr>
          <p:cNvPr id="405" name="Google Shape;405;p59"/>
          <p:cNvSpPr>
            <a:spLocks noGrp="1"/>
          </p:cNvSpPr>
          <p:nvPr>
            <p:ph type="pic" idx="3"/>
          </p:nvPr>
        </p:nvSpPr>
        <p:spPr>
          <a:xfrm>
            <a:off x="8040688" y="3717033"/>
            <a:ext cx="4151311" cy="2304355"/>
          </a:xfrm>
          <a:prstGeom prst="rect">
            <a:avLst/>
          </a:prstGeom>
          <a:solidFill>
            <a:schemeClr val="lt2"/>
          </a:solidFill>
          <a:ln>
            <a:noFill/>
          </a:ln>
        </p:spPr>
      </p:sp>
      <p:sp>
        <p:nvSpPr>
          <p:cNvPr id="406" name="Google Shape;406;p5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7" name="Google Shape;407;p5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8" name="Google Shape;408;p5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09" name="Google Shape;409;p59"/>
          <p:cNvSpPr txBox="1">
            <a:spLocks noGrp="1"/>
          </p:cNvSpPr>
          <p:nvPr>
            <p:ph type="body" idx="1"/>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10" name="Google Shape;410;p59"/>
          <p:cNvSpPr txBox="1">
            <a:spLocks noGrp="1"/>
          </p:cNvSpPr>
          <p:nvPr>
            <p:ph type="body" idx="4"/>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11" name="Google Shape;411;p59"/>
          <p:cNvSpPr txBox="1">
            <a:spLocks noGrp="1"/>
          </p:cNvSpPr>
          <p:nvPr>
            <p:ph type="body" idx="5"/>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12" name="Google Shape;412;p59"/>
          <p:cNvSpPr txBox="1">
            <a:spLocks noGrp="1"/>
          </p:cNvSpPr>
          <p:nvPr>
            <p:ph type="body" idx="6"/>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13" name="Google Shape;413;p59"/>
          <p:cNvSpPr txBox="1">
            <a:spLocks noGrp="1"/>
          </p:cNvSpPr>
          <p:nvPr>
            <p:ph type="body" idx="7"/>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14" name="Google Shape;414;p59"/>
          <p:cNvSpPr txBox="1">
            <a:spLocks noGrp="1"/>
          </p:cNvSpPr>
          <p:nvPr>
            <p:ph type="body" idx="8"/>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15" name="Google Shape;415;p59"/>
          <p:cNvSpPr txBox="1">
            <a:spLocks noGrp="1"/>
          </p:cNvSpPr>
          <p:nvPr>
            <p:ph type="body" idx="9"/>
          </p:nvPr>
        </p:nvSpPr>
        <p:spPr>
          <a:xfrm>
            <a:off x="4151313" y="3717032"/>
            <a:ext cx="3889375"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Highlight Products 3">
  <p:cSld name="Highlight Products 3">
    <p:spTree>
      <p:nvGrpSpPr>
        <p:cNvPr id="1" name="Shape 416"/>
        <p:cNvGrpSpPr/>
        <p:nvPr/>
      </p:nvGrpSpPr>
      <p:grpSpPr>
        <a:xfrm>
          <a:off x="0" y="0"/>
          <a:ext cx="0" cy="0"/>
          <a:chOff x="0" y="0"/>
          <a:chExt cx="0" cy="0"/>
        </a:xfrm>
      </p:grpSpPr>
      <p:sp>
        <p:nvSpPr>
          <p:cNvPr id="417" name="Google Shape;417;p60"/>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8" name="Google Shape;418;p60"/>
          <p:cNvSpPr>
            <a:spLocks noGrp="1"/>
          </p:cNvSpPr>
          <p:nvPr>
            <p:ph type="pic" idx="2"/>
          </p:nvPr>
        </p:nvSpPr>
        <p:spPr>
          <a:xfrm>
            <a:off x="0" y="3717033"/>
            <a:ext cx="4151313" cy="2304355"/>
          </a:xfrm>
          <a:prstGeom prst="rect">
            <a:avLst/>
          </a:prstGeom>
          <a:solidFill>
            <a:schemeClr val="lt2"/>
          </a:solidFill>
          <a:ln>
            <a:noFill/>
          </a:ln>
        </p:spPr>
      </p:sp>
      <p:sp>
        <p:nvSpPr>
          <p:cNvPr id="419" name="Google Shape;419;p60"/>
          <p:cNvSpPr>
            <a:spLocks noGrp="1"/>
          </p:cNvSpPr>
          <p:nvPr>
            <p:ph type="pic" idx="3"/>
          </p:nvPr>
        </p:nvSpPr>
        <p:spPr>
          <a:xfrm>
            <a:off x="4151313" y="3717033"/>
            <a:ext cx="3889375" cy="2304355"/>
          </a:xfrm>
          <a:prstGeom prst="rect">
            <a:avLst/>
          </a:prstGeom>
          <a:solidFill>
            <a:schemeClr val="lt2"/>
          </a:solidFill>
          <a:ln>
            <a:noFill/>
          </a:ln>
        </p:spPr>
      </p:sp>
      <p:sp>
        <p:nvSpPr>
          <p:cNvPr id="420" name="Google Shape;420;p6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1" name="Google Shape;421;p6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2" name="Google Shape;422;p6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23" name="Google Shape;423;p60"/>
          <p:cNvSpPr txBox="1">
            <a:spLocks noGrp="1"/>
          </p:cNvSpPr>
          <p:nvPr>
            <p:ph type="body" idx="1"/>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24" name="Google Shape;424;p60"/>
          <p:cNvSpPr txBox="1">
            <a:spLocks noGrp="1"/>
          </p:cNvSpPr>
          <p:nvPr>
            <p:ph type="body" idx="4"/>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25" name="Google Shape;425;p60"/>
          <p:cNvSpPr txBox="1">
            <a:spLocks noGrp="1"/>
          </p:cNvSpPr>
          <p:nvPr>
            <p:ph type="body" idx="5"/>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26" name="Google Shape;426;p60"/>
          <p:cNvSpPr txBox="1">
            <a:spLocks noGrp="1"/>
          </p:cNvSpPr>
          <p:nvPr>
            <p:ph type="body" idx="6"/>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27" name="Google Shape;427;p60"/>
          <p:cNvSpPr txBox="1">
            <a:spLocks noGrp="1"/>
          </p:cNvSpPr>
          <p:nvPr>
            <p:ph type="body" idx="7"/>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28" name="Google Shape;428;p60"/>
          <p:cNvSpPr txBox="1">
            <a:spLocks noGrp="1"/>
          </p:cNvSpPr>
          <p:nvPr>
            <p:ph type="body" idx="8"/>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29" name="Google Shape;429;p60"/>
          <p:cNvSpPr txBox="1">
            <a:spLocks noGrp="1"/>
          </p:cNvSpPr>
          <p:nvPr>
            <p:ph type="body" idx="9"/>
          </p:nvPr>
        </p:nvSpPr>
        <p:spPr>
          <a:xfrm>
            <a:off x="8040688" y="3717032"/>
            <a:ext cx="4151312"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Highlights">
  <p:cSld name="Highlights">
    <p:spTree>
      <p:nvGrpSpPr>
        <p:cNvPr id="1" name="Shape 430"/>
        <p:cNvGrpSpPr/>
        <p:nvPr/>
      </p:nvGrpSpPr>
      <p:grpSpPr>
        <a:xfrm>
          <a:off x="0" y="0"/>
          <a:ext cx="0" cy="0"/>
          <a:chOff x="0" y="0"/>
          <a:chExt cx="0" cy="0"/>
        </a:xfrm>
      </p:grpSpPr>
      <p:sp>
        <p:nvSpPr>
          <p:cNvPr id="431" name="Google Shape;431;p61"/>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2" name="Google Shape;432;p6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3" name="Google Shape;433;p6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4" name="Google Shape;434;p6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35" name="Google Shape;435;p61"/>
          <p:cNvSpPr txBox="1">
            <a:spLocks noGrp="1"/>
          </p:cNvSpPr>
          <p:nvPr>
            <p:ph type="body" idx="1"/>
          </p:nvPr>
        </p:nvSpPr>
        <p:spPr>
          <a:xfrm>
            <a:off x="4151313" y="3717032"/>
            <a:ext cx="3889376" cy="2304356"/>
          </a:xfrm>
          <a:prstGeom prst="rect">
            <a:avLst/>
          </a:prstGeom>
          <a:solidFill>
            <a:schemeClr val="accent4"/>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accent2"/>
              </a:buClr>
              <a:buSzPts val="1600"/>
              <a:buFont typeface="Arial"/>
              <a:buNone/>
              <a:defRPr sz="1600" b="1">
                <a:solidFill>
                  <a:schemeClr val="accent2"/>
                </a:solidFill>
              </a:defRPr>
            </a:lvl1pPr>
            <a:lvl2pPr marL="914400" lvl="1" indent="-330200" algn="l">
              <a:lnSpc>
                <a:spcPct val="120000"/>
              </a:lnSpc>
              <a:spcBef>
                <a:spcPts val="600"/>
              </a:spcBef>
              <a:spcAft>
                <a:spcPts val="0"/>
              </a:spcAft>
              <a:buClr>
                <a:schemeClr val="accent2"/>
              </a:buClr>
              <a:buSzPts val="1600"/>
              <a:buChar char="•"/>
              <a:defRPr sz="16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436" name="Google Shape;436;p61"/>
          <p:cNvSpPr txBox="1">
            <a:spLocks noGrp="1"/>
          </p:cNvSpPr>
          <p:nvPr>
            <p:ph type="body" idx="2"/>
          </p:nvPr>
        </p:nvSpPr>
        <p:spPr>
          <a:xfrm>
            <a:off x="407988" y="1844675"/>
            <a:ext cx="11376025" cy="1584325"/>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37" name="Google Shape;437;p61"/>
          <p:cNvSpPr txBox="1">
            <a:spLocks noGrp="1"/>
          </p:cNvSpPr>
          <p:nvPr>
            <p:ph type="body" idx="3"/>
          </p:nvPr>
        </p:nvSpPr>
        <p:spPr>
          <a:xfrm>
            <a:off x="-15205" y="3717032"/>
            <a:ext cx="4166518"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438" name="Google Shape;438;p61"/>
          <p:cNvSpPr txBox="1">
            <a:spLocks noGrp="1"/>
          </p:cNvSpPr>
          <p:nvPr>
            <p:ph type="body" idx="4"/>
          </p:nvPr>
        </p:nvSpPr>
        <p:spPr>
          <a:xfrm>
            <a:off x="8040688" y="3717032"/>
            <a:ext cx="4151312" cy="2304356"/>
          </a:xfrm>
          <a:prstGeom prst="rect">
            <a:avLst/>
          </a:prstGeom>
          <a:solidFill>
            <a:srgbClr val="115EFA"/>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Highlights 2">
  <p:cSld name="Highlights 2">
    <p:spTree>
      <p:nvGrpSpPr>
        <p:cNvPr id="1" name="Shape 439"/>
        <p:cNvGrpSpPr/>
        <p:nvPr/>
      </p:nvGrpSpPr>
      <p:grpSpPr>
        <a:xfrm>
          <a:off x="0" y="0"/>
          <a:ext cx="0" cy="0"/>
          <a:chOff x="0" y="0"/>
          <a:chExt cx="0" cy="0"/>
        </a:xfrm>
      </p:grpSpPr>
      <p:sp>
        <p:nvSpPr>
          <p:cNvPr id="440" name="Google Shape;440;p62"/>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1" name="Google Shape;441;p6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2" name="Google Shape;442;p6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3" name="Google Shape;443;p6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44" name="Google Shape;444;p62"/>
          <p:cNvSpPr txBox="1">
            <a:spLocks noGrp="1"/>
          </p:cNvSpPr>
          <p:nvPr>
            <p:ph type="body" idx="1"/>
          </p:nvPr>
        </p:nvSpPr>
        <p:spPr>
          <a:xfrm>
            <a:off x="407988" y="1844675"/>
            <a:ext cx="11376025" cy="1584325"/>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45" name="Google Shape;445;p62"/>
          <p:cNvSpPr>
            <a:spLocks noGrp="1"/>
          </p:cNvSpPr>
          <p:nvPr>
            <p:ph type="pic" idx="2"/>
          </p:nvPr>
        </p:nvSpPr>
        <p:spPr>
          <a:xfrm>
            <a:off x="8040688" y="3717033"/>
            <a:ext cx="4151311" cy="2304355"/>
          </a:xfrm>
          <a:prstGeom prst="rect">
            <a:avLst/>
          </a:prstGeom>
          <a:solidFill>
            <a:schemeClr val="lt2"/>
          </a:solidFill>
          <a:ln>
            <a:noFill/>
          </a:ln>
        </p:spPr>
      </p:sp>
      <p:sp>
        <p:nvSpPr>
          <p:cNvPr id="446" name="Google Shape;446;p62"/>
          <p:cNvSpPr txBox="1">
            <a:spLocks noGrp="1"/>
          </p:cNvSpPr>
          <p:nvPr>
            <p:ph type="body" idx="3"/>
          </p:nvPr>
        </p:nvSpPr>
        <p:spPr>
          <a:xfrm>
            <a:off x="4151313" y="3717032"/>
            <a:ext cx="3889376" cy="2304356"/>
          </a:xfrm>
          <a:prstGeom prst="rect">
            <a:avLst/>
          </a:prstGeom>
          <a:solidFill>
            <a:schemeClr val="accent4"/>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accent2"/>
              </a:buClr>
              <a:buSzPts val="1600"/>
              <a:buFont typeface="Arial"/>
              <a:buNone/>
              <a:defRPr sz="1600" b="1">
                <a:solidFill>
                  <a:schemeClr val="accent2"/>
                </a:solidFill>
              </a:defRPr>
            </a:lvl1pPr>
            <a:lvl2pPr marL="914400" lvl="1" indent="-330200" algn="l">
              <a:lnSpc>
                <a:spcPct val="120000"/>
              </a:lnSpc>
              <a:spcBef>
                <a:spcPts val="600"/>
              </a:spcBef>
              <a:spcAft>
                <a:spcPts val="0"/>
              </a:spcAft>
              <a:buClr>
                <a:schemeClr val="accent2"/>
              </a:buClr>
              <a:buSzPts val="1600"/>
              <a:buChar char="•"/>
              <a:defRPr sz="16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447" name="Google Shape;447;p62"/>
          <p:cNvSpPr txBox="1">
            <a:spLocks noGrp="1"/>
          </p:cNvSpPr>
          <p:nvPr>
            <p:ph type="body" idx="4"/>
          </p:nvPr>
        </p:nvSpPr>
        <p:spPr>
          <a:xfrm>
            <a:off x="-15205" y="3717032"/>
            <a:ext cx="4166518"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Content Picture Background">
  <p:cSld name="Content Picture Background">
    <p:bg>
      <p:bgPr>
        <a:solidFill>
          <a:schemeClr val="lt2"/>
        </a:solidFill>
        <a:effectLst/>
      </p:bgPr>
    </p:bg>
    <p:spTree>
      <p:nvGrpSpPr>
        <p:cNvPr id="1" name="Shape 448"/>
        <p:cNvGrpSpPr/>
        <p:nvPr/>
      </p:nvGrpSpPr>
      <p:grpSpPr>
        <a:xfrm>
          <a:off x="0" y="0"/>
          <a:ext cx="0" cy="0"/>
          <a:chOff x="0" y="0"/>
          <a:chExt cx="0" cy="0"/>
        </a:xfrm>
      </p:grpSpPr>
      <p:sp>
        <p:nvSpPr>
          <p:cNvPr id="449" name="Google Shape;449;p63"/>
          <p:cNvSpPr>
            <a:spLocks noGrp="1"/>
          </p:cNvSpPr>
          <p:nvPr>
            <p:ph type="pic" idx="2"/>
          </p:nvPr>
        </p:nvSpPr>
        <p:spPr>
          <a:xfrm>
            <a:off x="0" y="1"/>
            <a:ext cx="12192000" cy="6858000"/>
          </a:xfrm>
          <a:prstGeom prst="rect">
            <a:avLst/>
          </a:prstGeom>
          <a:solidFill>
            <a:srgbClr val="C9D4DC"/>
          </a:solidFill>
          <a:ln>
            <a:noFill/>
          </a:ln>
        </p:spPr>
      </p:sp>
      <p:sp>
        <p:nvSpPr>
          <p:cNvPr id="450" name="Google Shape;450;p63"/>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2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1" name="Google Shape;451;p6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2" name="Google Shape;452;p6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3" name="Google Shape;453;p6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454" name="Google Shape;454;p63"/>
          <p:cNvSpPr txBox="1">
            <a:spLocks noGrp="1"/>
          </p:cNvSpPr>
          <p:nvPr>
            <p:ph type="body" idx="1"/>
          </p:nvPr>
        </p:nvSpPr>
        <p:spPr>
          <a:xfrm>
            <a:off x="407988" y="1844675"/>
            <a:ext cx="11376025"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lt1"/>
              </a:buClr>
              <a:buSzPts val="1800"/>
              <a:buFont typeface="Arial"/>
              <a:buNone/>
              <a:defRPr>
                <a:solidFill>
                  <a:schemeClr val="lt1"/>
                </a:solidFill>
              </a:defRPr>
            </a:lvl1pPr>
            <a:lvl2pPr marL="914400" lvl="1" indent="-342900" algn="l">
              <a:lnSpc>
                <a:spcPct val="120000"/>
              </a:lnSpc>
              <a:spcBef>
                <a:spcPts val="600"/>
              </a:spcBef>
              <a:spcAft>
                <a:spcPts val="0"/>
              </a:spcAft>
              <a:buClr>
                <a:schemeClr val="lt1"/>
              </a:buClr>
              <a:buSzPts val="1800"/>
              <a:buChar char="•"/>
              <a:defRPr>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317500" algn="l">
              <a:lnSpc>
                <a:spcPct val="120000"/>
              </a:lnSpc>
              <a:spcBef>
                <a:spcPts val="600"/>
              </a:spcBef>
              <a:spcAft>
                <a:spcPts val="0"/>
              </a:spcAft>
              <a:buClr>
                <a:schemeClr val="lt1"/>
              </a:buClr>
              <a:buSzPts val="1400"/>
              <a:buChar char="•"/>
              <a:defRPr>
                <a:solidFill>
                  <a:schemeClr val="lt1"/>
                </a:solidFill>
              </a:defRPr>
            </a:lvl9pPr>
          </a:lstStyle>
          <a:p>
            <a:endParaRPr/>
          </a:p>
        </p:txBody>
      </p:sp>
      <p:sp>
        <p:nvSpPr>
          <p:cNvPr id="455" name="Google Shape;455;p63"/>
          <p:cNvSpPr txBox="1">
            <a:spLocks noGrp="1"/>
          </p:cNvSpPr>
          <p:nvPr>
            <p:ph type="body" idx="3"/>
          </p:nvPr>
        </p:nvSpPr>
        <p:spPr>
          <a:xfrm>
            <a:off x="10639821" y="6236625"/>
            <a:ext cx="1130400" cy="288000"/>
          </a:xfrm>
          <a:prstGeom prst="rect">
            <a:avLst/>
          </a:prstGeom>
          <a:blipFill rotWithShape="1">
            <a:blip r:embed="rId2" cstate="email">
              <a:alphaModFix/>
              <a:extLst>
                <a:ext uri="{28A0092B-C50C-407E-A947-70E740481C1C}">
                  <a14:useLocalDpi xmlns:a14="http://schemas.microsoft.com/office/drawing/2010/main"/>
                </a:ext>
              </a:extLst>
            </a:blip>
            <a:stretch>
              <a:fillRect/>
            </a:stretch>
          </a:blip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SzPts val="100"/>
              <a:buFont typeface="Arial"/>
              <a:buNone/>
              <a:defRPr sz="100"/>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456"/>
        <p:cNvGrpSpPr/>
        <p:nvPr/>
      </p:nvGrpSpPr>
      <p:grpSpPr>
        <a:xfrm>
          <a:off x="0" y="0"/>
          <a:ext cx="0" cy="0"/>
          <a:chOff x="0" y="0"/>
          <a:chExt cx="0" cy="0"/>
        </a:xfrm>
      </p:grpSpPr>
      <p:sp>
        <p:nvSpPr>
          <p:cNvPr id="457" name="Google Shape;457;p64"/>
          <p:cNvSpPr>
            <a:spLocks noGrp="1"/>
          </p:cNvSpPr>
          <p:nvPr>
            <p:ph type="pic" idx="2"/>
          </p:nvPr>
        </p:nvSpPr>
        <p:spPr>
          <a:xfrm>
            <a:off x="767919" y="1844675"/>
            <a:ext cx="2879821" cy="2880000"/>
          </a:xfrm>
          <a:prstGeom prst="ellipse">
            <a:avLst/>
          </a:prstGeom>
          <a:solidFill>
            <a:schemeClr val="lt2"/>
          </a:solidFill>
          <a:ln>
            <a:noFill/>
          </a:ln>
        </p:spPr>
      </p:sp>
      <p:sp>
        <p:nvSpPr>
          <p:cNvPr id="458" name="Google Shape;458;p64"/>
          <p:cNvSpPr>
            <a:spLocks noGrp="1"/>
          </p:cNvSpPr>
          <p:nvPr>
            <p:ph type="pic" idx="3"/>
          </p:nvPr>
        </p:nvSpPr>
        <p:spPr>
          <a:xfrm>
            <a:off x="4656000" y="1844674"/>
            <a:ext cx="2880000" cy="2880000"/>
          </a:xfrm>
          <a:prstGeom prst="ellipse">
            <a:avLst/>
          </a:prstGeom>
          <a:solidFill>
            <a:schemeClr val="lt2"/>
          </a:solidFill>
          <a:ln>
            <a:noFill/>
          </a:ln>
        </p:spPr>
      </p:sp>
      <p:sp>
        <p:nvSpPr>
          <p:cNvPr id="459" name="Google Shape;459;p64"/>
          <p:cNvSpPr>
            <a:spLocks noGrp="1"/>
          </p:cNvSpPr>
          <p:nvPr>
            <p:ph type="pic" idx="4"/>
          </p:nvPr>
        </p:nvSpPr>
        <p:spPr>
          <a:xfrm>
            <a:off x="8544592" y="1844674"/>
            <a:ext cx="2880000" cy="2880000"/>
          </a:xfrm>
          <a:prstGeom prst="ellipse">
            <a:avLst/>
          </a:prstGeom>
          <a:solidFill>
            <a:schemeClr val="lt2"/>
          </a:solidFill>
          <a:ln>
            <a:noFill/>
          </a:ln>
        </p:spPr>
      </p:sp>
      <p:sp>
        <p:nvSpPr>
          <p:cNvPr id="460" name="Google Shape;460;p64"/>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1" name="Google Shape;461;p64"/>
          <p:cNvSpPr txBox="1">
            <a:spLocks noGrp="1"/>
          </p:cNvSpPr>
          <p:nvPr>
            <p:ph type="body" idx="1"/>
          </p:nvPr>
        </p:nvSpPr>
        <p:spPr>
          <a:xfrm>
            <a:off x="407988" y="4941168"/>
            <a:ext cx="3600450" cy="1080220"/>
          </a:xfrm>
          <a:prstGeom prst="rect">
            <a:avLst/>
          </a:prstGeom>
          <a:noFill/>
          <a:ln>
            <a:noFill/>
          </a:ln>
        </p:spPr>
        <p:txBody>
          <a:bodyPr spcFirstLastPara="1" wrap="square" lIns="0" tIns="0" rIns="0" bIns="0" anchor="t" anchorCtr="0">
            <a:noAutofit/>
          </a:bodyPr>
          <a:lstStyle>
            <a:lvl1pPr marL="457200" lvl="0" indent="-228600" algn="ctr">
              <a:lnSpc>
                <a:spcPct val="120000"/>
              </a:lnSpc>
              <a:spcBef>
                <a:spcPts val="200"/>
              </a:spcBef>
              <a:spcAft>
                <a:spcPts val="0"/>
              </a:spcAft>
              <a:buClr>
                <a:schemeClr val="accent2"/>
              </a:buClr>
              <a:buSzPts val="1600"/>
              <a:buFont typeface="Arial"/>
              <a:buNone/>
              <a:defRPr sz="1600" b="1"/>
            </a:lvl1pPr>
            <a:lvl2pPr marL="914400" lvl="1" indent="-228600" algn="ctr">
              <a:lnSpc>
                <a:spcPct val="120000"/>
              </a:lnSpc>
              <a:spcBef>
                <a:spcPts val="200"/>
              </a:spcBef>
              <a:spcAft>
                <a:spcPts val="0"/>
              </a:spcAft>
              <a:buClr>
                <a:schemeClr val="accent2"/>
              </a:buClr>
              <a:buSzPts val="1600"/>
              <a:buFont typeface="Arial"/>
              <a:buNone/>
              <a:defRPr sz="1600"/>
            </a:lvl2pPr>
            <a:lvl3pPr marL="1371600" lvl="2" indent="-228600" algn="ctr">
              <a:lnSpc>
                <a:spcPct val="120000"/>
              </a:lnSpc>
              <a:spcBef>
                <a:spcPts val="200"/>
              </a:spcBef>
              <a:spcAft>
                <a:spcPts val="0"/>
              </a:spcAft>
              <a:buClr>
                <a:schemeClr val="accent2"/>
              </a:buClr>
              <a:buSzPts val="1600"/>
              <a:buFont typeface="Arial"/>
              <a:buNone/>
              <a:defRPr/>
            </a:lvl3pPr>
            <a:lvl4pPr marL="1828800" lvl="3" indent="-228600" algn="ctr">
              <a:lnSpc>
                <a:spcPct val="120000"/>
              </a:lnSpc>
              <a:spcBef>
                <a:spcPts val="200"/>
              </a:spcBef>
              <a:spcAft>
                <a:spcPts val="0"/>
              </a:spcAft>
              <a:buClr>
                <a:schemeClr val="accent2"/>
              </a:buClr>
              <a:buSzPts val="1600"/>
              <a:buFont typeface="Arial"/>
              <a:buNone/>
              <a:defRPr/>
            </a:lvl4pPr>
            <a:lvl5pPr marL="2286000" lvl="4" indent="-228600" algn="ctr">
              <a:lnSpc>
                <a:spcPct val="120000"/>
              </a:lnSpc>
              <a:spcBef>
                <a:spcPts val="200"/>
              </a:spcBef>
              <a:spcAft>
                <a:spcPts val="0"/>
              </a:spcAft>
              <a:buClr>
                <a:schemeClr val="accent2"/>
              </a:buClr>
              <a:buSzPts val="1400"/>
              <a:buFont typeface="Arial"/>
              <a:buNone/>
              <a:defRPr/>
            </a:lvl5pPr>
            <a:lvl6pPr marL="2743200" lvl="5" indent="-228600" algn="ctr">
              <a:lnSpc>
                <a:spcPct val="120000"/>
              </a:lnSpc>
              <a:spcBef>
                <a:spcPts val="200"/>
              </a:spcBef>
              <a:spcAft>
                <a:spcPts val="0"/>
              </a:spcAft>
              <a:buClr>
                <a:schemeClr val="accent2"/>
              </a:buClr>
              <a:buSzPts val="1400"/>
              <a:buFont typeface="Arial"/>
              <a:buNone/>
              <a:defRPr/>
            </a:lvl6pPr>
            <a:lvl7pPr marL="3200400" lvl="6" indent="-228600" algn="ctr">
              <a:lnSpc>
                <a:spcPct val="120000"/>
              </a:lnSpc>
              <a:spcBef>
                <a:spcPts val="200"/>
              </a:spcBef>
              <a:spcAft>
                <a:spcPts val="0"/>
              </a:spcAft>
              <a:buClr>
                <a:schemeClr val="accent2"/>
              </a:buClr>
              <a:buSzPts val="1400"/>
              <a:buFont typeface="Arial"/>
              <a:buNone/>
              <a:defRPr/>
            </a:lvl7pPr>
            <a:lvl8pPr marL="3657600" lvl="7" indent="-228600" algn="ctr">
              <a:lnSpc>
                <a:spcPct val="120000"/>
              </a:lnSpc>
              <a:spcBef>
                <a:spcPts val="200"/>
              </a:spcBef>
              <a:spcAft>
                <a:spcPts val="0"/>
              </a:spcAft>
              <a:buClr>
                <a:schemeClr val="accent2"/>
              </a:buClr>
              <a:buSzPts val="1400"/>
              <a:buFont typeface="Arial"/>
              <a:buNone/>
              <a:defRPr/>
            </a:lvl8pPr>
            <a:lvl9pPr marL="4114800" lvl="8" indent="-228600" algn="ctr">
              <a:lnSpc>
                <a:spcPct val="120000"/>
              </a:lnSpc>
              <a:spcBef>
                <a:spcPts val="200"/>
              </a:spcBef>
              <a:spcAft>
                <a:spcPts val="0"/>
              </a:spcAft>
              <a:buClr>
                <a:schemeClr val="accent2"/>
              </a:buClr>
              <a:buSzPts val="1400"/>
              <a:buFont typeface="Arial"/>
              <a:buNone/>
              <a:defRPr/>
            </a:lvl9pPr>
          </a:lstStyle>
          <a:p>
            <a:endParaRPr/>
          </a:p>
        </p:txBody>
      </p:sp>
      <p:sp>
        <p:nvSpPr>
          <p:cNvPr id="462" name="Google Shape;462;p6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3" name="Google Shape;463;p6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4" name="Google Shape;464;p6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65" name="Google Shape;465;p64"/>
          <p:cNvSpPr txBox="1">
            <a:spLocks noGrp="1"/>
          </p:cNvSpPr>
          <p:nvPr>
            <p:ph type="body" idx="5"/>
          </p:nvPr>
        </p:nvSpPr>
        <p:spPr>
          <a:xfrm>
            <a:off x="4295775" y="4941168"/>
            <a:ext cx="3600450" cy="1080220"/>
          </a:xfrm>
          <a:prstGeom prst="rect">
            <a:avLst/>
          </a:prstGeom>
          <a:noFill/>
          <a:ln>
            <a:noFill/>
          </a:ln>
        </p:spPr>
        <p:txBody>
          <a:bodyPr spcFirstLastPara="1" wrap="square" lIns="0" tIns="0" rIns="0" bIns="0" anchor="t" anchorCtr="0">
            <a:noAutofit/>
          </a:bodyPr>
          <a:lstStyle>
            <a:lvl1pPr marL="457200" lvl="0" indent="-228600" algn="ctr">
              <a:lnSpc>
                <a:spcPct val="120000"/>
              </a:lnSpc>
              <a:spcBef>
                <a:spcPts val="200"/>
              </a:spcBef>
              <a:spcAft>
                <a:spcPts val="0"/>
              </a:spcAft>
              <a:buClr>
                <a:schemeClr val="accent2"/>
              </a:buClr>
              <a:buSzPts val="1600"/>
              <a:buFont typeface="Arial"/>
              <a:buNone/>
              <a:defRPr sz="1600" b="1"/>
            </a:lvl1pPr>
            <a:lvl2pPr marL="914400" lvl="1" indent="-228600" algn="ctr">
              <a:lnSpc>
                <a:spcPct val="120000"/>
              </a:lnSpc>
              <a:spcBef>
                <a:spcPts val="200"/>
              </a:spcBef>
              <a:spcAft>
                <a:spcPts val="0"/>
              </a:spcAft>
              <a:buClr>
                <a:schemeClr val="accent2"/>
              </a:buClr>
              <a:buSzPts val="1600"/>
              <a:buFont typeface="Arial"/>
              <a:buNone/>
              <a:defRPr sz="1600"/>
            </a:lvl2pPr>
            <a:lvl3pPr marL="1371600" lvl="2" indent="-228600" algn="ctr">
              <a:lnSpc>
                <a:spcPct val="120000"/>
              </a:lnSpc>
              <a:spcBef>
                <a:spcPts val="200"/>
              </a:spcBef>
              <a:spcAft>
                <a:spcPts val="0"/>
              </a:spcAft>
              <a:buClr>
                <a:schemeClr val="accent2"/>
              </a:buClr>
              <a:buSzPts val="1600"/>
              <a:buFont typeface="Arial"/>
              <a:buNone/>
              <a:defRPr/>
            </a:lvl3pPr>
            <a:lvl4pPr marL="1828800" lvl="3" indent="-228600" algn="ctr">
              <a:lnSpc>
                <a:spcPct val="120000"/>
              </a:lnSpc>
              <a:spcBef>
                <a:spcPts val="200"/>
              </a:spcBef>
              <a:spcAft>
                <a:spcPts val="0"/>
              </a:spcAft>
              <a:buClr>
                <a:schemeClr val="accent2"/>
              </a:buClr>
              <a:buSzPts val="1600"/>
              <a:buFont typeface="Arial"/>
              <a:buNone/>
              <a:defRPr/>
            </a:lvl4pPr>
            <a:lvl5pPr marL="2286000" lvl="4" indent="-228600" algn="ctr">
              <a:lnSpc>
                <a:spcPct val="120000"/>
              </a:lnSpc>
              <a:spcBef>
                <a:spcPts val="200"/>
              </a:spcBef>
              <a:spcAft>
                <a:spcPts val="0"/>
              </a:spcAft>
              <a:buClr>
                <a:schemeClr val="accent2"/>
              </a:buClr>
              <a:buSzPts val="1400"/>
              <a:buFont typeface="Arial"/>
              <a:buNone/>
              <a:defRPr/>
            </a:lvl5pPr>
            <a:lvl6pPr marL="2743200" lvl="5" indent="-228600" algn="ctr">
              <a:lnSpc>
                <a:spcPct val="120000"/>
              </a:lnSpc>
              <a:spcBef>
                <a:spcPts val="200"/>
              </a:spcBef>
              <a:spcAft>
                <a:spcPts val="0"/>
              </a:spcAft>
              <a:buClr>
                <a:schemeClr val="accent2"/>
              </a:buClr>
              <a:buSzPts val="1400"/>
              <a:buFont typeface="Arial"/>
              <a:buNone/>
              <a:defRPr/>
            </a:lvl6pPr>
            <a:lvl7pPr marL="3200400" lvl="6" indent="-228600" algn="ctr">
              <a:lnSpc>
                <a:spcPct val="120000"/>
              </a:lnSpc>
              <a:spcBef>
                <a:spcPts val="200"/>
              </a:spcBef>
              <a:spcAft>
                <a:spcPts val="0"/>
              </a:spcAft>
              <a:buClr>
                <a:schemeClr val="accent2"/>
              </a:buClr>
              <a:buSzPts val="1400"/>
              <a:buFont typeface="Arial"/>
              <a:buNone/>
              <a:defRPr/>
            </a:lvl7pPr>
            <a:lvl8pPr marL="3657600" lvl="7" indent="-228600" algn="ctr">
              <a:lnSpc>
                <a:spcPct val="120000"/>
              </a:lnSpc>
              <a:spcBef>
                <a:spcPts val="200"/>
              </a:spcBef>
              <a:spcAft>
                <a:spcPts val="0"/>
              </a:spcAft>
              <a:buClr>
                <a:schemeClr val="accent2"/>
              </a:buClr>
              <a:buSzPts val="1400"/>
              <a:buFont typeface="Arial"/>
              <a:buNone/>
              <a:defRPr/>
            </a:lvl8pPr>
            <a:lvl9pPr marL="4114800" lvl="8" indent="-228600" algn="ctr">
              <a:lnSpc>
                <a:spcPct val="120000"/>
              </a:lnSpc>
              <a:spcBef>
                <a:spcPts val="200"/>
              </a:spcBef>
              <a:spcAft>
                <a:spcPts val="0"/>
              </a:spcAft>
              <a:buClr>
                <a:schemeClr val="accent2"/>
              </a:buClr>
              <a:buSzPts val="1400"/>
              <a:buFont typeface="Arial"/>
              <a:buNone/>
              <a:defRPr/>
            </a:lvl9pPr>
          </a:lstStyle>
          <a:p>
            <a:endParaRPr/>
          </a:p>
        </p:txBody>
      </p:sp>
      <p:sp>
        <p:nvSpPr>
          <p:cNvPr id="466" name="Google Shape;466;p64"/>
          <p:cNvSpPr txBox="1">
            <a:spLocks noGrp="1"/>
          </p:cNvSpPr>
          <p:nvPr>
            <p:ph type="body" idx="6"/>
          </p:nvPr>
        </p:nvSpPr>
        <p:spPr>
          <a:xfrm>
            <a:off x="8183563" y="4941168"/>
            <a:ext cx="3600450" cy="1080220"/>
          </a:xfrm>
          <a:prstGeom prst="rect">
            <a:avLst/>
          </a:prstGeom>
          <a:noFill/>
          <a:ln>
            <a:noFill/>
          </a:ln>
        </p:spPr>
        <p:txBody>
          <a:bodyPr spcFirstLastPara="1" wrap="square" lIns="0" tIns="0" rIns="0" bIns="0" anchor="t" anchorCtr="0">
            <a:noAutofit/>
          </a:bodyPr>
          <a:lstStyle>
            <a:lvl1pPr marL="457200" lvl="0" indent="-228600" algn="ctr">
              <a:lnSpc>
                <a:spcPct val="120000"/>
              </a:lnSpc>
              <a:spcBef>
                <a:spcPts val="200"/>
              </a:spcBef>
              <a:spcAft>
                <a:spcPts val="0"/>
              </a:spcAft>
              <a:buClr>
                <a:schemeClr val="accent2"/>
              </a:buClr>
              <a:buSzPts val="1600"/>
              <a:buFont typeface="Arial"/>
              <a:buNone/>
              <a:defRPr sz="1600" b="1"/>
            </a:lvl1pPr>
            <a:lvl2pPr marL="914400" lvl="1" indent="-228600" algn="ctr">
              <a:lnSpc>
                <a:spcPct val="120000"/>
              </a:lnSpc>
              <a:spcBef>
                <a:spcPts val="200"/>
              </a:spcBef>
              <a:spcAft>
                <a:spcPts val="0"/>
              </a:spcAft>
              <a:buClr>
                <a:schemeClr val="accent2"/>
              </a:buClr>
              <a:buSzPts val="1600"/>
              <a:buFont typeface="Arial"/>
              <a:buNone/>
              <a:defRPr sz="1600"/>
            </a:lvl2pPr>
            <a:lvl3pPr marL="1371600" lvl="2" indent="-228600" algn="ctr">
              <a:lnSpc>
                <a:spcPct val="120000"/>
              </a:lnSpc>
              <a:spcBef>
                <a:spcPts val="200"/>
              </a:spcBef>
              <a:spcAft>
                <a:spcPts val="0"/>
              </a:spcAft>
              <a:buClr>
                <a:schemeClr val="accent2"/>
              </a:buClr>
              <a:buSzPts val="1600"/>
              <a:buFont typeface="Arial"/>
              <a:buNone/>
              <a:defRPr/>
            </a:lvl3pPr>
            <a:lvl4pPr marL="1828800" lvl="3" indent="-228600" algn="ctr">
              <a:lnSpc>
                <a:spcPct val="120000"/>
              </a:lnSpc>
              <a:spcBef>
                <a:spcPts val="200"/>
              </a:spcBef>
              <a:spcAft>
                <a:spcPts val="0"/>
              </a:spcAft>
              <a:buClr>
                <a:schemeClr val="accent2"/>
              </a:buClr>
              <a:buSzPts val="1600"/>
              <a:buFont typeface="Arial"/>
              <a:buNone/>
              <a:defRPr/>
            </a:lvl4pPr>
            <a:lvl5pPr marL="2286000" lvl="4" indent="-228600" algn="ctr">
              <a:lnSpc>
                <a:spcPct val="120000"/>
              </a:lnSpc>
              <a:spcBef>
                <a:spcPts val="200"/>
              </a:spcBef>
              <a:spcAft>
                <a:spcPts val="0"/>
              </a:spcAft>
              <a:buClr>
                <a:schemeClr val="accent2"/>
              </a:buClr>
              <a:buSzPts val="1400"/>
              <a:buFont typeface="Arial"/>
              <a:buNone/>
              <a:defRPr/>
            </a:lvl5pPr>
            <a:lvl6pPr marL="2743200" lvl="5" indent="-228600" algn="ctr">
              <a:lnSpc>
                <a:spcPct val="120000"/>
              </a:lnSpc>
              <a:spcBef>
                <a:spcPts val="200"/>
              </a:spcBef>
              <a:spcAft>
                <a:spcPts val="0"/>
              </a:spcAft>
              <a:buClr>
                <a:schemeClr val="accent2"/>
              </a:buClr>
              <a:buSzPts val="1400"/>
              <a:buFont typeface="Arial"/>
              <a:buNone/>
              <a:defRPr/>
            </a:lvl6pPr>
            <a:lvl7pPr marL="3200400" lvl="6" indent="-228600" algn="ctr">
              <a:lnSpc>
                <a:spcPct val="120000"/>
              </a:lnSpc>
              <a:spcBef>
                <a:spcPts val="200"/>
              </a:spcBef>
              <a:spcAft>
                <a:spcPts val="0"/>
              </a:spcAft>
              <a:buClr>
                <a:schemeClr val="accent2"/>
              </a:buClr>
              <a:buSzPts val="1400"/>
              <a:buFont typeface="Arial"/>
              <a:buNone/>
              <a:defRPr/>
            </a:lvl7pPr>
            <a:lvl8pPr marL="3657600" lvl="7" indent="-228600" algn="ctr">
              <a:lnSpc>
                <a:spcPct val="120000"/>
              </a:lnSpc>
              <a:spcBef>
                <a:spcPts val="200"/>
              </a:spcBef>
              <a:spcAft>
                <a:spcPts val="0"/>
              </a:spcAft>
              <a:buClr>
                <a:schemeClr val="accent2"/>
              </a:buClr>
              <a:buSzPts val="1400"/>
              <a:buFont typeface="Arial"/>
              <a:buNone/>
              <a:defRPr/>
            </a:lvl8pPr>
            <a:lvl9pPr marL="4114800" lvl="8" indent="-228600" algn="ctr">
              <a:lnSpc>
                <a:spcPct val="120000"/>
              </a:lnSpc>
              <a:spcBef>
                <a:spcPts val="200"/>
              </a:spcBef>
              <a:spcAft>
                <a:spcPts val="0"/>
              </a:spcAft>
              <a:buClr>
                <a:schemeClr val="accent2"/>
              </a:buClr>
              <a:buSzPts val="1400"/>
              <a:buFont typeface="Arial"/>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1_Just Title ">
  <p:cSld name="1_Just Title ">
    <p:spTree>
      <p:nvGrpSpPr>
        <p:cNvPr id="1" name="Shape 472"/>
        <p:cNvGrpSpPr/>
        <p:nvPr/>
      </p:nvGrpSpPr>
      <p:grpSpPr>
        <a:xfrm>
          <a:off x="0" y="0"/>
          <a:ext cx="0" cy="0"/>
          <a:chOff x="0" y="0"/>
          <a:chExt cx="0" cy="0"/>
        </a:xfrm>
      </p:grpSpPr>
      <p:sp>
        <p:nvSpPr>
          <p:cNvPr id="473" name="Google Shape;473;p66"/>
          <p:cNvSpPr>
            <a:spLocks noGrp="1"/>
          </p:cNvSpPr>
          <p:nvPr>
            <p:ph type="pic" idx="2"/>
          </p:nvPr>
        </p:nvSpPr>
        <p:spPr>
          <a:xfrm>
            <a:off x="767409" y="3613150"/>
            <a:ext cx="5423842" cy="2408238"/>
          </a:xfrm>
          <a:prstGeom prst="rect">
            <a:avLst/>
          </a:prstGeom>
          <a:noFill/>
          <a:ln>
            <a:noFill/>
          </a:ln>
        </p:spPr>
      </p:sp>
      <p:sp>
        <p:nvSpPr>
          <p:cNvPr id="474" name="Google Shape;474;p66"/>
          <p:cNvSpPr>
            <a:spLocks noGrp="1"/>
          </p:cNvSpPr>
          <p:nvPr>
            <p:ph type="pic" idx="3"/>
          </p:nvPr>
        </p:nvSpPr>
        <p:spPr>
          <a:xfrm>
            <a:off x="191344" y="188640"/>
            <a:ext cx="5400600" cy="3281391"/>
          </a:xfrm>
          <a:prstGeom prst="rect">
            <a:avLst/>
          </a:prstGeom>
          <a:noFill/>
          <a:ln>
            <a:noFill/>
          </a:ln>
        </p:spPr>
      </p:sp>
      <p:sp>
        <p:nvSpPr>
          <p:cNvPr id="475" name="Google Shape;475;p66"/>
          <p:cNvSpPr>
            <a:spLocks noGrp="1"/>
          </p:cNvSpPr>
          <p:nvPr>
            <p:ph type="pic" idx="4"/>
          </p:nvPr>
        </p:nvSpPr>
        <p:spPr>
          <a:xfrm>
            <a:off x="5735960" y="188640"/>
            <a:ext cx="6264696" cy="4320480"/>
          </a:xfrm>
          <a:prstGeom prst="rect">
            <a:avLst/>
          </a:prstGeom>
          <a:noFill/>
          <a:ln>
            <a:noFill/>
          </a:ln>
        </p:spPr>
      </p:sp>
      <p:sp>
        <p:nvSpPr>
          <p:cNvPr id="476" name="Google Shape;476;p66"/>
          <p:cNvSpPr txBox="1">
            <a:spLocks noGrp="1"/>
          </p:cNvSpPr>
          <p:nvPr>
            <p:ph type="title"/>
          </p:nvPr>
        </p:nvSpPr>
        <p:spPr>
          <a:xfrm>
            <a:off x="6670204" y="5229200"/>
            <a:ext cx="5188296"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7" name="Google Shape;477;p6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8" name="Google Shape;478;p6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9" name="Google Shape;479;p6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lanko ">
  <p:cSld name="Blanko ">
    <p:spTree>
      <p:nvGrpSpPr>
        <p:cNvPr id="1" name="Shape 480"/>
        <p:cNvGrpSpPr/>
        <p:nvPr/>
      </p:nvGrpSpPr>
      <p:grpSpPr>
        <a:xfrm>
          <a:off x="0" y="0"/>
          <a:ext cx="0" cy="0"/>
          <a:chOff x="0" y="0"/>
          <a:chExt cx="0" cy="0"/>
        </a:xfrm>
      </p:grpSpPr>
      <p:sp>
        <p:nvSpPr>
          <p:cNvPr id="481" name="Google Shape;481;p6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2" name="Google Shape;482;p6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3" name="Google Shape;483;p6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Thank You Yellow">
  <p:cSld name="Thank You Yellow">
    <p:spTree>
      <p:nvGrpSpPr>
        <p:cNvPr id="1" name="Shape 484"/>
        <p:cNvGrpSpPr/>
        <p:nvPr/>
      </p:nvGrpSpPr>
      <p:grpSpPr>
        <a:xfrm>
          <a:off x="0" y="0"/>
          <a:ext cx="0" cy="0"/>
          <a:chOff x="0" y="0"/>
          <a:chExt cx="0" cy="0"/>
        </a:xfrm>
      </p:grpSpPr>
      <p:sp>
        <p:nvSpPr>
          <p:cNvPr id="485" name="Google Shape;485;p68"/>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6" name="Google Shape;486;p68"/>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487" name="Google Shape;487;p68"/>
          <p:cNvGrpSpPr/>
          <p:nvPr/>
        </p:nvGrpSpPr>
        <p:grpSpPr>
          <a:xfrm>
            <a:off x="407988" y="576000"/>
            <a:ext cx="1130400" cy="437949"/>
            <a:chOff x="2389188" y="1992313"/>
            <a:chExt cx="7424738" cy="2876551"/>
          </a:xfrm>
        </p:grpSpPr>
        <p:sp>
          <p:nvSpPr>
            <p:cNvPr id="488" name="Google Shape;488;p68"/>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9" name="Google Shape;489;p68"/>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90" name="Google Shape;490;p6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1" name="Google Shape;491;p6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2" name="Google Shape;492;p6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Thank You Blue">
  <p:cSld name="Thank You Blue">
    <p:bg>
      <p:bgPr>
        <a:solidFill>
          <a:schemeClr val="accent2"/>
        </a:solidFill>
        <a:effectLst/>
      </p:bgPr>
    </p:bg>
    <p:spTree>
      <p:nvGrpSpPr>
        <p:cNvPr id="1" name="Shape 493"/>
        <p:cNvGrpSpPr/>
        <p:nvPr/>
      </p:nvGrpSpPr>
      <p:grpSpPr>
        <a:xfrm>
          <a:off x="0" y="0"/>
          <a:ext cx="0" cy="0"/>
          <a:chOff x="0" y="0"/>
          <a:chExt cx="0" cy="0"/>
        </a:xfrm>
      </p:grpSpPr>
      <p:sp>
        <p:nvSpPr>
          <p:cNvPr id="494" name="Google Shape;494;p69"/>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5" name="Google Shape;495;p69"/>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496" name="Google Shape;496;p69"/>
          <p:cNvGrpSpPr/>
          <p:nvPr/>
        </p:nvGrpSpPr>
        <p:grpSpPr>
          <a:xfrm>
            <a:off x="407988" y="576000"/>
            <a:ext cx="1130400" cy="437949"/>
            <a:chOff x="2389188" y="1992313"/>
            <a:chExt cx="7424738" cy="2876551"/>
          </a:xfrm>
        </p:grpSpPr>
        <p:sp>
          <p:nvSpPr>
            <p:cNvPr id="497" name="Google Shape;497;p69"/>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8" name="Google Shape;498;p69"/>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99" name="Google Shape;499;p6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0" name="Google Shape;500;p6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1" name="Google Shape;501;p6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Thank You Light Blue">
  <p:cSld name="Thank You Light Blue">
    <p:bg>
      <p:bgPr>
        <a:solidFill>
          <a:schemeClr val="accent6"/>
        </a:solidFill>
        <a:effectLst/>
      </p:bgPr>
    </p:bg>
    <p:spTree>
      <p:nvGrpSpPr>
        <p:cNvPr id="1" name="Shape 502"/>
        <p:cNvGrpSpPr/>
        <p:nvPr/>
      </p:nvGrpSpPr>
      <p:grpSpPr>
        <a:xfrm>
          <a:off x="0" y="0"/>
          <a:ext cx="0" cy="0"/>
          <a:chOff x="0" y="0"/>
          <a:chExt cx="0" cy="0"/>
        </a:xfrm>
      </p:grpSpPr>
      <p:sp>
        <p:nvSpPr>
          <p:cNvPr id="503" name="Google Shape;503;p70"/>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4" name="Google Shape;504;p70"/>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505" name="Google Shape;505;p70"/>
          <p:cNvGrpSpPr/>
          <p:nvPr/>
        </p:nvGrpSpPr>
        <p:grpSpPr>
          <a:xfrm>
            <a:off x="407988" y="576000"/>
            <a:ext cx="1130400" cy="437949"/>
            <a:chOff x="2389188" y="1992313"/>
            <a:chExt cx="7424738" cy="2876551"/>
          </a:xfrm>
        </p:grpSpPr>
        <p:sp>
          <p:nvSpPr>
            <p:cNvPr id="506" name="Google Shape;506;p70"/>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7" name="Google Shape;507;p70"/>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08" name="Google Shape;508;p7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9" name="Google Shape;509;p7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0" name="Google Shape;510;p7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hank You Picture Yellow">
  <p:cSld name="Thank You Picture Yellow">
    <p:spTree>
      <p:nvGrpSpPr>
        <p:cNvPr id="1" name="Shape 511"/>
        <p:cNvGrpSpPr/>
        <p:nvPr/>
      </p:nvGrpSpPr>
      <p:grpSpPr>
        <a:xfrm>
          <a:off x="0" y="0"/>
          <a:ext cx="0" cy="0"/>
          <a:chOff x="0" y="0"/>
          <a:chExt cx="0" cy="0"/>
        </a:xfrm>
      </p:grpSpPr>
      <p:sp>
        <p:nvSpPr>
          <p:cNvPr id="512" name="Google Shape;512;p71"/>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3" name="Google Shape;513;p71"/>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514" name="Google Shape;514;p71"/>
          <p:cNvGrpSpPr/>
          <p:nvPr/>
        </p:nvGrpSpPr>
        <p:grpSpPr>
          <a:xfrm>
            <a:off x="407988" y="576000"/>
            <a:ext cx="1130400" cy="437949"/>
            <a:chOff x="2389188" y="1992313"/>
            <a:chExt cx="7424738" cy="2876551"/>
          </a:xfrm>
        </p:grpSpPr>
        <p:sp>
          <p:nvSpPr>
            <p:cNvPr id="515" name="Google Shape;515;p71"/>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6" name="Google Shape;516;p71"/>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17" name="Google Shape;517;p7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8" name="Google Shape;518;p7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9" name="Google Shape;519;p7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520" name="Google Shape;520;p71"/>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Thank You Picture Blue">
  <p:cSld name="Thank You Picture Blue">
    <p:bg>
      <p:bgPr>
        <a:solidFill>
          <a:schemeClr val="accent2"/>
        </a:solidFill>
        <a:effectLst/>
      </p:bgPr>
    </p:bg>
    <p:spTree>
      <p:nvGrpSpPr>
        <p:cNvPr id="1" name="Shape 521"/>
        <p:cNvGrpSpPr/>
        <p:nvPr/>
      </p:nvGrpSpPr>
      <p:grpSpPr>
        <a:xfrm>
          <a:off x="0" y="0"/>
          <a:ext cx="0" cy="0"/>
          <a:chOff x="0" y="0"/>
          <a:chExt cx="0" cy="0"/>
        </a:xfrm>
      </p:grpSpPr>
      <p:sp>
        <p:nvSpPr>
          <p:cNvPr id="522" name="Google Shape;522;p72"/>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3" name="Google Shape;523;p72"/>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524" name="Google Shape;524;p72"/>
          <p:cNvGrpSpPr/>
          <p:nvPr/>
        </p:nvGrpSpPr>
        <p:grpSpPr>
          <a:xfrm>
            <a:off x="407988" y="576000"/>
            <a:ext cx="1130400" cy="437949"/>
            <a:chOff x="2389188" y="1992313"/>
            <a:chExt cx="7424738" cy="2876551"/>
          </a:xfrm>
        </p:grpSpPr>
        <p:sp>
          <p:nvSpPr>
            <p:cNvPr id="525" name="Google Shape;525;p72"/>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6" name="Google Shape;526;p72"/>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27" name="Google Shape;527;p7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8" name="Google Shape;528;p7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9" name="Google Shape;529;p7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530" name="Google Shape;530;p72"/>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Thank You Picture Light Blue">
  <p:cSld name="Thank You Picture Light Blue">
    <p:bg>
      <p:bgPr>
        <a:solidFill>
          <a:schemeClr val="accent6"/>
        </a:solidFill>
        <a:effectLst/>
      </p:bgPr>
    </p:bg>
    <p:spTree>
      <p:nvGrpSpPr>
        <p:cNvPr id="1" name="Shape 531"/>
        <p:cNvGrpSpPr/>
        <p:nvPr/>
      </p:nvGrpSpPr>
      <p:grpSpPr>
        <a:xfrm>
          <a:off x="0" y="0"/>
          <a:ext cx="0" cy="0"/>
          <a:chOff x="0" y="0"/>
          <a:chExt cx="0" cy="0"/>
        </a:xfrm>
      </p:grpSpPr>
      <p:sp>
        <p:nvSpPr>
          <p:cNvPr id="532" name="Google Shape;532;p73"/>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3" name="Google Shape;533;p73"/>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534" name="Google Shape;534;p73"/>
          <p:cNvGrpSpPr/>
          <p:nvPr/>
        </p:nvGrpSpPr>
        <p:grpSpPr>
          <a:xfrm>
            <a:off x="407988" y="576000"/>
            <a:ext cx="1130400" cy="437949"/>
            <a:chOff x="2389188" y="1992313"/>
            <a:chExt cx="7424738" cy="2876551"/>
          </a:xfrm>
        </p:grpSpPr>
        <p:sp>
          <p:nvSpPr>
            <p:cNvPr id="535" name="Google Shape;535;p73"/>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6" name="Google Shape;536;p73"/>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37" name="Google Shape;537;p7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8" name="Google Shape;538;p7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9" name="Google Shape;539;p7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540" name="Google Shape;540;p73"/>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Logo Yellow">
  <p:cSld name="Logo Yellow">
    <p:spTree>
      <p:nvGrpSpPr>
        <p:cNvPr id="1" name="Shape 541"/>
        <p:cNvGrpSpPr/>
        <p:nvPr/>
      </p:nvGrpSpPr>
      <p:grpSpPr>
        <a:xfrm>
          <a:off x="0" y="0"/>
          <a:ext cx="0" cy="0"/>
          <a:chOff x="0" y="0"/>
          <a:chExt cx="0" cy="0"/>
        </a:xfrm>
      </p:grpSpPr>
      <p:sp>
        <p:nvSpPr>
          <p:cNvPr id="542" name="Google Shape;542;p7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3" name="Google Shape;543;p7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4" name="Google Shape;544;p7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545" name="Google Shape;545;p74"/>
          <p:cNvGrpSpPr/>
          <p:nvPr/>
        </p:nvGrpSpPr>
        <p:grpSpPr>
          <a:xfrm>
            <a:off x="4237590" y="2709000"/>
            <a:ext cx="3716820" cy="1440000"/>
            <a:chOff x="2389188" y="1992313"/>
            <a:chExt cx="7424738" cy="2876551"/>
          </a:xfrm>
        </p:grpSpPr>
        <p:sp>
          <p:nvSpPr>
            <p:cNvPr id="546" name="Google Shape;546;p74"/>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7" name="Google Shape;547;p74"/>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Logo Blue">
  <p:cSld name="Logo Blue">
    <p:bg>
      <p:bgPr>
        <a:solidFill>
          <a:schemeClr val="accent2"/>
        </a:solidFill>
        <a:effectLst/>
      </p:bgPr>
    </p:bg>
    <p:spTree>
      <p:nvGrpSpPr>
        <p:cNvPr id="1" name="Shape 548"/>
        <p:cNvGrpSpPr/>
        <p:nvPr/>
      </p:nvGrpSpPr>
      <p:grpSpPr>
        <a:xfrm>
          <a:off x="0" y="0"/>
          <a:ext cx="0" cy="0"/>
          <a:chOff x="0" y="0"/>
          <a:chExt cx="0" cy="0"/>
        </a:xfrm>
      </p:grpSpPr>
      <p:sp>
        <p:nvSpPr>
          <p:cNvPr id="549" name="Google Shape;549;p7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0" name="Google Shape;550;p7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1" name="Google Shape;551;p7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552" name="Google Shape;552;p75"/>
          <p:cNvGrpSpPr/>
          <p:nvPr/>
        </p:nvGrpSpPr>
        <p:grpSpPr>
          <a:xfrm>
            <a:off x="4237590" y="2709000"/>
            <a:ext cx="3716820" cy="1440000"/>
            <a:chOff x="2389188" y="1992313"/>
            <a:chExt cx="7424738" cy="2876551"/>
          </a:xfrm>
        </p:grpSpPr>
        <p:sp>
          <p:nvSpPr>
            <p:cNvPr id="553" name="Google Shape;553;p75"/>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4" name="Google Shape;554;p75"/>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Logo Light Blue">
  <p:cSld name="Logo Light Blue">
    <p:bg>
      <p:bgPr>
        <a:solidFill>
          <a:schemeClr val="accent6"/>
        </a:solidFill>
        <a:effectLst/>
      </p:bgPr>
    </p:bg>
    <p:spTree>
      <p:nvGrpSpPr>
        <p:cNvPr id="1" name="Shape 555"/>
        <p:cNvGrpSpPr/>
        <p:nvPr/>
      </p:nvGrpSpPr>
      <p:grpSpPr>
        <a:xfrm>
          <a:off x="0" y="0"/>
          <a:ext cx="0" cy="0"/>
          <a:chOff x="0" y="0"/>
          <a:chExt cx="0" cy="0"/>
        </a:xfrm>
      </p:grpSpPr>
      <p:sp>
        <p:nvSpPr>
          <p:cNvPr id="556" name="Google Shape;556;p7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7" name="Google Shape;557;p7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8" name="Google Shape;558;p7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559" name="Google Shape;559;p76"/>
          <p:cNvGrpSpPr/>
          <p:nvPr/>
        </p:nvGrpSpPr>
        <p:grpSpPr>
          <a:xfrm>
            <a:off x="4237590" y="2709000"/>
            <a:ext cx="3716820" cy="1440000"/>
            <a:chOff x="2389188" y="1992313"/>
            <a:chExt cx="7424738" cy="2876551"/>
          </a:xfrm>
        </p:grpSpPr>
        <p:sp>
          <p:nvSpPr>
            <p:cNvPr id="560" name="Google Shape;560;p76"/>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1" name="Google Shape;561;p76"/>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Section Header Blue">
  <p:cSld name="1_Section Header Blue">
    <p:bg>
      <p:bgPr>
        <a:solidFill>
          <a:schemeClr val="accent2"/>
        </a:solidFill>
        <a:effectLst/>
      </p:bgPr>
    </p:bg>
    <p:spTree>
      <p:nvGrpSpPr>
        <p:cNvPr id="1" name="Shape 562"/>
        <p:cNvGrpSpPr/>
        <p:nvPr/>
      </p:nvGrpSpPr>
      <p:grpSpPr>
        <a:xfrm>
          <a:off x="0" y="0"/>
          <a:ext cx="0" cy="0"/>
          <a:chOff x="0" y="0"/>
          <a:chExt cx="0" cy="0"/>
        </a:xfrm>
      </p:grpSpPr>
      <p:sp>
        <p:nvSpPr>
          <p:cNvPr id="563" name="Google Shape;563;p7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1400"/>
              <a:buFont typeface="Arial"/>
              <a:buNone/>
              <a:defRPr>
                <a:solidFill>
                  <a:schemeClr val="lt1"/>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564" name="Google Shape;564;p7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1400"/>
              <a:buFont typeface="Arial"/>
              <a:buNone/>
              <a:defRPr>
                <a:solidFill>
                  <a:schemeClr val="lt1"/>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565" name="Google Shape;565;p77"/>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1pPr>
            <a:lvl2pPr marL="0" lvl="1"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2pPr>
            <a:lvl3pPr marL="0" lvl="2"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3pPr>
            <a:lvl4pPr marL="0" lvl="3"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4pPr>
            <a:lvl5pPr marL="0" lvl="4"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5pPr>
            <a:lvl6pPr marL="0" lvl="5"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6pPr>
            <a:lvl7pPr marL="0" lvl="6"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7pPr>
            <a:lvl8pPr marL="0" lvl="7"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8pPr>
            <a:lvl9pPr marL="0" lvl="8"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566" name="Google Shape;566;p77"/>
          <p:cNvSpPr txBox="1">
            <a:spLocks noGrp="1"/>
          </p:cNvSpPr>
          <p:nvPr>
            <p:ph type="title"/>
          </p:nvPr>
        </p:nvSpPr>
        <p:spPr>
          <a:xfrm>
            <a:off x="407989"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7" name="Google Shape;567;p77"/>
          <p:cNvSpPr txBox="1">
            <a:spLocks noGrp="1"/>
          </p:cNvSpPr>
          <p:nvPr>
            <p:ph type="subTitle" idx="1"/>
          </p:nvPr>
        </p:nvSpPr>
        <p:spPr>
          <a:xfrm>
            <a:off x="407989"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150"/>
              </a:spcBef>
              <a:spcAft>
                <a:spcPts val="0"/>
              </a:spcAft>
              <a:buClr>
                <a:schemeClr val="lt1"/>
              </a:buClr>
              <a:buSzPts val="1350"/>
              <a:buFont typeface="Arial"/>
              <a:buNone/>
              <a:defRPr sz="1350" b="0">
                <a:solidFill>
                  <a:schemeClr val="lt1"/>
                </a:solidFill>
              </a:defRPr>
            </a:lvl1pPr>
            <a:lvl2pPr lvl="1" algn="ctr">
              <a:lnSpc>
                <a:spcPct val="120000"/>
              </a:lnSpc>
              <a:spcBef>
                <a:spcPts val="450"/>
              </a:spcBef>
              <a:spcAft>
                <a:spcPts val="0"/>
              </a:spcAft>
              <a:buClr>
                <a:schemeClr val="accent2"/>
              </a:buClr>
              <a:buSzPts val="1500"/>
              <a:buNone/>
              <a:defRPr sz="1500"/>
            </a:lvl2pPr>
            <a:lvl3pPr lvl="2" algn="ctr">
              <a:lnSpc>
                <a:spcPct val="120000"/>
              </a:lnSpc>
              <a:spcBef>
                <a:spcPts val="450"/>
              </a:spcBef>
              <a:spcAft>
                <a:spcPts val="0"/>
              </a:spcAft>
              <a:buClr>
                <a:schemeClr val="accent2"/>
              </a:buClr>
              <a:buSzPts val="1350"/>
              <a:buNone/>
              <a:defRPr sz="1350"/>
            </a:lvl3pPr>
            <a:lvl4pPr lvl="3" algn="ctr">
              <a:lnSpc>
                <a:spcPct val="120000"/>
              </a:lnSpc>
              <a:spcBef>
                <a:spcPts val="450"/>
              </a:spcBef>
              <a:spcAft>
                <a:spcPts val="0"/>
              </a:spcAft>
              <a:buClr>
                <a:schemeClr val="accent2"/>
              </a:buClr>
              <a:buSzPts val="1200"/>
              <a:buNone/>
              <a:defRPr sz="1200"/>
            </a:lvl4pPr>
            <a:lvl5pPr lvl="4" algn="ctr">
              <a:lnSpc>
                <a:spcPct val="120000"/>
              </a:lnSpc>
              <a:spcBef>
                <a:spcPts val="450"/>
              </a:spcBef>
              <a:spcAft>
                <a:spcPts val="0"/>
              </a:spcAft>
              <a:buClr>
                <a:schemeClr val="accent2"/>
              </a:buClr>
              <a:buSzPts val="1200"/>
              <a:buNone/>
              <a:defRPr sz="1200"/>
            </a:lvl5pPr>
            <a:lvl6pPr lvl="5" algn="ctr">
              <a:lnSpc>
                <a:spcPct val="120000"/>
              </a:lnSpc>
              <a:spcBef>
                <a:spcPts val="450"/>
              </a:spcBef>
              <a:spcAft>
                <a:spcPts val="0"/>
              </a:spcAft>
              <a:buClr>
                <a:schemeClr val="accent2"/>
              </a:buClr>
              <a:buSzPts val="1200"/>
              <a:buNone/>
              <a:defRPr sz="1200"/>
            </a:lvl6pPr>
            <a:lvl7pPr lvl="6" algn="ctr">
              <a:lnSpc>
                <a:spcPct val="120000"/>
              </a:lnSpc>
              <a:spcBef>
                <a:spcPts val="450"/>
              </a:spcBef>
              <a:spcAft>
                <a:spcPts val="0"/>
              </a:spcAft>
              <a:buClr>
                <a:schemeClr val="accent2"/>
              </a:buClr>
              <a:buSzPts val="1200"/>
              <a:buNone/>
              <a:defRPr sz="1200"/>
            </a:lvl7pPr>
            <a:lvl8pPr lvl="7" algn="ctr">
              <a:lnSpc>
                <a:spcPct val="120000"/>
              </a:lnSpc>
              <a:spcBef>
                <a:spcPts val="450"/>
              </a:spcBef>
              <a:spcAft>
                <a:spcPts val="0"/>
              </a:spcAft>
              <a:buClr>
                <a:schemeClr val="accent2"/>
              </a:buClr>
              <a:buSzPts val="1200"/>
              <a:buNone/>
              <a:defRPr sz="1200"/>
            </a:lvl8pPr>
            <a:lvl9pPr lvl="8" algn="ctr">
              <a:lnSpc>
                <a:spcPct val="120000"/>
              </a:lnSpc>
              <a:spcBef>
                <a:spcPts val="450"/>
              </a:spcBef>
              <a:spcAft>
                <a:spcPts val="0"/>
              </a:spcAft>
              <a:buClr>
                <a:schemeClr val="accent2"/>
              </a:buClr>
              <a:buSzPts val="1200"/>
              <a:buNone/>
              <a:defRPr sz="1200"/>
            </a:lvl9pPr>
          </a:lstStyle>
          <a:p>
            <a:endParaRPr/>
          </a:p>
        </p:txBody>
      </p:sp>
      <p:sp>
        <p:nvSpPr>
          <p:cNvPr id="568" name="Google Shape;568;p77"/>
          <p:cNvSpPr/>
          <p:nvPr/>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_Custom Layout_222">
    <p:spTree>
      <p:nvGrpSpPr>
        <p:cNvPr id="1" name=""/>
        <p:cNvGrpSpPr/>
        <p:nvPr/>
      </p:nvGrpSpPr>
      <p:grpSpPr>
        <a:xfrm>
          <a:off x="0" y="0"/>
          <a:ext cx="0" cy="0"/>
          <a:chOff x="0" y="0"/>
          <a:chExt cx="0" cy="0"/>
        </a:xfrm>
      </p:grpSpPr>
      <p:sp>
        <p:nvSpPr>
          <p:cNvPr id="6" name="Date Placeholder 2">
            <a:extLst>
              <a:ext uri="{FF2B5EF4-FFF2-40B4-BE49-F238E27FC236}">
                <a16:creationId xmlns:a16="http://schemas.microsoft.com/office/drawing/2014/main" id="{0854C7D2-4E58-4D8F-9F89-89C256BD159D}"/>
              </a:ext>
            </a:extLst>
          </p:cNvPr>
          <p:cNvSpPr>
            <a:spLocks noGrp="1"/>
          </p:cNvSpPr>
          <p:nvPr>
            <p:ph type="dt" sz="half" idx="10"/>
          </p:nvPr>
        </p:nvSpPr>
        <p:spPr>
          <a:xfrm>
            <a:off x="911424" y="6381328"/>
            <a:ext cx="1224136" cy="143296"/>
          </a:xfrm>
        </p:spPr>
        <p:txBody>
          <a:bodyPr/>
          <a:lstStyle/>
          <a:p>
            <a:fld id="{D993E4D4-F507-4C81-A003-C45002AC76A0}" type="datetime3">
              <a:rPr lang="en-US" smtClean="0"/>
              <a:t>1 October 2026</a:t>
            </a:fld>
            <a:endParaRPr lang="en-US" dirty="0"/>
          </a:p>
        </p:txBody>
      </p:sp>
      <p:sp>
        <p:nvSpPr>
          <p:cNvPr id="7" name="Footer Placeholder 3">
            <a:extLst>
              <a:ext uri="{FF2B5EF4-FFF2-40B4-BE49-F238E27FC236}">
                <a16:creationId xmlns:a16="http://schemas.microsoft.com/office/drawing/2014/main" id="{0C04DA3E-C572-4F89-A3B3-7E070BBC9A93}"/>
              </a:ext>
            </a:extLst>
          </p:cNvPr>
          <p:cNvSpPr>
            <a:spLocks noGrp="1"/>
          </p:cNvSpPr>
          <p:nvPr>
            <p:ph type="ftr" sz="quarter" idx="11"/>
          </p:nvPr>
        </p:nvSpPr>
        <p:spPr>
          <a:xfrm>
            <a:off x="2279576" y="6381328"/>
            <a:ext cx="7632848" cy="144016"/>
          </a:xfrm>
        </p:spPr>
        <p:txBody>
          <a:bodyPr/>
          <a:lstStyle/>
          <a:p>
            <a:endParaRPr lang="en-US" dirty="0"/>
          </a:p>
        </p:txBody>
      </p:sp>
      <p:sp>
        <p:nvSpPr>
          <p:cNvPr id="8" name="Slide Number Placeholder 4">
            <a:extLst>
              <a:ext uri="{FF2B5EF4-FFF2-40B4-BE49-F238E27FC236}">
                <a16:creationId xmlns:a16="http://schemas.microsoft.com/office/drawing/2014/main" id="{6BC78B06-0492-4E3F-8730-4402A2820FB3}"/>
              </a:ext>
            </a:extLst>
          </p:cNvPr>
          <p:cNvSpPr>
            <a:spLocks noGrp="1"/>
          </p:cNvSpPr>
          <p:nvPr>
            <p:ph type="sldNum" sz="quarter" idx="12"/>
          </p:nvPr>
        </p:nvSpPr>
        <p:spPr>
          <a:xfrm flipH="1">
            <a:off x="407988" y="6381328"/>
            <a:ext cx="359420" cy="143296"/>
          </a:xfrm>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476094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marR="0" lvl="0" indent="0" algn="ctr" rtl="0">
              <a:spcBef>
                <a:spcPts val="0"/>
              </a:spcBef>
              <a:buNone/>
              <a:defRPr sz="600" b="0" i="0" u="none" strike="noStrike" cap="none">
                <a:solidFill>
                  <a:schemeClr val="accent2"/>
                </a:solidFill>
                <a:latin typeface="Arial"/>
                <a:ea typeface="Arial"/>
                <a:cs typeface="Arial"/>
                <a:sym typeface="Arial"/>
              </a:defRPr>
            </a:lvl1pPr>
            <a:lvl2pPr marL="0" marR="0" lvl="1" indent="0" algn="ctr" rtl="0">
              <a:spcBef>
                <a:spcPts val="0"/>
              </a:spcBef>
              <a:buNone/>
              <a:defRPr sz="600" b="0" i="0" u="none" strike="noStrike" cap="none">
                <a:solidFill>
                  <a:schemeClr val="accent2"/>
                </a:solidFill>
                <a:latin typeface="Arial"/>
                <a:ea typeface="Arial"/>
                <a:cs typeface="Arial"/>
                <a:sym typeface="Arial"/>
              </a:defRPr>
            </a:lvl2pPr>
            <a:lvl3pPr marL="0" marR="0" lvl="2" indent="0" algn="ctr" rtl="0">
              <a:spcBef>
                <a:spcPts val="0"/>
              </a:spcBef>
              <a:buNone/>
              <a:defRPr sz="600" b="0" i="0" u="none" strike="noStrike" cap="none">
                <a:solidFill>
                  <a:schemeClr val="accent2"/>
                </a:solidFill>
                <a:latin typeface="Arial"/>
                <a:ea typeface="Arial"/>
                <a:cs typeface="Arial"/>
                <a:sym typeface="Arial"/>
              </a:defRPr>
            </a:lvl3pPr>
            <a:lvl4pPr marL="0" marR="0" lvl="3" indent="0" algn="ctr" rtl="0">
              <a:spcBef>
                <a:spcPts val="0"/>
              </a:spcBef>
              <a:buNone/>
              <a:defRPr sz="600" b="0" i="0" u="none" strike="noStrike" cap="none">
                <a:solidFill>
                  <a:schemeClr val="accent2"/>
                </a:solidFill>
                <a:latin typeface="Arial"/>
                <a:ea typeface="Arial"/>
                <a:cs typeface="Arial"/>
                <a:sym typeface="Arial"/>
              </a:defRPr>
            </a:lvl4pPr>
            <a:lvl5pPr marL="0" marR="0" lvl="4" indent="0" algn="ctr" rtl="0">
              <a:spcBef>
                <a:spcPts val="0"/>
              </a:spcBef>
              <a:buNone/>
              <a:defRPr sz="600" b="0" i="0" u="none" strike="noStrike" cap="none">
                <a:solidFill>
                  <a:schemeClr val="accent2"/>
                </a:solidFill>
                <a:latin typeface="Arial"/>
                <a:ea typeface="Arial"/>
                <a:cs typeface="Arial"/>
                <a:sym typeface="Arial"/>
              </a:defRPr>
            </a:lvl5pPr>
            <a:lvl6pPr marL="0" marR="0" lvl="5" indent="0" algn="ctr" rtl="0">
              <a:spcBef>
                <a:spcPts val="0"/>
              </a:spcBef>
              <a:buNone/>
              <a:defRPr sz="600" b="0" i="0" u="none" strike="noStrike" cap="none">
                <a:solidFill>
                  <a:schemeClr val="accent2"/>
                </a:solidFill>
                <a:latin typeface="Arial"/>
                <a:ea typeface="Arial"/>
                <a:cs typeface="Arial"/>
                <a:sym typeface="Arial"/>
              </a:defRPr>
            </a:lvl6pPr>
            <a:lvl7pPr marL="0" marR="0" lvl="6" indent="0" algn="ctr" rtl="0">
              <a:spcBef>
                <a:spcPts val="0"/>
              </a:spcBef>
              <a:buNone/>
              <a:defRPr sz="600" b="0" i="0" u="none" strike="noStrike" cap="none">
                <a:solidFill>
                  <a:schemeClr val="accent2"/>
                </a:solidFill>
                <a:latin typeface="Arial"/>
                <a:ea typeface="Arial"/>
                <a:cs typeface="Arial"/>
                <a:sym typeface="Arial"/>
              </a:defRPr>
            </a:lvl7pPr>
            <a:lvl8pPr marL="0" marR="0" lvl="7" indent="0" algn="ctr" rtl="0">
              <a:spcBef>
                <a:spcPts val="0"/>
              </a:spcBef>
              <a:buNone/>
              <a:defRPr sz="600" b="0" i="0" u="none" strike="noStrike" cap="none">
                <a:solidFill>
                  <a:schemeClr val="accent2"/>
                </a:solidFill>
                <a:latin typeface="Arial"/>
                <a:ea typeface="Arial"/>
                <a:cs typeface="Arial"/>
                <a:sym typeface="Arial"/>
              </a:defRPr>
            </a:lvl8pPr>
            <a:lvl9pPr marL="0" marR="0" lvl="8" indent="0" algn="ctr" rtl="0">
              <a:spcBef>
                <a:spcPts val="0"/>
              </a:spcBef>
              <a:buNone/>
              <a:defRPr sz="600" b="0" i="0" u="none" strike="noStrike"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1" name="Google Shape;11;p15"/>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2"/>
              </a:buClr>
              <a:buSzPts val="3200"/>
              <a:buFont typeface="Arial"/>
              <a:buNone/>
              <a:defRPr sz="3200" b="1" i="0" u="none" strike="noStrike" cap="none">
                <a:solidFill>
                  <a:schemeClr val="accent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5"/>
          <p:cNvSpPr txBox="1">
            <a:spLocks noGrp="1"/>
          </p:cNvSpPr>
          <p:nvPr>
            <p:ph type="body" idx="1"/>
          </p:nvPr>
        </p:nvSpPr>
        <p:spPr>
          <a:xfrm>
            <a:off x="407988" y="1844823"/>
            <a:ext cx="11376025" cy="4176565"/>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600"/>
              </a:spcBef>
              <a:spcAft>
                <a:spcPts val="0"/>
              </a:spcAft>
              <a:buClr>
                <a:schemeClr val="accent2"/>
              </a:buClr>
              <a:buSzPts val="180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20000"/>
              </a:lnSpc>
              <a:spcBef>
                <a:spcPts val="600"/>
              </a:spcBef>
              <a:spcAft>
                <a:spcPts val="0"/>
              </a:spcAft>
              <a:buClr>
                <a:schemeClr val="accent2"/>
              </a:buClr>
              <a:buSzPts val="1800"/>
              <a:buFont typeface="Arial"/>
              <a:buChar char="•"/>
              <a:defRPr sz="1800" b="0" i="0" u="none" strike="noStrike" cap="none">
                <a:solidFill>
                  <a:schemeClr val="accent2"/>
                </a:solidFill>
                <a:latin typeface="Arial"/>
                <a:ea typeface="Arial"/>
                <a:cs typeface="Arial"/>
                <a:sym typeface="Arial"/>
              </a:defRPr>
            </a:lvl2pPr>
            <a:lvl3pPr marL="1371600" marR="0" lvl="2" indent="-330200" algn="l" rtl="0">
              <a:lnSpc>
                <a:spcPct val="120000"/>
              </a:lnSpc>
              <a:spcBef>
                <a:spcPts val="600"/>
              </a:spcBef>
              <a:spcAft>
                <a:spcPts val="0"/>
              </a:spcAft>
              <a:buClr>
                <a:schemeClr val="accent2"/>
              </a:buClr>
              <a:buSzPts val="1600"/>
              <a:buFont typeface="Arial"/>
              <a:buChar char="•"/>
              <a:defRPr sz="1600" b="0" i="0" u="none" strike="noStrike" cap="none">
                <a:solidFill>
                  <a:schemeClr val="accent2"/>
                </a:solidFill>
                <a:latin typeface="Arial"/>
                <a:ea typeface="Arial"/>
                <a:cs typeface="Arial"/>
                <a:sym typeface="Arial"/>
              </a:defRPr>
            </a:lvl3pPr>
            <a:lvl4pPr marL="1828800" marR="0" lvl="3" indent="-330200" algn="l" rtl="0">
              <a:lnSpc>
                <a:spcPct val="120000"/>
              </a:lnSpc>
              <a:spcBef>
                <a:spcPts val="600"/>
              </a:spcBef>
              <a:spcAft>
                <a:spcPts val="0"/>
              </a:spcAft>
              <a:buClr>
                <a:schemeClr val="accent2"/>
              </a:buClr>
              <a:buSzPts val="1600"/>
              <a:buFont typeface="Arial"/>
              <a:buChar char="•"/>
              <a:defRPr sz="1600" b="0" i="0" u="none" strike="noStrike" cap="none">
                <a:solidFill>
                  <a:schemeClr val="accent2"/>
                </a:solidFill>
                <a:latin typeface="Arial"/>
                <a:ea typeface="Arial"/>
                <a:cs typeface="Arial"/>
                <a:sym typeface="Arial"/>
              </a:defRPr>
            </a:lvl4pPr>
            <a:lvl5pPr marL="2286000" marR="0" lvl="4"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5pPr>
            <a:lvl6pPr marL="2743200" marR="0" lvl="5"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6pPr>
            <a:lvl7pPr marL="3200400" marR="0" lvl="6"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7pPr>
            <a:lvl8pPr marL="3657600" marR="0" lvl="7"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8pPr>
            <a:lvl9pPr marL="4114800" marR="0" lvl="8"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13" name="Google Shape;13;p1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600" b="0" i="0" u="none" strike="noStrike" cap="none">
                <a:solidFill>
                  <a:schemeClr val="accen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600" b="0" i="0" u="none" strike="noStrike" cap="none">
                <a:solidFill>
                  <a:schemeClr val="accen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15"/>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 id="2147483697" r:id="rId46"/>
    <p:sldLayoutId id="2147483699" r:id="rId47"/>
    <p:sldLayoutId id="2147483700" r:id="rId48"/>
    <p:sldLayoutId id="2147483701" r:id="rId49"/>
    <p:sldLayoutId id="2147483702" r:id="rId50"/>
    <p:sldLayoutId id="2147483703" r:id="rId51"/>
    <p:sldLayoutId id="2147483704" r:id="rId52"/>
    <p:sldLayoutId id="2147483705" r:id="rId53"/>
    <p:sldLayoutId id="2147483706" r:id="rId54"/>
    <p:sldLayoutId id="2147483707" r:id="rId55"/>
    <p:sldLayoutId id="2147483708" r:id="rId56"/>
    <p:sldLayoutId id="2147483709" r:id="rId57"/>
    <p:sldLayoutId id="2147483710" r:id="rId58"/>
    <p:sldLayoutId id="2147483711" r:id="rId59"/>
  </p:sldLayoutIdLst>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59.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1.jpe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rm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
        <p:nvSpPr>
          <p:cNvPr id="575" name="Google Shape;575;p1"/>
          <p:cNvSpPr>
            <a:spLocks noGrp="1"/>
          </p:cNvSpPr>
          <p:nvPr>
            <p:ph type="sldNum" idx="12"/>
          </p:nvPr>
        </p:nvSpPr>
        <p:spPr>
          <a:xfrm>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rm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1</a:t>
            </a:fld>
            <a:endParaRPr>
              <a:latin typeface="Arial"/>
              <a:ea typeface="Arial"/>
              <a:cs typeface="Arial"/>
              <a:sym typeface="Arial"/>
            </a:endParaRPr>
          </a:p>
        </p:txBody>
      </p:sp>
      <p:pic>
        <p:nvPicPr>
          <p:cNvPr id="576" name="Google Shape;576;p1"/>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a:stretch/>
        </p:blipFill>
        <p:spPr>
          <a:xfrm>
            <a:off x="6206870" y="0"/>
            <a:ext cx="5985131" cy="6858000"/>
          </a:xfrm>
          <a:prstGeom prst="rect">
            <a:avLst/>
          </a:prstGeom>
          <a:solidFill>
            <a:schemeClr val="lt2"/>
          </a:solidFill>
          <a:ln>
            <a:noFill/>
          </a:ln>
        </p:spPr>
      </p:pic>
      <p:sp>
        <p:nvSpPr>
          <p:cNvPr id="577" name="Google Shape;577;p1"/>
          <p:cNvSpPr/>
          <p:nvPr/>
        </p:nvSpPr>
        <p:spPr>
          <a:xfrm>
            <a:off x="0" y="2456892"/>
            <a:ext cx="7608168" cy="2340260"/>
          </a:xfrm>
          <a:prstGeom prst="rect">
            <a:avLst/>
          </a:prstGeom>
          <a:gradFill>
            <a:gsLst>
              <a:gs pos="0">
                <a:srgbClr val="FFFFFF">
                  <a:alpha val="10980"/>
                </a:srgbClr>
              </a:gs>
              <a:gs pos="100000">
                <a:srgbClr val="FFFFFF">
                  <a:alpha val="0"/>
                </a:srgbClr>
              </a:gs>
            </a:gsLst>
            <a:lin ang="0" scaled="0"/>
          </a:gra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78" name="Google Shape;578;p1"/>
          <p:cNvSpPr/>
          <p:nvPr/>
        </p:nvSpPr>
        <p:spPr>
          <a:xfrm>
            <a:off x="0" y="2456892"/>
            <a:ext cx="53835" cy="2340260"/>
          </a:xfrm>
          <a:prstGeom prst="rect">
            <a:avLst/>
          </a:prstGeom>
          <a:solidFill>
            <a:schemeClr val="lt1">
              <a:alpha val="43921"/>
            </a:schemeClr>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79" name="Google Shape;579;p1"/>
          <p:cNvSpPr txBox="1">
            <a:spLocks noGrp="1"/>
          </p:cNvSpPr>
          <p:nvPr>
            <p:ph type="ctrTitle"/>
          </p:nvPr>
        </p:nvSpPr>
        <p:spPr>
          <a:xfrm>
            <a:off x="484213" y="2712926"/>
            <a:ext cx="6693577" cy="1218795"/>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4400"/>
              <a:buFont typeface="Arial"/>
              <a:buNone/>
            </a:pPr>
            <a:r>
              <a:rPr lang="en-US" sz="4400"/>
              <a:t>Spill Response Termination</a:t>
            </a:r>
            <a:endParaRPr sz="440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94" name="Google Shape;594;p2"/>
          <p:cNvSpPr>
            <a:spLocks noGrp="1"/>
          </p:cNvSpPr>
          <p:nvPr>
            <p:ph type="sldNum" idx="12"/>
          </p:nvPr>
        </p:nvSpPr>
        <p:spPr>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2</a:t>
            </a:fld>
            <a:endParaRPr>
              <a:latin typeface="Arial"/>
              <a:ea typeface="Arial"/>
              <a:cs typeface="Arial"/>
              <a:sym typeface="Arial"/>
            </a:endParaRPr>
          </a:p>
        </p:txBody>
      </p:sp>
      <p:sp>
        <p:nvSpPr>
          <p:cNvPr id="595" name="Google Shape;595;p2"/>
          <p:cNvSpPr txBox="1">
            <a:spLocks noGrp="1"/>
          </p:cNvSpPr>
          <p:nvPr>
            <p:ph type="dt" idx="10"/>
          </p:nvPr>
        </p:nvSpPr>
        <p:spPr>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
        <p:nvSpPr>
          <p:cNvPr id="586" name="Google Shape;586;p2"/>
          <p:cNvSpPr txBox="1"/>
          <p:nvPr/>
        </p:nvSpPr>
        <p:spPr>
          <a:xfrm>
            <a:off x="407368" y="1447316"/>
            <a:ext cx="5836024"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2"/>
              </a:buClr>
              <a:buSzPts val="3200"/>
              <a:buFont typeface="Arial"/>
              <a:buNone/>
            </a:pPr>
            <a:r>
              <a:rPr lang="en-US" sz="3200" b="1">
                <a:solidFill>
                  <a:schemeClr val="accent2"/>
                </a:solidFill>
                <a:latin typeface="Arial"/>
                <a:ea typeface="Arial"/>
                <a:cs typeface="Arial"/>
                <a:sym typeface="Arial"/>
              </a:rPr>
              <a:t>Spill Response Termination</a:t>
            </a:r>
            <a:endParaRPr/>
          </a:p>
        </p:txBody>
      </p:sp>
      <p:sp>
        <p:nvSpPr>
          <p:cNvPr id="587" name="Google Shape;587;p2"/>
          <p:cNvSpPr txBox="1"/>
          <p:nvPr/>
        </p:nvSpPr>
        <p:spPr>
          <a:xfrm>
            <a:off x="410857" y="2455249"/>
            <a:ext cx="2160128" cy="4412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67" b="1" dirty="0">
                <a:solidFill>
                  <a:srgbClr val="002F5F"/>
                </a:solidFill>
                <a:latin typeface="Arial"/>
                <a:ea typeface="Arial"/>
                <a:cs typeface="Arial"/>
                <a:sym typeface="Arial"/>
              </a:rPr>
              <a:t>Objectives</a:t>
            </a:r>
            <a:endParaRPr dirty="0"/>
          </a:p>
        </p:txBody>
      </p:sp>
      <p:sp>
        <p:nvSpPr>
          <p:cNvPr id="588" name="Google Shape;588;p2"/>
          <p:cNvSpPr txBox="1"/>
          <p:nvPr/>
        </p:nvSpPr>
        <p:spPr>
          <a:xfrm>
            <a:off x="1187672" y="3149250"/>
            <a:ext cx="4911352" cy="757130"/>
          </a:xfrm>
          <a:prstGeom prst="rect">
            <a:avLst/>
          </a:prstGeom>
          <a:noFill/>
          <a:ln>
            <a:noFill/>
          </a:ln>
        </p:spPr>
        <p:txBody>
          <a:bodyPr spcFirstLastPara="1" wrap="square" lIns="91425" tIns="45700" rIns="91425" bIns="45700" anchor="t" anchorCtr="0">
            <a:spAutoFit/>
          </a:bodyPr>
          <a:lstStyle/>
          <a:p>
            <a:pPr marL="0" marR="0" lvl="0" indent="0" rtl="0">
              <a:lnSpc>
                <a:spcPct val="120000"/>
              </a:lnSpc>
              <a:spcBef>
                <a:spcPts val="0"/>
              </a:spcBef>
              <a:spcAft>
                <a:spcPts val="0"/>
              </a:spcAft>
              <a:buClr>
                <a:schemeClr val="accent2"/>
              </a:buClr>
              <a:buSzPts val="1800"/>
              <a:buFont typeface="Arial"/>
              <a:buNone/>
            </a:pPr>
            <a:r>
              <a:rPr lang="en-US" sz="1800" u="none" strike="noStrike" dirty="0">
                <a:solidFill>
                  <a:schemeClr val="accent2"/>
                </a:solidFill>
                <a:latin typeface="Arial"/>
                <a:ea typeface="Arial"/>
                <a:cs typeface="Arial"/>
                <a:sym typeface="Arial"/>
              </a:rPr>
              <a:t>To list what the tasks that must be completed at the end of a spill</a:t>
            </a:r>
            <a:endParaRPr sz="1800" b="0" i="0" u="none" strike="noStrike" dirty="0">
              <a:solidFill>
                <a:srgbClr val="000000"/>
              </a:solidFill>
              <a:latin typeface="Calibri"/>
              <a:ea typeface="Calibri"/>
              <a:cs typeface="Calibri"/>
              <a:sym typeface="Calibri"/>
            </a:endParaRPr>
          </a:p>
        </p:txBody>
      </p:sp>
      <p:sp>
        <p:nvSpPr>
          <p:cNvPr id="589" name="Google Shape;589;p2"/>
          <p:cNvSpPr/>
          <p:nvPr/>
        </p:nvSpPr>
        <p:spPr>
          <a:xfrm>
            <a:off x="541974" y="3322476"/>
            <a:ext cx="380156" cy="380156"/>
          </a:xfrm>
          <a:prstGeom prst="ellipse">
            <a:avLst/>
          </a:prstGeom>
          <a:noFill/>
          <a:ln w="31750" cap="flat" cmpd="sng">
            <a:solidFill>
              <a:srgbClr val="002F5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accent2"/>
              </a:buClr>
              <a:buSzPts val="1800"/>
              <a:buFont typeface="Arial"/>
              <a:buNone/>
            </a:pPr>
            <a:r>
              <a:rPr lang="en-US" sz="1800" b="1" dirty="0">
                <a:solidFill>
                  <a:schemeClr val="accent2"/>
                </a:solidFill>
                <a:latin typeface="Arial"/>
                <a:ea typeface="Arial"/>
                <a:cs typeface="Arial"/>
                <a:sym typeface="Arial"/>
              </a:rPr>
              <a:t>1</a:t>
            </a:r>
            <a:endParaRPr dirty="0"/>
          </a:p>
        </p:txBody>
      </p:sp>
      <p:sp>
        <p:nvSpPr>
          <p:cNvPr id="590" name="Google Shape;590;p2"/>
          <p:cNvSpPr txBox="1"/>
          <p:nvPr/>
        </p:nvSpPr>
        <p:spPr>
          <a:xfrm>
            <a:off x="1184648" y="4084187"/>
            <a:ext cx="4911352" cy="424732"/>
          </a:xfrm>
          <a:prstGeom prst="rect">
            <a:avLst/>
          </a:prstGeom>
          <a:noFill/>
          <a:ln>
            <a:noFill/>
          </a:ln>
        </p:spPr>
        <p:txBody>
          <a:bodyPr spcFirstLastPara="1" wrap="square" lIns="91425" tIns="45700" rIns="91425" bIns="45700" anchor="t" anchorCtr="0">
            <a:spAutoFit/>
          </a:bodyPr>
          <a:lstStyle/>
          <a:p>
            <a:pPr marL="0" marR="0" lvl="0" indent="0" rtl="0">
              <a:lnSpc>
                <a:spcPct val="120000"/>
              </a:lnSpc>
              <a:spcBef>
                <a:spcPts val="0"/>
              </a:spcBef>
              <a:spcAft>
                <a:spcPts val="0"/>
              </a:spcAft>
              <a:buClr>
                <a:schemeClr val="accent2"/>
              </a:buClr>
              <a:buSzPts val="1800"/>
              <a:buFont typeface="Arial"/>
              <a:buNone/>
            </a:pPr>
            <a:r>
              <a:rPr lang="en-US" sz="1800" u="none" strike="noStrike" dirty="0">
                <a:solidFill>
                  <a:schemeClr val="accent2"/>
                </a:solidFill>
                <a:latin typeface="Arial"/>
                <a:ea typeface="Arial"/>
                <a:cs typeface="Arial"/>
                <a:sym typeface="Arial"/>
              </a:rPr>
              <a:t>How to determine when to </a:t>
            </a:r>
            <a:r>
              <a:rPr lang="en-US" sz="1800" u="none" strike="noStrike" dirty="0" err="1">
                <a:solidFill>
                  <a:schemeClr val="accent2"/>
                </a:solidFill>
                <a:latin typeface="Arial"/>
                <a:ea typeface="Arial"/>
                <a:cs typeface="Arial"/>
                <a:sym typeface="Arial"/>
              </a:rPr>
              <a:t>demobilise</a:t>
            </a:r>
            <a:endParaRPr sz="1800" b="0" i="0" u="none" strike="noStrike" dirty="0">
              <a:solidFill>
                <a:srgbClr val="000000"/>
              </a:solidFill>
              <a:latin typeface="Calibri"/>
              <a:ea typeface="Calibri"/>
              <a:cs typeface="Calibri"/>
              <a:sym typeface="Calibri"/>
            </a:endParaRPr>
          </a:p>
        </p:txBody>
      </p:sp>
      <p:sp>
        <p:nvSpPr>
          <p:cNvPr id="591" name="Google Shape;591;p2"/>
          <p:cNvSpPr/>
          <p:nvPr/>
        </p:nvSpPr>
        <p:spPr>
          <a:xfrm>
            <a:off x="541974" y="4149048"/>
            <a:ext cx="380156" cy="380156"/>
          </a:xfrm>
          <a:prstGeom prst="ellipse">
            <a:avLst/>
          </a:prstGeom>
          <a:noFill/>
          <a:ln w="31750" cap="flat" cmpd="sng">
            <a:solidFill>
              <a:srgbClr val="002F5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accent2"/>
              </a:buClr>
              <a:buSzPts val="1800"/>
              <a:buFont typeface="Arial"/>
              <a:buNone/>
            </a:pPr>
            <a:r>
              <a:rPr lang="en-US" sz="1800" b="1">
                <a:solidFill>
                  <a:schemeClr val="accent2"/>
                </a:solidFill>
                <a:latin typeface="Arial"/>
                <a:ea typeface="Arial"/>
                <a:cs typeface="Arial"/>
                <a:sym typeface="Arial"/>
              </a:rPr>
              <a:t>2</a:t>
            </a:r>
            <a:endParaRPr/>
          </a:p>
        </p:txBody>
      </p:sp>
      <p:sp>
        <p:nvSpPr>
          <p:cNvPr id="592" name="Google Shape;592;p2"/>
          <p:cNvSpPr txBox="1"/>
          <p:nvPr/>
        </p:nvSpPr>
        <p:spPr>
          <a:xfrm>
            <a:off x="1187672" y="4886274"/>
            <a:ext cx="4911352" cy="64629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GB" sz="1800" b="0" i="0" u="none" strike="noStrike" dirty="0">
                <a:solidFill>
                  <a:srgbClr val="002060"/>
                </a:solidFill>
                <a:effectLst/>
                <a:latin typeface="+mn-lt"/>
              </a:rPr>
              <a:t>Understand the steps involved in the development of post spill studies</a:t>
            </a:r>
            <a:r>
              <a:rPr lang="en-GB" sz="1600" dirty="0">
                <a:solidFill>
                  <a:srgbClr val="002060"/>
                </a:solidFill>
                <a:latin typeface="+mn-lt"/>
              </a:rPr>
              <a:t> </a:t>
            </a:r>
          </a:p>
        </p:txBody>
      </p:sp>
      <p:sp>
        <p:nvSpPr>
          <p:cNvPr id="593" name="Google Shape;593;p2"/>
          <p:cNvSpPr/>
          <p:nvPr/>
        </p:nvSpPr>
        <p:spPr>
          <a:xfrm>
            <a:off x="541974" y="5059500"/>
            <a:ext cx="380156" cy="380156"/>
          </a:xfrm>
          <a:prstGeom prst="ellipse">
            <a:avLst/>
          </a:prstGeom>
          <a:noFill/>
          <a:ln w="31750" cap="flat" cmpd="sng">
            <a:solidFill>
              <a:srgbClr val="002F5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accent2"/>
              </a:buClr>
              <a:buSzPts val="1800"/>
              <a:buFont typeface="Arial"/>
              <a:buNone/>
            </a:pPr>
            <a:r>
              <a:rPr lang="en-US" sz="1800" b="1">
                <a:solidFill>
                  <a:schemeClr val="accent2"/>
                </a:solidFill>
                <a:latin typeface="Arial"/>
                <a:ea typeface="Arial"/>
                <a:cs typeface="Arial"/>
                <a:sym typeface="Arial"/>
              </a:rPr>
              <a:t>3</a:t>
            </a:r>
            <a:endParaRPr/>
          </a:p>
        </p:txBody>
      </p:sp>
      <p:pic>
        <p:nvPicPr>
          <p:cNvPr id="8" name="Picture Placeholder 7">
            <a:extLst>
              <a:ext uri="{FF2B5EF4-FFF2-40B4-BE49-F238E27FC236}">
                <a16:creationId xmlns:a16="http://schemas.microsoft.com/office/drawing/2014/main" id="{C9F657F0-39AB-4D76-A13E-7B3D1447FCEF}"/>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ln>
            <a:no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7" name="Rectangle 6">
            <a:extLst>
              <a:ext uri="{FF2B5EF4-FFF2-40B4-BE49-F238E27FC236}">
                <a16:creationId xmlns:a16="http://schemas.microsoft.com/office/drawing/2014/main" id="{A61AAFDC-C17B-4FDE-A9E0-396718BF4AB2}"/>
              </a:ext>
            </a:extLst>
          </p:cNvPr>
          <p:cNvSpPr/>
          <p:nvPr/>
        </p:nvSpPr>
        <p:spPr>
          <a:xfrm>
            <a:off x="0" y="1568450"/>
            <a:ext cx="7975600" cy="3721100"/>
          </a:xfrm>
          <a:prstGeom prst="rect">
            <a:avLst/>
          </a:prstGeom>
          <a:gradFill flip="none" rotWithShape="1">
            <a:gsLst>
              <a:gs pos="0">
                <a:schemeClr val="bg1">
                  <a:alpha val="0"/>
                </a:schemeClr>
              </a:gs>
              <a:gs pos="100000">
                <a:schemeClr val="bg1">
                  <a:alpha val="1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Google Shape;601;p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3</a:t>
            </a:fld>
            <a:endParaRPr>
              <a:latin typeface="Arial"/>
              <a:ea typeface="Arial"/>
              <a:cs typeface="Arial"/>
              <a:sym typeface="Arial"/>
            </a:endParaRPr>
          </a:p>
        </p:txBody>
      </p:sp>
      <p:sp>
        <p:nvSpPr>
          <p:cNvPr id="602" name="Google Shape;602;p3"/>
          <p:cNvSpPr txBox="1">
            <a:spLocks noGrp="1"/>
          </p:cNvSpPr>
          <p:nvPr>
            <p:ph type="title" idx="4294967295"/>
          </p:nvPr>
        </p:nvSpPr>
        <p:spPr>
          <a:xfrm>
            <a:off x="556987" y="2551857"/>
            <a:ext cx="6221184" cy="1754286"/>
          </a:xfrm>
          <a:prstGeom prst="rect">
            <a:avLst/>
          </a:prstGeom>
          <a:noFill/>
          <a:ln>
            <a:noFill/>
          </a:ln>
        </p:spPr>
        <p:txBody>
          <a:bodyPr spcFirstLastPara="1" wrap="square" lIns="91425" tIns="45700" rIns="91425" bIns="45700" anchor="b" anchorCtr="0">
            <a:spAutoFit/>
          </a:bodyPr>
          <a:lstStyle/>
          <a:p>
            <a:pPr marL="0" lvl="0" indent="0" algn="l" rtl="0">
              <a:lnSpc>
                <a:spcPct val="100000"/>
              </a:lnSpc>
              <a:spcBef>
                <a:spcPts val="0"/>
              </a:spcBef>
              <a:spcAft>
                <a:spcPts val="0"/>
              </a:spcAft>
              <a:buClr>
                <a:schemeClr val="lt1"/>
              </a:buClr>
              <a:buSzPts val="3600"/>
              <a:buFont typeface="Arial"/>
              <a:buNone/>
            </a:pPr>
            <a:r>
              <a:rPr lang="en-US" sz="3600" dirty="0">
                <a:solidFill>
                  <a:schemeClr val="bg1"/>
                </a:solidFill>
              </a:rPr>
              <a:t>What are the steps to terminating a spill response?</a:t>
            </a:r>
            <a:endParaRPr dirty="0">
              <a:solidFill>
                <a:schemeClr val="bg1"/>
              </a:solidFill>
            </a:endParaRPr>
          </a:p>
        </p:txBody>
      </p:sp>
      <p:pic>
        <p:nvPicPr>
          <p:cNvPr id="604" name="Google Shape;604;p3"/>
          <p:cNvPicPr preferRelativeResize="0">
            <a:picLocks noGrp="1"/>
          </p:cNvPicPr>
          <p:nvPr>
            <p:ph type="pic" idx="4294967295"/>
          </p:nvPr>
        </p:nvPicPr>
        <p:blipFill rotWithShape="1">
          <a:blip r:embed="rId3" cstate="email">
            <a:alphaModFix/>
            <a:extLst>
              <a:ext uri="{28A0092B-C50C-407E-A947-70E740481C1C}">
                <a14:useLocalDpi xmlns:a14="http://schemas.microsoft.com/office/drawing/2010/main"/>
              </a:ext>
            </a:extLst>
          </a:blip>
          <a:srcRect/>
          <a:stretch/>
        </p:blipFill>
        <p:spPr>
          <a:xfrm>
            <a:off x="6908800" y="0"/>
            <a:ext cx="5283200" cy="6858000"/>
          </a:xfrm>
          <a:prstGeom prst="rect">
            <a:avLst/>
          </a:prstGeom>
          <a:solidFill>
            <a:srgbClr val="C9D4DC"/>
          </a:solidFill>
          <a:ln>
            <a:noFill/>
          </a:ln>
        </p:spPr>
      </p:pic>
      <p:sp>
        <p:nvSpPr>
          <p:cNvPr id="605" name="Google Shape;605;p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4</a:t>
            </a:fld>
            <a:endParaRPr>
              <a:latin typeface="Arial"/>
              <a:ea typeface="Arial"/>
              <a:cs typeface="Arial"/>
              <a:sym typeface="Arial"/>
            </a:endParaRPr>
          </a:p>
        </p:txBody>
      </p:sp>
      <p:sp>
        <p:nvSpPr>
          <p:cNvPr id="605" name="Google Shape;605;p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
        <p:nvSpPr>
          <p:cNvPr id="11" name="Rectangle: Rounded Corners 10">
            <a:extLst>
              <a:ext uri="{FF2B5EF4-FFF2-40B4-BE49-F238E27FC236}">
                <a16:creationId xmlns:a16="http://schemas.microsoft.com/office/drawing/2014/main" id="{2878A722-0AF9-4B23-AA19-D2CAB28399EA}"/>
              </a:ext>
            </a:extLst>
          </p:cNvPr>
          <p:cNvSpPr/>
          <p:nvPr/>
        </p:nvSpPr>
        <p:spPr bwMode="auto">
          <a:xfrm>
            <a:off x="45719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3" name="Rectangle: Rounded Corners 12">
            <a:extLst>
              <a:ext uri="{FF2B5EF4-FFF2-40B4-BE49-F238E27FC236}">
                <a16:creationId xmlns:a16="http://schemas.microsoft.com/office/drawing/2014/main" id="{DB582C3B-DA47-4F8B-9E2B-2155BF099A20}"/>
              </a:ext>
            </a:extLst>
          </p:cNvPr>
          <p:cNvSpPr/>
          <p:nvPr/>
        </p:nvSpPr>
        <p:spPr bwMode="auto">
          <a:xfrm>
            <a:off x="61601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TextBox 14">
            <a:extLst>
              <a:ext uri="{FF2B5EF4-FFF2-40B4-BE49-F238E27FC236}">
                <a16:creationId xmlns:a16="http://schemas.microsoft.com/office/drawing/2014/main" id="{4BE9610B-E1B2-4510-97C5-707AF63AD194}"/>
              </a:ext>
            </a:extLst>
          </p:cNvPr>
          <p:cNvSpPr txBox="1"/>
          <p:nvPr/>
        </p:nvSpPr>
        <p:spPr>
          <a:xfrm>
            <a:off x="932178" y="1774239"/>
            <a:ext cx="2618742" cy="523220"/>
          </a:xfrm>
          <a:prstGeom prst="rect">
            <a:avLst/>
          </a:prstGeom>
          <a:noFill/>
        </p:spPr>
        <p:txBody>
          <a:bodyPr wrap="square" anchor="ctr">
            <a:spAutoFit/>
          </a:bodyPr>
          <a:lstStyle/>
          <a:p>
            <a:pPr algn="ctr"/>
            <a:r>
              <a:rPr lang="en-US" b="1" dirty="0">
                <a:solidFill>
                  <a:schemeClr val="bg1"/>
                </a:solidFill>
              </a:rPr>
              <a:t>Assessment of Clean-Up Objectives</a:t>
            </a:r>
          </a:p>
        </p:txBody>
      </p:sp>
      <p:sp>
        <p:nvSpPr>
          <p:cNvPr id="21" name="Rectangle: Rounded Corners 20">
            <a:extLst>
              <a:ext uri="{FF2B5EF4-FFF2-40B4-BE49-F238E27FC236}">
                <a16:creationId xmlns:a16="http://schemas.microsoft.com/office/drawing/2014/main" id="{550D6EFB-231A-45F3-8A5B-B1BFB7A2A9C0}"/>
              </a:ext>
            </a:extLst>
          </p:cNvPr>
          <p:cNvSpPr/>
          <p:nvPr/>
        </p:nvSpPr>
        <p:spPr bwMode="auto">
          <a:xfrm>
            <a:off x="431164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2" name="Rectangle: Rounded Corners 21">
            <a:extLst>
              <a:ext uri="{FF2B5EF4-FFF2-40B4-BE49-F238E27FC236}">
                <a16:creationId xmlns:a16="http://schemas.microsoft.com/office/drawing/2014/main" id="{F51F231D-1873-486D-BD31-C525C7E18EF4}"/>
              </a:ext>
            </a:extLst>
          </p:cNvPr>
          <p:cNvSpPr/>
          <p:nvPr/>
        </p:nvSpPr>
        <p:spPr bwMode="auto">
          <a:xfrm>
            <a:off x="816609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4" name="Title 5">
            <a:extLst>
              <a:ext uri="{FF2B5EF4-FFF2-40B4-BE49-F238E27FC236}">
                <a16:creationId xmlns:a16="http://schemas.microsoft.com/office/drawing/2014/main" id="{5AC5E6FD-2BE6-4D69-853F-45F1E5BE0EDC}"/>
              </a:ext>
            </a:extLst>
          </p:cNvPr>
          <p:cNvSpPr txBox="1">
            <a:spLocks/>
          </p:cNvSpPr>
          <p:nvPr/>
        </p:nvSpPr>
        <p:spPr>
          <a:xfrm>
            <a:off x="407989" y="548680"/>
            <a:ext cx="8367711"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3200" b="1" dirty="0">
                <a:solidFill>
                  <a:schemeClr val="bg1"/>
                </a:solidFill>
              </a:rPr>
              <a:t>Terminating a Response</a:t>
            </a:r>
            <a:endParaRPr lang="en-US" sz="3200" b="1" dirty="0">
              <a:solidFill>
                <a:schemeClr val="bg1"/>
              </a:solidFill>
            </a:endParaRPr>
          </a:p>
        </p:txBody>
      </p:sp>
      <p:sp>
        <p:nvSpPr>
          <p:cNvPr id="25" name="Rectangle: Rounded Corners 24">
            <a:extLst>
              <a:ext uri="{FF2B5EF4-FFF2-40B4-BE49-F238E27FC236}">
                <a16:creationId xmlns:a16="http://schemas.microsoft.com/office/drawing/2014/main" id="{96A9B5EE-3AEA-4280-A95D-003A8B5A24A6}"/>
              </a:ext>
            </a:extLst>
          </p:cNvPr>
          <p:cNvSpPr/>
          <p:nvPr/>
        </p:nvSpPr>
        <p:spPr bwMode="auto">
          <a:xfrm>
            <a:off x="447046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6" name="TextBox 25">
            <a:extLst>
              <a:ext uri="{FF2B5EF4-FFF2-40B4-BE49-F238E27FC236}">
                <a16:creationId xmlns:a16="http://schemas.microsoft.com/office/drawing/2014/main" id="{852EC533-16D1-4156-84BE-D01CB49B0F03}"/>
              </a:ext>
            </a:extLst>
          </p:cNvPr>
          <p:cNvSpPr txBox="1"/>
          <p:nvPr/>
        </p:nvSpPr>
        <p:spPr>
          <a:xfrm>
            <a:off x="4491208" y="1881961"/>
            <a:ext cx="3209582" cy="307777"/>
          </a:xfrm>
          <a:prstGeom prst="rect">
            <a:avLst/>
          </a:prstGeom>
          <a:noFill/>
        </p:spPr>
        <p:txBody>
          <a:bodyPr wrap="square" anchor="ctr">
            <a:spAutoFit/>
          </a:bodyPr>
          <a:lstStyle/>
          <a:p>
            <a:pPr algn="ctr"/>
            <a:r>
              <a:rPr lang="en-US" b="1" dirty="0">
                <a:solidFill>
                  <a:schemeClr val="bg1"/>
                </a:solidFill>
              </a:rPr>
              <a:t>Final Monitoring and Evaluation</a:t>
            </a:r>
          </a:p>
        </p:txBody>
      </p:sp>
      <p:sp>
        <p:nvSpPr>
          <p:cNvPr id="27" name="Rectangle: Rounded Corners 26">
            <a:extLst>
              <a:ext uri="{FF2B5EF4-FFF2-40B4-BE49-F238E27FC236}">
                <a16:creationId xmlns:a16="http://schemas.microsoft.com/office/drawing/2014/main" id="{EB32E161-C4BC-4B4D-84F5-5EFB5A59DFE1}"/>
              </a:ext>
            </a:extLst>
          </p:cNvPr>
          <p:cNvSpPr/>
          <p:nvPr/>
        </p:nvSpPr>
        <p:spPr bwMode="auto">
          <a:xfrm>
            <a:off x="832491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8" name="TextBox 27">
            <a:extLst>
              <a:ext uri="{FF2B5EF4-FFF2-40B4-BE49-F238E27FC236}">
                <a16:creationId xmlns:a16="http://schemas.microsoft.com/office/drawing/2014/main" id="{9461F481-D7AD-49DB-918F-120A1624EAE6}"/>
              </a:ext>
            </a:extLst>
          </p:cNvPr>
          <p:cNvSpPr txBox="1"/>
          <p:nvPr/>
        </p:nvSpPr>
        <p:spPr>
          <a:xfrm>
            <a:off x="8461373" y="1881961"/>
            <a:ext cx="2978152" cy="307777"/>
          </a:xfrm>
          <a:prstGeom prst="rect">
            <a:avLst/>
          </a:prstGeom>
          <a:noFill/>
        </p:spPr>
        <p:txBody>
          <a:bodyPr wrap="square" anchor="ctr">
            <a:spAutoFit/>
          </a:bodyPr>
          <a:lstStyle/>
          <a:p>
            <a:pPr algn="ctr"/>
            <a:r>
              <a:rPr lang="en-US" b="1" dirty="0">
                <a:solidFill>
                  <a:schemeClr val="bg1"/>
                </a:solidFill>
              </a:rPr>
              <a:t>Demobilization of Resources</a:t>
            </a:r>
          </a:p>
        </p:txBody>
      </p:sp>
      <p:sp>
        <p:nvSpPr>
          <p:cNvPr id="32" name="TextBox 31">
            <a:extLst>
              <a:ext uri="{FF2B5EF4-FFF2-40B4-BE49-F238E27FC236}">
                <a16:creationId xmlns:a16="http://schemas.microsoft.com/office/drawing/2014/main" id="{68D77B9F-CBD8-4E70-8A37-3A0EB31E4012}"/>
              </a:ext>
            </a:extLst>
          </p:cNvPr>
          <p:cNvSpPr txBox="1"/>
          <p:nvPr/>
        </p:nvSpPr>
        <p:spPr>
          <a:xfrm>
            <a:off x="636224" y="2576763"/>
            <a:ext cx="3153578" cy="1565878"/>
          </a:xfrm>
          <a:prstGeom prst="rect">
            <a:avLst/>
          </a:prstGeom>
          <a:noFill/>
        </p:spPr>
        <p:txBody>
          <a:bodyPr wrap="square">
            <a:spAutoFit/>
          </a:bodyPr>
          <a:lstStyle/>
          <a:p>
            <a:pPr marL="285750" indent="-285750">
              <a:lnSpc>
                <a:spcPct val="140000"/>
              </a:lnSpc>
              <a:buClr>
                <a:schemeClr val="bg1"/>
              </a:buClr>
              <a:buFont typeface="Arial" panose="020B0604020202020204" pitchFamily="34" charset="0"/>
              <a:buChar char="•"/>
            </a:pPr>
            <a:r>
              <a:rPr lang="en-US" dirty="0">
                <a:solidFill>
                  <a:schemeClr val="bg1"/>
                </a:solidFill>
              </a:rPr>
              <a:t>Evaluate whether the cleanup objectives have been met according to pre-defined environmental and operational criteria.</a:t>
            </a:r>
          </a:p>
        </p:txBody>
      </p:sp>
      <p:sp>
        <p:nvSpPr>
          <p:cNvPr id="33" name="TextBox 32">
            <a:extLst>
              <a:ext uri="{FF2B5EF4-FFF2-40B4-BE49-F238E27FC236}">
                <a16:creationId xmlns:a16="http://schemas.microsoft.com/office/drawing/2014/main" id="{16549AEC-C8B4-4A9B-9E94-9E0B9B58D425}"/>
              </a:ext>
            </a:extLst>
          </p:cNvPr>
          <p:cNvSpPr txBox="1"/>
          <p:nvPr/>
        </p:nvSpPr>
        <p:spPr>
          <a:xfrm>
            <a:off x="4519211" y="2576763"/>
            <a:ext cx="3153578" cy="2598981"/>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Conduct comprehensive environmental monitoring to assess the recovery of the affected areas.</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Perform SCAT (Shoreline Cleanup Assessment Technique) surveys if applicable, to ensure no further recoverable oil remains.</a:t>
            </a:r>
          </a:p>
        </p:txBody>
      </p:sp>
      <p:sp>
        <p:nvSpPr>
          <p:cNvPr id="34" name="TextBox 33">
            <a:extLst>
              <a:ext uri="{FF2B5EF4-FFF2-40B4-BE49-F238E27FC236}">
                <a16:creationId xmlns:a16="http://schemas.microsoft.com/office/drawing/2014/main" id="{34720CD4-3C5A-4ABB-9D37-5F6D852F1CC3}"/>
              </a:ext>
            </a:extLst>
          </p:cNvPr>
          <p:cNvSpPr txBox="1"/>
          <p:nvPr/>
        </p:nvSpPr>
        <p:spPr>
          <a:xfrm>
            <a:off x="8364098" y="2576763"/>
            <a:ext cx="3153578" cy="1995739"/>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Organize the systematic withdrawal of personnel and equipment from the site.</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Clean, repair, and return equipment to storage or rental agencies.</a:t>
            </a:r>
          </a:p>
        </p:txBody>
      </p:sp>
    </p:spTree>
    <p:extLst>
      <p:ext uri="{BB962C8B-B14F-4D97-AF65-F5344CB8AC3E}">
        <p14:creationId xmlns:p14="http://schemas.microsoft.com/office/powerpoint/2010/main" val="7017054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5</a:t>
            </a:fld>
            <a:endParaRPr>
              <a:latin typeface="Arial"/>
              <a:ea typeface="Arial"/>
              <a:cs typeface="Arial"/>
              <a:sym typeface="Arial"/>
            </a:endParaRPr>
          </a:p>
        </p:txBody>
      </p:sp>
      <p:sp>
        <p:nvSpPr>
          <p:cNvPr id="605" name="Google Shape;605;p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
        <p:nvSpPr>
          <p:cNvPr id="11" name="Rectangle: Rounded Corners 10">
            <a:extLst>
              <a:ext uri="{FF2B5EF4-FFF2-40B4-BE49-F238E27FC236}">
                <a16:creationId xmlns:a16="http://schemas.microsoft.com/office/drawing/2014/main" id="{2878A722-0AF9-4B23-AA19-D2CAB28399EA}"/>
              </a:ext>
            </a:extLst>
          </p:cNvPr>
          <p:cNvSpPr/>
          <p:nvPr/>
        </p:nvSpPr>
        <p:spPr bwMode="auto">
          <a:xfrm>
            <a:off x="45719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3" name="Rectangle: Rounded Corners 12">
            <a:extLst>
              <a:ext uri="{FF2B5EF4-FFF2-40B4-BE49-F238E27FC236}">
                <a16:creationId xmlns:a16="http://schemas.microsoft.com/office/drawing/2014/main" id="{DB582C3B-DA47-4F8B-9E2B-2155BF099A20}"/>
              </a:ext>
            </a:extLst>
          </p:cNvPr>
          <p:cNvSpPr/>
          <p:nvPr/>
        </p:nvSpPr>
        <p:spPr bwMode="auto">
          <a:xfrm>
            <a:off x="61601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TextBox 14">
            <a:extLst>
              <a:ext uri="{FF2B5EF4-FFF2-40B4-BE49-F238E27FC236}">
                <a16:creationId xmlns:a16="http://schemas.microsoft.com/office/drawing/2014/main" id="{4BE9610B-E1B2-4510-97C5-707AF63AD194}"/>
              </a:ext>
            </a:extLst>
          </p:cNvPr>
          <p:cNvSpPr txBox="1"/>
          <p:nvPr/>
        </p:nvSpPr>
        <p:spPr>
          <a:xfrm>
            <a:off x="932178" y="1881960"/>
            <a:ext cx="2618742" cy="307777"/>
          </a:xfrm>
          <a:prstGeom prst="rect">
            <a:avLst/>
          </a:prstGeom>
          <a:noFill/>
        </p:spPr>
        <p:txBody>
          <a:bodyPr wrap="square" anchor="ctr">
            <a:spAutoFit/>
          </a:bodyPr>
          <a:lstStyle/>
          <a:p>
            <a:pPr algn="ctr"/>
            <a:r>
              <a:rPr lang="en-US" b="1" dirty="0">
                <a:solidFill>
                  <a:schemeClr val="bg1"/>
                </a:solidFill>
              </a:rPr>
              <a:t>Debriefing and Reporting</a:t>
            </a:r>
          </a:p>
        </p:txBody>
      </p:sp>
      <p:sp>
        <p:nvSpPr>
          <p:cNvPr id="21" name="Rectangle: Rounded Corners 20">
            <a:extLst>
              <a:ext uri="{FF2B5EF4-FFF2-40B4-BE49-F238E27FC236}">
                <a16:creationId xmlns:a16="http://schemas.microsoft.com/office/drawing/2014/main" id="{550D6EFB-231A-45F3-8A5B-B1BFB7A2A9C0}"/>
              </a:ext>
            </a:extLst>
          </p:cNvPr>
          <p:cNvSpPr/>
          <p:nvPr/>
        </p:nvSpPr>
        <p:spPr bwMode="auto">
          <a:xfrm>
            <a:off x="431164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2" name="Rectangle: Rounded Corners 21">
            <a:extLst>
              <a:ext uri="{FF2B5EF4-FFF2-40B4-BE49-F238E27FC236}">
                <a16:creationId xmlns:a16="http://schemas.microsoft.com/office/drawing/2014/main" id="{F51F231D-1873-486D-BD31-C525C7E18EF4}"/>
              </a:ext>
            </a:extLst>
          </p:cNvPr>
          <p:cNvSpPr/>
          <p:nvPr/>
        </p:nvSpPr>
        <p:spPr bwMode="auto">
          <a:xfrm>
            <a:off x="816609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4" name="Title 5">
            <a:extLst>
              <a:ext uri="{FF2B5EF4-FFF2-40B4-BE49-F238E27FC236}">
                <a16:creationId xmlns:a16="http://schemas.microsoft.com/office/drawing/2014/main" id="{5AC5E6FD-2BE6-4D69-853F-45F1E5BE0EDC}"/>
              </a:ext>
            </a:extLst>
          </p:cNvPr>
          <p:cNvSpPr txBox="1">
            <a:spLocks/>
          </p:cNvSpPr>
          <p:nvPr/>
        </p:nvSpPr>
        <p:spPr>
          <a:xfrm>
            <a:off x="407989" y="548680"/>
            <a:ext cx="8367711"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3200" b="1" dirty="0">
                <a:solidFill>
                  <a:schemeClr val="bg1"/>
                </a:solidFill>
              </a:rPr>
              <a:t>Terminating a Response</a:t>
            </a:r>
            <a:endParaRPr lang="en-US" sz="3200" b="1" dirty="0">
              <a:solidFill>
                <a:schemeClr val="bg1"/>
              </a:solidFill>
            </a:endParaRPr>
          </a:p>
        </p:txBody>
      </p:sp>
      <p:sp>
        <p:nvSpPr>
          <p:cNvPr id="25" name="Rectangle: Rounded Corners 24">
            <a:extLst>
              <a:ext uri="{FF2B5EF4-FFF2-40B4-BE49-F238E27FC236}">
                <a16:creationId xmlns:a16="http://schemas.microsoft.com/office/drawing/2014/main" id="{96A9B5EE-3AEA-4280-A95D-003A8B5A24A6}"/>
              </a:ext>
            </a:extLst>
          </p:cNvPr>
          <p:cNvSpPr/>
          <p:nvPr/>
        </p:nvSpPr>
        <p:spPr bwMode="auto">
          <a:xfrm>
            <a:off x="447046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6" name="TextBox 25">
            <a:extLst>
              <a:ext uri="{FF2B5EF4-FFF2-40B4-BE49-F238E27FC236}">
                <a16:creationId xmlns:a16="http://schemas.microsoft.com/office/drawing/2014/main" id="{852EC533-16D1-4156-84BE-D01CB49B0F03}"/>
              </a:ext>
            </a:extLst>
          </p:cNvPr>
          <p:cNvSpPr txBox="1"/>
          <p:nvPr/>
        </p:nvSpPr>
        <p:spPr>
          <a:xfrm>
            <a:off x="4739640" y="1881961"/>
            <a:ext cx="2712718" cy="307777"/>
          </a:xfrm>
          <a:prstGeom prst="rect">
            <a:avLst/>
          </a:prstGeom>
          <a:noFill/>
        </p:spPr>
        <p:txBody>
          <a:bodyPr wrap="square" anchor="ctr">
            <a:spAutoFit/>
          </a:bodyPr>
          <a:lstStyle/>
          <a:p>
            <a:pPr algn="ctr"/>
            <a:r>
              <a:rPr lang="en-US" b="1" dirty="0">
                <a:solidFill>
                  <a:schemeClr val="bg1"/>
                </a:solidFill>
              </a:rPr>
              <a:t>Incident Closure</a:t>
            </a:r>
          </a:p>
        </p:txBody>
      </p:sp>
      <p:sp>
        <p:nvSpPr>
          <p:cNvPr id="27" name="Rectangle: Rounded Corners 26">
            <a:extLst>
              <a:ext uri="{FF2B5EF4-FFF2-40B4-BE49-F238E27FC236}">
                <a16:creationId xmlns:a16="http://schemas.microsoft.com/office/drawing/2014/main" id="{EB32E161-C4BC-4B4D-84F5-5EFB5A59DFE1}"/>
              </a:ext>
            </a:extLst>
          </p:cNvPr>
          <p:cNvSpPr/>
          <p:nvPr/>
        </p:nvSpPr>
        <p:spPr bwMode="auto">
          <a:xfrm>
            <a:off x="832491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8" name="TextBox 27">
            <a:extLst>
              <a:ext uri="{FF2B5EF4-FFF2-40B4-BE49-F238E27FC236}">
                <a16:creationId xmlns:a16="http://schemas.microsoft.com/office/drawing/2014/main" id="{9461F481-D7AD-49DB-918F-120A1624EAE6}"/>
              </a:ext>
            </a:extLst>
          </p:cNvPr>
          <p:cNvSpPr txBox="1"/>
          <p:nvPr/>
        </p:nvSpPr>
        <p:spPr>
          <a:xfrm>
            <a:off x="8461373" y="1881961"/>
            <a:ext cx="2978152" cy="307777"/>
          </a:xfrm>
          <a:prstGeom prst="rect">
            <a:avLst/>
          </a:prstGeom>
          <a:noFill/>
        </p:spPr>
        <p:txBody>
          <a:bodyPr wrap="square" anchor="ctr">
            <a:spAutoFit/>
          </a:bodyPr>
          <a:lstStyle/>
          <a:p>
            <a:pPr algn="ctr"/>
            <a:r>
              <a:rPr lang="en-US" b="1" dirty="0">
                <a:solidFill>
                  <a:schemeClr val="bg1"/>
                </a:solidFill>
              </a:rPr>
              <a:t>Post-Incident Review</a:t>
            </a:r>
          </a:p>
        </p:txBody>
      </p:sp>
      <p:sp>
        <p:nvSpPr>
          <p:cNvPr id="32" name="TextBox 31">
            <a:extLst>
              <a:ext uri="{FF2B5EF4-FFF2-40B4-BE49-F238E27FC236}">
                <a16:creationId xmlns:a16="http://schemas.microsoft.com/office/drawing/2014/main" id="{68D77B9F-CBD8-4E70-8A37-3A0EB31E4012}"/>
              </a:ext>
            </a:extLst>
          </p:cNvPr>
          <p:cNvSpPr txBox="1"/>
          <p:nvPr/>
        </p:nvSpPr>
        <p:spPr>
          <a:xfrm>
            <a:off x="636224" y="2576763"/>
            <a:ext cx="3153578" cy="2598981"/>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Hold debrief sessions with all teams to discuss the response actions, challenges faced, and lessons learned.</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Prepare a final report that documents the response actions, effectiveness, and any follow-up actions required.</a:t>
            </a:r>
          </a:p>
        </p:txBody>
      </p:sp>
      <p:sp>
        <p:nvSpPr>
          <p:cNvPr id="33" name="TextBox 32">
            <a:extLst>
              <a:ext uri="{FF2B5EF4-FFF2-40B4-BE49-F238E27FC236}">
                <a16:creationId xmlns:a16="http://schemas.microsoft.com/office/drawing/2014/main" id="{16549AEC-C8B4-4A9B-9E94-9E0B9B58D425}"/>
              </a:ext>
            </a:extLst>
          </p:cNvPr>
          <p:cNvSpPr txBox="1"/>
          <p:nvPr/>
        </p:nvSpPr>
        <p:spPr>
          <a:xfrm>
            <a:off x="4519211" y="2576763"/>
            <a:ext cx="3153578" cy="2297360"/>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Officially declare the end of the incident response phase.</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Notify all stakeholders, including local communities, government bodies, and media, if appropriate, about the end of response activities.</a:t>
            </a:r>
          </a:p>
        </p:txBody>
      </p:sp>
      <p:sp>
        <p:nvSpPr>
          <p:cNvPr id="34" name="TextBox 33">
            <a:extLst>
              <a:ext uri="{FF2B5EF4-FFF2-40B4-BE49-F238E27FC236}">
                <a16:creationId xmlns:a16="http://schemas.microsoft.com/office/drawing/2014/main" id="{34720CD4-3C5A-4ABB-9D37-5F6D852F1CC3}"/>
              </a:ext>
            </a:extLst>
          </p:cNvPr>
          <p:cNvSpPr txBox="1"/>
          <p:nvPr/>
        </p:nvSpPr>
        <p:spPr>
          <a:xfrm>
            <a:off x="8364098" y="2576763"/>
            <a:ext cx="3153578" cy="1995739"/>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Finalize all financial accounting for the response, including cost recovery from responsible parties.</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Complete any necessary legal documentation or proceedings related to the spill.</a:t>
            </a:r>
          </a:p>
        </p:txBody>
      </p:sp>
    </p:spTree>
    <p:extLst>
      <p:ext uri="{BB962C8B-B14F-4D97-AF65-F5344CB8AC3E}">
        <p14:creationId xmlns:p14="http://schemas.microsoft.com/office/powerpoint/2010/main" val="257317843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6</a:t>
            </a:fld>
            <a:endParaRPr>
              <a:latin typeface="Arial"/>
              <a:ea typeface="Arial"/>
              <a:cs typeface="Arial"/>
              <a:sym typeface="Arial"/>
            </a:endParaRPr>
          </a:p>
        </p:txBody>
      </p:sp>
      <p:sp>
        <p:nvSpPr>
          <p:cNvPr id="605" name="Google Shape;605;p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
        <p:nvSpPr>
          <p:cNvPr id="11" name="Rectangle: Rounded Corners 10">
            <a:extLst>
              <a:ext uri="{FF2B5EF4-FFF2-40B4-BE49-F238E27FC236}">
                <a16:creationId xmlns:a16="http://schemas.microsoft.com/office/drawing/2014/main" id="{2878A722-0AF9-4B23-AA19-D2CAB28399EA}"/>
              </a:ext>
            </a:extLst>
          </p:cNvPr>
          <p:cNvSpPr/>
          <p:nvPr/>
        </p:nvSpPr>
        <p:spPr bwMode="auto">
          <a:xfrm>
            <a:off x="45719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3" name="Rectangle: Rounded Corners 12">
            <a:extLst>
              <a:ext uri="{FF2B5EF4-FFF2-40B4-BE49-F238E27FC236}">
                <a16:creationId xmlns:a16="http://schemas.microsoft.com/office/drawing/2014/main" id="{DB582C3B-DA47-4F8B-9E2B-2155BF099A20}"/>
              </a:ext>
            </a:extLst>
          </p:cNvPr>
          <p:cNvSpPr/>
          <p:nvPr/>
        </p:nvSpPr>
        <p:spPr bwMode="auto">
          <a:xfrm>
            <a:off x="61601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TextBox 14">
            <a:extLst>
              <a:ext uri="{FF2B5EF4-FFF2-40B4-BE49-F238E27FC236}">
                <a16:creationId xmlns:a16="http://schemas.microsoft.com/office/drawing/2014/main" id="{4BE9610B-E1B2-4510-97C5-707AF63AD194}"/>
              </a:ext>
            </a:extLst>
          </p:cNvPr>
          <p:cNvSpPr txBox="1"/>
          <p:nvPr/>
        </p:nvSpPr>
        <p:spPr>
          <a:xfrm>
            <a:off x="932178" y="1881960"/>
            <a:ext cx="2618742" cy="307777"/>
          </a:xfrm>
          <a:prstGeom prst="rect">
            <a:avLst/>
          </a:prstGeom>
          <a:noFill/>
        </p:spPr>
        <p:txBody>
          <a:bodyPr wrap="square" anchor="ctr">
            <a:spAutoFit/>
          </a:bodyPr>
          <a:lstStyle/>
          <a:p>
            <a:pPr algn="ctr"/>
            <a:r>
              <a:rPr lang="en-US" b="1" dirty="0">
                <a:solidFill>
                  <a:schemeClr val="bg1"/>
                </a:solidFill>
              </a:rPr>
              <a:t>Continued Monitoring</a:t>
            </a:r>
          </a:p>
        </p:txBody>
      </p:sp>
      <p:sp>
        <p:nvSpPr>
          <p:cNvPr id="21" name="Rectangle: Rounded Corners 20">
            <a:extLst>
              <a:ext uri="{FF2B5EF4-FFF2-40B4-BE49-F238E27FC236}">
                <a16:creationId xmlns:a16="http://schemas.microsoft.com/office/drawing/2014/main" id="{550D6EFB-231A-45F3-8A5B-B1BFB7A2A9C0}"/>
              </a:ext>
            </a:extLst>
          </p:cNvPr>
          <p:cNvSpPr/>
          <p:nvPr/>
        </p:nvSpPr>
        <p:spPr bwMode="auto">
          <a:xfrm>
            <a:off x="431164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2" name="Rectangle: Rounded Corners 21">
            <a:extLst>
              <a:ext uri="{FF2B5EF4-FFF2-40B4-BE49-F238E27FC236}">
                <a16:creationId xmlns:a16="http://schemas.microsoft.com/office/drawing/2014/main" id="{F51F231D-1873-486D-BD31-C525C7E18EF4}"/>
              </a:ext>
            </a:extLst>
          </p:cNvPr>
          <p:cNvSpPr/>
          <p:nvPr/>
        </p:nvSpPr>
        <p:spPr bwMode="auto">
          <a:xfrm>
            <a:off x="8166099" y="1590576"/>
            <a:ext cx="3568701" cy="4205826"/>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4" name="Title 5">
            <a:extLst>
              <a:ext uri="{FF2B5EF4-FFF2-40B4-BE49-F238E27FC236}">
                <a16:creationId xmlns:a16="http://schemas.microsoft.com/office/drawing/2014/main" id="{5AC5E6FD-2BE6-4D69-853F-45F1E5BE0EDC}"/>
              </a:ext>
            </a:extLst>
          </p:cNvPr>
          <p:cNvSpPr txBox="1">
            <a:spLocks/>
          </p:cNvSpPr>
          <p:nvPr/>
        </p:nvSpPr>
        <p:spPr>
          <a:xfrm>
            <a:off x="407989" y="548680"/>
            <a:ext cx="8367711"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3200" b="1" dirty="0">
                <a:solidFill>
                  <a:schemeClr val="bg1"/>
                </a:solidFill>
              </a:rPr>
              <a:t>Terminating a Response</a:t>
            </a:r>
            <a:endParaRPr lang="en-US" sz="3200" b="1" dirty="0">
              <a:solidFill>
                <a:schemeClr val="bg1"/>
              </a:solidFill>
            </a:endParaRPr>
          </a:p>
        </p:txBody>
      </p:sp>
      <p:sp>
        <p:nvSpPr>
          <p:cNvPr id="25" name="Rectangle: Rounded Corners 24">
            <a:extLst>
              <a:ext uri="{FF2B5EF4-FFF2-40B4-BE49-F238E27FC236}">
                <a16:creationId xmlns:a16="http://schemas.microsoft.com/office/drawing/2014/main" id="{96A9B5EE-3AEA-4280-A95D-003A8B5A24A6}"/>
              </a:ext>
            </a:extLst>
          </p:cNvPr>
          <p:cNvSpPr/>
          <p:nvPr/>
        </p:nvSpPr>
        <p:spPr bwMode="auto">
          <a:xfrm>
            <a:off x="447046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6" name="TextBox 25">
            <a:extLst>
              <a:ext uri="{FF2B5EF4-FFF2-40B4-BE49-F238E27FC236}">
                <a16:creationId xmlns:a16="http://schemas.microsoft.com/office/drawing/2014/main" id="{852EC533-16D1-4156-84BE-D01CB49B0F03}"/>
              </a:ext>
            </a:extLst>
          </p:cNvPr>
          <p:cNvSpPr txBox="1"/>
          <p:nvPr/>
        </p:nvSpPr>
        <p:spPr>
          <a:xfrm>
            <a:off x="4591048" y="1774240"/>
            <a:ext cx="3009902" cy="523220"/>
          </a:xfrm>
          <a:prstGeom prst="rect">
            <a:avLst/>
          </a:prstGeom>
          <a:noFill/>
        </p:spPr>
        <p:txBody>
          <a:bodyPr wrap="square" anchor="ctr">
            <a:spAutoFit/>
          </a:bodyPr>
          <a:lstStyle/>
          <a:p>
            <a:pPr algn="ctr"/>
            <a:r>
              <a:rPr lang="en-US" b="1" dirty="0">
                <a:solidFill>
                  <a:schemeClr val="bg1"/>
                </a:solidFill>
              </a:rPr>
              <a:t>Restoration and Recovery Programs</a:t>
            </a:r>
          </a:p>
        </p:txBody>
      </p:sp>
      <p:sp>
        <p:nvSpPr>
          <p:cNvPr id="27" name="Rectangle: Rounded Corners 26">
            <a:extLst>
              <a:ext uri="{FF2B5EF4-FFF2-40B4-BE49-F238E27FC236}">
                <a16:creationId xmlns:a16="http://schemas.microsoft.com/office/drawing/2014/main" id="{EB32E161-C4BC-4B4D-84F5-5EFB5A59DFE1}"/>
              </a:ext>
            </a:extLst>
          </p:cNvPr>
          <p:cNvSpPr/>
          <p:nvPr/>
        </p:nvSpPr>
        <p:spPr bwMode="auto">
          <a:xfrm>
            <a:off x="8324917" y="1745609"/>
            <a:ext cx="3251064"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8" name="TextBox 27">
            <a:extLst>
              <a:ext uri="{FF2B5EF4-FFF2-40B4-BE49-F238E27FC236}">
                <a16:creationId xmlns:a16="http://schemas.microsoft.com/office/drawing/2014/main" id="{9461F481-D7AD-49DB-918F-120A1624EAE6}"/>
              </a:ext>
            </a:extLst>
          </p:cNvPr>
          <p:cNvSpPr txBox="1"/>
          <p:nvPr/>
        </p:nvSpPr>
        <p:spPr>
          <a:xfrm>
            <a:off x="8461373" y="1881961"/>
            <a:ext cx="2978152" cy="307777"/>
          </a:xfrm>
          <a:prstGeom prst="rect">
            <a:avLst/>
          </a:prstGeom>
          <a:noFill/>
        </p:spPr>
        <p:txBody>
          <a:bodyPr wrap="square" anchor="ctr">
            <a:spAutoFit/>
          </a:bodyPr>
          <a:lstStyle/>
          <a:p>
            <a:pPr algn="ctr"/>
            <a:r>
              <a:rPr lang="en-US" b="1" dirty="0">
                <a:solidFill>
                  <a:schemeClr val="bg1"/>
                </a:solidFill>
              </a:rPr>
              <a:t>Financial and Legal Closure</a:t>
            </a:r>
          </a:p>
        </p:txBody>
      </p:sp>
      <p:sp>
        <p:nvSpPr>
          <p:cNvPr id="32" name="TextBox 31">
            <a:extLst>
              <a:ext uri="{FF2B5EF4-FFF2-40B4-BE49-F238E27FC236}">
                <a16:creationId xmlns:a16="http://schemas.microsoft.com/office/drawing/2014/main" id="{68D77B9F-CBD8-4E70-8A37-3A0EB31E4012}"/>
              </a:ext>
            </a:extLst>
          </p:cNvPr>
          <p:cNvSpPr txBox="1"/>
          <p:nvPr/>
        </p:nvSpPr>
        <p:spPr>
          <a:xfrm>
            <a:off x="636224" y="2576763"/>
            <a:ext cx="3153578" cy="2598981"/>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Implement a plan for ongoing monitoring of the environment to detect any long-term impacts from the spill.</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Ensure continued engagement with local communities and stakeholders to address any residual concerns.</a:t>
            </a:r>
          </a:p>
        </p:txBody>
      </p:sp>
      <p:sp>
        <p:nvSpPr>
          <p:cNvPr id="33" name="TextBox 32">
            <a:extLst>
              <a:ext uri="{FF2B5EF4-FFF2-40B4-BE49-F238E27FC236}">
                <a16:creationId xmlns:a16="http://schemas.microsoft.com/office/drawing/2014/main" id="{16549AEC-C8B4-4A9B-9E94-9E0B9B58D425}"/>
              </a:ext>
            </a:extLst>
          </p:cNvPr>
          <p:cNvSpPr txBox="1"/>
          <p:nvPr/>
        </p:nvSpPr>
        <p:spPr>
          <a:xfrm>
            <a:off x="4519211" y="2576763"/>
            <a:ext cx="3153578" cy="2297360"/>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If necessary, initiate longer-term ecological restoration projects to fully restore any remaining environmental damage.</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Monitor and support these restoration efforts until ecosystem recovery is confirmed.</a:t>
            </a:r>
          </a:p>
        </p:txBody>
      </p:sp>
      <p:sp>
        <p:nvSpPr>
          <p:cNvPr id="34" name="TextBox 33">
            <a:extLst>
              <a:ext uri="{FF2B5EF4-FFF2-40B4-BE49-F238E27FC236}">
                <a16:creationId xmlns:a16="http://schemas.microsoft.com/office/drawing/2014/main" id="{34720CD4-3C5A-4ABB-9D37-5F6D852F1CC3}"/>
              </a:ext>
            </a:extLst>
          </p:cNvPr>
          <p:cNvSpPr txBox="1"/>
          <p:nvPr/>
        </p:nvSpPr>
        <p:spPr>
          <a:xfrm>
            <a:off x="8364098" y="2576763"/>
            <a:ext cx="3153578" cy="2598981"/>
          </a:xfrm>
          <a:prstGeom prst="rect">
            <a:avLst/>
          </a:prstGeom>
          <a:noFill/>
        </p:spPr>
        <p:txBody>
          <a:bodyPr wrap="square">
            <a:spAutoFit/>
          </a:bodyPr>
          <a:lstStyle/>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Conduct a thorough review of the entire incident response to identify successes and areas for improvement.</a:t>
            </a:r>
          </a:p>
          <a:p>
            <a:pPr marL="285750" indent="-285750">
              <a:lnSpc>
                <a:spcPct val="140000"/>
              </a:lnSpc>
              <a:spcAft>
                <a:spcPts val="1000"/>
              </a:spcAft>
              <a:buClr>
                <a:schemeClr val="bg1"/>
              </a:buClr>
              <a:buFont typeface="Arial" panose="020B0604020202020204" pitchFamily="34" charset="0"/>
              <a:buChar char="•"/>
            </a:pPr>
            <a:r>
              <a:rPr lang="en-US" dirty="0">
                <a:solidFill>
                  <a:schemeClr val="bg1"/>
                </a:solidFill>
              </a:rPr>
              <a:t>Update response plans and training programs based on lessons learned during the incident.</a:t>
            </a:r>
          </a:p>
        </p:txBody>
      </p:sp>
    </p:spTree>
    <p:extLst>
      <p:ext uri="{BB962C8B-B14F-4D97-AF65-F5344CB8AC3E}">
        <p14:creationId xmlns:p14="http://schemas.microsoft.com/office/powerpoint/2010/main" val="23867716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7" name="Rectangle 6">
            <a:extLst>
              <a:ext uri="{FF2B5EF4-FFF2-40B4-BE49-F238E27FC236}">
                <a16:creationId xmlns:a16="http://schemas.microsoft.com/office/drawing/2014/main" id="{699EC43D-8017-411E-B33A-1A22C2D6EAB3}"/>
              </a:ext>
            </a:extLst>
          </p:cNvPr>
          <p:cNvSpPr/>
          <p:nvPr/>
        </p:nvSpPr>
        <p:spPr>
          <a:xfrm>
            <a:off x="0" y="1568450"/>
            <a:ext cx="7975600" cy="3721100"/>
          </a:xfrm>
          <a:prstGeom prst="rect">
            <a:avLst/>
          </a:prstGeom>
          <a:gradFill flip="none" rotWithShape="1">
            <a:gsLst>
              <a:gs pos="0">
                <a:schemeClr val="bg1">
                  <a:alpha val="0"/>
                </a:schemeClr>
              </a:gs>
              <a:gs pos="100000">
                <a:schemeClr val="bg1">
                  <a:alpha val="1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Google Shape;653;p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17 JANUARY 2024</a:t>
            </a:r>
            <a:endParaRPr/>
          </a:p>
        </p:txBody>
      </p:sp>
      <p:sp>
        <p:nvSpPr>
          <p:cNvPr id="654" name="Google Shape;654;p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7</a:t>
            </a:fld>
            <a:endParaRPr/>
          </a:p>
        </p:txBody>
      </p:sp>
      <p:sp>
        <p:nvSpPr>
          <p:cNvPr id="655" name="Google Shape;655;p7"/>
          <p:cNvSpPr txBox="1">
            <a:spLocks noGrp="1"/>
          </p:cNvSpPr>
          <p:nvPr>
            <p:ph type="title" idx="4294967295"/>
          </p:nvPr>
        </p:nvSpPr>
        <p:spPr>
          <a:xfrm>
            <a:off x="685801" y="2936558"/>
            <a:ext cx="5080000" cy="984885"/>
          </a:xfrm>
          <a:prstGeom prst="rect">
            <a:avLst/>
          </a:prstGeom>
          <a:noFill/>
          <a:ln>
            <a:noFill/>
          </a:ln>
        </p:spPr>
        <p:txBody>
          <a:bodyPr spcFirstLastPara="1" wrap="square" lIns="0" tIns="0" rIns="0" bIns="0" anchor="b" anchorCtr="0">
            <a:spAutoFit/>
          </a:bodyPr>
          <a:lstStyle/>
          <a:p>
            <a:pPr marL="0" lvl="0" indent="0" algn="l" rtl="0">
              <a:lnSpc>
                <a:spcPct val="100000"/>
              </a:lnSpc>
              <a:spcBef>
                <a:spcPts val="0"/>
              </a:spcBef>
              <a:spcAft>
                <a:spcPts val="0"/>
              </a:spcAft>
              <a:buClr>
                <a:schemeClr val="lt1"/>
              </a:buClr>
              <a:buSzPts val="4800"/>
              <a:buFont typeface="Arial"/>
              <a:buNone/>
            </a:pPr>
            <a:r>
              <a:rPr lang="en-US" dirty="0">
                <a:solidFill>
                  <a:schemeClr val="bg1"/>
                </a:solidFill>
              </a:rPr>
              <a:t>When should we terminate?</a:t>
            </a:r>
            <a:endParaRPr dirty="0">
              <a:solidFill>
                <a:schemeClr val="bg1"/>
              </a:solidFill>
            </a:endParaRPr>
          </a:p>
        </p:txBody>
      </p:sp>
      <p:pic>
        <p:nvPicPr>
          <p:cNvPr id="656" name="Google Shape;656;p7"/>
          <p:cNvPicPr preferRelativeResize="0">
            <a:picLocks noGrp="1"/>
          </p:cNvPicPr>
          <p:nvPr>
            <p:ph type="pic" idx="4294967295"/>
          </p:nvPr>
        </p:nvPicPr>
        <p:blipFill rotWithShape="1">
          <a:blip r:embed="rId3" cstate="email">
            <a:alphaModFix/>
            <a:extLst>
              <a:ext uri="{28A0092B-C50C-407E-A947-70E740481C1C}">
                <a14:useLocalDpi xmlns:a14="http://schemas.microsoft.com/office/drawing/2010/main"/>
              </a:ext>
            </a:extLst>
          </a:blip>
          <a:srcRect/>
          <a:stretch/>
        </p:blipFill>
        <p:spPr>
          <a:xfrm>
            <a:off x="5879976" y="0"/>
            <a:ext cx="6312024" cy="6858000"/>
          </a:xfrm>
          <a:prstGeom prst="rect">
            <a:avLst/>
          </a:prstGeom>
          <a:solidFill>
            <a:srgbClr val="C9D4DC"/>
          </a:solidFill>
          <a:ln>
            <a:no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452E74B-DC72-443C-B4E2-40ECBE8028E1}"/>
              </a:ext>
            </a:extLst>
          </p:cNvPr>
          <p:cNvSpPr>
            <a:spLocks noGrp="1"/>
          </p:cNvSpPr>
          <p:nvPr>
            <p:ph type="dt" sz="half" idx="10"/>
          </p:nvPr>
        </p:nvSpPr>
        <p:spPr/>
        <p:txBody>
          <a:bodyPr/>
          <a:lstStyle/>
          <a:p>
            <a:fld id="{5E797373-4A87-4C00-9617-03E8C78A6214}" type="datetime3">
              <a:rPr lang="en-US" smtClean="0"/>
              <a:t>1 October 2026</a:t>
            </a:fld>
            <a:endParaRPr lang="en-US" dirty="0"/>
          </a:p>
        </p:txBody>
      </p:sp>
      <p:sp>
        <p:nvSpPr>
          <p:cNvPr id="5" name="Slide Number Placeholder 4">
            <a:extLst>
              <a:ext uri="{FF2B5EF4-FFF2-40B4-BE49-F238E27FC236}">
                <a16:creationId xmlns:a16="http://schemas.microsoft.com/office/drawing/2014/main" id="{9CCD0CDC-1C95-48FF-9830-3E7EA2E567A9}"/>
              </a:ext>
            </a:extLst>
          </p:cNvPr>
          <p:cNvSpPr>
            <a:spLocks noGrp="1"/>
          </p:cNvSpPr>
          <p:nvPr>
            <p:ph type="sldNum" sz="quarter" idx="12"/>
          </p:nvPr>
        </p:nvSpPr>
        <p:spPr/>
        <p:txBody>
          <a:bodyPr/>
          <a:lstStyle/>
          <a:p>
            <a:r>
              <a:rPr lang="en-US" dirty="0">
                <a:solidFill>
                  <a:srgbClr val="002F5F"/>
                </a:solidFill>
              </a:rPr>
              <a:t>6</a:t>
            </a:r>
          </a:p>
        </p:txBody>
      </p:sp>
      <p:sp>
        <p:nvSpPr>
          <p:cNvPr id="26" name="Title 1">
            <a:extLst>
              <a:ext uri="{FF2B5EF4-FFF2-40B4-BE49-F238E27FC236}">
                <a16:creationId xmlns:a16="http://schemas.microsoft.com/office/drawing/2014/main" id="{CEEE637B-D389-4172-B023-45F50F1682D8}"/>
              </a:ext>
            </a:extLst>
          </p:cNvPr>
          <p:cNvSpPr txBox="1">
            <a:spLocks/>
          </p:cNvSpPr>
          <p:nvPr/>
        </p:nvSpPr>
        <p:spPr>
          <a:xfrm>
            <a:off x="407989" y="548680"/>
            <a:ext cx="6336083" cy="492443"/>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r>
              <a:rPr lang="en-GB" dirty="0">
                <a:solidFill>
                  <a:srgbClr val="002F5F"/>
                </a:solidFill>
              </a:rPr>
              <a:t>When should we terminate?</a:t>
            </a:r>
          </a:p>
        </p:txBody>
      </p:sp>
      <p:sp>
        <p:nvSpPr>
          <p:cNvPr id="30" name="Google Shape;663;p8">
            <a:extLst>
              <a:ext uri="{FF2B5EF4-FFF2-40B4-BE49-F238E27FC236}">
                <a16:creationId xmlns:a16="http://schemas.microsoft.com/office/drawing/2014/main" id="{447A563B-06B9-4A6F-8B91-5D8A876438EA}"/>
              </a:ext>
            </a:extLst>
          </p:cNvPr>
          <p:cNvSpPr txBox="1"/>
          <p:nvPr/>
        </p:nvSpPr>
        <p:spPr>
          <a:xfrm>
            <a:off x="290508" y="1126204"/>
            <a:ext cx="7100892" cy="5061097"/>
          </a:xfrm>
          <a:prstGeom prst="rect">
            <a:avLst/>
          </a:prstGeom>
          <a:noFill/>
          <a:ln>
            <a:noFill/>
          </a:ln>
        </p:spPr>
        <p:txBody>
          <a:bodyPr spcFirstLastPara="1" wrap="square" lIns="84550" tIns="42275" rIns="84550" bIns="42275" anchor="t" anchorCtr="0">
            <a:spAutoFit/>
          </a:bodyPr>
          <a:lstStyle/>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Objectives Achieved</a:t>
            </a:r>
            <a:r>
              <a:rPr lang="en-US" sz="1500" dirty="0">
                <a:solidFill>
                  <a:schemeClr val="accent2"/>
                </a:solidFill>
                <a:latin typeface="Arial"/>
                <a:ea typeface="Arial"/>
                <a:cs typeface="Arial"/>
                <a:sym typeface="Arial"/>
              </a:rPr>
              <a:t>: Terminate when clean-up objectives are met.</a:t>
            </a:r>
            <a:endParaRPr sz="1500" dirty="0"/>
          </a:p>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No Further Recoverable Oil</a:t>
            </a:r>
            <a:r>
              <a:rPr lang="en-US" sz="1500" dirty="0">
                <a:solidFill>
                  <a:schemeClr val="accent2"/>
                </a:solidFill>
                <a:latin typeface="Arial"/>
                <a:ea typeface="Arial"/>
                <a:cs typeface="Arial"/>
                <a:sym typeface="Arial"/>
              </a:rPr>
              <a:t>: End efforts if remaining oil cannot be effectively recovered.</a:t>
            </a:r>
            <a:endParaRPr sz="1500" dirty="0"/>
          </a:p>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Environmental Recovery</a:t>
            </a:r>
            <a:r>
              <a:rPr lang="en-US" sz="1500" dirty="0">
                <a:solidFill>
                  <a:schemeClr val="accent2"/>
                </a:solidFill>
                <a:latin typeface="Arial"/>
                <a:ea typeface="Arial"/>
                <a:cs typeface="Arial"/>
                <a:sym typeface="Arial"/>
              </a:rPr>
              <a:t>: Conclude response once affected areas meet environmental recovery criteria.</a:t>
            </a:r>
            <a:endParaRPr sz="1500" dirty="0"/>
          </a:p>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Stakeholder Consensus</a:t>
            </a:r>
            <a:r>
              <a:rPr lang="en-US" sz="1500" dirty="0">
                <a:solidFill>
                  <a:schemeClr val="accent2"/>
                </a:solidFill>
                <a:latin typeface="Arial"/>
                <a:ea typeface="Arial"/>
                <a:cs typeface="Arial"/>
                <a:sym typeface="Arial"/>
              </a:rPr>
              <a:t>: Ensure agreement among stakeholders that the response has been sufficient.</a:t>
            </a:r>
            <a:endParaRPr sz="1500" dirty="0"/>
          </a:p>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Resource Optimization</a:t>
            </a:r>
            <a:r>
              <a:rPr lang="en-US" sz="1500" dirty="0">
                <a:solidFill>
                  <a:schemeClr val="accent2"/>
                </a:solidFill>
                <a:latin typeface="Arial"/>
                <a:ea typeface="Arial"/>
                <a:cs typeface="Arial"/>
                <a:sym typeface="Arial"/>
              </a:rPr>
              <a:t>: Demobilize when resources and personnel are no longer efficiently used.</a:t>
            </a:r>
            <a:endParaRPr sz="1500" dirty="0"/>
          </a:p>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Regulatory Approval</a:t>
            </a:r>
            <a:r>
              <a:rPr lang="en-US" sz="1500" dirty="0">
                <a:solidFill>
                  <a:schemeClr val="accent2"/>
                </a:solidFill>
                <a:latin typeface="Arial"/>
                <a:ea typeface="Arial"/>
                <a:cs typeface="Arial"/>
                <a:sym typeface="Arial"/>
              </a:rPr>
              <a:t>: Finish only after meeting all regulatory requirements and obtaining official closure.</a:t>
            </a:r>
            <a:endParaRPr sz="1500" dirty="0"/>
          </a:p>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Safety Considerations</a:t>
            </a:r>
            <a:r>
              <a:rPr lang="en-US" sz="1500" dirty="0">
                <a:solidFill>
                  <a:schemeClr val="accent2"/>
                </a:solidFill>
                <a:latin typeface="Arial"/>
                <a:ea typeface="Arial"/>
                <a:cs typeface="Arial"/>
                <a:sym typeface="Arial"/>
              </a:rPr>
              <a:t>: Stop if continuing poses safety risks with minimal environmental or recovery benefits.</a:t>
            </a:r>
            <a:endParaRPr sz="1500" dirty="0"/>
          </a:p>
          <a:p>
            <a:pPr marL="285750" marR="0" lvl="0" indent="-285750" algn="l" rtl="0">
              <a:lnSpc>
                <a:spcPct val="120000"/>
              </a:lnSpc>
              <a:spcBef>
                <a:spcPts val="0"/>
              </a:spcBef>
              <a:spcAft>
                <a:spcPts val="800"/>
              </a:spcAft>
              <a:buClr>
                <a:schemeClr val="accent2"/>
              </a:buClr>
              <a:buSzPts val="1600"/>
              <a:buFont typeface="Arial"/>
              <a:buChar char="•"/>
            </a:pPr>
            <a:r>
              <a:rPr lang="en-US" sz="1500" b="1" dirty="0">
                <a:solidFill>
                  <a:schemeClr val="accent2"/>
                </a:solidFill>
                <a:latin typeface="Arial"/>
                <a:ea typeface="Arial"/>
                <a:cs typeface="Arial"/>
                <a:sym typeface="Arial"/>
              </a:rPr>
              <a:t>Economic Justification</a:t>
            </a:r>
            <a:r>
              <a:rPr lang="en-US" sz="1500" dirty="0">
                <a:solidFill>
                  <a:schemeClr val="accent2"/>
                </a:solidFill>
                <a:latin typeface="Arial"/>
                <a:ea typeface="Arial"/>
                <a:cs typeface="Arial"/>
                <a:sym typeface="Arial"/>
              </a:rPr>
              <a:t>: Evaluate if further clean-up costs are justified by the expected environmental benefits.</a:t>
            </a:r>
            <a:endParaRPr sz="1500" dirty="0"/>
          </a:p>
        </p:txBody>
      </p:sp>
      <p:sp>
        <p:nvSpPr>
          <p:cNvPr id="2" name="Rectangle 1">
            <a:extLst>
              <a:ext uri="{FF2B5EF4-FFF2-40B4-BE49-F238E27FC236}">
                <a16:creationId xmlns:a16="http://schemas.microsoft.com/office/drawing/2014/main" id="{A13B5E27-5B32-406B-B12C-59D95E057450}"/>
              </a:ext>
            </a:extLst>
          </p:cNvPr>
          <p:cNvSpPr/>
          <p:nvPr/>
        </p:nvSpPr>
        <p:spPr>
          <a:xfrm>
            <a:off x="7607300" y="457200"/>
            <a:ext cx="4127500" cy="5676900"/>
          </a:xfrm>
          <a:prstGeom prst="rect">
            <a:avLst/>
          </a:prstGeom>
          <a:solidFill>
            <a:schemeClr val="bg1"/>
          </a:solidFill>
          <a:ln>
            <a:noFill/>
          </a:ln>
          <a:effectLst>
            <a:outerShdw blurRad="63500" algn="c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oogle Shape;664;p8" descr="Termination of shoreline cleanup - a ...">
            <a:extLst>
              <a:ext uri="{FF2B5EF4-FFF2-40B4-BE49-F238E27FC236}">
                <a16:creationId xmlns:a16="http://schemas.microsoft.com/office/drawing/2014/main" id="{B6E77B9D-E938-4BCD-A589-6C32630F5B8F}"/>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a:stretch/>
        </p:blipFill>
        <p:spPr>
          <a:xfrm>
            <a:off x="7703820" y="3360421"/>
            <a:ext cx="3934460" cy="2681423"/>
          </a:xfrm>
          <a:prstGeom prst="rect">
            <a:avLst/>
          </a:prstGeom>
          <a:noFill/>
          <a:ln>
            <a:noFill/>
          </a:ln>
        </p:spPr>
      </p:pic>
      <p:pic>
        <p:nvPicPr>
          <p:cNvPr id="32" name="Google Shape;665;p8">
            <a:extLst>
              <a:ext uri="{FF2B5EF4-FFF2-40B4-BE49-F238E27FC236}">
                <a16:creationId xmlns:a16="http://schemas.microsoft.com/office/drawing/2014/main" id="{663404B4-1F43-4517-AD9B-A61CF32F2EBE}"/>
              </a:ext>
            </a:extLst>
          </p:cNvPr>
          <p:cNvPicPr preferRelativeResize="0">
            <a:picLocks/>
          </p:cNvPicPr>
          <p:nvPr/>
        </p:nvPicPr>
        <p:blipFill rotWithShape="1">
          <a:blip r:embed="rId4" cstate="email">
            <a:alphaModFix/>
            <a:extLst>
              <a:ext uri="{28A0092B-C50C-407E-A947-70E740481C1C}">
                <a14:useLocalDpi xmlns:a14="http://schemas.microsoft.com/office/drawing/2010/main"/>
              </a:ext>
            </a:extLst>
          </a:blip>
          <a:srcRect/>
          <a:stretch/>
        </p:blipFill>
        <p:spPr>
          <a:xfrm>
            <a:off x="7703820" y="557076"/>
            <a:ext cx="3934460" cy="2681423"/>
          </a:xfrm>
          <a:prstGeom prst="rect">
            <a:avLst/>
          </a:prstGeom>
          <a:noFill/>
          <a:ln>
            <a:noFill/>
          </a:ln>
        </p:spPr>
      </p:pic>
    </p:spTree>
    <p:extLst>
      <p:ext uri="{BB962C8B-B14F-4D97-AF65-F5344CB8AC3E}">
        <p14:creationId xmlns:p14="http://schemas.microsoft.com/office/powerpoint/2010/main" val="1874643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9</a:t>
            </a:fld>
            <a:endParaRPr>
              <a:latin typeface="Arial"/>
              <a:ea typeface="Arial"/>
              <a:cs typeface="Arial"/>
              <a:sym typeface="Arial"/>
            </a:endParaRPr>
          </a:p>
        </p:txBody>
      </p:sp>
      <p:sp>
        <p:nvSpPr>
          <p:cNvPr id="605" name="Google Shape;605;p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
        <p:nvSpPr>
          <p:cNvPr id="11" name="Rectangle: Rounded Corners 10">
            <a:extLst>
              <a:ext uri="{FF2B5EF4-FFF2-40B4-BE49-F238E27FC236}">
                <a16:creationId xmlns:a16="http://schemas.microsoft.com/office/drawing/2014/main" id="{2878A722-0AF9-4B23-AA19-D2CAB28399EA}"/>
              </a:ext>
            </a:extLst>
          </p:cNvPr>
          <p:cNvSpPr/>
          <p:nvPr/>
        </p:nvSpPr>
        <p:spPr bwMode="auto">
          <a:xfrm>
            <a:off x="457199" y="1273076"/>
            <a:ext cx="5194301" cy="4848324"/>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3" name="Rectangle: Rounded Corners 12">
            <a:extLst>
              <a:ext uri="{FF2B5EF4-FFF2-40B4-BE49-F238E27FC236}">
                <a16:creationId xmlns:a16="http://schemas.microsoft.com/office/drawing/2014/main" id="{DB582C3B-DA47-4F8B-9E2B-2155BF099A20}"/>
              </a:ext>
            </a:extLst>
          </p:cNvPr>
          <p:cNvSpPr/>
          <p:nvPr/>
        </p:nvSpPr>
        <p:spPr bwMode="auto">
          <a:xfrm>
            <a:off x="635683" y="1428109"/>
            <a:ext cx="4837332"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TextBox 14">
            <a:extLst>
              <a:ext uri="{FF2B5EF4-FFF2-40B4-BE49-F238E27FC236}">
                <a16:creationId xmlns:a16="http://schemas.microsoft.com/office/drawing/2014/main" id="{4BE9610B-E1B2-4510-97C5-707AF63AD194}"/>
              </a:ext>
            </a:extLst>
          </p:cNvPr>
          <p:cNvSpPr txBox="1"/>
          <p:nvPr/>
        </p:nvSpPr>
        <p:spPr>
          <a:xfrm>
            <a:off x="1744978" y="1549073"/>
            <a:ext cx="2618742" cy="338554"/>
          </a:xfrm>
          <a:prstGeom prst="rect">
            <a:avLst/>
          </a:prstGeom>
          <a:noFill/>
        </p:spPr>
        <p:txBody>
          <a:bodyPr wrap="square" anchor="ctr">
            <a:spAutoFit/>
          </a:bodyPr>
          <a:lstStyle/>
          <a:p>
            <a:pPr algn="ctr"/>
            <a:r>
              <a:rPr lang="en-US" sz="1600" b="1" dirty="0">
                <a:solidFill>
                  <a:schemeClr val="bg1"/>
                </a:solidFill>
              </a:rPr>
              <a:t>Field Operations</a:t>
            </a:r>
          </a:p>
        </p:txBody>
      </p:sp>
      <p:sp>
        <p:nvSpPr>
          <p:cNvPr id="24" name="Title 5">
            <a:extLst>
              <a:ext uri="{FF2B5EF4-FFF2-40B4-BE49-F238E27FC236}">
                <a16:creationId xmlns:a16="http://schemas.microsoft.com/office/drawing/2014/main" id="{5AC5E6FD-2BE6-4D69-853F-45F1E5BE0EDC}"/>
              </a:ext>
            </a:extLst>
          </p:cNvPr>
          <p:cNvSpPr txBox="1">
            <a:spLocks/>
          </p:cNvSpPr>
          <p:nvPr/>
        </p:nvSpPr>
        <p:spPr>
          <a:xfrm>
            <a:off x="407989" y="548680"/>
            <a:ext cx="8367711"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3200" b="1" dirty="0">
                <a:solidFill>
                  <a:schemeClr val="bg1"/>
                </a:solidFill>
              </a:rPr>
              <a:t>Terminating a Response</a:t>
            </a:r>
            <a:endParaRPr lang="en-US" sz="3200" b="1" dirty="0">
              <a:solidFill>
                <a:schemeClr val="bg1"/>
              </a:solidFill>
            </a:endParaRPr>
          </a:p>
        </p:txBody>
      </p:sp>
      <p:sp>
        <p:nvSpPr>
          <p:cNvPr id="32" name="TextBox 31">
            <a:extLst>
              <a:ext uri="{FF2B5EF4-FFF2-40B4-BE49-F238E27FC236}">
                <a16:creationId xmlns:a16="http://schemas.microsoft.com/office/drawing/2014/main" id="{68D77B9F-CBD8-4E70-8A37-3A0EB31E4012}"/>
              </a:ext>
            </a:extLst>
          </p:cNvPr>
          <p:cNvSpPr txBox="1"/>
          <p:nvPr/>
        </p:nvSpPr>
        <p:spPr>
          <a:xfrm>
            <a:off x="636224" y="2091409"/>
            <a:ext cx="4888276" cy="3349187"/>
          </a:xfrm>
          <a:prstGeom prst="rect">
            <a:avLst/>
          </a:prstGeom>
          <a:noFill/>
        </p:spPr>
        <p:txBody>
          <a:bodyPr wrap="square">
            <a:spAutoFit/>
          </a:bodyPr>
          <a:lstStyle/>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Disassemble Equipment: </a:t>
            </a:r>
            <a:r>
              <a:rPr lang="en-US" dirty="0">
                <a:solidFill>
                  <a:schemeClr val="bg1"/>
                </a:solidFill>
              </a:rPr>
              <a:t>Take apart the equipment used during the response.</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Organize Parts: </a:t>
            </a:r>
            <a:r>
              <a:rPr lang="en-US" dirty="0">
                <a:solidFill>
                  <a:schemeClr val="bg1"/>
                </a:solidFill>
              </a:rPr>
              <a:t>Keep all component parts grouped together.</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Clean Equipment: </a:t>
            </a:r>
            <a:r>
              <a:rPr lang="en-US" dirty="0">
                <a:solidFill>
                  <a:schemeClr val="bg1"/>
                </a:solidFill>
              </a:rPr>
              <a:t>Thoroughly clean all equipment before it's moved.</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Transport Equipment: </a:t>
            </a:r>
            <a:r>
              <a:rPr lang="en-US" dirty="0">
                <a:solidFill>
                  <a:schemeClr val="bg1"/>
                </a:solidFill>
              </a:rPr>
              <a:t>Safely transport equipment back to storage or other locations.</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Prevent Contamination: </a:t>
            </a:r>
            <a:r>
              <a:rPr lang="en-US" dirty="0">
                <a:solidFill>
                  <a:schemeClr val="bg1"/>
                </a:solidFill>
              </a:rPr>
              <a:t>Implement measures to prevent any secondary contamination during these processes.</a:t>
            </a:r>
          </a:p>
        </p:txBody>
      </p:sp>
      <p:sp>
        <p:nvSpPr>
          <p:cNvPr id="17" name="Rectangle: Rounded Corners 16">
            <a:extLst>
              <a:ext uri="{FF2B5EF4-FFF2-40B4-BE49-F238E27FC236}">
                <a16:creationId xmlns:a16="http://schemas.microsoft.com/office/drawing/2014/main" id="{A4CB6F37-6C54-4263-95DC-54EC8F3DE2C5}"/>
              </a:ext>
            </a:extLst>
          </p:cNvPr>
          <p:cNvSpPr/>
          <p:nvPr/>
        </p:nvSpPr>
        <p:spPr bwMode="auto">
          <a:xfrm>
            <a:off x="6540499" y="1273076"/>
            <a:ext cx="5194301" cy="4848324"/>
          </a:xfrm>
          <a:prstGeom prst="roundRect">
            <a:avLst>
              <a:gd name="adj" fmla="val 3094"/>
            </a:avLst>
          </a:prstGeom>
          <a:solidFill>
            <a:schemeClr val="bg1">
              <a:alpha val="10000"/>
            </a:schemeClr>
          </a:solidFill>
          <a:ln>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8" name="Rectangle: Rounded Corners 17">
            <a:extLst>
              <a:ext uri="{FF2B5EF4-FFF2-40B4-BE49-F238E27FC236}">
                <a16:creationId xmlns:a16="http://schemas.microsoft.com/office/drawing/2014/main" id="{7402F546-4A82-4877-9DA7-4676AFCADF61}"/>
              </a:ext>
            </a:extLst>
          </p:cNvPr>
          <p:cNvSpPr/>
          <p:nvPr/>
        </p:nvSpPr>
        <p:spPr bwMode="auto">
          <a:xfrm>
            <a:off x="6718983" y="1428109"/>
            <a:ext cx="4837332" cy="580480"/>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9" name="TextBox 18">
            <a:extLst>
              <a:ext uri="{FF2B5EF4-FFF2-40B4-BE49-F238E27FC236}">
                <a16:creationId xmlns:a16="http://schemas.microsoft.com/office/drawing/2014/main" id="{C59F65B2-B7A5-4AE5-BCAC-AC0F93388F40}"/>
              </a:ext>
            </a:extLst>
          </p:cNvPr>
          <p:cNvSpPr txBox="1"/>
          <p:nvPr/>
        </p:nvSpPr>
        <p:spPr>
          <a:xfrm>
            <a:off x="7162798" y="1549073"/>
            <a:ext cx="3949702" cy="338554"/>
          </a:xfrm>
          <a:prstGeom prst="rect">
            <a:avLst/>
          </a:prstGeom>
          <a:noFill/>
        </p:spPr>
        <p:txBody>
          <a:bodyPr wrap="square" anchor="ctr">
            <a:spAutoFit/>
          </a:bodyPr>
          <a:lstStyle/>
          <a:p>
            <a:pPr algn="ctr"/>
            <a:r>
              <a:rPr lang="en-US" sz="1600" b="1" dirty="0">
                <a:solidFill>
                  <a:schemeClr val="bg1"/>
                </a:solidFill>
              </a:rPr>
              <a:t>Incident Management Functions</a:t>
            </a:r>
          </a:p>
        </p:txBody>
      </p:sp>
      <p:sp>
        <p:nvSpPr>
          <p:cNvPr id="23" name="TextBox 22">
            <a:extLst>
              <a:ext uri="{FF2B5EF4-FFF2-40B4-BE49-F238E27FC236}">
                <a16:creationId xmlns:a16="http://schemas.microsoft.com/office/drawing/2014/main" id="{29954ADD-B56F-4282-BDD2-5D7AF427516B}"/>
              </a:ext>
            </a:extLst>
          </p:cNvPr>
          <p:cNvSpPr txBox="1"/>
          <p:nvPr/>
        </p:nvSpPr>
        <p:spPr>
          <a:xfrm>
            <a:off x="6668724" y="2091409"/>
            <a:ext cx="4888276" cy="3960636"/>
          </a:xfrm>
          <a:prstGeom prst="rect">
            <a:avLst/>
          </a:prstGeom>
          <a:noFill/>
        </p:spPr>
        <p:txBody>
          <a:bodyPr wrap="square">
            <a:spAutoFit/>
          </a:bodyPr>
          <a:lstStyle/>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Phase Out and Transfer Command: </a:t>
            </a:r>
            <a:r>
              <a:rPr lang="en-US" dirty="0">
                <a:solidFill>
                  <a:schemeClr val="bg1"/>
                </a:solidFill>
              </a:rPr>
              <a:t>Gradually reduce operations and transfer command following the organizational chart.</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Ensure Support for Field Operations: </a:t>
            </a:r>
            <a:r>
              <a:rPr lang="en-US" dirty="0">
                <a:solidFill>
                  <a:schemeClr val="bg1"/>
                </a:solidFill>
              </a:rPr>
              <a:t>Continue providing necessary support to field activities.</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Monitor and Document Actions: </a:t>
            </a:r>
            <a:r>
              <a:rPr lang="en-US" dirty="0">
                <a:solidFill>
                  <a:schemeClr val="bg1"/>
                </a:solidFill>
              </a:rPr>
              <a:t>Consistently track and document all actions and costs.</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Compile Logs and Incident Data: </a:t>
            </a:r>
            <a:r>
              <a:rPr lang="en-US" dirty="0">
                <a:solidFill>
                  <a:schemeClr val="bg1"/>
                </a:solidFill>
              </a:rPr>
              <a:t>Gather all logs and incident-related information from participants.</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Notify Authorities: </a:t>
            </a:r>
            <a:r>
              <a:rPr lang="en-US" dirty="0">
                <a:solidFill>
                  <a:schemeClr val="bg1"/>
                </a:solidFill>
              </a:rPr>
              <a:t>Inform all relevant local and national government authorities and nearby operators.</a:t>
            </a:r>
          </a:p>
          <a:p>
            <a:pPr marL="285750" indent="-285750">
              <a:lnSpc>
                <a:spcPct val="130000"/>
              </a:lnSpc>
              <a:spcAft>
                <a:spcPts val="400"/>
              </a:spcAft>
              <a:buClr>
                <a:schemeClr val="bg1"/>
              </a:buClr>
              <a:buFont typeface="Arial" panose="020B0604020202020204" pitchFamily="34" charset="0"/>
              <a:buChar char="•"/>
            </a:pPr>
            <a:r>
              <a:rPr lang="en-US" b="1" dirty="0">
                <a:solidFill>
                  <a:schemeClr val="bg1"/>
                </a:solidFill>
              </a:rPr>
              <a:t>Maintain Role Oversight: </a:t>
            </a:r>
            <a:r>
              <a:rPr lang="en-US" dirty="0">
                <a:solidFill>
                  <a:schemeClr val="bg1"/>
                </a:solidFill>
              </a:rPr>
              <a:t>Keep a clear overview of all functional roles during the scale-back process.</a:t>
            </a:r>
          </a:p>
        </p:txBody>
      </p:sp>
    </p:spTree>
    <p:extLst>
      <p:ext uri="{BB962C8B-B14F-4D97-AF65-F5344CB8AC3E}">
        <p14:creationId xmlns:p14="http://schemas.microsoft.com/office/powerpoint/2010/main" val="39246321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3"/>
        <p:cNvGrpSpPr/>
        <p:nvPr/>
      </p:nvGrpSpPr>
      <p:grpSpPr>
        <a:xfrm>
          <a:off x="0" y="0"/>
          <a:ext cx="0" cy="0"/>
          <a:chOff x="0" y="0"/>
          <a:chExt cx="0" cy="0"/>
        </a:xfrm>
      </p:grpSpPr>
      <p:sp>
        <p:nvSpPr>
          <p:cNvPr id="684" name="Google Shape;684;p1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10</a:t>
            </a:fld>
            <a:endParaRPr>
              <a:latin typeface="Arial"/>
              <a:ea typeface="Arial"/>
              <a:cs typeface="Arial"/>
              <a:sym typeface="Arial"/>
            </a:endParaRPr>
          </a:p>
        </p:txBody>
      </p:sp>
      <p:sp>
        <p:nvSpPr>
          <p:cNvPr id="685" name="Google Shape;685;p1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7 MAY 2024</a:t>
            </a:r>
            <a:endParaRPr>
              <a:latin typeface="Arial"/>
              <a:ea typeface="Arial"/>
              <a:cs typeface="Arial"/>
              <a:sym typeface="Arial"/>
            </a:endParaRPr>
          </a:p>
        </p:txBody>
      </p:sp>
      <p:sp>
        <p:nvSpPr>
          <p:cNvPr id="686" name="Google Shape;686;p10"/>
          <p:cNvSpPr txBox="1">
            <a:spLocks noGrp="1"/>
          </p:cNvSpPr>
          <p:nvPr>
            <p:ph type="title"/>
          </p:nvPr>
        </p:nvSpPr>
        <p:spPr>
          <a:xfrm>
            <a:off x="1775520" y="510770"/>
            <a:ext cx="8499013" cy="535491"/>
          </a:xfrm>
          <a:prstGeom prst="rect">
            <a:avLst/>
          </a:prstGeom>
          <a:noFill/>
          <a:ln>
            <a:noFill/>
          </a:ln>
        </p:spPr>
        <p:txBody>
          <a:bodyPr spcFirstLastPara="1" wrap="square" lIns="91425" tIns="45700" rIns="91425" bIns="45700" anchor="ctr" anchorCtr="0">
            <a:spAutoFit/>
          </a:bodyPr>
          <a:lstStyle/>
          <a:p>
            <a:pPr marL="0" lvl="0" indent="0" algn="ctr" rtl="0">
              <a:lnSpc>
                <a:spcPct val="90000"/>
              </a:lnSpc>
              <a:spcBef>
                <a:spcPts val="0"/>
              </a:spcBef>
              <a:spcAft>
                <a:spcPts val="0"/>
              </a:spcAft>
              <a:buSzPts val="1800"/>
              <a:buFont typeface="Arial"/>
              <a:buNone/>
            </a:pPr>
            <a:r>
              <a:rPr lang="en-US"/>
              <a:t>Decontamination Facilities</a:t>
            </a:r>
            <a:endParaRPr/>
          </a:p>
        </p:txBody>
      </p:sp>
      <p:pic>
        <p:nvPicPr>
          <p:cNvPr id="687" name="Google Shape;687;p10"/>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a:stretch/>
        </p:blipFill>
        <p:spPr>
          <a:xfrm>
            <a:off x="1548511" y="1478109"/>
            <a:ext cx="4331465" cy="2160240"/>
          </a:xfrm>
          <a:prstGeom prst="rect">
            <a:avLst/>
          </a:prstGeom>
          <a:noFill/>
          <a:ln>
            <a:noFill/>
          </a:ln>
        </p:spPr>
      </p:pic>
      <p:pic>
        <p:nvPicPr>
          <p:cNvPr id="688" name="Google Shape;688;p10"/>
          <p:cNvPicPr preferRelativeResize="0">
            <a:picLocks noGrp="1"/>
          </p:cNvPicPr>
          <p:nvPr>
            <p:ph type="pic" idx="3"/>
          </p:nvPr>
        </p:nvPicPr>
        <p:blipFill rotWithShape="1">
          <a:blip r:embed="rId4" cstate="email">
            <a:alphaModFix/>
            <a:extLst>
              <a:ext uri="{28A0092B-C50C-407E-A947-70E740481C1C}">
                <a14:useLocalDpi xmlns:a14="http://schemas.microsoft.com/office/drawing/2010/main"/>
              </a:ext>
            </a:extLst>
          </a:blip>
          <a:srcRect/>
          <a:stretch/>
        </p:blipFill>
        <p:spPr>
          <a:xfrm>
            <a:off x="6312024" y="1478109"/>
            <a:ext cx="4331465" cy="2160240"/>
          </a:xfrm>
          <a:prstGeom prst="rect">
            <a:avLst/>
          </a:prstGeom>
          <a:noFill/>
          <a:ln>
            <a:noFill/>
          </a:ln>
        </p:spPr>
      </p:pic>
      <p:pic>
        <p:nvPicPr>
          <p:cNvPr id="689" name="Google Shape;689;p10"/>
          <p:cNvPicPr preferRelativeResize="0">
            <a:picLocks noGrp="1"/>
          </p:cNvPicPr>
          <p:nvPr>
            <p:ph type="pic" idx="4"/>
          </p:nvPr>
        </p:nvPicPr>
        <p:blipFill rotWithShape="1">
          <a:blip r:embed="rId5" cstate="email">
            <a:alphaModFix/>
            <a:extLst>
              <a:ext uri="{28A0092B-C50C-407E-A947-70E740481C1C}">
                <a14:useLocalDpi xmlns:a14="http://schemas.microsoft.com/office/drawing/2010/main"/>
              </a:ext>
            </a:extLst>
          </a:blip>
          <a:srcRect/>
          <a:stretch/>
        </p:blipFill>
        <p:spPr>
          <a:xfrm>
            <a:off x="6312024" y="3933825"/>
            <a:ext cx="4331465" cy="2159000"/>
          </a:xfrm>
          <a:prstGeom prst="rect">
            <a:avLst/>
          </a:prstGeom>
          <a:noFill/>
          <a:ln>
            <a:noFill/>
          </a:ln>
        </p:spPr>
      </p:pic>
      <p:sp>
        <p:nvSpPr>
          <p:cNvPr id="690" name="Google Shape;690;p10"/>
          <p:cNvSpPr/>
          <p:nvPr/>
        </p:nvSpPr>
        <p:spPr>
          <a:xfrm>
            <a:off x="1548512" y="3933056"/>
            <a:ext cx="4331465" cy="216024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91" name="Google Shape;691;p10"/>
          <p:cNvSpPr txBox="1"/>
          <p:nvPr/>
        </p:nvSpPr>
        <p:spPr>
          <a:xfrm>
            <a:off x="1806031" y="4228346"/>
            <a:ext cx="3816424"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Arial"/>
                <a:ea typeface="Arial"/>
                <a:cs typeface="Arial"/>
                <a:sym typeface="Arial"/>
              </a:rPr>
              <a:t>What needs to be considered for the recovery and decontamination of equipment?</a:t>
            </a:r>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3"/>
          <p:cNvSpPr/>
          <p:nvPr/>
        </p:nvSpPr>
        <p:spPr>
          <a:xfrm>
            <a:off x="0" y="-27460"/>
            <a:ext cx="12192000" cy="2880469"/>
          </a:xfrm>
          <a:prstGeom prst="rect">
            <a:avLst/>
          </a:prstGeom>
          <a:gradFill>
            <a:gsLst>
              <a:gs pos="0">
                <a:srgbClr val="002F5F">
                  <a:alpha val="9803"/>
                </a:srgbClr>
              </a:gs>
              <a:gs pos="100000">
                <a:srgbClr val="002F5F">
                  <a:alpha val="9803"/>
                </a:srgbClr>
              </a:gs>
            </a:gsLst>
            <a:lin ang="0" scaled="0"/>
          </a:gra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716" name="Google Shape;716;p13"/>
          <p:cNvSpPr/>
          <p:nvPr/>
        </p:nvSpPr>
        <p:spPr>
          <a:xfrm>
            <a:off x="334963" y="1412776"/>
            <a:ext cx="11449050" cy="3622731"/>
          </a:xfrm>
          <a:prstGeom prst="rect">
            <a:avLst/>
          </a:prstGeom>
          <a:solidFill>
            <a:schemeClr val="lt1"/>
          </a:solidFill>
          <a:ln>
            <a:noFill/>
          </a:ln>
          <a:effectLst>
            <a:outerShdw blurRad="317500" sx="101000" sy="101000" algn="ctr" rotWithShape="0">
              <a:srgbClr val="000000">
                <a:alpha val="9803"/>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717" name="Google Shape;717;p1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latin typeface="Arial"/>
                <a:ea typeface="Arial"/>
                <a:cs typeface="Arial"/>
                <a:sym typeface="Arial"/>
              </a:rPr>
              <a:t>11</a:t>
            </a:fld>
            <a:endParaRPr>
              <a:latin typeface="Arial"/>
              <a:ea typeface="Arial"/>
              <a:cs typeface="Arial"/>
              <a:sym typeface="Arial"/>
            </a:endParaRPr>
          </a:p>
        </p:txBody>
      </p:sp>
      <p:sp>
        <p:nvSpPr>
          <p:cNvPr id="718" name="Google Shape;718;p1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latin typeface="Arial"/>
                <a:ea typeface="Arial"/>
                <a:cs typeface="Arial"/>
                <a:sym typeface="Arial"/>
              </a:rPr>
              <a:t>6 MAY 2024</a:t>
            </a:r>
            <a:endParaRPr>
              <a:latin typeface="Arial"/>
              <a:ea typeface="Arial"/>
              <a:cs typeface="Arial"/>
              <a:sym typeface="Arial"/>
            </a:endParaRPr>
          </a:p>
        </p:txBody>
      </p:sp>
      <p:sp>
        <p:nvSpPr>
          <p:cNvPr id="719" name="Google Shape;719;p13"/>
          <p:cNvSpPr txBox="1">
            <a:spLocks noGrp="1"/>
          </p:cNvSpPr>
          <p:nvPr>
            <p:ph type="title"/>
          </p:nvPr>
        </p:nvSpPr>
        <p:spPr>
          <a:xfrm>
            <a:off x="6882887" y="1765652"/>
            <a:ext cx="4829648" cy="984885"/>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accent2"/>
              </a:buClr>
              <a:buSzPts val="3200"/>
              <a:buFont typeface="Arial"/>
              <a:buNone/>
            </a:pPr>
            <a:r>
              <a:rPr lang="en-US"/>
              <a:t>How would you structure a Debrief?</a:t>
            </a:r>
            <a:endParaRPr/>
          </a:p>
        </p:txBody>
      </p:sp>
      <p:sp>
        <p:nvSpPr>
          <p:cNvPr id="720" name="Google Shape;720;p13"/>
          <p:cNvSpPr txBox="1">
            <a:spLocks noGrp="1"/>
          </p:cNvSpPr>
          <p:nvPr>
            <p:ph type="body" idx="1"/>
          </p:nvPr>
        </p:nvSpPr>
        <p:spPr>
          <a:xfrm>
            <a:off x="6882887" y="3102679"/>
            <a:ext cx="4793176" cy="1171796"/>
          </a:xfrm>
          <a:prstGeom prst="rect">
            <a:avLst/>
          </a:prstGeom>
          <a:noFill/>
          <a:ln>
            <a:noFill/>
          </a:ln>
        </p:spPr>
        <p:txBody>
          <a:bodyPr spcFirstLastPara="1" wrap="square" lIns="0" tIns="0" rIns="0" bIns="0" anchor="t" anchorCtr="0">
            <a:spAutoFit/>
          </a:bodyPr>
          <a:lstStyle/>
          <a:p>
            <a:pPr marL="285750" lvl="0" indent="-285750" algn="l" rtl="0">
              <a:lnSpc>
                <a:spcPct val="120000"/>
              </a:lnSpc>
              <a:spcBef>
                <a:spcPts val="0"/>
              </a:spcBef>
              <a:spcAft>
                <a:spcPts val="0"/>
              </a:spcAft>
              <a:buClr>
                <a:schemeClr val="accent2"/>
              </a:buClr>
              <a:buSzPts val="1800"/>
              <a:buFont typeface="Arial"/>
              <a:buChar char="•"/>
            </a:pPr>
            <a:r>
              <a:rPr lang="en-US">
                <a:latin typeface="Arial"/>
                <a:ea typeface="Arial"/>
                <a:cs typeface="Arial"/>
                <a:sym typeface="Arial"/>
              </a:rPr>
              <a:t>List the areas you would cover</a:t>
            </a:r>
            <a:endParaRPr/>
          </a:p>
          <a:p>
            <a:pPr marL="285750" lvl="0" indent="-285750" algn="l" rtl="0">
              <a:lnSpc>
                <a:spcPct val="120000"/>
              </a:lnSpc>
              <a:spcBef>
                <a:spcPts val="800"/>
              </a:spcBef>
              <a:spcAft>
                <a:spcPts val="0"/>
              </a:spcAft>
              <a:buClr>
                <a:schemeClr val="accent2"/>
              </a:buClr>
              <a:buSzPts val="1800"/>
              <a:buFont typeface="Arial"/>
              <a:buChar char="•"/>
            </a:pPr>
            <a:r>
              <a:rPr lang="en-US">
                <a:latin typeface="Arial"/>
                <a:ea typeface="Arial"/>
                <a:cs typeface="Arial"/>
                <a:sym typeface="Arial"/>
              </a:rPr>
              <a:t>Who should be present</a:t>
            </a:r>
            <a:endParaRPr/>
          </a:p>
          <a:p>
            <a:pPr marL="285750" lvl="0" indent="-285750" algn="l" rtl="0">
              <a:lnSpc>
                <a:spcPct val="120000"/>
              </a:lnSpc>
              <a:spcBef>
                <a:spcPts val="800"/>
              </a:spcBef>
              <a:spcAft>
                <a:spcPts val="0"/>
              </a:spcAft>
              <a:buClr>
                <a:schemeClr val="accent2"/>
              </a:buClr>
              <a:buSzPts val="1800"/>
              <a:buFont typeface="Arial"/>
              <a:buChar char="•"/>
            </a:pPr>
            <a:r>
              <a:rPr lang="en-US">
                <a:latin typeface="Arial"/>
                <a:ea typeface="Arial"/>
                <a:cs typeface="Arial"/>
                <a:sym typeface="Arial"/>
              </a:rPr>
              <a:t>When should it be held?</a:t>
            </a:r>
            <a:endParaRPr/>
          </a:p>
        </p:txBody>
      </p:sp>
      <p:pic>
        <p:nvPicPr>
          <p:cNvPr id="721" name="Google Shape;721;p13" descr="Generated by DALL·E"/>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a:stretch/>
        </p:blipFill>
        <p:spPr>
          <a:xfrm>
            <a:off x="525175" y="1591397"/>
            <a:ext cx="5716587" cy="326548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pic>
        <p:nvPicPr>
          <p:cNvPr id="732" name="Google Shape;732;p14"/>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a:stretch/>
        </p:blipFill>
        <p:spPr>
          <a:xfrm>
            <a:off x="6206870" y="0"/>
            <a:ext cx="5985131" cy="6858000"/>
          </a:xfrm>
          <a:prstGeom prst="rect">
            <a:avLst/>
          </a:prstGeom>
          <a:solidFill>
            <a:schemeClr val="lt2"/>
          </a:solidFill>
          <a:ln>
            <a:noFill/>
          </a:ln>
        </p:spPr>
      </p:pic>
      <p:sp>
        <p:nvSpPr>
          <p:cNvPr id="728" name="Google Shape;728;p1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6 MAY 2024</a:t>
            </a:r>
            <a:endParaRPr/>
          </a:p>
        </p:txBody>
      </p:sp>
      <p:sp>
        <p:nvSpPr>
          <p:cNvPr id="729" name="Google Shape;729;p1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12</a:t>
            </a:fld>
            <a:endParaRPr/>
          </a:p>
        </p:txBody>
      </p:sp>
      <p:sp>
        <p:nvSpPr>
          <p:cNvPr id="730" name="Google Shape;730;p14"/>
          <p:cNvSpPr txBox="1">
            <a:spLocks noGrp="1"/>
          </p:cNvSpPr>
          <p:nvPr>
            <p:ph type="ctrTitle"/>
          </p:nvPr>
        </p:nvSpPr>
        <p:spPr>
          <a:xfrm>
            <a:off x="350837" y="4518028"/>
            <a:ext cx="5688012" cy="830997"/>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000"/>
              <a:buFont typeface="Arial"/>
              <a:buNone/>
            </a:pPr>
            <a:r>
              <a:rPr lang="en-US"/>
              <a:t>Recap</a:t>
            </a:r>
            <a:endParaRPr/>
          </a:p>
        </p:txBody>
      </p:sp>
      <p:sp>
        <p:nvSpPr>
          <p:cNvPr id="731" name="Google Shape;731;p14"/>
          <p:cNvSpPr txBox="1">
            <a:spLocks noGrp="1"/>
          </p:cNvSpPr>
          <p:nvPr>
            <p:ph type="subTitle" idx="1"/>
          </p:nvPr>
        </p:nvSpPr>
        <p:spPr>
          <a:xfrm>
            <a:off x="391318" y="5589895"/>
            <a:ext cx="5688012" cy="30777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2000"/>
              <a:buFont typeface="Arial"/>
              <a:buNone/>
            </a:pPr>
            <a:r>
              <a:rPr lang="en-US" sz="2000"/>
              <a:t>List three things you have learnt from this session</a:t>
            </a:r>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theme/theme1.xml><?xml version="1.0" encoding="utf-8"?>
<a:theme xmlns:a="http://schemas.openxmlformats.org/drawingml/2006/main" name="lamor">
  <a:themeElements>
    <a:clrScheme name="Lamor">
      <a:dk1>
        <a:srgbClr val="000000"/>
      </a:dk1>
      <a:lt1>
        <a:srgbClr val="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amor">
      <a:dk1>
        <a:srgbClr val="000000"/>
      </a:dk1>
      <a:lt1>
        <a:srgbClr val="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F62CD321841A42A9E7421C52D774D4" ma:contentTypeVersion="18" ma:contentTypeDescription="Create a new document." ma:contentTypeScope="" ma:versionID="3e43966c63210ab09c9b558ee6cd8d05">
  <xsd:schema xmlns:xsd="http://www.w3.org/2001/XMLSchema" xmlns:xs="http://www.w3.org/2001/XMLSchema" xmlns:p="http://schemas.microsoft.com/office/2006/metadata/properties" xmlns:ns2="f0436948-a84c-4eca-b610-55dcc70f19ac" xmlns:ns3="9dc8e53c-ea3d-41cd-8c60-25d5239dfb64" targetNamespace="http://schemas.microsoft.com/office/2006/metadata/properties" ma:root="true" ma:fieldsID="e35ea1581cfccd9461f237ead91bca45" ns2:_="" ns3:_="">
    <xsd:import namespace="f0436948-a84c-4eca-b610-55dcc70f19ac"/>
    <xsd:import namespace="9dc8e53c-ea3d-41cd-8c60-25d5239dfb64"/>
    <xsd:element name="properties">
      <xsd:complexType>
        <xsd:sequence>
          <xsd:element name="documentManagement">
            <xsd:complexType>
              <xsd:all>
                <xsd:element ref="ns2:MigrationWizId" minOccurs="0"/>
                <xsd:element ref="ns2:MigrationWizIdPermissions" minOccurs="0"/>
                <xsd:element ref="ns2:MigrationWizIdVersion" minOccurs="0"/>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36948-a84c-4eca-b610-55dcc70f19a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73844e6-26ab-4283-9ac6-416b1f24dba7"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c8e53c-ea3d-41cd-8c60-25d5239dfb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d703df-f07d-4cc1-bd71-ce67e06ab0d8}" ma:internalName="TaxCatchAll" ma:showField="CatchAllData" ma:web="9dc8e53c-ea3d-41cd-8c60-25d5239dfb64">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BE93BE-9878-4963-9155-823646404C02}">
  <ds:schemaRefs>
    <ds:schemaRef ds:uri="http://schemas.microsoft.com/sharepoint/v3/contenttype/forms"/>
  </ds:schemaRefs>
</ds:datastoreItem>
</file>

<file path=customXml/itemProps2.xml><?xml version="1.0" encoding="utf-8"?>
<ds:datastoreItem xmlns:ds="http://schemas.openxmlformats.org/officeDocument/2006/customXml" ds:itemID="{2122887D-270B-4CE2-899F-C303FEFC89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36948-a84c-4eca-b610-55dcc70f19ac"/>
    <ds:schemaRef ds:uri="9dc8e53c-ea3d-41cd-8c60-25d5239df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87</TotalTime>
  <Words>2467</Words>
  <Application>Microsoft Macintosh PowerPoint</Application>
  <PresentationFormat>Widescreen</PresentationFormat>
  <Paragraphs>204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lamor</vt:lpstr>
      <vt:lpstr>Spill Response Termination</vt:lpstr>
      <vt:lpstr>PowerPoint Presentation</vt:lpstr>
      <vt:lpstr>What are the steps to terminating a spill response?</vt:lpstr>
      <vt:lpstr>PowerPoint Presentation</vt:lpstr>
      <vt:lpstr>PowerPoint Presentation</vt:lpstr>
      <vt:lpstr>PowerPoint Presentation</vt:lpstr>
      <vt:lpstr>When should we terminate?</vt:lpstr>
      <vt:lpstr>PowerPoint Presentation</vt:lpstr>
      <vt:lpstr>PowerPoint Presentation</vt:lpstr>
      <vt:lpstr>Decontamination Facilities</vt:lpstr>
      <vt:lpstr>How would you structure a Debrief?</vt:lpstr>
      <vt:lpstr>Recap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Spill Response Termination</dc:title>
  <dc:creator>Pia Hoffren</dc:creator>
  <cp:lastModifiedBy>pekka Eskelinen</cp:lastModifiedBy>
  <cp:revision>23</cp:revision>
  <dcterms:created xsi:type="dcterms:W3CDTF">2023-01-17T08:01:00Z</dcterms:created>
  <dcterms:modified xsi:type="dcterms:W3CDTF">2026-10-01T09:21:25Z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0x0101006533BD2AE748184E95213713DC51845A</vt:lpwstr>
  </property>
  <property fmtid="{D5CDD505-2E9C-101B-9397-08002B2CF9AE}" pid="3" name="MediaServiceImageTags">
    <vt:lpwstr/>
  </property>
</Properties>
</file>