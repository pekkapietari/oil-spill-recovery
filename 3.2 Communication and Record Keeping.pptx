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23"/>
  </p:notesMasterIdLst>
  <p:sldIdLst>
    <p:sldId id="613" r:id="rId2"/>
    <p:sldId id="410" r:id="rId3"/>
    <p:sldId id="610" r:id="rId4"/>
    <p:sldId id="369" r:id="rId5"/>
    <p:sldId id="323" r:id="rId6"/>
    <p:sldId id="356" r:id="rId7"/>
    <p:sldId id="357" r:id="rId8"/>
    <p:sldId id="358" r:id="rId9"/>
    <p:sldId id="609" r:id="rId10"/>
    <p:sldId id="597" r:id="rId11"/>
    <p:sldId id="463" r:id="rId12"/>
    <p:sldId id="465" r:id="rId13"/>
    <p:sldId id="619" r:id="rId14"/>
    <p:sldId id="621" r:id="rId15"/>
    <p:sldId id="622" r:id="rId16"/>
    <p:sldId id="298" r:id="rId17"/>
    <p:sldId id="300" r:id="rId18"/>
    <p:sldId id="302" r:id="rId19"/>
    <p:sldId id="304" r:id="rId20"/>
    <p:sldId id="310" r:id="rId21"/>
    <p:sldId id="62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200" y="232"/>
      </p:cViewPr>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3D042A-AE07-4433-9CF9-304B49415B15}" type="datetimeFigureOut">
              <a:rPr lang="en-GB" smtClean="0"/>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D50A57-186A-4253-A18A-02977F361462}" type="slidenum">
              <a:rPr lang="en-GB" smtClean="0"/>
              <a:t>‹#›</a:t>
            </a:fld>
            <a:endParaRPr lang="en-GB"/>
          </a:p>
        </p:txBody>
      </p:sp>
    </p:spTree>
    <p:extLst>
      <p:ext uri="{BB962C8B-B14F-4D97-AF65-F5344CB8AC3E}">
        <p14:creationId xmlns:p14="http://schemas.microsoft.com/office/powerpoint/2010/main" val="3706501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3073E37-28B6-45BB-8BC7-DAB37045298D}" type="slidenum">
              <a:rPr lang="en-GB" smtClean="0"/>
              <a:pPr>
                <a:defRPr/>
              </a:pPr>
              <a:t>2</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r>
              <a:rPr lang="en-GB" dirty="0"/>
              <a:t>This summaries the intent of the ICS201.</a:t>
            </a:r>
          </a:p>
          <a:p>
            <a:r>
              <a:rPr lang="en-GB" dirty="0"/>
              <a:t>Emphasise it represents the initial IAP (in effect) and much</a:t>
            </a:r>
            <a:r>
              <a:rPr lang="en-GB" baseline="0" dirty="0"/>
              <a:t> of the information is derived from the ERP’s</a:t>
            </a:r>
            <a:endParaRPr lang="en-GB" dirty="0"/>
          </a:p>
        </p:txBody>
      </p:sp>
      <p:sp>
        <p:nvSpPr>
          <p:cNvPr id="4" name="Slide Number Placeholder 3"/>
          <p:cNvSpPr>
            <a:spLocks noGrp="1"/>
          </p:cNvSpPr>
          <p:nvPr>
            <p:ph type="sldNum" sz="quarter" idx="10"/>
          </p:nvPr>
        </p:nvSpPr>
        <p:spPr/>
        <p:txBody>
          <a:bodyPr/>
          <a:lstStyle/>
          <a:p>
            <a:fld id="{DE799493-6412-4470-9830-D005B358D66E}" type="slidenum">
              <a:rPr lang="en-GB" smtClean="0"/>
              <a:pPr/>
              <a:t>3</a:t>
            </a:fld>
            <a:endParaRPr lang="en-GB"/>
          </a:p>
        </p:txBody>
      </p:sp>
    </p:spTree>
    <p:extLst>
      <p:ext uri="{BB962C8B-B14F-4D97-AF65-F5344CB8AC3E}">
        <p14:creationId xmlns:p14="http://schemas.microsoft.com/office/powerpoint/2010/main" val="3141389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419A2688-6A29-4EA2-85D5-4977693F8F4B}"/>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6DB6F5DD-0278-41F5-8404-6C85CE0FA077}"/>
              </a:ext>
            </a:extLst>
          </p:cNvPr>
          <p:cNvSpPr>
            <a:spLocks noGrp="1" noChangeArrowheads="1"/>
          </p:cNvSpPr>
          <p:nvPr>
            <p:ph type="sldNum" sz="quarter" idx="5"/>
          </p:nvPr>
        </p:nvSpPr>
        <p:spPr>
          <a:ln/>
        </p:spPr>
        <p:txBody>
          <a:bodyPr/>
          <a:lstStyle/>
          <a:p>
            <a:r>
              <a:rPr lang="en-GB" altLang="en-US"/>
              <a:t>Page </a:t>
            </a:r>
            <a:fld id="{D051FEDE-DDAC-40B9-8020-B7A3169E65FE}" type="slidenum">
              <a:rPr lang="en-GB" altLang="en-US"/>
              <a:pPr/>
              <a:t>4</a:t>
            </a:fld>
            <a:endParaRPr lang="en-GB" altLang="en-US">
              <a:latin typeface="Times New Roman" panose="02020603050405020304" pitchFamily="18" charset="0"/>
            </a:endParaRPr>
          </a:p>
        </p:txBody>
      </p:sp>
      <p:sp>
        <p:nvSpPr>
          <p:cNvPr id="376834" name="Rectangle 2">
            <a:extLst>
              <a:ext uri="{FF2B5EF4-FFF2-40B4-BE49-F238E27FC236}">
                <a16:creationId xmlns:a16="http://schemas.microsoft.com/office/drawing/2014/main" id="{1A40AE01-3C74-421E-BA03-E498D804C626}"/>
              </a:ext>
            </a:extLst>
          </p:cNvPr>
          <p:cNvSpPr>
            <a:spLocks noGrp="1" noRot="1" noChangeAspect="1" noChangeArrowheads="1" noTextEdit="1"/>
          </p:cNvSpPr>
          <p:nvPr>
            <p:ph type="sldImg"/>
          </p:nvPr>
        </p:nvSpPr>
        <p:spPr>
          <a:xfrm>
            <a:off x="182563" y="738188"/>
            <a:ext cx="6492875" cy="3652837"/>
          </a:xfrm>
          <a:ln/>
        </p:spPr>
      </p:sp>
      <p:sp>
        <p:nvSpPr>
          <p:cNvPr id="376835" name="Rectangle 3">
            <a:extLst>
              <a:ext uri="{FF2B5EF4-FFF2-40B4-BE49-F238E27FC236}">
                <a16:creationId xmlns:a16="http://schemas.microsoft.com/office/drawing/2014/main" id="{80C616D1-C3B2-408F-ADBA-FA21AB99C098}"/>
              </a:ext>
            </a:extLst>
          </p:cNvPr>
          <p:cNvSpPr>
            <a:spLocks noGrp="1" noChangeArrowheads="1"/>
          </p:cNvSpPr>
          <p:nvPr>
            <p:ph type="body" idx="1"/>
          </p:nvPr>
        </p:nvSpPr>
        <p:spPr/>
        <p:txBody>
          <a:bodyPr/>
          <a:lstStyle/>
          <a:p>
            <a:pPr>
              <a:buFont typeface="Wingdings" panose="05000000000000000000" pitchFamily="2" charset="2"/>
              <a:buChar char="S"/>
            </a:pPr>
            <a:r>
              <a:rPr lang="en-GB" altLang="en-US"/>
              <a:t> Agree a channel for all operation at the start of the day and test prior to start of work</a:t>
            </a:r>
          </a:p>
        </p:txBody>
      </p:sp>
    </p:spTree>
    <p:extLst>
      <p:ext uri="{BB962C8B-B14F-4D97-AF65-F5344CB8AC3E}">
        <p14:creationId xmlns:p14="http://schemas.microsoft.com/office/powerpoint/2010/main" val="717471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11B31279-2951-462F-882E-CA5963C42E8A}"/>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8E0469DE-3B1E-46C7-BEFB-A2E7BCFB2D5E}"/>
              </a:ext>
            </a:extLst>
          </p:cNvPr>
          <p:cNvSpPr>
            <a:spLocks noGrp="1" noChangeArrowheads="1"/>
          </p:cNvSpPr>
          <p:nvPr>
            <p:ph type="sldNum" sz="quarter" idx="5"/>
          </p:nvPr>
        </p:nvSpPr>
        <p:spPr>
          <a:ln/>
        </p:spPr>
        <p:txBody>
          <a:bodyPr/>
          <a:lstStyle/>
          <a:p>
            <a:r>
              <a:rPr lang="en-GB" altLang="en-US"/>
              <a:t>Page </a:t>
            </a:r>
            <a:fld id="{52D013EC-329A-4D39-AE79-5C84F1350C52}" type="slidenum">
              <a:rPr lang="en-GB" altLang="en-US"/>
              <a:pPr/>
              <a:t>5</a:t>
            </a:fld>
            <a:endParaRPr lang="en-GB" altLang="en-US">
              <a:latin typeface="Times New Roman" panose="02020603050405020304" pitchFamily="18" charset="0"/>
            </a:endParaRPr>
          </a:p>
        </p:txBody>
      </p:sp>
      <p:sp>
        <p:nvSpPr>
          <p:cNvPr id="375810" name="Rectangle 2">
            <a:extLst>
              <a:ext uri="{FF2B5EF4-FFF2-40B4-BE49-F238E27FC236}">
                <a16:creationId xmlns:a16="http://schemas.microsoft.com/office/drawing/2014/main" id="{7094C948-FDE4-4B2F-AC50-393DB8C424E4}"/>
              </a:ext>
            </a:extLst>
          </p:cNvPr>
          <p:cNvSpPr>
            <a:spLocks noGrp="1" noRot="1" noChangeAspect="1" noChangeArrowheads="1" noTextEdit="1"/>
          </p:cNvSpPr>
          <p:nvPr>
            <p:ph type="sldImg"/>
          </p:nvPr>
        </p:nvSpPr>
        <p:spPr>
          <a:xfrm>
            <a:off x="182563" y="738188"/>
            <a:ext cx="6492875" cy="3652837"/>
          </a:xfrm>
          <a:ln/>
        </p:spPr>
      </p:sp>
      <p:sp>
        <p:nvSpPr>
          <p:cNvPr id="375811" name="Rectangle 3">
            <a:extLst>
              <a:ext uri="{FF2B5EF4-FFF2-40B4-BE49-F238E27FC236}">
                <a16:creationId xmlns:a16="http://schemas.microsoft.com/office/drawing/2014/main" id="{EFB23889-FAC8-4689-B11A-0D21A6E7CD3E}"/>
              </a:ext>
            </a:extLst>
          </p:cNvPr>
          <p:cNvSpPr>
            <a:spLocks noGrp="1" noChangeArrowheads="1"/>
          </p:cNvSpPr>
          <p:nvPr>
            <p:ph type="body" idx="1"/>
          </p:nvPr>
        </p:nvSpPr>
        <p:spPr/>
        <p:txBody>
          <a:bodyPr/>
          <a:lstStyle/>
          <a:p>
            <a:r>
              <a:rPr lang="en-GB" altLang="en-US"/>
              <a:t>May have problems with certain communication methods depending on the terrain.</a:t>
            </a:r>
          </a:p>
        </p:txBody>
      </p:sp>
    </p:spTree>
    <p:extLst>
      <p:ext uri="{BB962C8B-B14F-4D97-AF65-F5344CB8AC3E}">
        <p14:creationId xmlns:p14="http://schemas.microsoft.com/office/powerpoint/2010/main" val="1696295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24B3054C-6694-4EDC-98B8-0B57D225F078}"/>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B3826272-32D1-4BAD-AAF3-D59A26D66537}"/>
              </a:ext>
            </a:extLst>
          </p:cNvPr>
          <p:cNvSpPr>
            <a:spLocks noGrp="1" noChangeArrowheads="1"/>
          </p:cNvSpPr>
          <p:nvPr>
            <p:ph type="sldNum" sz="quarter" idx="5"/>
          </p:nvPr>
        </p:nvSpPr>
        <p:spPr>
          <a:ln/>
        </p:spPr>
        <p:txBody>
          <a:bodyPr/>
          <a:lstStyle/>
          <a:p>
            <a:r>
              <a:rPr lang="en-GB" altLang="en-US"/>
              <a:t>Page </a:t>
            </a:r>
            <a:fld id="{7053345A-BA0B-4F3C-8897-CE82324DC430}" type="slidenum">
              <a:rPr lang="en-GB" altLang="en-US"/>
              <a:pPr/>
              <a:t>6</a:t>
            </a:fld>
            <a:endParaRPr lang="en-GB" altLang="en-US">
              <a:latin typeface="Times New Roman" panose="02020603050405020304" pitchFamily="18" charset="0"/>
            </a:endParaRPr>
          </a:p>
        </p:txBody>
      </p:sp>
      <p:sp>
        <p:nvSpPr>
          <p:cNvPr id="367618" name="Rectangle 2">
            <a:extLst>
              <a:ext uri="{FF2B5EF4-FFF2-40B4-BE49-F238E27FC236}">
                <a16:creationId xmlns:a16="http://schemas.microsoft.com/office/drawing/2014/main" id="{3FCFEBB0-EF9A-45BB-9A1C-3080D7311706}"/>
              </a:ext>
            </a:extLst>
          </p:cNvPr>
          <p:cNvSpPr>
            <a:spLocks noGrp="1" noRot="1" noChangeAspect="1" noChangeArrowheads="1" noTextEdit="1"/>
          </p:cNvSpPr>
          <p:nvPr>
            <p:ph type="sldImg"/>
          </p:nvPr>
        </p:nvSpPr>
        <p:spPr>
          <a:xfrm>
            <a:off x="182563" y="738188"/>
            <a:ext cx="6492875" cy="3652837"/>
          </a:xfrm>
          <a:ln/>
        </p:spPr>
      </p:sp>
      <p:sp>
        <p:nvSpPr>
          <p:cNvPr id="367619" name="Rectangle 3">
            <a:extLst>
              <a:ext uri="{FF2B5EF4-FFF2-40B4-BE49-F238E27FC236}">
                <a16:creationId xmlns:a16="http://schemas.microsoft.com/office/drawing/2014/main" id="{6A8770C8-1DF6-468C-8531-4040E0B1DC57}"/>
              </a:ext>
            </a:extLst>
          </p:cNvPr>
          <p:cNvSpPr>
            <a:spLocks noGrp="1" noChangeArrowheads="1"/>
          </p:cNvSpPr>
          <p:nvPr>
            <p:ph type="body" idx="1"/>
          </p:nvPr>
        </p:nvSpPr>
        <p:spPr/>
        <p:txBody>
          <a:bodyPr/>
          <a:lstStyle/>
          <a:p>
            <a:pPr>
              <a:buFont typeface="Wingdings" panose="05000000000000000000" pitchFamily="2" charset="2"/>
              <a:buNone/>
            </a:pPr>
            <a:r>
              <a:rPr lang="en-GB" altLang="en-US"/>
              <a:t>Regardless of who they are and what they are doing, anyone who requires to go on to an operational site needs to be briefed on the situation so that they know the facts.</a:t>
            </a:r>
          </a:p>
          <a:p>
            <a:pPr>
              <a:buFont typeface="Wingdings" panose="05000000000000000000" pitchFamily="2" charset="2"/>
              <a:buNone/>
            </a:pPr>
            <a:r>
              <a:rPr lang="en-GB" altLang="en-US"/>
              <a:t>What information they require will vary depending on the reason that they are there.</a:t>
            </a:r>
          </a:p>
        </p:txBody>
      </p:sp>
    </p:spTree>
    <p:extLst>
      <p:ext uri="{BB962C8B-B14F-4D97-AF65-F5344CB8AC3E}">
        <p14:creationId xmlns:p14="http://schemas.microsoft.com/office/powerpoint/2010/main" val="1511955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5A01E1E2-6131-4AA6-97F9-4E14B7889823}"/>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853B96A0-DB07-4DDF-8E39-D342E78949A6}"/>
              </a:ext>
            </a:extLst>
          </p:cNvPr>
          <p:cNvSpPr>
            <a:spLocks noGrp="1" noChangeArrowheads="1"/>
          </p:cNvSpPr>
          <p:nvPr>
            <p:ph type="sldNum" sz="quarter" idx="5"/>
          </p:nvPr>
        </p:nvSpPr>
        <p:spPr>
          <a:ln/>
        </p:spPr>
        <p:txBody>
          <a:bodyPr/>
          <a:lstStyle/>
          <a:p>
            <a:r>
              <a:rPr lang="en-GB" altLang="en-US"/>
              <a:t>Page </a:t>
            </a:r>
            <a:fld id="{322EB697-06C0-4091-A782-E51E83A0F02F}" type="slidenum">
              <a:rPr lang="en-GB" altLang="en-US"/>
              <a:pPr/>
              <a:t>7</a:t>
            </a:fld>
            <a:endParaRPr lang="en-GB" altLang="en-US">
              <a:latin typeface="Times New Roman" panose="02020603050405020304" pitchFamily="18" charset="0"/>
            </a:endParaRPr>
          </a:p>
        </p:txBody>
      </p:sp>
      <p:sp>
        <p:nvSpPr>
          <p:cNvPr id="368642" name="Rectangle 2">
            <a:extLst>
              <a:ext uri="{FF2B5EF4-FFF2-40B4-BE49-F238E27FC236}">
                <a16:creationId xmlns:a16="http://schemas.microsoft.com/office/drawing/2014/main" id="{7125D12F-4902-4709-A104-873262F0B113}"/>
              </a:ext>
            </a:extLst>
          </p:cNvPr>
          <p:cNvSpPr>
            <a:spLocks noGrp="1" noRot="1" noChangeAspect="1" noChangeArrowheads="1" noTextEdit="1"/>
          </p:cNvSpPr>
          <p:nvPr>
            <p:ph type="sldImg"/>
          </p:nvPr>
        </p:nvSpPr>
        <p:spPr>
          <a:xfrm>
            <a:off x="182563" y="738188"/>
            <a:ext cx="6492875" cy="3652837"/>
          </a:xfrm>
          <a:ln/>
        </p:spPr>
      </p:sp>
      <p:sp>
        <p:nvSpPr>
          <p:cNvPr id="368643" name="Rectangle 3">
            <a:extLst>
              <a:ext uri="{FF2B5EF4-FFF2-40B4-BE49-F238E27FC236}">
                <a16:creationId xmlns:a16="http://schemas.microsoft.com/office/drawing/2014/main" id="{84E7B1B1-044F-4167-9251-6AEFEF649CCA}"/>
              </a:ext>
            </a:extLst>
          </p:cNvPr>
          <p:cNvSpPr>
            <a:spLocks noGrp="1" noChangeArrowheads="1"/>
          </p:cNvSpPr>
          <p:nvPr>
            <p:ph type="body" idx="1"/>
          </p:nvPr>
        </p:nvSpPr>
        <p:spPr/>
        <p:txBody>
          <a:bodyPr/>
          <a:lstStyle/>
          <a:p>
            <a:r>
              <a:rPr lang="en-GB" altLang="en-US"/>
              <a:t>Safety</a:t>
            </a:r>
          </a:p>
          <a:p>
            <a:pPr>
              <a:buFont typeface="Wingdings" panose="05000000000000000000" pitchFamily="2" charset="2"/>
              <a:buChar char="S"/>
            </a:pPr>
            <a:r>
              <a:rPr lang="en-GB" altLang="en-US"/>
              <a:t> For some people it will be an alien environment and far removed from their normal day to day surroundings.</a:t>
            </a:r>
          </a:p>
          <a:p>
            <a:pPr>
              <a:buFont typeface="Wingdings" panose="05000000000000000000" pitchFamily="2" charset="2"/>
              <a:buChar char="S"/>
            </a:pPr>
            <a:r>
              <a:rPr lang="en-GB" altLang="en-US"/>
              <a:t> Makes them aware of the situation.</a:t>
            </a:r>
          </a:p>
          <a:p>
            <a:pPr>
              <a:buFont typeface="Wingdings" panose="05000000000000000000" pitchFamily="2" charset="2"/>
              <a:buChar char="S"/>
            </a:pPr>
            <a:r>
              <a:rPr lang="en-GB" altLang="en-US"/>
              <a:t> There may be safety issues from other sites that need to be made known regarding safety.</a:t>
            </a:r>
          </a:p>
          <a:p>
            <a:pPr>
              <a:buFont typeface="Wingdings" panose="05000000000000000000" pitchFamily="2" charset="2"/>
              <a:buNone/>
            </a:pPr>
            <a:r>
              <a:rPr lang="en-GB" altLang="en-US"/>
              <a:t>Objectives</a:t>
            </a:r>
          </a:p>
          <a:p>
            <a:pPr>
              <a:buFont typeface="Wingdings" panose="05000000000000000000" pitchFamily="2" charset="2"/>
              <a:buChar char="S"/>
            </a:pPr>
            <a:r>
              <a:rPr lang="en-GB" altLang="en-US"/>
              <a:t> Everyone knows the boundaries and the end goal.</a:t>
            </a:r>
          </a:p>
          <a:p>
            <a:pPr>
              <a:buFont typeface="Wingdings" panose="05000000000000000000" pitchFamily="2" charset="2"/>
              <a:buChar char="S"/>
            </a:pPr>
            <a:r>
              <a:rPr lang="en-GB" altLang="en-US"/>
              <a:t> Gives them a reason why they are there.</a:t>
            </a:r>
          </a:p>
          <a:p>
            <a:pPr>
              <a:buFont typeface="Wingdings" panose="05000000000000000000" pitchFamily="2" charset="2"/>
              <a:buNone/>
            </a:pPr>
            <a:r>
              <a:rPr lang="en-GB" altLang="en-US"/>
              <a:t>Overview</a:t>
            </a:r>
          </a:p>
          <a:p>
            <a:pPr>
              <a:buFont typeface="Wingdings" panose="05000000000000000000" pitchFamily="2" charset="2"/>
              <a:buChar char="S"/>
            </a:pPr>
            <a:r>
              <a:rPr lang="en-GB" altLang="en-US"/>
              <a:t> There may be a number of sites that are operational and it worth knowing how they are doing.</a:t>
            </a:r>
          </a:p>
          <a:p>
            <a:pPr>
              <a:buFont typeface="Wingdings" panose="05000000000000000000" pitchFamily="2" charset="2"/>
              <a:buNone/>
            </a:pPr>
            <a:r>
              <a:rPr lang="en-GB" altLang="en-US"/>
              <a:t>Roll Call</a:t>
            </a:r>
          </a:p>
          <a:p>
            <a:pPr>
              <a:buFont typeface="Wingdings" panose="05000000000000000000" pitchFamily="2" charset="2"/>
              <a:buChar char="S"/>
            </a:pPr>
            <a:r>
              <a:rPr lang="en-GB" altLang="en-US"/>
              <a:t> To ensure all personnel that you had the previous day have returned.</a:t>
            </a:r>
          </a:p>
          <a:p>
            <a:pPr>
              <a:buFont typeface="Wingdings" panose="05000000000000000000" pitchFamily="2" charset="2"/>
              <a:buNone/>
            </a:pPr>
            <a:r>
              <a:rPr lang="en-GB" altLang="en-US"/>
              <a:t>Questions</a:t>
            </a:r>
          </a:p>
          <a:p>
            <a:pPr>
              <a:buFont typeface="Wingdings" panose="05000000000000000000" pitchFamily="2" charset="2"/>
              <a:buChar char="S"/>
            </a:pPr>
            <a:r>
              <a:rPr lang="en-GB" altLang="en-US"/>
              <a:t> Things may have been discussed the previous the evening and questions arisen. </a:t>
            </a:r>
          </a:p>
        </p:txBody>
      </p:sp>
    </p:spTree>
    <p:extLst>
      <p:ext uri="{BB962C8B-B14F-4D97-AF65-F5344CB8AC3E}">
        <p14:creationId xmlns:p14="http://schemas.microsoft.com/office/powerpoint/2010/main" val="877570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7B5B88DB-1677-42EC-ADB0-396E6C48DD87}"/>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4E6EEB23-6460-414B-8E2A-BDDC24759F49}"/>
              </a:ext>
            </a:extLst>
          </p:cNvPr>
          <p:cNvSpPr>
            <a:spLocks noGrp="1" noChangeArrowheads="1"/>
          </p:cNvSpPr>
          <p:nvPr>
            <p:ph type="sldNum" sz="quarter" idx="5"/>
          </p:nvPr>
        </p:nvSpPr>
        <p:spPr>
          <a:ln/>
        </p:spPr>
        <p:txBody>
          <a:bodyPr/>
          <a:lstStyle/>
          <a:p>
            <a:r>
              <a:rPr lang="en-GB" altLang="en-US"/>
              <a:t>Page </a:t>
            </a:r>
            <a:fld id="{A9F41A37-CDF8-486D-8463-9CBFF03D4433}" type="slidenum">
              <a:rPr lang="en-GB" altLang="en-US"/>
              <a:pPr/>
              <a:t>8</a:t>
            </a:fld>
            <a:endParaRPr lang="en-GB" altLang="en-US">
              <a:latin typeface="Times New Roman" panose="02020603050405020304" pitchFamily="18" charset="0"/>
            </a:endParaRPr>
          </a:p>
        </p:txBody>
      </p:sp>
      <p:sp>
        <p:nvSpPr>
          <p:cNvPr id="369666" name="Rectangle 2">
            <a:extLst>
              <a:ext uri="{FF2B5EF4-FFF2-40B4-BE49-F238E27FC236}">
                <a16:creationId xmlns:a16="http://schemas.microsoft.com/office/drawing/2014/main" id="{A423553E-741E-4B84-B091-35995ED87FCF}"/>
              </a:ext>
            </a:extLst>
          </p:cNvPr>
          <p:cNvSpPr>
            <a:spLocks noGrp="1" noRot="1" noChangeAspect="1" noChangeArrowheads="1" noTextEdit="1"/>
          </p:cNvSpPr>
          <p:nvPr>
            <p:ph type="sldImg"/>
          </p:nvPr>
        </p:nvSpPr>
        <p:spPr>
          <a:xfrm>
            <a:off x="182563" y="738188"/>
            <a:ext cx="6492875" cy="3652837"/>
          </a:xfrm>
          <a:ln/>
        </p:spPr>
      </p:sp>
      <p:sp>
        <p:nvSpPr>
          <p:cNvPr id="369667" name="Rectangle 3">
            <a:extLst>
              <a:ext uri="{FF2B5EF4-FFF2-40B4-BE49-F238E27FC236}">
                <a16:creationId xmlns:a16="http://schemas.microsoft.com/office/drawing/2014/main" id="{5D36CC85-4F98-4883-A08C-AEBCC6006036}"/>
              </a:ext>
            </a:extLst>
          </p:cNvPr>
          <p:cNvSpPr>
            <a:spLocks noGrp="1" noChangeArrowheads="1"/>
          </p:cNvSpPr>
          <p:nvPr>
            <p:ph type="body" idx="1"/>
          </p:nvPr>
        </p:nvSpPr>
        <p:spPr/>
        <p:txBody>
          <a:bodyPr/>
          <a:lstStyle/>
          <a:p>
            <a:pPr>
              <a:buFont typeface="Wingdings" panose="05000000000000000000" pitchFamily="2" charset="2"/>
              <a:buChar char="S"/>
            </a:pPr>
            <a:r>
              <a:rPr lang="en-GB" altLang="en-US"/>
              <a:t> Protect from the elements rain or sun.</a:t>
            </a:r>
          </a:p>
          <a:p>
            <a:pPr>
              <a:buFont typeface="Wingdings" panose="05000000000000000000" pitchFamily="2" charset="2"/>
              <a:buChar char="S"/>
            </a:pPr>
            <a:r>
              <a:rPr lang="en-GB" altLang="en-US"/>
              <a:t> Quiet area so that people can hear you and do not possibly miss an important point.</a:t>
            </a:r>
          </a:p>
          <a:p>
            <a:pPr>
              <a:buFont typeface="Wingdings" panose="05000000000000000000" pitchFamily="2" charset="2"/>
              <a:buChar char="S"/>
            </a:pPr>
            <a:r>
              <a:rPr lang="en-GB" altLang="en-US"/>
              <a:t> Somewhere where the focus is on you and not things going on around them.</a:t>
            </a:r>
          </a:p>
          <a:p>
            <a:pPr>
              <a:buFont typeface="Wingdings" panose="05000000000000000000" pitchFamily="2" charset="2"/>
              <a:buChar char="S"/>
            </a:pPr>
            <a:r>
              <a:rPr lang="en-GB" altLang="en-US"/>
              <a:t> Prior to entering the work zone because there maybe some safety issues that need to be addressed in the brief. </a:t>
            </a:r>
          </a:p>
        </p:txBody>
      </p:sp>
    </p:spTree>
    <p:extLst>
      <p:ext uri="{BB962C8B-B14F-4D97-AF65-F5344CB8AC3E}">
        <p14:creationId xmlns:p14="http://schemas.microsoft.com/office/powerpoint/2010/main" val="755455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7B5B88DB-1677-42EC-ADB0-396E6C48DD87}"/>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4E6EEB23-6460-414B-8E2A-BDDC24759F49}"/>
              </a:ext>
            </a:extLst>
          </p:cNvPr>
          <p:cNvSpPr>
            <a:spLocks noGrp="1" noChangeArrowheads="1"/>
          </p:cNvSpPr>
          <p:nvPr>
            <p:ph type="sldNum" sz="quarter" idx="5"/>
          </p:nvPr>
        </p:nvSpPr>
        <p:spPr>
          <a:ln/>
        </p:spPr>
        <p:txBody>
          <a:bodyPr/>
          <a:lstStyle/>
          <a:p>
            <a:r>
              <a:rPr lang="en-GB" altLang="en-US"/>
              <a:t>Page </a:t>
            </a:r>
            <a:fld id="{A9F41A37-CDF8-486D-8463-9CBFF03D4433}" type="slidenum">
              <a:rPr lang="en-GB" altLang="en-US"/>
              <a:pPr/>
              <a:t>9</a:t>
            </a:fld>
            <a:endParaRPr lang="en-GB" altLang="en-US">
              <a:latin typeface="Times New Roman" panose="02020603050405020304" pitchFamily="18" charset="0"/>
            </a:endParaRPr>
          </a:p>
        </p:txBody>
      </p:sp>
      <p:sp>
        <p:nvSpPr>
          <p:cNvPr id="369666" name="Rectangle 2">
            <a:extLst>
              <a:ext uri="{FF2B5EF4-FFF2-40B4-BE49-F238E27FC236}">
                <a16:creationId xmlns:a16="http://schemas.microsoft.com/office/drawing/2014/main" id="{A423553E-741E-4B84-B091-35995ED87FCF}"/>
              </a:ext>
            </a:extLst>
          </p:cNvPr>
          <p:cNvSpPr>
            <a:spLocks noGrp="1" noRot="1" noChangeAspect="1" noChangeArrowheads="1" noTextEdit="1"/>
          </p:cNvSpPr>
          <p:nvPr>
            <p:ph type="sldImg"/>
          </p:nvPr>
        </p:nvSpPr>
        <p:spPr>
          <a:xfrm>
            <a:off x="182563" y="738188"/>
            <a:ext cx="6492875" cy="3652837"/>
          </a:xfrm>
          <a:ln/>
        </p:spPr>
      </p:sp>
      <p:sp>
        <p:nvSpPr>
          <p:cNvPr id="369667" name="Rectangle 3">
            <a:extLst>
              <a:ext uri="{FF2B5EF4-FFF2-40B4-BE49-F238E27FC236}">
                <a16:creationId xmlns:a16="http://schemas.microsoft.com/office/drawing/2014/main" id="{5D36CC85-4F98-4883-A08C-AEBCC6006036}"/>
              </a:ext>
            </a:extLst>
          </p:cNvPr>
          <p:cNvSpPr>
            <a:spLocks noGrp="1" noChangeArrowheads="1"/>
          </p:cNvSpPr>
          <p:nvPr>
            <p:ph type="body" idx="1"/>
          </p:nvPr>
        </p:nvSpPr>
        <p:spPr/>
        <p:txBody>
          <a:bodyPr/>
          <a:lstStyle/>
          <a:p>
            <a:pPr>
              <a:buFont typeface="Wingdings" panose="05000000000000000000" pitchFamily="2" charset="2"/>
              <a:buChar char="S"/>
            </a:pPr>
            <a:r>
              <a:rPr lang="en-GB" altLang="en-US"/>
              <a:t> Protect from the elements rain or sun.</a:t>
            </a:r>
          </a:p>
          <a:p>
            <a:pPr>
              <a:buFont typeface="Wingdings" panose="05000000000000000000" pitchFamily="2" charset="2"/>
              <a:buChar char="S"/>
            </a:pPr>
            <a:r>
              <a:rPr lang="en-GB" altLang="en-US"/>
              <a:t> Quiet area so that people can hear you and do not possibly miss an important point.</a:t>
            </a:r>
          </a:p>
          <a:p>
            <a:pPr>
              <a:buFont typeface="Wingdings" panose="05000000000000000000" pitchFamily="2" charset="2"/>
              <a:buChar char="S"/>
            </a:pPr>
            <a:r>
              <a:rPr lang="en-GB" altLang="en-US"/>
              <a:t> Somewhere where the focus is on you and not things going on around them.</a:t>
            </a:r>
          </a:p>
          <a:p>
            <a:pPr>
              <a:buFont typeface="Wingdings" panose="05000000000000000000" pitchFamily="2" charset="2"/>
              <a:buChar char="S"/>
            </a:pPr>
            <a:r>
              <a:rPr lang="en-GB" altLang="en-US"/>
              <a:t> Prior to entering the work zone because there maybe some safety issues that need to be addressed in the brief. </a:t>
            </a:r>
          </a:p>
        </p:txBody>
      </p:sp>
    </p:spTree>
    <p:extLst>
      <p:ext uri="{BB962C8B-B14F-4D97-AF65-F5344CB8AC3E}">
        <p14:creationId xmlns:p14="http://schemas.microsoft.com/office/powerpoint/2010/main" val="3708933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3EAABEA-7010-4BF8-8D13-37E9BC79F55B}"/>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77C5C7AD-BD0A-4319-A81B-D5DADC86C4C3}"/>
              </a:ext>
            </a:extLst>
          </p:cNvPr>
          <p:cNvSpPr>
            <a:spLocks noGrp="1" noChangeArrowheads="1"/>
          </p:cNvSpPr>
          <p:nvPr>
            <p:ph type="sldNum" sz="quarter" idx="5"/>
          </p:nvPr>
        </p:nvSpPr>
        <p:spPr>
          <a:ln/>
        </p:spPr>
        <p:txBody>
          <a:bodyPr/>
          <a:lstStyle/>
          <a:p>
            <a:r>
              <a:rPr lang="en-GB" altLang="en-US"/>
              <a:t>Page </a:t>
            </a:r>
            <a:fld id="{BEB79476-1E43-4CD9-A396-18B492FF0889}" type="slidenum">
              <a:rPr lang="en-GB" altLang="en-US"/>
              <a:pPr/>
              <a:t>10</a:t>
            </a:fld>
            <a:endParaRPr lang="en-GB" altLang="en-US">
              <a:latin typeface="Times New Roman" panose="02020603050405020304" pitchFamily="18" charset="0"/>
            </a:endParaRPr>
          </a:p>
        </p:txBody>
      </p:sp>
      <p:sp>
        <p:nvSpPr>
          <p:cNvPr id="414722" name="Rectangle 1026">
            <a:extLst>
              <a:ext uri="{FF2B5EF4-FFF2-40B4-BE49-F238E27FC236}">
                <a16:creationId xmlns:a16="http://schemas.microsoft.com/office/drawing/2014/main" id="{37591F92-A08D-477C-9E45-DD3DD8E25861}"/>
              </a:ext>
            </a:extLst>
          </p:cNvPr>
          <p:cNvSpPr>
            <a:spLocks noGrp="1" noRot="1" noChangeAspect="1" noChangeArrowheads="1" noTextEdit="1"/>
          </p:cNvSpPr>
          <p:nvPr>
            <p:ph type="sldImg"/>
          </p:nvPr>
        </p:nvSpPr>
        <p:spPr>
          <a:xfrm>
            <a:off x="182563" y="738188"/>
            <a:ext cx="6492875" cy="3652837"/>
          </a:xfrm>
          <a:ln/>
        </p:spPr>
      </p:sp>
      <p:sp>
        <p:nvSpPr>
          <p:cNvPr id="414723" name="Rectangle 1027">
            <a:extLst>
              <a:ext uri="{FF2B5EF4-FFF2-40B4-BE49-F238E27FC236}">
                <a16:creationId xmlns:a16="http://schemas.microsoft.com/office/drawing/2014/main" id="{20B1BF30-F778-4368-A5AC-4CF9C9B759D2}"/>
              </a:ext>
            </a:extLst>
          </p:cNvPr>
          <p:cNvSpPr>
            <a:spLocks noGrp="1" noChangeArrowheads="1"/>
          </p:cNvSpPr>
          <p:nvPr>
            <p:ph type="body" idx="1"/>
          </p:nvPr>
        </p:nvSpPr>
        <p:spPr/>
        <p:txBody>
          <a:bodyPr/>
          <a:lstStyle/>
          <a:p>
            <a:pPr>
              <a:buFont typeface="Wingdings" panose="05000000000000000000" pitchFamily="2" charset="2"/>
              <a:buChar char="S"/>
            </a:pPr>
            <a:r>
              <a:rPr lang="en-GB" altLang="en-US" dirty="0"/>
              <a:t> Brief the personnel on all aspects of the days operation and complete a safety briefing and train personnel on the operation of equipment if they are not familiar with it.</a:t>
            </a:r>
          </a:p>
          <a:p>
            <a:pPr>
              <a:buFont typeface="Wingdings" panose="05000000000000000000" pitchFamily="2" charset="2"/>
              <a:buChar char="S"/>
            </a:pPr>
            <a:r>
              <a:rPr lang="en-GB" altLang="en-US" dirty="0"/>
              <a:t> Set achievable objectives.</a:t>
            </a:r>
          </a:p>
          <a:p>
            <a:pPr>
              <a:buFont typeface="Wingdings" panose="05000000000000000000" pitchFamily="2" charset="2"/>
              <a:buChar char="S"/>
            </a:pPr>
            <a:r>
              <a:rPr lang="en-GB" altLang="en-US" dirty="0"/>
              <a:t> Ensure all personnel are wearing the correct PPE for the location.</a:t>
            </a:r>
          </a:p>
          <a:p>
            <a:pPr>
              <a:buFont typeface="Wingdings" panose="05000000000000000000" pitchFamily="2" charset="2"/>
              <a:buChar char="S"/>
            </a:pPr>
            <a:r>
              <a:rPr lang="en-GB" altLang="en-US" dirty="0"/>
              <a:t> Allocate equipment and tasks.</a:t>
            </a:r>
          </a:p>
        </p:txBody>
      </p:sp>
    </p:spTree>
    <p:extLst>
      <p:ext uri="{BB962C8B-B14F-4D97-AF65-F5344CB8AC3E}">
        <p14:creationId xmlns:p14="http://schemas.microsoft.com/office/powerpoint/2010/main" val="1849922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B818E232-667B-4395-8DB0-E0D1AB78527C}"/>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5414E298-F3B4-46FF-A2FE-5F41A199171F}"/>
              </a:ext>
            </a:extLst>
          </p:cNvPr>
          <p:cNvSpPr>
            <a:spLocks noGrp="1" noChangeArrowheads="1"/>
          </p:cNvSpPr>
          <p:nvPr>
            <p:ph type="sldNum" sz="quarter" idx="5"/>
          </p:nvPr>
        </p:nvSpPr>
        <p:spPr>
          <a:ln/>
        </p:spPr>
        <p:txBody>
          <a:bodyPr/>
          <a:lstStyle/>
          <a:p>
            <a:r>
              <a:rPr lang="en-GB" altLang="en-US"/>
              <a:t>Page </a:t>
            </a:r>
            <a:fld id="{A08E1333-CDA3-4256-980B-14664B99AE1A}" type="slidenum">
              <a:rPr lang="en-GB" altLang="en-US"/>
              <a:pPr/>
              <a:t>11</a:t>
            </a:fld>
            <a:endParaRPr lang="en-GB" altLang="en-US">
              <a:latin typeface="Times New Roman" panose="02020603050405020304" pitchFamily="18" charset="0"/>
            </a:endParaRPr>
          </a:p>
        </p:txBody>
      </p:sp>
      <p:sp>
        <p:nvSpPr>
          <p:cNvPr id="418818" name="Rectangle 1026">
            <a:extLst>
              <a:ext uri="{FF2B5EF4-FFF2-40B4-BE49-F238E27FC236}">
                <a16:creationId xmlns:a16="http://schemas.microsoft.com/office/drawing/2014/main" id="{684CEF52-8FD9-4006-9B31-144B81609F52}"/>
              </a:ext>
            </a:extLst>
          </p:cNvPr>
          <p:cNvSpPr>
            <a:spLocks noGrp="1" noRot="1" noChangeAspect="1" noChangeArrowheads="1" noTextEdit="1"/>
          </p:cNvSpPr>
          <p:nvPr>
            <p:ph type="sldImg"/>
          </p:nvPr>
        </p:nvSpPr>
        <p:spPr>
          <a:xfrm>
            <a:off x="182563" y="738188"/>
            <a:ext cx="6492875" cy="3652837"/>
          </a:xfrm>
          <a:ln/>
        </p:spPr>
      </p:sp>
      <p:sp>
        <p:nvSpPr>
          <p:cNvPr id="418819" name="Rectangle 1027">
            <a:extLst>
              <a:ext uri="{FF2B5EF4-FFF2-40B4-BE49-F238E27FC236}">
                <a16:creationId xmlns:a16="http://schemas.microsoft.com/office/drawing/2014/main" id="{5E7ED567-2177-4BE9-BCDF-7517CB0EB9A9}"/>
              </a:ext>
            </a:extLst>
          </p:cNvPr>
          <p:cNvSpPr>
            <a:spLocks noGrp="1" noChangeArrowheads="1"/>
          </p:cNvSpPr>
          <p:nvPr>
            <p:ph type="body" idx="1"/>
          </p:nvPr>
        </p:nvSpPr>
        <p:spPr/>
        <p:txBody>
          <a:bodyPr/>
          <a:lstStyle/>
          <a:p>
            <a:pPr>
              <a:buFont typeface="Wingdings" panose="05000000000000000000" pitchFamily="2" charset="2"/>
              <a:buChar char="S"/>
            </a:pPr>
            <a:r>
              <a:rPr lang="en-GB" altLang="en-US"/>
              <a:t> Ensure the progress report is completed by 15.00 and submitted.</a:t>
            </a:r>
          </a:p>
          <a:p>
            <a:pPr>
              <a:buFont typeface="Wingdings" panose="05000000000000000000" pitchFamily="2" charset="2"/>
              <a:buChar char="S"/>
            </a:pPr>
            <a:r>
              <a:rPr lang="en-GB" altLang="en-US"/>
              <a:t> All waste collected is above the high water mark in a controlled and marked area</a:t>
            </a:r>
          </a:p>
          <a:p>
            <a:pPr>
              <a:buFont typeface="Wingdings" panose="05000000000000000000" pitchFamily="2" charset="2"/>
              <a:buChar char="S"/>
            </a:pPr>
            <a:r>
              <a:rPr lang="en-GB" altLang="en-US"/>
              <a:t> Any equipment and personnel go through the correct procedures for decontamination</a:t>
            </a:r>
          </a:p>
          <a:p>
            <a:pPr>
              <a:buFont typeface="Wingdings" panose="05000000000000000000" pitchFamily="2" charset="2"/>
              <a:buChar char="S"/>
            </a:pPr>
            <a:r>
              <a:rPr lang="en-GB" altLang="en-US"/>
              <a:t> Complete and sign off log.</a:t>
            </a:r>
          </a:p>
        </p:txBody>
      </p:sp>
    </p:spTree>
    <p:extLst>
      <p:ext uri="{BB962C8B-B14F-4D97-AF65-F5344CB8AC3E}">
        <p14:creationId xmlns:p14="http://schemas.microsoft.com/office/powerpoint/2010/main" val="594568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A36481C4-BD12-4A01-A38E-C9A6DCF2B334}"/>
              </a:ext>
            </a:extLst>
          </p:cNvPr>
          <p:cNvSpPr>
            <a:spLocks noGrp="1" noChangeArrowheads="1"/>
          </p:cNvSpPr>
          <p:nvPr>
            <p:ph type="ftr" sz="quarter" idx="4"/>
          </p:nvPr>
        </p:nvSpPr>
        <p:spPr>
          <a:ln/>
        </p:spPr>
        <p:txBody>
          <a:bodyPr/>
          <a:lstStyle/>
          <a:p>
            <a:r>
              <a:rPr lang="en-GB" altLang="en-US"/>
              <a:t>00? Module Title</a:t>
            </a:r>
          </a:p>
        </p:txBody>
      </p:sp>
      <p:sp>
        <p:nvSpPr>
          <p:cNvPr id="5" name="Rectangle 11">
            <a:extLst>
              <a:ext uri="{FF2B5EF4-FFF2-40B4-BE49-F238E27FC236}">
                <a16:creationId xmlns:a16="http://schemas.microsoft.com/office/drawing/2014/main" id="{2BD2E364-742B-4E23-9859-6E48D55664A2}"/>
              </a:ext>
            </a:extLst>
          </p:cNvPr>
          <p:cNvSpPr>
            <a:spLocks noGrp="1" noChangeArrowheads="1"/>
          </p:cNvSpPr>
          <p:nvPr>
            <p:ph type="sldNum" sz="quarter" idx="5"/>
          </p:nvPr>
        </p:nvSpPr>
        <p:spPr>
          <a:ln/>
        </p:spPr>
        <p:txBody>
          <a:bodyPr/>
          <a:lstStyle/>
          <a:p>
            <a:r>
              <a:rPr lang="en-GB" altLang="en-US"/>
              <a:t>Page </a:t>
            </a:r>
            <a:fld id="{5B806E88-9514-4170-B390-BE3474FA2D3E}" type="slidenum">
              <a:rPr lang="en-GB" altLang="en-US"/>
              <a:pPr/>
              <a:t>12</a:t>
            </a:fld>
            <a:endParaRPr lang="en-GB" altLang="en-US">
              <a:latin typeface="Times New Roman" panose="02020603050405020304" pitchFamily="18" charset="0"/>
            </a:endParaRPr>
          </a:p>
        </p:txBody>
      </p:sp>
      <p:sp>
        <p:nvSpPr>
          <p:cNvPr id="422914" name="Rectangle 2050">
            <a:extLst>
              <a:ext uri="{FF2B5EF4-FFF2-40B4-BE49-F238E27FC236}">
                <a16:creationId xmlns:a16="http://schemas.microsoft.com/office/drawing/2014/main" id="{82D9FD5B-020A-4DF0-914D-47D21AE4E743}"/>
              </a:ext>
            </a:extLst>
          </p:cNvPr>
          <p:cNvSpPr>
            <a:spLocks noGrp="1" noRot="1" noChangeAspect="1" noChangeArrowheads="1" noTextEdit="1"/>
          </p:cNvSpPr>
          <p:nvPr>
            <p:ph type="sldImg"/>
          </p:nvPr>
        </p:nvSpPr>
        <p:spPr>
          <a:xfrm>
            <a:off x="182563" y="738188"/>
            <a:ext cx="6492875" cy="3652837"/>
          </a:xfrm>
          <a:ln/>
        </p:spPr>
      </p:sp>
      <p:sp>
        <p:nvSpPr>
          <p:cNvPr id="422915" name="Rectangle 2051">
            <a:extLst>
              <a:ext uri="{FF2B5EF4-FFF2-40B4-BE49-F238E27FC236}">
                <a16:creationId xmlns:a16="http://schemas.microsoft.com/office/drawing/2014/main" id="{AF8052C9-F10A-4DAE-9937-9A5D9A22AD97}"/>
              </a:ext>
            </a:extLst>
          </p:cNvPr>
          <p:cNvSpPr>
            <a:spLocks noGrp="1" noChangeArrowheads="1"/>
          </p:cNvSpPr>
          <p:nvPr>
            <p:ph type="body" idx="1"/>
          </p:nvPr>
        </p:nvSpPr>
        <p:spPr/>
        <p:txBody>
          <a:bodyPr/>
          <a:lstStyle/>
          <a:p>
            <a:pPr>
              <a:buFont typeface="Wingdings" panose="05000000000000000000" pitchFamily="2" charset="2"/>
              <a:buChar char="S"/>
            </a:pPr>
            <a:r>
              <a:rPr lang="en-GB" altLang="en-US"/>
              <a:t> If possible pre-identify someone else to deal with the media. If the beach master is taken off site to speak to the media then work should stop because he is the safety officer overseeing the whole job and all operations.</a:t>
            </a:r>
          </a:p>
          <a:p>
            <a:pPr>
              <a:buFont typeface="Wingdings" panose="05000000000000000000" pitchFamily="2" charset="2"/>
              <a:buChar char="S"/>
            </a:pPr>
            <a:r>
              <a:rPr lang="en-GB" altLang="en-US"/>
              <a:t> Do not let the media have a  free hand, escort them at all times to limit who they talk to and what they see.</a:t>
            </a:r>
          </a:p>
          <a:p>
            <a:pPr>
              <a:buFont typeface="Wingdings" panose="05000000000000000000" pitchFamily="2" charset="2"/>
              <a:buChar char="S"/>
            </a:pPr>
            <a:r>
              <a:rPr lang="en-GB" altLang="en-US"/>
              <a:t> Comment on the area you are working on and for more in depth information refer them to the press officer.</a:t>
            </a:r>
          </a:p>
          <a:p>
            <a:pPr>
              <a:buFont typeface="Wingdings" panose="05000000000000000000" pitchFamily="2" charset="2"/>
              <a:buChar char="S"/>
            </a:pPr>
            <a:r>
              <a:rPr lang="en-GB" altLang="en-US"/>
              <a:t> Never speculate on your site or any others and do not lie.Keep to the facts.</a:t>
            </a:r>
          </a:p>
          <a:p>
            <a:pPr>
              <a:buFont typeface="Wingdings" panose="05000000000000000000" pitchFamily="2" charset="2"/>
              <a:buChar char="S"/>
            </a:pPr>
            <a:r>
              <a:rPr lang="en-GB" altLang="en-US"/>
              <a:t> Set a time limit for their visit as it can be disruptive and slow the task down.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
            <a:extLst>
              <a:ext uri="{FF2B5EF4-FFF2-40B4-BE49-F238E27FC236}">
                <a16:creationId xmlns:a16="http://schemas.microsoft.com/office/drawing/2014/main" id="{33F15305-5F43-49EE-A5EC-8937FD64883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500">
                <a:latin typeface="Tahoma" panose="020B0604030504040204" pitchFamily="34" charset="0"/>
              </a:rPr>
              <a:t>00? Module Title</a:t>
            </a:r>
          </a:p>
        </p:txBody>
      </p:sp>
      <p:sp>
        <p:nvSpPr>
          <p:cNvPr id="46083" name="Rectangle 11">
            <a:extLst>
              <a:ext uri="{FF2B5EF4-FFF2-40B4-BE49-F238E27FC236}">
                <a16:creationId xmlns:a16="http://schemas.microsoft.com/office/drawing/2014/main" id="{74121268-8AAE-4B32-A875-E3E3A08F24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500">
                <a:latin typeface="Tahoma" panose="020B0604030504040204" pitchFamily="34" charset="0"/>
              </a:rPr>
              <a:t>Page </a:t>
            </a:r>
            <a:fld id="{968EDB90-1880-4B24-9E4E-4F6464115296}" type="slidenum">
              <a:rPr lang="en-GB" altLang="en-US" sz="1500">
                <a:latin typeface="Tahoma" panose="020B0604030504040204" pitchFamily="34" charset="0"/>
              </a:rPr>
              <a:pPr/>
              <a:t>13</a:t>
            </a:fld>
            <a:endParaRPr lang="en-GB" altLang="en-US" sz="1500"/>
          </a:p>
        </p:txBody>
      </p:sp>
      <p:sp>
        <p:nvSpPr>
          <p:cNvPr id="46084" name="Rectangle 1026">
            <a:extLst>
              <a:ext uri="{FF2B5EF4-FFF2-40B4-BE49-F238E27FC236}">
                <a16:creationId xmlns:a16="http://schemas.microsoft.com/office/drawing/2014/main" id="{F449A581-6F1F-4F4E-9B39-9005544A9FDF}"/>
              </a:ext>
            </a:extLst>
          </p:cNvPr>
          <p:cNvSpPr>
            <a:spLocks noGrp="1" noRot="1" noChangeAspect="1" noChangeArrowheads="1" noTextEdit="1"/>
          </p:cNvSpPr>
          <p:nvPr>
            <p:ph type="sldImg"/>
          </p:nvPr>
        </p:nvSpPr>
        <p:spPr>
          <a:ln/>
        </p:spPr>
      </p:sp>
      <p:sp>
        <p:nvSpPr>
          <p:cNvPr id="46085" name="Rectangle 1027">
            <a:extLst>
              <a:ext uri="{FF2B5EF4-FFF2-40B4-BE49-F238E27FC236}">
                <a16:creationId xmlns:a16="http://schemas.microsoft.com/office/drawing/2014/main" id="{37209E30-5454-4944-9DE9-4AE5EE3683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3073E37-28B6-45BB-8BC7-DAB37045298D}" type="slidenum">
              <a:rPr lang="en-GB" smtClean="0"/>
              <a:pPr>
                <a:defRPr/>
              </a:pPr>
              <a:t>21</a:t>
            </a:fld>
            <a:endParaRPr lang="en-GB"/>
          </a:p>
        </p:txBody>
      </p:sp>
    </p:spTree>
    <p:extLst>
      <p:ext uri="{BB962C8B-B14F-4D97-AF65-F5344CB8AC3E}">
        <p14:creationId xmlns:p14="http://schemas.microsoft.com/office/powerpoint/2010/main" val="1413119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720003" y="1268417"/>
            <a:ext cx="8828684" cy="700002"/>
          </a:xfrm>
        </p:spPr>
        <p:txBody>
          <a:bodyPr>
            <a:noAutofit/>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9FAA86FC-4745-4C7D-B81B-1CD5258F9BF2}"/>
              </a:ext>
            </a:extLst>
          </p:cNvPr>
          <p:cNvSpPr>
            <a:spLocks noGrp="1"/>
          </p:cNvSpPr>
          <p:nvPr>
            <p:ph type="dt" sz="half" idx="10"/>
          </p:nvPr>
        </p:nvSpPr>
        <p:spPr/>
        <p:txBody>
          <a:bodyPr/>
          <a:lstStyle/>
          <a:p>
            <a:fld id="{386086A4-6416-4283-BDD4-15C21460E6CC}" type="datetime1">
              <a:rPr lang="en-GB" smtClean="0"/>
              <a:t>01/10/2026</a:t>
            </a:fld>
            <a:endParaRPr lang="en-GB"/>
          </a:p>
        </p:txBody>
      </p:sp>
      <p:sp>
        <p:nvSpPr>
          <p:cNvPr id="4" name="Footer Placeholder 3">
            <a:extLst>
              <a:ext uri="{FF2B5EF4-FFF2-40B4-BE49-F238E27FC236}">
                <a16:creationId xmlns:a16="http://schemas.microsoft.com/office/drawing/2014/main" id="{A72408F3-66CB-4EF6-9CB4-A98DBDDD4F95}"/>
              </a:ext>
            </a:extLst>
          </p:cNvPr>
          <p:cNvSpPr>
            <a:spLocks noGrp="1"/>
          </p:cNvSpPr>
          <p:nvPr>
            <p:ph type="ftr" sz="quarter" idx="11"/>
          </p:nvPr>
        </p:nvSpPr>
        <p:spPr>
          <a:xfrm>
            <a:off x="720000" y="6489701"/>
            <a:ext cx="2616286" cy="368300"/>
          </a:xfrm>
          <a:prstGeom prst="rect">
            <a:avLst/>
          </a:prstGeom>
        </p:spPr>
        <p:txBody>
          <a:bodyPr/>
          <a:lstStyle/>
          <a:p>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p>
            <a:fld id="{15C4061A-2165-47F5-BBF1-B8788B8FD819}" type="slidenum">
              <a:rPr lang="en-GB" smtClean="0"/>
              <a:pPr/>
              <a:t>‹#›</a:t>
            </a:fld>
            <a:endParaRPr lang="en-GB" dirty="0"/>
          </a:p>
        </p:txBody>
      </p:sp>
      <p:sp>
        <p:nvSpPr>
          <p:cNvPr id="10" name="Text Placeholder 9">
            <a:extLst>
              <a:ext uri="{FF2B5EF4-FFF2-40B4-BE49-F238E27FC236}">
                <a16:creationId xmlns:a16="http://schemas.microsoft.com/office/drawing/2014/main" id="{2EE2B329-E901-4621-9C38-20E18D11A8BA}"/>
              </a:ext>
            </a:extLst>
          </p:cNvPr>
          <p:cNvSpPr>
            <a:spLocks noGrp="1"/>
          </p:cNvSpPr>
          <p:nvPr>
            <p:ph type="body" sz="quarter" idx="13"/>
          </p:nvPr>
        </p:nvSpPr>
        <p:spPr>
          <a:xfrm>
            <a:off x="720000" y="3240000"/>
            <a:ext cx="4754005" cy="1838628"/>
          </a:xfrm>
          <a:noFill/>
        </p:spPr>
        <p:txBody>
          <a:bodyPr lIns="0" tIns="0" rIns="0" bIns="0">
            <a:noAutofit/>
          </a:bodyPr>
          <a:lstStyle>
            <a:lvl1pPr marL="0" indent="0" algn="l">
              <a:buFontTx/>
              <a:buNone/>
              <a:defRPr sz="2580" cap="all" baseline="0"/>
            </a:lvl1pPr>
            <a:lvl2pPr marL="268065" indent="0" algn="l">
              <a:buFontTx/>
              <a:buNone/>
              <a:defRPr/>
            </a:lvl2pPr>
            <a:lvl3pPr marL="536131" indent="0" algn="l">
              <a:buFontTx/>
              <a:buNone/>
              <a:defRPr/>
            </a:lvl3pPr>
            <a:lvl4pPr marL="804196" indent="0" algn="l">
              <a:buFontTx/>
              <a:buNone/>
              <a:defRPr/>
            </a:lvl4pPr>
            <a:lvl5pPr marL="1072262" indent="0" algn="l">
              <a:buFontTx/>
              <a:buNone/>
              <a:defRPr/>
            </a:lvl5pPr>
          </a:lstStyle>
          <a:p>
            <a:pPr lvl="0"/>
            <a:r>
              <a:rPr lang="en-US"/>
              <a:t>Click to edit Master text styles</a:t>
            </a:r>
          </a:p>
        </p:txBody>
      </p:sp>
    </p:spTree>
    <p:extLst>
      <p:ext uri="{BB962C8B-B14F-4D97-AF65-F5344CB8AC3E}">
        <p14:creationId xmlns:p14="http://schemas.microsoft.com/office/powerpoint/2010/main" val="180187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720003" y="1268417"/>
            <a:ext cx="8828684" cy="700002"/>
          </a:xfrm>
        </p:spPr>
        <p:txBody>
          <a:bodyPr>
            <a:noAutofit/>
          </a:bodyPr>
          <a:lstStyle>
            <a:lvl1pPr>
              <a:defRPr>
                <a:solidFill>
                  <a:schemeClr val="tx1"/>
                </a:solidFill>
              </a:defRPr>
            </a:lvl1pPr>
          </a:lstStyle>
          <a:p>
            <a:r>
              <a:rPr lang="en-US"/>
              <a:t>Click to edit Master title style</a:t>
            </a:r>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lvl1pPr>
              <a:defRPr>
                <a:solidFill>
                  <a:schemeClr val="tx1"/>
                </a:solidFill>
              </a:defRPr>
            </a:lvl1pPr>
          </a:lstStyle>
          <a:p>
            <a:fld id="{15C4061A-2165-47F5-BBF1-B8788B8FD819}" type="slidenum">
              <a:rPr lang="en-GB" smtClean="0"/>
              <a:pPr/>
              <a:t>‹#›</a:t>
            </a:fld>
            <a:endParaRPr lang="en-GB" dirty="0"/>
          </a:p>
        </p:txBody>
      </p:sp>
      <p:sp>
        <p:nvSpPr>
          <p:cNvPr id="10" name="Text Placeholder 9">
            <a:extLst>
              <a:ext uri="{FF2B5EF4-FFF2-40B4-BE49-F238E27FC236}">
                <a16:creationId xmlns:a16="http://schemas.microsoft.com/office/drawing/2014/main" id="{2EE2B329-E901-4621-9C38-20E18D11A8BA}"/>
              </a:ext>
            </a:extLst>
          </p:cNvPr>
          <p:cNvSpPr>
            <a:spLocks noGrp="1"/>
          </p:cNvSpPr>
          <p:nvPr>
            <p:ph type="body" sz="quarter" idx="13"/>
          </p:nvPr>
        </p:nvSpPr>
        <p:spPr>
          <a:xfrm>
            <a:off x="720000" y="3240000"/>
            <a:ext cx="4754005" cy="1838628"/>
          </a:xfrm>
          <a:noFill/>
        </p:spPr>
        <p:txBody>
          <a:bodyPr lIns="0" tIns="0" rIns="0" bIns="0">
            <a:noAutofit/>
          </a:bodyPr>
          <a:lstStyle>
            <a:lvl1pPr marL="0" indent="0" algn="l">
              <a:buFontTx/>
              <a:buNone/>
              <a:defRPr sz="2580" cap="all" baseline="0">
                <a:solidFill>
                  <a:schemeClr val="tx1"/>
                </a:solidFill>
              </a:defRPr>
            </a:lvl1pPr>
            <a:lvl2pPr marL="268065" indent="0" algn="l">
              <a:buFontTx/>
              <a:buNone/>
              <a:defRPr/>
            </a:lvl2pPr>
            <a:lvl3pPr marL="536131" indent="0" algn="l">
              <a:buFontTx/>
              <a:buNone/>
              <a:defRPr/>
            </a:lvl3pPr>
            <a:lvl4pPr marL="804196" indent="0" algn="l">
              <a:buFontTx/>
              <a:buNone/>
              <a:defRPr/>
            </a:lvl4pPr>
            <a:lvl5pPr marL="1072262" indent="0" algn="l">
              <a:buFontTx/>
              <a:buNone/>
              <a:defRPr/>
            </a:lvl5pPr>
          </a:lstStyle>
          <a:p>
            <a:pPr lvl="0"/>
            <a:r>
              <a:rPr lang="en-US"/>
              <a:t>Click to edit Master text styles</a:t>
            </a:r>
          </a:p>
        </p:txBody>
      </p:sp>
    </p:spTree>
    <p:extLst>
      <p:ext uri="{BB962C8B-B14F-4D97-AF65-F5344CB8AC3E}">
        <p14:creationId xmlns:p14="http://schemas.microsoft.com/office/powerpoint/2010/main" val="151894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age light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0" y="568411"/>
            <a:ext cx="8093806" cy="534788"/>
          </a:xfrm>
        </p:spPr>
        <p:txBody>
          <a:bodyPr>
            <a:noAutofit/>
          </a:bodyPr>
          <a:lstStyle>
            <a:lvl1pPr>
              <a:defRPr>
                <a:solidFill>
                  <a:schemeClr val="tx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81892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age dark header">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0A39DDA-0B35-49F0-94BF-B451709FED84}"/>
              </a:ext>
            </a:extLst>
          </p:cNvPr>
          <p:cNvSpPr/>
          <p:nvPr userDrawn="1"/>
        </p:nvSpPr>
        <p:spPr>
          <a:xfrm>
            <a:off x="0" y="3"/>
            <a:ext cx="12192000" cy="11315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791"/>
          </a:p>
        </p:txBody>
      </p:sp>
      <p:pic>
        <p:nvPicPr>
          <p:cNvPr id="18" name="Picture 17">
            <a:extLst>
              <a:ext uri="{FF2B5EF4-FFF2-40B4-BE49-F238E27FC236}">
                <a16:creationId xmlns:a16="http://schemas.microsoft.com/office/drawing/2014/main" id="{CFBD844E-6292-4035-A9C0-A5F8387609B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37948" y="374401"/>
            <a:ext cx="1233939" cy="536688"/>
          </a:xfrm>
          <a:prstGeom prst="rect">
            <a:avLst/>
          </a:prstGeom>
        </p:spPr>
      </p:pic>
      <p:sp>
        <p:nvSpPr>
          <p:cNvPr id="16" name="Rectangle 15">
            <a:extLst>
              <a:ext uri="{FF2B5EF4-FFF2-40B4-BE49-F238E27FC236}">
                <a16:creationId xmlns:a16="http://schemas.microsoft.com/office/drawing/2014/main" id="{F9BB9449-7D51-4579-B64D-A89E6BB256D9}"/>
              </a:ext>
            </a:extLst>
          </p:cNvPr>
          <p:cNvSpPr/>
          <p:nvPr userDrawn="1"/>
        </p:nvSpPr>
        <p:spPr>
          <a:xfrm>
            <a:off x="0" y="6498991"/>
            <a:ext cx="12192000" cy="3683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791"/>
          </a:p>
        </p:txBody>
      </p:sp>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0" y="568411"/>
            <a:ext cx="8093806" cy="534788"/>
          </a:xfrm>
        </p:spPr>
        <p:txBody>
          <a:bodyPr>
            <a:noAutofit/>
          </a:bodyPr>
          <a:lstStyle>
            <a:lvl1pPr>
              <a:defRPr>
                <a:solidFill>
                  <a:schemeClr val="bg1"/>
                </a:solidFill>
              </a:defRPr>
            </a:lvl1pPr>
          </a:lstStyle>
          <a:p>
            <a:r>
              <a:rPr lang="en-US"/>
              <a:t>Click to edit Master title style</a:t>
            </a:r>
            <a:endParaRPr lang="en-GB" dirty="0"/>
          </a:p>
        </p:txBody>
      </p:sp>
      <p:sp>
        <p:nvSpPr>
          <p:cNvPr id="4" name="Footer Placeholder 3">
            <a:extLst>
              <a:ext uri="{FF2B5EF4-FFF2-40B4-BE49-F238E27FC236}">
                <a16:creationId xmlns:a16="http://schemas.microsoft.com/office/drawing/2014/main" id="{A72408F3-66CB-4EF6-9CB4-A98DBDDD4F95}"/>
              </a:ext>
            </a:extLst>
          </p:cNvPr>
          <p:cNvSpPr>
            <a:spLocks noGrp="1"/>
          </p:cNvSpPr>
          <p:nvPr>
            <p:ph type="ftr" sz="quarter" idx="11"/>
          </p:nvPr>
        </p:nvSpPr>
        <p:spPr>
          <a:xfrm>
            <a:off x="720000" y="6489701"/>
            <a:ext cx="2616286" cy="368300"/>
          </a:xfrm>
          <a:prstGeom prst="rect">
            <a:avLst/>
          </a:prstGeom>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lvl1pPr>
              <a:defRPr>
                <a:solidFill>
                  <a:schemeClr val="bg1"/>
                </a:solidFill>
              </a:defRPr>
            </a:lvl1pPr>
          </a:lstStyle>
          <a:p>
            <a:fld id="{15C4061A-2165-47F5-BBF1-B8788B8FD819}" type="slidenum">
              <a:rPr lang="en-GB" smtClean="0"/>
              <a:pPr/>
              <a:t>‹#›</a:t>
            </a:fld>
            <a:endParaRPr lang="en-GB" dirty="0"/>
          </a:p>
        </p:txBody>
      </p:sp>
      <p:grpSp>
        <p:nvGrpSpPr>
          <p:cNvPr id="12" name="Group 11">
            <a:extLst>
              <a:ext uri="{FF2B5EF4-FFF2-40B4-BE49-F238E27FC236}">
                <a16:creationId xmlns:a16="http://schemas.microsoft.com/office/drawing/2014/main" id="{3DFFB934-D4A3-4ABA-8CF2-9E36844D1D19}"/>
              </a:ext>
            </a:extLst>
          </p:cNvPr>
          <p:cNvGrpSpPr/>
          <p:nvPr userDrawn="1"/>
        </p:nvGrpSpPr>
        <p:grpSpPr>
          <a:xfrm>
            <a:off x="295754" y="0"/>
            <a:ext cx="1441937" cy="908051"/>
            <a:chOff x="358385" y="0"/>
            <a:chExt cx="1441936" cy="908051"/>
          </a:xfrm>
        </p:grpSpPr>
        <p:sp>
          <p:nvSpPr>
            <p:cNvPr id="13" name="Freeform: Shape 12">
              <a:extLst>
                <a:ext uri="{FF2B5EF4-FFF2-40B4-BE49-F238E27FC236}">
                  <a16:creationId xmlns:a16="http://schemas.microsoft.com/office/drawing/2014/main" id="{F85B108B-6EED-414A-824B-14A8960ADD45}"/>
                </a:ext>
              </a:extLst>
            </p:cNvPr>
            <p:cNvSpPr/>
            <p:nvPr userDrawn="1"/>
          </p:nvSpPr>
          <p:spPr>
            <a:xfrm flipH="1">
              <a:off x="358385" y="0"/>
              <a:ext cx="800149" cy="908051"/>
            </a:xfrm>
            <a:custGeom>
              <a:avLst/>
              <a:gdLst>
                <a:gd name="connsiteX0" fmla="*/ 800149 w 800149"/>
                <a:gd name="connsiteY0" fmla="*/ 0 h 908051"/>
                <a:gd name="connsiteX1" fmla="*/ 441989 w 800149"/>
                <a:gd name="connsiteY1" fmla="*/ 0 h 908051"/>
                <a:gd name="connsiteX2" fmla="*/ 0 w 800149"/>
                <a:gd name="connsiteY2" fmla="*/ 908051 h 908051"/>
                <a:gd name="connsiteX3" fmla="*/ 358041 w 800149"/>
                <a:gd name="connsiteY3" fmla="*/ 908051 h 908051"/>
              </a:gdLst>
              <a:ahLst/>
              <a:cxnLst>
                <a:cxn ang="0">
                  <a:pos x="connsiteX0" y="connsiteY0"/>
                </a:cxn>
                <a:cxn ang="0">
                  <a:pos x="connsiteX1" y="connsiteY1"/>
                </a:cxn>
                <a:cxn ang="0">
                  <a:pos x="connsiteX2" y="connsiteY2"/>
                </a:cxn>
                <a:cxn ang="0">
                  <a:pos x="connsiteX3" y="connsiteY3"/>
                </a:cxn>
              </a:cxnLst>
              <a:rect l="l" t="t" r="r" b="b"/>
              <a:pathLst>
                <a:path w="800149" h="908051">
                  <a:moveTo>
                    <a:pt x="800149" y="0"/>
                  </a:moveTo>
                  <a:lnTo>
                    <a:pt x="441989" y="0"/>
                  </a:lnTo>
                  <a:lnTo>
                    <a:pt x="0" y="908051"/>
                  </a:lnTo>
                  <a:lnTo>
                    <a:pt x="358041" y="90805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55" dirty="0"/>
            </a:p>
          </p:txBody>
        </p:sp>
        <p:sp>
          <p:nvSpPr>
            <p:cNvPr id="14" name="Freeform: Shape 13">
              <a:extLst>
                <a:ext uri="{FF2B5EF4-FFF2-40B4-BE49-F238E27FC236}">
                  <a16:creationId xmlns:a16="http://schemas.microsoft.com/office/drawing/2014/main" id="{9982A561-A9F5-4D54-8B29-2DB7F8173869}"/>
                </a:ext>
              </a:extLst>
            </p:cNvPr>
            <p:cNvSpPr/>
            <p:nvPr userDrawn="1"/>
          </p:nvSpPr>
          <p:spPr>
            <a:xfrm flipH="1">
              <a:off x="992882" y="0"/>
              <a:ext cx="807439" cy="908050"/>
            </a:xfrm>
            <a:custGeom>
              <a:avLst/>
              <a:gdLst>
                <a:gd name="connsiteX0" fmla="*/ 807439 w 807439"/>
                <a:gd name="connsiteY0" fmla="*/ 0 h 908050"/>
                <a:gd name="connsiteX1" fmla="*/ 437010 w 807439"/>
                <a:gd name="connsiteY1" fmla="*/ 0 h 908050"/>
                <a:gd name="connsiteX2" fmla="*/ 0 w 807439"/>
                <a:gd name="connsiteY2" fmla="*/ 908050 h 908050"/>
                <a:gd name="connsiteX3" fmla="*/ 364797 w 807439"/>
                <a:gd name="connsiteY3" fmla="*/ 908050 h 908050"/>
              </a:gdLst>
              <a:ahLst/>
              <a:cxnLst>
                <a:cxn ang="0">
                  <a:pos x="connsiteX0" y="connsiteY0"/>
                </a:cxn>
                <a:cxn ang="0">
                  <a:pos x="connsiteX1" y="connsiteY1"/>
                </a:cxn>
                <a:cxn ang="0">
                  <a:pos x="connsiteX2" y="connsiteY2"/>
                </a:cxn>
                <a:cxn ang="0">
                  <a:pos x="connsiteX3" y="connsiteY3"/>
                </a:cxn>
              </a:cxnLst>
              <a:rect l="l" t="t" r="r" b="b"/>
              <a:pathLst>
                <a:path w="807439" h="908050">
                  <a:moveTo>
                    <a:pt x="807439" y="0"/>
                  </a:moveTo>
                  <a:lnTo>
                    <a:pt x="437010" y="0"/>
                  </a:lnTo>
                  <a:lnTo>
                    <a:pt x="0" y="908050"/>
                  </a:lnTo>
                  <a:lnTo>
                    <a:pt x="364797" y="908050"/>
                  </a:lnTo>
                  <a:close/>
                </a:path>
              </a:pathLst>
            </a:cu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square" rtlCol="0" anchor="ctr">
              <a:noAutofit/>
            </a:bodyPr>
            <a:lstStyle/>
            <a:p>
              <a:pPr algn="ctr"/>
              <a:endParaRPr lang="en-GB" sz="1055" dirty="0"/>
            </a:p>
          </p:txBody>
        </p:sp>
      </p:gr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0670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age dark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720005" y="1268417"/>
            <a:ext cx="6490697" cy="700002"/>
          </a:xfrm>
        </p:spPr>
        <p:txBody>
          <a:bodyPr>
            <a:noAutofit/>
          </a:bodyPr>
          <a:lstStyle/>
          <a:p>
            <a:r>
              <a:rPr lang="en-US"/>
              <a:t>Click to edit Master title style</a:t>
            </a:r>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p>
            <a:fld id="{15C4061A-2165-47F5-BBF1-B8788B8FD819}" type="slidenum">
              <a:rPr lang="en-GB" smtClean="0"/>
              <a:pPr/>
              <a:t>‹#›</a:t>
            </a:fld>
            <a:endParaRPr lang="en-GB" dirty="0"/>
          </a:p>
        </p:txBody>
      </p:sp>
      <p:sp>
        <p:nvSpPr>
          <p:cNvPr id="10" name="Text Placeholder 9">
            <a:extLst>
              <a:ext uri="{FF2B5EF4-FFF2-40B4-BE49-F238E27FC236}">
                <a16:creationId xmlns:a16="http://schemas.microsoft.com/office/drawing/2014/main" id="{2EE2B329-E901-4621-9C38-20E18D11A8BA}"/>
              </a:ext>
            </a:extLst>
          </p:cNvPr>
          <p:cNvSpPr>
            <a:spLocks noGrp="1"/>
          </p:cNvSpPr>
          <p:nvPr>
            <p:ph type="body" sz="quarter" idx="13"/>
          </p:nvPr>
        </p:nvSpPr>
        <p:spPr>
          <a:xfrm>
            <a:off x="2011682" y="3240000"/>
            <a:ext cx="6083809" cy="1838628"/>
          </a:xfrm>
          <a:noFill/>
        </p:spPr>
        <p:txBody>
          <a:bodyPr lIns="0" tIns="0" rIns="0" bIns="0">
            <a:noAutofit/>
          </a:bodyPr>
          <a:lstStyle>
            <a:lvl1pPr marL="0" indent="0" algn="l">
              <a:buFontTx/>
              <a:buNone/>
              <a:defRPr sz="2580" cap="all" baseline="0"/>
            </a:lvl1pPr>
            <a:lvl2pPr marL="268065" indent="0" algn="l">
              <a:buFontTx/>
              <a:buNone/>
              <a:defRPr/>
            </a:lvl2pPr>
            <a:lvl3pPr marL="536131" indent="0" algn="l">
              <a:buFontTx/>
              <a:buNone/>
              <a:defRPr/>
            </a:lvl3pPr>
            <a:lvl4pPr marL="804196" indent="0" algn="l">
              <a:buFontTx/>
              <a:buNone/>
              <a:defRPr/>
            </a:lvl4pPr>
            <a:lvl5pPr marL="1072262" indent="0" algn="l">
              <a:buFontTx/>
              <a:buNone/>
              <a:defRPr/>
            </a:lvl5pPr>
          </a:lstStyle>
          <a:p>
            <a:pPr lvl="0"/>
            <a:r>
              <a:rPr lang="en-US"/>
              <a:t>Click to edit Master text styles</a:t>
            </a:r>
          </a:p>
        </p:txBody>
      </p:sp>
      <p:sp>
        <p:nvSpPr>
          <p:cNvPr id="13" name="Picture Placeholder 8">
            <a:extLst>
              <a:ext uri="{FF2B5EF4-FFF2-40B4-BE49-F238E27FC236}">
                <a16:creationId xmlns:a16="http://schemas.microsoft.com/office/drawing/2014/main" id="{D5F30643-B49A-48A8-B4B6-08C128492C7A}"/>
              </a:ext>
            </a:extLst>
          </p:cNvPr>
          <p:cNvSpPr>
            <a:spLocks noGrp="1"/>
          </p:cNvSpPr>
          <p:nvPr>
            <p:ph type="pic" sz="quarter" idx="15" hasCustomPrompt="1"/>
          </p:nvPr>
        </p:nvSpPr>
        <p:spPr>
          <a:xfrm>
            <a:off x="6586367" y="0"/>
            <a:ext cx="5605543" cy="6867426"/>
          </a:xfrm>
          <a:custGeom>
            <a:avLst/>
            <a:gdLst>
              <a:gd name="connsiteX0" fmla="*/ 0 w 7588250"/>
              <a:gd name="connsiteY0" fmla="*/ 0 h 6858000"/>
              <a:gd name="connsiteX1" fmla="*/ 7588250 w 7588250"/>
              <a:gd name="connsiteY1" fmla="*/ 0 h 6858000"/>
              <a:gd name="connsiteX2" fmla="*/ 7588250 w 7588250"/>
              <a:gd name="connsiteY2" fmla="*/ 6858000 h 6858000"/>
              <a:gd name="connsiteX3" fmla="*/ 0 w 7588250"/>
              <a:gd name="connsiteY3" fmla="*/ 6858000 h 6858000"/>
              <a:gd name="connsiteX4" fmla="*/ 0 w 7588250"/>
              <a:gd name="connsiteY4" fmla="*/ 0 h 6858000"/>
              <a:gd name="connsiteX0" fmla="*/ 0 w 7588250"/>
              <a:gd name="connsiteY0" fmla="*/ 0 h 6867426"/>
              <a:gd name="connsiteX1" fmla="*/ 7588250 w 7588250"/>
              <a:gd name="connsiteY1" fmla="*/ 0 h 6867426"/>
              <a:gd name="connsiteX2" fmla="*/ 7588250 w 7588250"/>
              <a:gd name="connsiteY2" fmla="*/ 6858000 h 6867426"/>
              <a:gd name="connsiteX3" fmla="*/ 3327662 w 7588250"/>
              <a:gd name="connsiteY3" fmla="*/ 6867426 h 6867426"/>
              <a:gd name="connsiteX4" fmla="*/ 0 w 7588250"/>
              <a:gd name="connsiteY4" fmla="*/ 0 h 6867426"/>
              <a:gd name="connsiteX0" fmla="*/ 0 w 5605542"/>
              <a:gd name="connsiteY0" fmla="*/ 0 h 6876479"/>
              <a:gd name="connsiteX1" fmla="*/ 5605542 w 5605542"/>
              <a:gd name="connsiteY1" fmla="*/ 9053 h 6876479"/>
              <a:gd name="connsiteX2" fmla="*/ 5605542 w 5605542"/>
              <a:gd name="connsiteY2" fmla="*/ 6867053 h 6876479"/>
              <a:gd name="connsiteX3" fmla="*/ 1344954 w 5605542"/>
              <a:gd name="connsiteY3" fmla="*/ 6876479 h 6876479"/>
              <a:gd name="connsiteX4" fmla="*/ 0 w 5605542"/>
              <a:gd name="connsiteY4" fmla="*/ 0 h 6876479"/>
              <a:gd name="connsiteX0" fmla="*/ 0 w 5605542"/>
              <a:gd name="connsiteY0" fmla="*/ 0 h 6867426"/>
              <a:gd name="connsiteX1" fmla="*/ 5605542 w 5605542"/>
              <a:gd name="connsiteY1" fmla="*/ 9053 h 6867426"/>
              <a:gd name="connsiteX2" fmla="*/ 5605542 w 5605542"/>
              <a:gd name="connsiteY2" fmla="*/ 6867053 h 6867426"/>
              <a:gd name="connsiteX3" fmla="*/ 3273341 w 5605542"/>
              <a:gd name="connsiteY3" fmla="*/ 6867426 h 6867426"/>
              <a:gd name="connsiteX4" fmla="*/ 0 w 5605542"/>
              <a:gd name="connsiteY4" fmla="*/ 0 h 6867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5542" h="6867426">
                <a:moveTo>
                  <a:pt x="0" y="0"/>
                </a:moveTo>
                <a:lnTo>
                  <a:pt x="5605542" y="9053"/>
                </a:lnTo>
                <a:lnTo>
                  <a:pt x="5605542" y="6867053"/>
                </a:lnTo>
                <a:lnTo>
                  <a:pt x="3273341" y="6867426"/>
                </a:lnTo>
                <a:lnTo>
                  <a:pt x="0" y="0"/>
                </a:lnTo>
                <a:close/>
              </a:path>
            </a:pathLst>
          </a:custGeom>
        </p:spPr>
        <p:txBody>
          <a:bodyPr/>
          <a:lstStyle>
            <a:lvl1pPr marL="0" indent="0" algn="l">
              <a:buFontTx/>
              <a:buNone/>
              <a:defRPr>
                <a:solidFill>
                  <a:schemeClr val="bg1"/>
                </a:solidFill>
              </a:defRPr>
            </a:lvl1pPr>
          </a:lstStyle>
          <a:p>
            <a:r>
              <a:rPr lang="en-US" dirty="0"/>
              <a:t>          Click icon to add picture</a:t>
            </a:r>
            <a:endParaRPr lang="en-GB" dirty="0"/>
          </a:p>
        </p:txBody>
      </p:sp>
      <p:sp>
        <p:nvSpPr>
          <p:cNvPr id="4" name="Footer Placeholder 3">
            <a:extLst>
              <a:ext uri="{FF2B5EF4-FFF2-40B4-BE49-F238E27FC236}">
                <a16:creationId xmlns:a16="http://schemas.microsoft.com/office/drawing/2014/main" id="{A72408F3-66CB-4EF6-9CB4-A98DBDDD4F95}"/>
              </a:ext>
            </a:extLst>
          </p:cNvPr>
          <p:cNvSpPr>
            <a:spLocks noGrp="1"/>
          </p:cNvSpPr>
          <p:nvPr>
            <p:ph type="ftr" sz="quarter" idx="11"/>
          </p:nvPr>
        </p:nvSpPr>
        <p:spPr>
          <a:xfrm>
            <a:off x="9240150" y="6489701"/>
            <a:ext cx="2616286" cy="368300"/>
          </a:xfrm>
          <a:prstGeom prst="rect">
            <a:avLst/>
          </a:prstGeom>
        </p:spPr>
        <p:txBody>
          <a:bodyPr/>
          <a:lstStyle>
            <a:lvl1pPr algn="r">
              <a:defRPr/>
            </a:lvl1pPr>
          </a:lstStyle>
          <a:p>
            <a:endParaRPr lang="en-GB" dirty="0"/>
          </a:p>
        </p:txBody>
      </p:sp>
    </p:spTree>
    <p:extLst>
      <p:ext uri="{BB962C8B-B14F-4D97-AF65-F5344CB8AC3E}">
        <p14:creationId xmlns:p14="http://schemas.microsoft.com/office/powerpoint/2010/main" val="90637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page light with pictur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9BB9449-7D51-4579-B64D-A89E6BB256D9}"/>
              </a:ext>
            </a:extLst>
          </p:cNvPr>
          <p:cNvSpPr/>
          <p:nvPr userDrawn="1"/>
        </p:nvSpPr>
        <p:spPr>
          <a:xfrm>
            <a:off x="0" y="6498991"/>
            <a:ext cx="12192000" cy="3683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791"/>
          </a:p>
        </p:txBody>
      </p:sp>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0" y="568411"/>
            <a:ext cx="8093806" cy="534788"/>
          </a:xfrm>
        </p:spPr>
        <p:txBody>
          <a:bodyPr>
            <a:noAutofit/>
          </a:bodyPr>
          <a:lstStyle>
            <a:lvl1pPr>
              <a:defRPr>
                <a:solidFill>
                  <a:schemeClr val="tx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27898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page light with bottom logo">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9BB9449-7D51-4579-B64D-A89E6BB256D9}"/>
              </a:ext>
            </a:extLst>
          </p:cNvPr>
          <p:cNvSpPr/>
          <p:nvPr userDrawn="1"/>
        </p:nvSpPr>
        <p:spPr>
          <a:xfrm>
            <a:off x="0" y="6498991"/>
            <a:ext cx="12192000" cy="3683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B" sz="791"/>
          </a:p>
        </p:txBody>
      </p:sp>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0" y="568411"/>
            <a:ext cx="8093806" cy="534788"/>
          </a:xfrm>
        </p:spPr>
        <p:txBody>
          <a:bodyPr>
            <a:noAutofit/>
          </a:bodyPr>
          <a:lstStyle>
            <a:lvl1pPr>
              <a:defRPr>
                <a:solidFill>
                  <a:schemeClr val="tx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33139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page no stripes botto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695325" y="568411"/>
            <a:ext cx="9302882" cy="534788"/>
          </a:xfrm>
        </p:spPr>
        <p:txBody>
          <a:bodyPr>
            <a:noAutofit/>
          </a:bodyPr>
          <a:lstStyle>
            <a:lvl1pPr>
              <a:defRPr>
                <a:solidFill>
                  <a:schemeClr val="tx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637636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page all dark top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0" y="568411"/>
            <a:ext cx="8093806" cy="534788"/>
          </a:xfrm>
        </p:spPr>
        <p:txBody>
          <a:bodyPr>
            <a:noAutofit/>
          </a:bodyPr>
          <a:lstStyle>
            <a:lvl1pPr>
              <a:defRPr>
                <a:solidFill>
                  <a:schemeClr val="bg1"/>
                </a:solidFill>
              </a:defRPr>
            </a:lvl1pPr>
          </a:lstStyle>
          <a:p>
            <a:r>
              <a:rPr lang="en-US"/>
              <a:t>Click to edit Master title style</a:t>
            </a:r>
            <a:endParaRPr lang="en-GB" dirty="0"/>
          </a:p>
        </p:txBody>
      </p:sp>
      <p:sp>
        <p:nvSpPr>
          <p:cNvPr id="4" name="Footer Placeholder 3">
            <a:extLst>
              <a:ext uri="{FF2B5EF4-FFF2-40B4-BE49-F238E27FC236}">
                <a16:creationId xmlns:a16="http://schemas.microsoft.com/office/drawing/2014/main" id="{A72408F3-66CB-4EF6-9CB4-A98DBDDD4F95}"/>
              </a:ext>
            </a:extLst>
          </p:cNvPr>
          <p:cNvSpPr>
            <a:spLocks noGrp="1"/>
          </p:cNvSpPr>
          <p:nvPr>
            <p:ph type="ftr" sz="quarter" idx="11"/>
          </p:nvPr>
        </p:nvSpPr>
        <p:spPr>
          <a:xfrm>
            <a:off x="720000" y="6489701"/>
            <a:ext cx="2616286" cy="368300"/>
          </a:xfrm>
          <a:prstGeom prst="rect">
            <a:avLst/>
          </a:prstGeom>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lvl1pPr>
              <a:defRPr>
                <a:solidFill>
                  <a:schemeClr val="bg1"/>
                </a:solidFill>
              </a:defRPr>
            </a:lvl1pPr>
          </a:lstStyle>
          <a:p>
            <a:fld id="{15C4061A-2165-47F5-BBF1-B8788B8FD819}" type="slidenum">
              <a:rPr lang="en-GB" smtClean="0"/>
              <a:pPr/>
              <a:t>‹#›</a:t>
            </a:fld>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83284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page all dark bottom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3" y="568411"/>
            <a:ext cx="9952638" cy="534788"/>
          </a:xfrm>
        </p:spPr>
        <p:txBody>
          <a:bodyPr>
            <a:noAutofit/>
          </a:bodyPr>
          <a:lstStyle>
            <a:lvl1pPr>
              <a:defRPr>
                <a:solidFill>
                  <a:schemeClr val="bg1"/>
                </a:solidFill>
              </a:defRPr>
            </a:lvl1pPr>
          </a:lstStyle>
          <a:p>
            <a:r>
              <a:rPr lang="en-US"/>
              <a:t>Click to edit Master title style</a:t>
            </a:r>
            <a:endParaRPr lang="en-GB" dirty="0"/>
          </a:p>
        </p:txBody>
      </p:sp>
      <p:sp>
        <p:nvSpPr>
          <p:cNvPr id="4" name="Footer Placeholder 3">
            <a:extLst>
              <a:ext uri="{FF2B5EF4-FFF2-40B4-BE49-F238E27FC236}">
                <a16:creationId xmlns:a16="http://schemas.microsoft.com/office/drawing/2014/main" id="{A72408F3-66CB-4EF6-9CB4-A98DBDDD4F95}"/>
              </a:ext>
            </a:extLst>
          </p:cNvPr>
          <p:cNvSpPr>
            <a:spLocks noGrp="1"/>
          </p:cNvSpPr>
          <p:nvPr>
            <p:ph type="ftr" sz="quarter" idx="11"/>
          </p:nvPr>
        </p:nvSpPr>
        <p:spPr>
          <a:xfrm>
            <a:off x="720000" y="6489701"/>
            <a:ext cx="2616286" cy="368300"/>
          </a:xfrm>
          <a:prstGeom prst="rect">
            <a:avLst/>
          </a:prstGeom>
        </p:spPr>
        <p:txBody>
          <a:bodyPr/>
          <a:lstStyle>
            <a:lvl1pPr>
              <a:defRPr>
                <a:solidFill>
                  <a:schemeClr val="bg1"/>
                </a:solidFill>
              </a:defRPr>
            </a:lvl1pPr>
          </a:lstStyle>
          <a:p>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lvl1pPr>
              <a:defRPr>
                <a:solidFill>
                  <a:schemeClr val="bg1"/>
                </a:solidFill>
              </a:defRPr>
            </a:lvl1pPr>
          </a:lstStyle>
          <a:p>
            <a:fld id="{15C4061A-2165-47F5-BBF1-B8788B8FD819}" type="slidenum">
              <a:rPr lang="en-GB" smtClean="0"/>
              <a:pPr/>
              <a:t>‹#›</a:t>
            </a:fld>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076297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3129D-CE64-4A1D-8583-D7F5B9E77E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505429C-E88D-4C16-AE40-1F21B08E4E6E}"/>
              </a:ext>
            </a:extLst>
          </p:cNvPr>
          <p:cNvSpPr>
            <a:spLocks noGrp="1"/>
          </p:cNvSpPr>
          <p:nvPr>
            <p:ph type="dt" sz="half" idx="10"/>
          </p:nvPr>
        </p:nvSpPr>
        <p:spPr/>
        <p:txBody>
          <a:bodyPr/>
          <a:lstStyle/>
          <a:p>
            <a:fld id="{B3F35B75-0443-4BA1-BB6C-A2439D18ED0B}" type="datetimeFigureOut">
              <a:rPr lang="en-GB" smtClean="0"/>
              <a:t>01/10/2026</a:t>
            </a:fld>
            <a:endParaRPr lang="en-GB"/>
          </a:p>
        </p:txBody>
      </p:sp>
      <p:sp>
        <p:nvSpPr>
          <p:cNvPr id="4" name="Footer Placeholder 3">
            <a:extLst>
              <a:ext uri="{FF2B5EF4-FFF2-40B4-BE49-F238E27FC236}">
                <a16:creationId xmlns:a16="http://schemas.microsoft.com/office/drawing/2014/main" id="{F797016F-21E7-4D68-92DB-9D2C92F9707E}"/>
              </a:ext>
            </a:extLst>
          </p:cNvPr>
          <p:cNvSpPr>
            <a:spLocks noGrp="1"/>
          </p:cNvSpPr>
          <p:nvPr>
            <p:ph type="ftr" sz="quarter" idx="11"/>
          </p:nvPr>
        </p:nvSpPr>
        <p:spPr>
          <a:xfrm>
            <a:off x="695325" y="6489701"/>
            <a:ext cx="2616286" cy="368300"/>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23C45697-88F2-4C91-B0F1-503D3E36E13D}"/>
              </a:ext>
            </a:extLst>
          </p:cNvPr>
          <p:cNvSpPr>
            <a:spLocks noGrp="1"/>
          </p:cNvSpPr>
          <p:nvPr>
            <p:ph type="sldNum" sz="quarter" idx="12"/>
          </p:nvPr>
        </p:nvSpPr>
        <p:spPr/>
        <p:txBody>
          <a:bodyPr/>
          <a:lstStyle/>
          <a:p>
            <a:fld id="{0E10210E-5D22-48D1-8D23-5B7CE8D08F6C}" type="slidenum">
              <a:rPr lang="en-GB" smtClean="0"/>
              <a:t>‹#›</a:t>
            </a:fld>
            <a:endParaRPr lang="en-GB"/>
          </a:p>
        </p:txBody>
      </p:sp>
    </p:spTree>
    <p:extLst>
      <p:ext uri="{BB962C8B-B14F-4D97-AF65-F5344CB8AC3E}">
        <p14:creationId xmlns:p14="http://schemas.microsoft.com/office/powerpoint/2010/main" val="3135329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Text Placeholder 13"/>
          <p:cNvSpPr>
            <a:spLocks noGrp="1"/>
          </p:cNvSpPr>
          <p:nvPr>
            <p:ph type="body" sz="quarter" idx="12"/>
          </p:nvPr>
        </p:nvSpPr>
        <p:spPr>
          <a:xfrm>
            <a:off x="6096010" y="4038600"/>
            <a:ext cx="5247049" cy="2438400"/>
          </a:xfrm>
          <a:prstGeom prst="rect">
            <a:avLst/>
          </a:prstGeom>
        </p:spPr>
        <p:txBody>
          <a:bodyPr vert="horz" lIns="0" tIns="0" rIns="0" bIns="0" numCol="1" spcCol="0"/>
          <a:lstStyle>
            <a:lvl1pPr marL="0" indent="0">
              <a:lnSpc>
                <a:spcPts val="1125"/>
              </a:lnSpc>
              <a:spcBef>
                <a:spcPts val="614"/>
              </a:spcBef>
              <a:spcAft>
                <a:spcPts val="614"/>
              </a:spcAft>
              <a:buNone/>
              <a:defRPr sz="1023" b="1" i="0">
                <a:solidFill>
                  <a:srgbClr val="597B7C"/>
                </a:solidFill>
                <a:latin typeface="Helvetica"/>
                <a:cs typeface="Helvetica"/>
              </a:defRPr>
            </a:lvl1pPr>
            <a:lvl2pPr marL="0" indent="0">
              <a:lnSpc>
                <a:spcPts val="1023"/>
              </a:lnSpc>
              <a:spcBef>
                <a:spcPts val="307"/>
              </a:spcBef>
              <a:spcAft>
                <a:spcPts val="0"/>
              </a:spcAft>
              <a:buNone/>
              <a:defRPr sz="716" b="0" i="0">
                <a:solidFill>
                  <a:srgbClr val="597B7C"/>
                </a:solidFill>
                <a:latin typeface="Helvetica Light"/>
                <a:cs typeface="Helvetica Light"/>
              </a:defRPr>
            </a:lvl2pPr>
            <a:lvl3pPr marL="138028" indent="-138028">
              <a:lnSpc>
                <a:spcPts val="1023"/>
              </a:lnSpc>
              <a:spcBef>
                <a:spcPts val="307"/>
              </a:spcBef>
              <a:spcAft>
                <a:spcPts val="0"/>
              </a:spcAft>
              <a:buClr>
                <a:schemeClr val="tx2">
                  <a:lumMod val="60000"/>
                  <a:lumOff val="40000"/>
                </a:schemeClr>
              </a:buClr>
              <a:buFont typeface="Wingdings" charset="2"/>
              <a:buChar char="§"/>
              <a:defRPr sz="716" b="0" i="0">
                <a:solidFill>
                  <a:srgbClr val="597B7C"/>
                </a:solidFill>
                <a:latin typeface="Helvetica Light"/>
                <a:cs typeface="Helvetica Light"/>
              </a:defRPr>
            </a:lvl3pPr>
            <a:lvl4pPr marL="273497" indent="-134719">
              <a:lnSpc>
                <a:spcPts val="1023"/>
              </a:lnSpc>
              <a:spcBef>
                <a:spcPts val="153"/>
              </a:spcBef>
              <a:spcAft>
                <a:spcPts val="0"/>
              </a:spcAft>
              <a:buFont typeface="Lucida Grande"/>
              <a:buChar char="–"/>
              <a:defRPr sz="716" b="0" i="0">
                <a:solidFill>
                  <a:srgbClr val="597B7C"/>
                </a:solidFill>
                <a:latin typeface="Helvetica Light"/>
                <a:cs typeface="Helvetica Light"/>
              </a:defRPr>
            </a:lvl4pPr>
            <a:lvl5pPr marL="0" indent="0">
              <a:lnSpc>
                <a:spcPts val="1023"/>
              </a:lnSpc>
              <a:spcBef>
                <a:spcPts val="307"/>
              </a:spcBef>
              <a:spcAft>
                <a:spcPts val="0"/>
              </a:spcAft>
              <a:buNone/>
              <a:defRPr sz="716" b="0" i="1">
                <a:solidFill>
                  <a:srgbClr val="597B7C"/>
                </a:solidFill>
                <a:latin typeface="Helvetica Light"/>
                <a:cs typeface="Helvetica Light"/>
              </a:defRPr>
            </a:lvl5pPr>
            <a:lvl6pPr marL="0" indent="0">
              <a:lnSpc>
                <a:spcPts val="1023"/>
              </a:lnSpc>
              <a:spcBef>
                <a:spcPts val="307"/>
              </a:spcBef>
              <a:buNone/>
              <a:defRPr sz="716" b="1" i="0">
                <a:solidFill>
                  <a:srgbClr val="597B7C"/>
                </a:solidFill>
                <a:latin typeface="Helvetica"/>
                <a:cs typeface="Helvetica"/>
              </a:defRPr>
            </a:lvl6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endParaRPr lang="en-US" dirty="0"/>
          </a:p>
        </p:txBody>
      </p:sp>
    </p:spTree>
    <p:extLst>
      <p:ext uri="{BB962C8B-B14F-4D97-AF65-F5344CB8AC3E}">
        <p14:creationId xmlns:p14="http://schemas.microsoft.com/office/powerpoint/2010/main" val="1197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6F6E-8675-4C27-A0A9-8079253621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6530EE-4ED8-4901-A8EC-2F4163CF10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69F036-4BE4-495D-B068-443F2064146D}"/>
              </a:ext>
            </a:extLst>
          </p:cNvPr>
          <p:cNvSpPr>
            <a:spLocks noGrp="1"/>
          </p:cNvSpPr>
          <p:nvPr>
            <p:ph type="dt" sz="half" idx="10"/>
          </p:nvPr>
        </p:nvSpPr>
        <p:spPr/>
        <p:txBody>
          <a:bodyPr/>
          <a:lstStyle/>
          <a:p>
            <a:fld id="{B3F35B75-0443-4BA1-BB6C-A2439D18ED0B}" type="datetimeFigureOut">
              <a:rPr lang="en-GB" smtClean="0"/>
              <a:t>01/10/2026</a:t>
            </a:fld>
            <a:endParaRPr lang="en-GB"/>
          </a:p>
        </p:txBody>
      </p:sp>
      <p:sp>
        <p:nvSpPr>
          <p:cNvPr id="5" name="Footer Placeholder 4">
            <a:extLst>
              <a:ext uri="{FF2B5EF4-FFF2-40B4-BE49-F238E27FC236}">
                <a16:creationId xmlns:a16="http://schemas.microsoft.com/office/drawing/2014/main" id="{28B9347D-1930-4F4F-A2B5-1C4F007F47B5}"/>
              </a:ext>
            </a:extLst>
          </p:cNvPr>
          <p:cNvSpPr>
            <a:spLocks noGrp="1"/>
          </p:cNvSpPr>
          <p:nvPr>
            <p:ph type="ftr" sz="quarter" idx="11"/>
          </p:nvPr>
        </p:nvSpPr>
        <p:spPr>
          <a:xfrm>
            <a:off x="695325" y="6489701"/>
            <a:ext cx="2616286" cy="368300"/>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CB298AB-7A9B-4AE9-813B-0780FD47FAB2}"/>
              </a:ext>
            </a:extLst>
          </p:cNvPr>
          <p:cNvSpPr>
            <a:spLocks noGrp="1"/>
          </p:cNvSpPr>
          <p:nvPr>
            <p:ph type="sldNum" sz="quarter" idx="12"/>
          </p:nvPr>
        </p:nvSpPr>
        <p:spPr/>
        <p:txBody>
          <a:bodyPr/>
          <a:lstStyle/>
          <a:p>
            <a:fld id="{0E10210E-5D22-48D1-8D23-5B7CE8D08F6C}" type="slidenum">
              <a:rPr lang="en-GB" smtClean="0"/>
              <a:t>‹#›</a:t>
            </a:fld>
            <a:endParaRPr lang="en-GB"/>
          </a:p>
        </p:txBody>
      </p:sp>
    </p:spTree>
    <p:extLst>
      <p:ext uri="{BB962C8B-B14F-4D97-AF65-F5344CB8AC3E}">
        <p14:creationId xmlns:p14="http://schemas.microsoft.com/office/powerpoint/2010/main" val="850248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91C214-2D3F-4630-88E5-035722884416}"/>
              </a:ext>
            </a:extLst>
          </p:cNvPr>
          <p:cNvSpPr>
            <a:spLocks noGrp="1"/>
          </p:cNvSpPr>
          <p:nvPr>
            <p:ph type="dt" sz="half" idx="10"/>
          </p:nvPr>
        </p:nvSpPr>
        <p:spPr/>
        <p:txBody>
          <a:bodyPr/>
          <a:lstStyle/>
          <a:p>
            <a:fld id="{B3F35B75-0443-4BA1-BB6C-A2439D18ED0B}" type="datetimeFigureOut">
              <a:rPr lang="en-GB" smtClean="0"/>
              <a:t>01/10/2026</a:t>
            </a:fld>
            <a:endParaRPr lang="en-GB"/>
          </a:p>
        </p:txBody>
      </p:sp>
      <p:sp>
        <p:nvSpPr>
          <p:cNvPr id="3" name="Footer Placeholder 2">
            <a:extLst>
              <a:ext uri="{FF2B5EF4-FFF2-40B4-BE49-F238E27FC236}">
                <a16:creationId xmlns:a16="http://schemas.microsoft.com/office/drawing/2014/main" id="{E80F6111-AD3F-4F27-BE6D-FD1580C52582}"/>
              </a:ext>
            </a:extLst>
          </p:cNvPr>
          <p:cNvSpPr>
            <a:spLocks noGrp="1"/>
          </p:cNvSpPr>
          <p:nvPr>
            <p:ph type="ftr" sz="quarter" idx="11"/>
          </p:nvPr>
        </p:nvSpPr>
        <p:spPr>
          <a:xfrm>
            <a:off x="695325" y="6489701"/>
            <a:ext cx="2616286" cy="368300"/>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1E41CC3C-A04E-409C-AF93-7F3948682393}"/>
              </a:ext>
            </a:extLst>
          </p:cNvPr>
          <p:cNvSpPr>
            <a:spLocks noGrp="1"/>
          </p:cNvSpPr>
          <p:nvPr>
            <p:ph type="sldNum" sz="quarter" idx="12"/>
          </p:nvPr>
        </p:nvSpPr>
        <p:spPr/>
        <p:txBody>
          <a:bodyPr/>
          <a:lstStyle/>
          <a:p>
            <a:fld id="{0E10210E-5D22-48D1-8D23-5B7CE8D08F6C}" type="slidenum">
              <a:rPr lang="en-GB" smtClean="0"/>
              <a:t>‹#›</a:t>
            </a:fld>
            <a:endParaRPr lang="en-GB"/>
          </a:p>
        </p:txBody>
      </p:sp>
    </p:spTree>
    <p:extLst>
      <p:ext uri="{BB962C8B-B14F-4D97-AF65-F5344CB8AC3E}">
        <p14:creationId xmlns:p14="http://schemas.microsoft.com/office/powerpoint/2010/main" val="1398070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BA72-7BA6-4AEF-B36D-33F86A92B7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77DAF2F-22F4-4F80-A714-4C553791CD95}"/>
              </a:ext>
            </a:extLst>
          </p:cNvPr>
          <p:cNvSpPr>
            <a:spLocks noGrp="1"/>
          </p:cNvSpPr>
          <p:nvPr>
            <p:ph sz="half" idx="1"/>
          </p:nvPr>
        </p:nvSpPr>
        <p:spPr>
          <a:xfrm>
            <a:off x="837341" y="1824769"/>
            <a:ext cx="5158393" cy="43520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A53DC5-C501-4800-9626-BB95AE2B3C02}"/>
              </a:ext>
            </a:extLst>
          </p:cNvPr>
          <p:cNvSpPr>
            <a:spLocks noGrp="1"/>
          </p:cNvSpPr>
          <p:nvPr>
            <p:ph sz="half" idx="2"/>
          </p:nvPr>
        </p:nvSpPr>
        <p:spPr>
          <a:xfrm>
            <a:off x="6194214" y="1824769"/>
            <a:ext cx="5160461" cy="43520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9138B0F-BF56-4C49-833D-01EA302717CC}"/>
              </a:ext>
            </a:extLst>
          </p:cNvPr>
          <p:cNvSpPr>
            <a:spLocks noGrp="1"/>
          </p:cNvSpPr>
          <p:nvPr>
            <p:ph type="dt" sz="half" idx="10"/>
          </p:nvPr>
        </p:nvSpPr>
        <p:spPr/>
        <p:txBody>
          <a:bodyPr/>
          <a:lstStyle/>
          <a:p>
            <a:fld id="{B3F35B75-0443-4BA1-BB6C-A2439D18ED0B}" type="datetimeFigureOut">
              <a:rPr lang="en-GB" smtClean="0"/>
              <a:t>01/10/2026</a:t>
            </a:fld>
            <a:endParaRPr lang="en-GB" dirty="0"/>
          </a:p>
        </p:txBody>
      </p:sp>
      <p:sp>
        <p:nvSpPr>
          <p:cNvPr id="6" name="Footer Placeholder 5">
            <a:extLst>
              <a:ext uri="{FF2B5EF4-FFF2-40B4-BE49-F238E27FC236}">
                <a16:creationId xmlns:a16="http://schemas.microsoft.com/office/drawing/2014/main" id="{5B251C2E-6D7A-4B1A-B001-ADBFBA612E5C}"/>
              </a:ext>
            </a:extLst>
          </p:cNvPr>
          <p:cNvSpPr>
            <a:spLocks noGrp="1"/>
          </p:cNvSpPr>
          <p:nvPr>
            <p:ph type="ftr" sz="quarter" idx="11"/>
          </p:nvPr>
        </p:nvSpPr>
        <p:spPr>
          <a:xfrm>
            <a:off x="695325" y="6489701"/>
            <a:ext cx="2616286" cy="368300"/>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40162430-3A6D-4E0E-ADBB-DF3639A0997A}"/>
              </a:ext>
            </a:extLst>
          </p:cNvPr>
          <p:cNvSpPr>
            <a:spLocks noGrp="1"/>
          </p:cNvSpPr>
          <p:nvPr>
            <p:ph type="sldNum" sz="quarter" idx="12"/>
          </p:nvPr>
        </p:nvSpPr>
        <p:spPr/>
        <p:txBody>
          <a:bodyPr/>
          <a:lstStyle/>
          <a:p>
            <a:fld id="{0E10210E-5D22-48D1-8D23-5B7CE8D08F6C}" type="slidenum">
              <a:rPr lang="en-GB" smtClean="0"/>
              <a:t>‹#›</a:t>
            </a:fld>
            <a:endParaRPr lang="en-GB" dirty="0"/>
          </a:p>
        </p:txBody>
      </p:sp>
    </p:spTree>
    <p:extLst>
      <p:ext uri="{BB962C8B-B14F-4D97-AF65-F5344CB8AC3E}">
        <p14:creationId xmlns:p14="http://schemas.microsoft.com/office/powerpoint/2010/main" val="3481094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DF74-D9E7-464C-8059-1AB977C62A92}"/>
              </a:ext>
            </a:extLst>
          </p:cNvPr>
          <p:cNvSpPr>
            <a:spLocks noGrp="1"/>
          </p:cNvSpPr>
          <p:nvPr>
            <p:ph type="ctrTitle"/>
          </p:nvPr>
        </p:nvSpPr>
        <p:spPr>
          <a:xfrm>
            <a:off x="1523743" y="1122253"/>
            <a:ext cx="9144517" cy="2388559"/>
          </a:xfrm>
        </p:spPr>
        <p:txBody>
          <a:bodyPr anchor="b"/>
          <a:lstStyle>
            <a:lvl1pPr algn="ctr">
              <a:defRPr sz="4582"/>
            </a:lvl1pPr>
          </a:lstStyle>
          <a:p>
            <a:r>
              <a:rPr lang="en-US"/>
              <a:t>Click to edit Master title style</a:t>
            </a:r>
            <a:endParaRPr lang="en-GB"/>
          </a:p>
        </p:txBody>
      </p:sp>
      <p:sp>
        <p:nvSpPr>
          <p:cNvPr id="3" name="Subtitle 2">
            <a:extLst>
              <a:ext uri="{FF2B5EF4-FFF2-40B4-BE49-F238E27FC236}">
                <a16:creationId xmlns:a16="http://schemas.microsoft.com/office/drawing/2014/main" id="{5CF3F55B-E5AF-4FE6-ADCF-3F0511A372D7}"/>
              </a:ext>
            </a:extLst>
          </p:cNvPr>
          <p:cNvSpPr>
            <a:spLocks noGrp="1"/>
          </p:cNvSpPr>
          <p:nvPr>
            <p:ph type="subTitle" idx="1"/>
          </p:nvPr>
        </p:nvSpPr>
        <p:spPr>
          <a:xfrm>
            <a:off x="1523743" y="3601518"/>
            <a:ext cx="9144517" cy="1655809"/>
          </a:xfrm>
        </p:spPr>
        <p:txBody>
          <a:bodyPr/>
          <a:lstStyle>
            <a:lvl1pPr marL="0" indent="0" algn="ctr">
              <a:buNone/>
              <a:defRPr sz="1833"/>
            </a:lvl1pPr>
            <a:lvl2pPr marL="349105" indent="0" algn="ctr">
              <a:buNone/>
              <a:defRPr sz="1527"/>
            </a:lvl2pPr>
            <a:lvl3pPr marL="698210" indent="0" algn="ctr">
              <a:buNone/>
              <a:defRPr sz="1375"/>
            </a:lvl3pPr>
            <a:lvl4pPr marL="1047315" indent="0" algn="ctr">
              <a:buNone/>
              <a:defRPr sz="1221"/>
            </a:lvl4pPr>
            <a:lvl5pPr marL="1396419" indent="0" algn="ctr">
              <a:buNone/>
              <a:defRPr sz="1221"/>
            </a:lvl5pPr>
            <a:lvl6pPr marL="1745525" indent="0" algn="ctr">
              <a:buNone/>
              <a:defRPr sz="1221"/>
            </a:lvl6pPr>
            <a:lvl7pPr marL="2094628" indent="0" algn="ctr">
              <a:buNone/>
              <a:defRPr sz="1221"/>
            </a:lvl7pPr>
            <a:lvl8pPr marL="2443734" indent="0" algn="ctr">
              <a:buNone/>
              <a:defRPr sz="1221"/>
            </a:lvl8pPr>
            <a:lvl9pPr marL="2792838" indent="0" algn="ctr">
              <a:buNone/>
              <a:defRPr sz="1221"/>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2A60BCA-B14E-4910-B68F-B17F61D57204}"/>
              </a:ext>
            </a:extLst>
          </p:cNvPr>
          <p:cNvSpPr>
            <a:spLocks noGrp="1"/>
          </p:cNvSpPr>
          <p:nvPr>
            <p:ph type="dt" sz="half" idx="10"/>
          </p:nvPr>
        </p:nvSpPr>
        <p:spPr/>
        <p:txBody>
          <a:bodyPr/>
          <a:lstStyle/>
          <a:p>
            <a:fld id="{4319CE8E-FB75-4F87-BC58-B9AFD6F0866F}" type="datetimeFigureOut">
              <a:rPr lang="en-GB" smtClean="0"/>
              <a:t>01/10/2026</a:t>
            </a:fld>
            <a:endParaRPr lang="en-GB"/>
          </a:p>
        </p:txBody>
      </p:sp>
      <p:sp>
        <p:nvSpPr>
          <p:cNvPr id="5" name="Footer Placeholder 4">
            <a:extLst>
              <a:ext uri="{FF2B5EF4-FFF2-40B4-BE49-F238E27FC236}">
                <a16:creationId xmlns:a16="http://schemas.microsoft.com/office/drawing/2014/main" id="{23B49C72-1CD8-48E3-9576-707BFF3E26E8}"/>
              </a:ext>
            </a:extLst>
          </p:cNvPr>
          <p:cNvSpPr>
            <a:spLocks noGrp="1"/>
          </p:cNvSpPr>
          <p:nvPr>
            <p:ph type="ftr" sz="quarter" idx="11"/>
          </p:nvPr>
        </p:nvSpPr>
        <p:spPr>
          <a:xfrm>
            <a:off x="695325" y="6489701"/>
            <a:ext cx="2616286" cy="368300"/>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FDD2A14-7FEE-4C9A-B059-8ECA7C7E6D36}"/>
              </a:ext>
            </a:extLst>
          </p:cNvPr>
          <p:cNvSpPr>
            <a:spLocks noGrp="1"/>
          </p:cNvSpPr>
          <p:nvPr>
            <p:ph type="sldNum" sz="quarter" idx="12"/>
          </p:nvPr>
        </p:nvSpPr>
        <p:spPr/>
        <p:txBody>
          <a:bodyPr/>
          <a:lstStyle/>
          <a:p>
            <a:fld id="{799B6915-F712-495A-824D-F9B7A96FCBD6}" type="slidenum">
              <a:rPr lang="en-GB" smtClean="0"/>
              <a:t>‹#›</a:t>
            </a:fld>
            <a:endParaRPr lang="en-GB"/>
          </a:p>
        </p:txBody>
      </p:sp>
    </p:spTree>
    <p:extLst>
      <p:ext uri="{BB962C8B-B14F-4D97-AF65-F5344CB8AC3E}">
        <p14:creationId xmlns:p14="http://schemas.microsoft.com/office/powerpoint/2010/main" val="2451163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070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Rectangle 3"/>
          <p:cNvSpPr/>
          <p:nvPr userDrawn="1"/>
        </p:nvSpPr>
        <p:spPr>
          <a:xfrm>
            <a:off x="1964267" y="1066803"/>
            <a:ext cx="10210799" cy="46038"/>
          </a:xfrm>
          <a:prstGeom prst="rect">
            <a:avLst/>
          </a:prstGeom>
          <a:solidFill>
            <a:srgbClr val="A3ADB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100">
              <a:solidFill>
                <a:srgbClr val="FFFFFF"/>
              </a:solidFill>
              <a:ea typeface="ＭＳ Ｐゴシック" pitchFamily="34" charset="-128"/>
              <a:cs typeface="Arial" pitchFamily="34" charset="0"/>
            </a:endParaRPr>
          </a:p>
        </p:txBody>
      </p:sp>
      <p:sp>
        <p:nvSpPr>
          <p:cNvPr id="5" name="Rectangle 6"/>
          <p:cNvSpPr>
            <a:spLocks noChangeArrowheads="1"/>
          </p:cNvSpPr>
          <p:nvPr userDrawn="1"/>
        </p:nvSpPr>
        <p:spPr bwMode="auto">
          <a:xfrm>
            <a:off x="11516783" y="6308726"/>
            <a:ext cx="243978" cy="176843"/>
          </a:xfrm>
          <a:prstGeom prst="rect">
            <a:avLst/>
          </a:prstGeom>
          <a:noFill/>
          <a:ln w="9525">
            <a:noFill/>
            <a:miter lim="800000"/>
            <a:headEnd/>
            <a:tailEnd/>
          </a:ln>
        </p:spPr>
        <p:txBody>
          <a:bodyPr wrap="none">
            <a:spAutoFit/>
          </a:bodyPr>
          <a:lstStyle/>
          <a:p>
            <a:pPr>
              <a:defRPr/>
            </a:pPr>
            <a:r>
              <a:rPr lang="en-US" sz="549">
                <a:solidFill>
                  <a:prstClr val="black"/>
                </a:solidFill>
                <a:latin typeface="Calibri" pitchFamily="34" charset="0"/>
                <a:cs typeface="Arial" pitchFamily="34" charset="0"/>
              </a:rPr>
              <a:t>©</a:t>
            </a:r>
          </a:p>
        </p:txBody>
      </p:sp>
      <p:pic>
        <p:nvPicPr>
          <p:cNvPr id="6" name="Picture 15"/>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552518" y="6237288"/>
            <a:ext cx="2133600" cy="493712"/>
          </a:xfrm>
          <a:prstGeom prst="rect">
            <a:avLst/>
          </a:prstGeom>
          <a:noFill/>
          <a:ln w="9525">
            <a:noFill/>
            <a:miter lim="800000"/>
            <a:headEnd/>
            <a:tailEnd/>
          </a:ln>
        </p:spPr>
      </p:pic>
      <p:sp>
        <p:nvSpPr>
          <p:cNvPr id="8" name="Content Placeholder 2"/>
          <p:cNvSpPr>
            <a:spLocks noGrp="1"/>
          </p:cNvSpPr>
          <p:nvPr>
            <p:ph idx="1"/>
          </p:nvPr>
        </p:nvSpPr>
        <p:spPr>
          <a:xfrm>
            <a:off x="1904971" y="1357302"/>
            <a:ext cx="9677429" cy="4525963"/>
          </a:xfrm>
        </p:spPr>
        <p:txBody>
          <a:bodyPr/>
          <a:lstStyle>
            <a:lvl1pPr>
              <a:buFontTx/>
              <a:buBlip>
                <a:blip r:embed="rId3"/>
              </a:buBlip>
              <a:defRPr baseline="0">
                <a:latin typeface="Arial" pitchFamily="34" charset="0"/>
                <a:cs typeface="Arial" pitchFamily="34" charset="0"/>
              </a:defRPr>
            </a:lvl1pPr>
            <a:lvl2pPr>
              <a:defRPr baseline="0">
                <a:latin typeface="Arial" pitchFamily="34" charset="0"/>
                <a:cs typeface="Arial" pitchFamily="34" charset="0"/>
              </a:defRPr>
            </a:lvl2pPr>
            <a:lvl3pPr>
              <a:defRPr sz="1590" baseline="0">
                <a:latin typeface="Arial" pitchFamily="34" charset="0"/>
                <a:cs typeface="Arial" pitchFamily="34" charset="0"/>
              </a:defRPr>
            </a:lvl3pPr>
            <a:lvl4pPr>
              <a:buFont typeface="Arial" pitchFamily="34" charset="0"/>
              <a:buChar char="»"/>
              <a:defRPr sz="1466" baseline="0">
                <a:latin typeface="Arial" pitchFamily="34" charset="0"/>
                <a:cs typeface="Arial" pitchFamily="34" charset="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itle 1"/>
          <p:cNvSpPr>
            <a:spLocks noGrp="1"/>
          </p:cNvSpPr>
          <p:nvPr>
            <p:ph type="title"/>
          </p:nvPr>
        </p:nvSpPr>
        <p:spPr>
          <a:xfrm>
            <a:off x="1377696" y="-21"/>
            <a:ext cx="10814304" cy="1071570"/>
          </a:xfrm>
        </p:spPr>
        <p:txBody>
          <a:bodyPr>
            <a:normAutofit/>
          </a:bodyPr>
          <a:lstStyle>
            <a:lvl1pPr>
              <a:defRPr sz="2444" b="1" baseline="0">
                <a:latin typeface="Arial" pitchFamily="34" charset="0"/>
                <a:cs typeface="Arial"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9527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674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1"/>
            <a:ext cx="4718313" cy="1162050"/>
          </a:xfrm>
        </p:spPr>
        <p:txBody>
          <a:bodyPr anchor="b"/>
          <a:lstStyle>
            <a:lvl1pPr algn="l">
              <a:defRPr sz="1222" b="1"/>
            </a:lvl1pPr>
          </a:lstStyle>
          <a:p>
            <a:r>
              <a:rPr lang="en-US"/>
              <a:t>Click to edit Master title style</a:t>
            </a:r>
            <a:endParaRPr lang="en-GB"/>
          </a:p>
        </p:txBody>
      </p:sp>
      <p:sp>
        <p:nvSpPr>
          <p:cNvPr id="3" name="Content Placeholder 2"/>
          <p:cNvSpPr>
            <a:spLocks noGrp="1"/>
          </p:cNvSpPr>
          <p:nvPr>
            <p:ph idx="1"/>
          </p:nvPr>
        </p:nvSpPr>
        <p:spPr>
          <a:xfrm>
            <a:off x="5615950" y="273053"/>
            <a:ext cx="5966454" cy="5853113"/>
          </a:xfrm>
        </p:spPr>
        <p:txBody>
          <a:bodyPr>
            <a:normAutofit/>
          </a:bodyPr>
          <a:lstStyle>
            <a:lvl1pPr>
              <a:defRPr sz="1711"/>
            </a:lvl1pPr>
            <a:lvl2pPr>
              <a:defRPr sz="1466"/>
            </a:lvl2pPr>
            <a:lvl3pPr>
              <a:defRPr sz="1222"/>
            </a:lvl3pPr>
            <a:lvl4pPr>
              <a:defRPr sz="1100"/>
            </a:lvl4pPr>
            <a:lvl5pPr>
              <a:defRPr sz="1100"/>
            </a:lvl5pPr>
            <a:lvl6pPr>
              <a:defRPr sz="1222"/>
            </a:lvl6pPr>
            <a:lvl7pPr>
              <a:defRPr sz="1222"/>
            </a:lvl7pPr>
            <a:lvl8pPr>
              <a:defRPr sz="1222"/>
            </a:lvl8pPr>
            <a:lvl9pPr>
              <a:defRPr sz="12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628803"/>
            <a:ext cx="4718313" cy="4497363"/>
          </a:xfrm>
        </p:spPr>
        <p:txBody>
          <a:bodyPr/>
          <a:lstStyle>
            <a:lvl1pPr marL="0" indent="0">
              <a:buNone/>
              <a:defRPr sz="856"/>
            </a:lvl1pPr>
            <a:lvl2pPr marL="279396" indent="0">
              <a:buNone/>
              <a:defRPr sz="733"/>
            </a:lvl2pPr>
            <a:lvl3pPr marL="558792" indent="0">
              <a:buNone/>
              <a:defRPr sz="611"/>
            </a:lvl3pPr>
            <a:lvl4pPr marL="838189" indent="0">
              <a:buNone/>
              <a:defRPr sz="549"/>
            </a:lvl4pPr>
            <a:lvl5pPr marL="1117587" indent="0">
              <a:buNone/>
              <a:defRPr sz="549"/>
            </a:lvl5pPr>
            <a:lvl6pPr marL="1396983" indent="0">
              <a:buNone/>
              <a:defRPr sz="549"/>
            </a:lvl6pPr>
            <a:lvl7pPr marL="1676379" indent="0">
              <a:buNone/>
              <a:defRPr sz="549"/>
            </a:lvl7pPr>
            <a:lvl8pPr marL="1955776" indent="0">
              <a:buNone/>
              <a:defRPr sz="549"/>
            </a:lvl8pPr>
            <a:lvl9pPr marL="2235173" indent="0">
              <a:buNone/>
              <a:defRPr sz="549"/>
            </a:lvl9pPr>
          </a:lstStyle>
          <a:p>
            <a:pPr lvl="0"/>
            <a:r>
              <a:rPr lang="en-US"/>
              <a:t>Click to edit Master text styles</a:t>
            </a:r>
          </a:p>
        </p:txBody>
      </p:sp>
      <p:pic>
        <p:nvPicPr>
          <p:cNvPr id="8" name="Picture 7"/>
          <p:cNvPicPr>
            <a:picLocks noChangeAspect="1" noChangeArrowheads="1"/>
          </p:cNvPicPr>
          <p:nvPr/>
        </p:nvPicPr>
        <p:blipFill>
          <a:blip r:embed="rId2" cstate="email"/>
          <a:srcRect/>
          <a:stretch>
            <a:fillRect/>
          </a:stretch>
        </p:blipFill>
        <p:spPr bwMode="auto">
          <a:xfrm>
            <a:off x="431370" y="6381328"/>
            <a:ext cx="1632182" cy="377684"/>
          </a:xfrm>
          <a:prstGeom prst="rect">
            <a:avLst/>
          </a:prstGeom>
          <a:noFill/>
          <a:ln w="9525">
            <a:noFill/>
            <a:miter lim="800000"/>
            <a:headEnd/>
            <a:tailEnd/>
          </a:ln>
        </p:spPr>
      </p:pic>
      <p:cxnSp>
        <p:nvCxnSpPr>
          <p:cNvPr id="10" name="Straight Connector 9"/>
          <p:cNvCxnSpPr/>
          <p:nvPr/>
        </p:nvCxnSpPr>
        <p:spPr>
          <a:xfrm>
            <a:off x="5423926" y="260648"/>
            <a:ext cx="0" cy="5832648"/>
          </a:xfrm>
          <a:prstGeom prst="line">
            <a:avLst/>
          </a:prstGeom>
          <a:ln w="12700">
            <a:solidFill>
              <a:srgbClr val="0183A9"/>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23391" y="1484784"/>
            <a:ext cx="3840427" cy="0"/>
          </a:xfrm>
          <a:prstGeom prst="line">
            <a:avLst/>
          </a:prstGeom>
          <a:ln w="63500">
            <a:solidFill>
              <a:srgbClr val="51646C">
                <a:alpha val="30000"/>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23394" y="6309320"/>
            <a:ext cx="11568608" cy="0"/>
          </a:xfrm>
          <a:prstGeom prst="line">
            <a:avLst/>
          </a:prstGeom>
          <a:ln>
            <a:solidFill>
              <a:srgbClr val="51646C">
                <a:alpha val="3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655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lstStyle/>
          <a:p>
            <a:r>
              <a:rPr lang="en-US"/>
              <a:t>Click to edit Master title style</a:t>
            </a:r>
          </a:p>
        </p:txBody>
      </p:sp>
      <p:sp>
        <p:nvSpPr>
          <p:cNvPr id="3" name="Table Placeholder 2"/>
          <p:cNvSpPr>
            <a:spLocks noGrp="1"/>
          </p:cNvSpPr>
          <p:nvPr>
            <p:ph type="tbl" idx="1"/>
          </p:nvPr>
        </p:nvSpPr>
        <p:spPr>
          <a:xfrm>
            <a:off x="1117603" y="1219203"/>
            <a:ext cx="10972800" cy="4525963"/>
          </a:xfrm>
        </p:spPr>
        <p:txBody>
          <a:bodyPr/>
          <a:lstStyle/>
          <a:p>
            <a:pPr lvl="0"/>
            <a:endParaRPr lang="en-US" noProof="0"/>
          </a:p>
        </p:txBody>
      </p:sp>
      <p:sp>
        <p:nvSpPr>
          <p:cNvPr id="4" name="Date Placeholder 3"/>
          <p:cNvSpPr>
            <a:spLocks noGrp="1"/>
          </p:cNvSpPr>
          <p:nvPr>
            <p:ph type="dt" sz="half" idx="10"/>
          </p:nvPr>
        </p:nvSpPr>
        <p:spPr>
          <a:xfrm>
            <a:off x="1016000" y="6245227"/>
            <a:ext cx="2844801" cy="476250"/>
          </a:xfrm>
          <a:prstGeom prst="rect">
            <a:avLst/>
          </a:prstGeom>
        </p:spPr>
        <p:txBody>
          <a:bodyPr/>
          <a:lstStyle>
            <a:lvl1pPr>
              <a:defRPr>
                <a:solidFill>
                  <a:srgbClr val="000000"/>
                </a:solidFill>
                <a:ea typeface="MS PGothic" pitchFamily="34" charset="-128"/>
              </a:defRPr>
            </a:lvl1pPr>
          </a:lstStyle>
          <a:p>
            <a:pPr>
              <a:defRPr/>
            </a:pPr>
            <a:endParaRPr lang="en-US"/>
          </a:p>
        </p:txBody>
      </p:sp>
      <p:sp>
        <p:nvSpPr>
          <p:cNvPr id="5" name="Footer Placeholder 4"/>
          <p:cNvSpPr>
            <a:spLocks noGrp="1"/>
          </p:cNvSpPr>
          <p:nvPr>
            <p:ph type="ftr" sz="quarter" idx="11"/>
          </p:nvPr>
        </p:nvSpPr>
        <p:spPr>
          <a:xfrm>
            <a:off x="4165604" y="6245227"/>
            <a:ext cx="3860800" cy="476250"/>
          </a:xfrm>
          <a:prstGeom prst="rect">
            <a:avLst/>
          </a:prstGeom>
        </p:spPr>
        <p:txBody>
          <a:bodyPr/>
          <a:lstStyle>
            <a:lvl1pPr>
              <a:defRPr>
                <a:solidFill>
                  <a:srgbClr val="000000"/>
                </a:solidFill>
                <a:ea typeface="MS PGothic" pitchFamily="34" charset="-128"/>
              </a:defRPr>
            </a:lvl1pPr>
          </a:lstStyle>
          <a:p>
            <a:pPr>
              <a:defRPr/>
            </a:pPr>
            <a:endParaRPr lang="en-US"/>
          </a:p>
        </p:txBody>
      </p:sp>
      <p:sp>
        <p:nvSpPr>
          <p:cNvPr id="6" name="Slide Number Placeholder 5"/>
          <p:cNvSpPr>
            <a:spLocks noGrp="1"/>
          </p:cNvSpPr>
          <p:nvPr>
            <p:ph type="sldNum" sz="quarter" idx="12"/>
          </p:nvPr>
        </p:nvSpPr>
        <p:spPr>
          <a:xfrm>
            <a:off x="8229603" y="6245227"/>
            <a:ext cx="2844801" cy="476250"/>
          </a:xfrm>
          <a:prstGeom prst="rect">
            <a:avLst/>
          </a:prstGeom>
        </p:spPr>
        <p:txBody>
          <a:bodyPr/>
          <a:lstStyle>
            <a:lvl1pPr>
              <a:defRPr>
                <a:solidFill>
                  <a:srgbClr val="000000"/>
                </a:solidFill>
                <a:ea typeface="MS PGothic" pitchFamily="34" charset="-128"/>
              </a:defRPr>
            </a:lvl1pPr>
          </a:lstStyle>
          <a:p>
            <a:pPr>
              <a:defRPr/>
            </a:pPr>
            <a:fld id="{04C74E34-AA99-4B5C-878E-82B8B09749F0}" type="slidenum">
              <a:rPr lang="en-US"/>
              <a:pPr>
                <a:defRPr/>
              </a:pPr>
              <a:t>‹#›</a:t>
            </a:fld>
            <a:endParaRPr lang="en-US"/>
          </a:p>
        </p:txBody>
      </p:sp>
    </p:spTree>
    <p:extLst>
      <p:ext uri="{BB962C8B-B14F-4D97-AF65-F5344CB8AC3E}">
        <p14:creationId xmlns:p14="http://schemas.microsoft.com/office/powerpoint/2010/main" val="798119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599" y="1535113"/>
            <a:ext cx="5386918" cy="639762"/>
          </a:xfrm>
        </p:spPr>
        <p:txBody>
          <a:bodyPr anchor="ctr">
            <a:normAutofit/>
          </a:bodyPr>
          <a:lstStyle>
            <a:lvl1pPr marL="0" indent="0">
              <a:buNone/>
              <a:defRPr sz="2000" b="1">
                <a:solidFill>
                  <a:srgbClr val="0183A9"/>
                </a:solidFill>
              </a:defRPr>
            </a:lvl1pPr>
            <a:lvl2pPr marL="457191" indent="0">
              <a:buNone/>
              <a:defRPr sz="2000" b="1"/>
            </a:lvl2pPr>
            <a:lvl3pPr marL="914381" indent="0">
              <a:buNone/>
              <a:defRPr sz="1800" b="1"/>
            </a:lvl3pPr>
            <a:lvl4pPr marL="1371572" indent="0">
              <a:buNone/>
              <a:defRPr sz="1600" b="1"/>
            </a:lvl4pPr>
            <a:lvl5pPr marL="1828763" indent="0">
              <a:buNone/>
              <a:defRPr sz="1600" b="1"/>
            </a:lvl5pPr>
            <a:lvl6pPr marL="2285954" indent="0">
              <a:buNone/>
              <a:defRPr sz="1600" b="1"/>
            </a:lvl6pPr>
            <a:lvl7pPr marL="2743144" indent="0">
              <a:buNone/>
              <a:defRPr sz="1600" b="1"/>
            </a:lvl7pPr>
            <a:lvl8pPr marL="3200335" indent="0">
              <a:buNone/>
              <a:defRPr sz="1600" b="1"/>
            </a:lvl8pPr>
            <a:lvl9pPr marL="365752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174876"/>
            <a:ext cx="5386918"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7" y="1535113"/>
            <a:ext cx="5389034" cy="639762"/>
          </a:xfrm>
        </p:spPr>
        <p:txBody>
          <a:bodyPr anchor="ctr">
            <a:normAutofit/>
          </a:bodyPr>
          <a:lstStyle>
            <a:lvl1pPr marL="0" indent="0">
              <a:buNone/>
              <a:defRPr sz="2000" b="1">
                <a:solidFill>
                  <a:srgbClr val="0183A9"/>
                </a:solidFill>
              </a:defRPr>
            </a:lvl1pPr>
            <a:lvl2pPr marL="457191" indent="0">
              <a:buNone/>
              <a:defRPr sz="2000" b="1"/>
            </a:lvl2pPr>
            <a:lvl3pPr marL="914381" indent="0">
              <a:buNone/>
              <a:defRPr sz="1800" b="1"/>
            </a:lvl3pPr>
            <a:lvl4pPr marL="1371572" indent="0">
              <a:buNone/>
              <a:defRPr sz="1600" b="1"/>
            </a:lvl4pPr>
            <a:lvl5pPr marL="1828763" indent="0">
              <a:buNone/>
              <a:defRPr sz="1600" b="1"/>
            </a:lvl5pPr>
            <a:lvl6pPr marL="2285954" indent="0">
              <a:buNone/>
              <a:defRPr sz="1600" b="1"/>
            </a:lvl6pPr>
            <a:lvl7pPr marL="2743144" indent="0">
              <a:buNone/>
              <a:defRPr sz="1600" b="1"/>
            </a:lvl7pPr>
            <a:lvl8pPr marL="3200335" indent="0">
              <a:buNone/>
              <a:defRPr sz="1600" b="1"/>
            </a:lvl8pPr>
            <a:lvl9pPr marL="365752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6"/>
            <a:ext cx="5389034"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2" name="Picture 11"/>
          <p:cNvPicPr>
            <a:picLocks noChangeAspect="1" noChangeArrowheads="1"/>
          </p:cNvPicPr>
          <p:nvPr userDrawn="1"/>
        </p:nvPicPr>
        <p:blipFill>
          <a:blip r:embed="rId2" cstate="email"/>
          <a:srcRect/>
          <a:stretch>
            <a:fillRect/>
          </a:stretch>
        </p:blipFill>
        <p:spPr bwMode="auto">
          <a:xfrm>
            <a:off x="431370" y="6381328"/>
            <a:ext cx="1632182" cy="377684"/>
          </a:xfrm>
          <a:prstGeom prst="rect">
            <a:avLst/>
          </a:prstGeom>
          <a:noFill/>
          <a:ln w="9525">
            <a:noFill/>
            <a:miter lim="800000"/>
            <a:headEnd/>
            <a:tailEnd/>
          </a:ln>
        </p:spPr>
      </p:pic>
      <p:cxnSp>
        <p:nvCxnSpPr>
          <p:cNvPr id="14" name="Straight Connector 13"/>
          <p:cNvCxnSpPr/>
          <p:nvPr userDrawn="1"/>
        </p:nvCxnSpPr>
        <p:spPr>
          <a:xfrm>
            <a:off x="6096000" y="1556792"/>
            <a:ext cx="0" cy="4536504"/>
          </a:xfrm>
          <a:prstGeom prst="line">
            <a:avLst/>
          </a:prstGeom>
          <a:ln w="12700">
            <a:solidFill>
              <a:srgbClr val="0183A9"/>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623391" y="2132855"/>
            <a:ext cx="5376598" cy="0"/>
          </a:xfrm>
          <a:prstGeom prst="line">
            <a:avLst/>
          </a:prstGeom>
          <a:ln w="12700">
            <a:solidFill>
              <a:srgbClr val="0183A9"/>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6192011" y="2132855"/>
            <a:ext cx="5376598" cy="0"/>
          </a:xfrm>
          <a:prstGeom prst="line">
            <a:avLst/>
          </a:prstGeom>
          <a:ln w="12700">
            <a:solidFill>
              <a:srgbClr val="0183A9"/>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23393" y="1268760"/>
            <a:ext cx="11568608" cy="0"/>
          </a:xfrm>
          <a:prstGeom prst="line">
            <a:avLst/>
          </a:prstGeom>
          <a:ln w="63500">
            <a:solidFill>
              <a:srgbClr val="51646C">
                <a:alpha val="30000"/>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23393" y="6309320"/>
            <a:ext cx="11568608" cy="0"/>
          </a:xfrm>
          <a:prstGeom prst="line">
            <a:avLst/>
          </a:prstGeom>
          <a:ln>
            <a:solidFill>
              <a:srgbClr val="51646C">
                <a:alpha val="30000"/>
              </a:srgb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4079777" y="6453337"/>
            <a:ext cx="4128458" cy="246221"/>
          </a:xfrm>
          <a:prstGeom prst="rect">
            <a:avLst/>
          </a:prstGeom>
          <a:noFill/>
        </p:spPr>
        <p:txBody>
          <a:bodyPr wrap="square" rtlCol="0">
            <a:spAutoFit/>
          </a:bodyPr>
          <a:lstStyle/>
          <a:p>
            <a:pPr marL="0" marR="0" indent="0" algn="ctr" defTabSz="914381" rtl="0" eaLnBrk="1" fontAlgn="auto" latinLnBrk="0" hangingPunct="1">
              <a:lnSpc>
                <a:spcPct val="100000"/>
              </a:lnSpc>
              <a:spcBef>
                <a:spcPts val="0"/>
              </a:spcBef>
              <a:spcAft>
                <a:spcPts val="0"/>
              </a:spcAft>
              <a:buClrTx/>
              <a:buSzTx/>
              <a:buFontTx/>
              <a:buNone/>
              <a:tabLst/>
              <a:defRPr/>
            </a:pPr>
            <a:r>
              <a:rPr lang="en-GB" sz="1000" kern="1200" dirty="0">
                <a:solidFill>
                  <a:srgbClr val="0183A9"/>
                </a:solidFill>
                <a:latin typeface="Arial" pitchFamily="34" charset="0"/>
                <a:ea typeface="+mn-ea"/>
                <a:cs typeface="Arial" pitchFamily="34" charset="0"/>
              </a:rPr>
              <a:t>© Copyright 2015. Oil Spill Response Limited.</a:t>
            </a:r>
            <a:endParaRPr lang="en-GB" sz="1000" dirty="0"/>
          </a:p>
        </p:txBody>
      </p:sp>
      <p:pic>
        <p:nvPicPr>
          <p:cNvPr id="15" name="Picture 2" descr="http://upload.wikimedia.org/wikipedia/en/c/c9/Puma_Energy_Logo.jpg"/>
          <p:cNvPicPr>
            <a:picLocks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0356800" y="6400800"/>
            <a:ext cx="1632001" cy="378000"/>
          </a:xfrm>
          <a:prstGeom prst="rect">
            <a:avLst/>
          </a:prstGeom>
          <a:noFill/>
        </p:spPr>
      </p:pic>
    </p:spTree>
    <p:extLst>
      <p:ext uri="{BB962C8B-B14F-4D97-AF65-F5344CB8AC3E}">
        <p14:creationId xmlns:p14="http://schemas.microsoft.com/office/powerpoint/2010/main" val="3591486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normAutofit/>
          </a:bodyPr>
          <a:lstStyle>
            <a:lvl1pPr algn="r">
              <a:defRPr sz="3600" b="1" cap="none" baseline="0">
                <a:solidFill>
                  <a:srgbClr val="0183A9"/>
                </a:solidFill>
                <a:latin typeface="Trebuchet MS" pitchFamily="34" charset="0"/>
              </a:defRPr>
            </a:lvl1pPr>
          </a:lstStyle>
          <a:p>
            <a:r>
              <a:rPr lang="en-US"/>
              <a:t>Click to edit Master title style</a:t>
            </a:r>
            <a:endParaRPr lang="en-GB" dirty="0"/>
          </a:p>
        </p:txBody>
      </p:sp>
      <p:sp>
        <p:nvSpPr>
          <p:cNvPr id="3" name="Text Placeholder 2"/>
          <p:cNvSpPr>
            <a:spLocks noGrp="1"/>
          </p:cNvSpPr>
          <p:nvPr>
            <p:ph type="body" idx="1"/>
          </p:nvPr>
        </p:nvSpPr>
        <p:spPr>
          <a:xfrm>
            <a:off x="963084" y="2906714"/>
            <a:ext cx="10363200" cy="1500187"/>
          </a:xfrm>
        </p:spPr>
        <p:txBody>
          <a:bodyPr anchor="b"/>
          <a:lstStyle>
            <a:lvl1pPr marL="0" indent="0" algn="r">
              <a:buNone/>
              <a:defRPr sz="2000" i="1">
                <a:solidFill>
                  <a:srgbClr val="0183A9"/>
                </a:solidFill>
              </a:defRPr>
            </a:lvl1pPr>
            <a:lvl2pPr marL="457191" indent="0">
              <a:buNone/>
              <a:defRPr sz="1800">
                <a:solidFill>
                  <a:schemeClr val="tx1">
                    <a:tint val="75000"/>
                  </a:schemeClr>
                </a:solidFill>
              </a:defRPr>
            </a:lvl2pPr>
            <a:lvl3pPr marL="914381" indent="0">
              <a:buNone/>
              <a:defRPr sz="1600">
                <a:solidFill>
                  <a:schemeClr val="tx1">
                    <a:tint val="75000"/>
                  </a:schemeClr>
                </a:solidFill>
              </a:defRPr>
            </a:lvl3pPr>
            <a:lvl4pPr marL="1371572" indent="0">
              <a:buNone/>
              <a:defRPr sz="1400">
                <a:solidFill>
                  <a:schemeClr val="tx1">
                    <a:tint val="75000"/>
                  </a:schemeClr>
                </a:solidFill>
              </a:defRPr>
            </a:lvl4pPr>
            <a:lvl5pPr marL="1828763" indent="0">
              <a:buNone/>
              <a:defRPr sz="1400">
                <a:solidFill>
                  <a:schemeClr val="tx1">
                    <a:tint val="75000"/>
                  </a:schemeClr>
                </a:solidFill>
              </a:defRPr>
            </a:lvl5pPr>
            <a:lvl6pPr marL="2285954" indent="0">
              <a:buNone/>
              <a:defRPr sz="1400">
                <a:solidFill>
                  <a:schemeClr val="tx1">
                    <a:tint val="75000"/>
                  </a:schemeClr>
                </a:solidFill>
              </a:defRPr>
            </a:lvl6pPr>
            <a:lvl7pPr marL="2743144" indent="0">
              <a:buNone/>
              <a:defRPr sz="1400">
                <a:solidFill>
                  <a:schemeClr val="tx1">
                    <a:tint val="75000"/>
                  </a:schemeClr>
                </a:solidFill>
              </a:defRPr>
            </a:lvl7pPr>
            <a:lvl8pPr marL="3200335" indent="0">
              <a:buNone/>
              <a:defRPr sz="1400">
                <a:solidFill>
                  <a:schemeClr val="tx1">
                    <a:tint val="75000"/>
                  </a:schemeClr>
                </a:solidFill>
              </a:defRPr>
            </a:lvl8pPr>
            <a:lvl9pPr marL="3657526"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12196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672728" y="728663"/>
            <a:ext cx="10846173" cy="755650"/>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b="0" kern="1200" cap="none" baseline="0" noProof="0" dirty="0" smtClean="0">
                <a:solidFill>
                  <a:schemeClr val="tx1"/>
                </a:solidFill>
                <a:latin typeface="+mj-lt"/>
                <a:ea typeface="+mj-ea"/>
                <a:cs typeface="+mj-cs"/>
              </a:defRPr>
            </a:lvl1pPr>
          </a:lstStyle>
          <a:p>
            <a:pPr lvl="0" algn="l" defTabSz="914381" rtl="0" eaLnBrk="1" latinLnBrk="0" hangingPunct="1">
              <a:spcBef>
                <a:spcPct val="0"/>
              </a:spcBef>
              <a:buNone/>
            </a:pPr>
            <a:r>
              <a:rPr lang="en-US" noProof="0"/>
              <a:t>Click to edit Master title style</a:t>
            </a:r>
            <a:endParaRPr lang="en-GB" noProof="0" dirty="0"/>
          </a:p>
        </p:txBody>
      </p:sp>
      <p:sp>
        <p:nvSpPr>
          <p:cNvPr id="10" name="Content Placeholder 9"/>
          <p:cNvSpPr>
            <a:spLocks noGrp="1"/>
          </p:cNvSpPr>
          <p:nvPr>
            <p:ph sz="quarter" idx="11"/>
          </p:nvPr>
        </p:nvSpPr>
        <p:spPr>
          <a:xfrm>
            <a:off x="673102" y="1557340"/>
            <a:ext cx="10845800" cy="4694237"/>
          </a:xfrm>
          <a:noFill/>
          <a:ln w="9525" algn="ctr">
            <a:noFill/>
            <a:miter lim="800000"/>
            <a:headEnd/>
            <a:tailEnd/>
          </a:ln>
        </p:spPr>
        <p:txBody>
          <a:bodyPr vert="horz" wrap="square" lIns="0" tIns="0" rIns="0" bIns="0" numCol="1" anchor="t" anchorCtr="0" compatLnSpc="1">
            <a:prstTxWarp prst="textNoShape">
              <a:avLst/>
            </a:prstTxWarp>
          </a:bodyPr>
          <a:lstStyle>
            <a:lvl1pPr>
              <a:defRPr lang="en-GB" dirty="0" smtClean="0"/>
            </a:lvl1pPr>
            <a:lvl2pPr marL="230395" indent="-230395">
              <a:defRPr lang="en-GB" dirty="0" smtClean="0"/>
            </a:lvl2pPr>
            <a:lvl3pPr marL="458990" indent="-228595">
              <a:defRPr lang="en-GB" dirty="0" smtClean="0"/>
            </a:lvl3pPr>
            <a:lvl4pPr marL="687586" indent="-228595">
              <a:defRPr lang="en-GB" dirty="0" smtClean="0"/>
            </a:lvl4pPr>
            <a:lvl5pPr marL="890782" indent="-203196">
              <a:defRPr lang="en-GB" dirty="0" smtClean="0"/>
            </a:lvl5pPr>
            <a:lvl6pPr marL="1043179" indent="-152397">
              <a:defRPr lang="en-GB" dirty="0" smtClean="0"/>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Rectangle 6" descr="Rectangle 6"/>
          <p:cNvSpPr>
            <a:spLocks noGrp="1" noChangeArrowheads="1"/>
          </p:cNvSpPr>
          <p:nvPr>
            <p:ph type="sldNum" sz="quarter" idx="4"/>
          </p:nvPr>
        </p:nvSpPr>
        <p:spPr bwMode="auto">
          <a:xfrm>
            <a:off x="11170112" y="6478120"/>
            <a:ext cx="355564" cy="237745"/>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00">
                <a:solidFill>
                  <a:schemeClr val="tx1"/>
                </a:solidFill>
                <a:latin typeface="Futura Medium" panose="00000400000000000000" pitchFamily="2" charset="0"/>
                <a:cs typeface="Arial" pitchFamily="34" charset="0"/>
              </a:defRPr>
            </a:lvl1pPr>
          </a:lstStyle>
          <a:p>
            <a:fld id="{D32BAE6A-B452-4007-8177-56DD051636F9}" type="slidenum">
              <a:rPr lang="en-GB" noProof="1" smtClean="0"/>
              <a:pPr/>
              <a:t>‹#›</a:t>
            </a:fld>
            <a:endParaRPr lang="en-GB" noProof="1"/>
          </a:p>
        </p:txBody>
      </p:sp>
      <p:sp>
        <p:nvSpPr>
          <p:cNvPr id="11" name="Rectangle 4" descr="Rectangle 4"/>
          <p:cNvSpPr>
            <a:spLocks noGrp="1" noChangeArrowheads="1"/>
          </p:cNvSpPr>
          <p:nvPr>
            <p:ph type="dt" sz="half" idx="2"/>
          </p:nvPr>
        </p:nvSpPr>
        <p:spPr bwMode="auto">
          <a:xfrm>
            <a:off x="9604915" y="6478120"/>
            <a:ext cx="1440001" cy="237745"/>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ctr">
              <a:defRPr sz="800">
                <a:solidFill>
                  <a:schemeClr val="tx1"/>
                </a:solidFill>
                <a:latin typeface="Futura Medium" panose="00000400000000000000" pitchFamily="2" charset="0"/>
                <a:cs typeface="Arial" pitchFamily="34" charset="0"/>
              </a:defRPr>
            </a:lvl1pPr>
          </a:lstStyle>
          <a:p>
            <a:r>
              <a:rPr lang="en-US" noProof="1"/>
              <a:t>Date Month 2016</a:t>
            </a:r>
            <a:endParaRPr lang="en-GB" noProof="1"/>
          </a:p>
        </p:txBody>
      </p:sp>
      <p:sp>
        <p:nvSpPr>
          <p:cNvPr id="15" name="Rectangle 5"/>
          <p:cNvSpPr>
            <a:spLocks noGrp="1" noChangeArrowheads="1"/>
          </p:cNvSpPr>
          <p:nvPr>
            <p:ph type="ftr" sz="quarter" idx="3"/>
          </p:nvPr>
        </p:nvSpPr>
        <p:spPr bwMode="auto">
          <a:xfrm>
            <a:off x="4675200" y="6478120"/>
            <a:ext cx="3360000" cy="237745"/>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lgn="ctr">
              <a:defRPr sz="800">
                <a:solidFill>
                  <a:schemeClr val="tx1"/>
                </a:solidFill>
                <a:latin typeface="Futura Medium" panose="00000400000000000000" pitchFamily="2" charset="0"/>
                <a:cs typeface="Arial" pitchFamily="34" charset="0"/>
              </a:defRPr>
            </a:lvl1pPr>
          </a:lstStyle>
          <a:p>
            <a:pPr algn="l">
              <a:defRPr/>
            </a:pPr>
            <a:r>
              <a:rPr lang="en-GB" noProof="1"/>
              <a:t>Footer</a:t>
            </a:r>
          </a:p>
        </p:txBody>
      </p:sp>
    </p:spTree>
    <p:extLst>
      <p:ext uri="{BB962C8B-B14F-4D97-AF65-F5344CB8AC3E}">
        <p14:creationId xmlns:p14="http://schemas.microsoft.com/office/powerpoint/2010/main" val="363482283"/>
      </p:ext>
    </p:extLst>
  </p:cSld>
  <p:clrMapOvr>
    <a:masterClrMapping/>
  </p:clrMapOvr>
  <p:transition/>
  <p:hf hdr="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720003" y="1268417"/>
            <a:ext cx="8828684" cy="700002"/>
          </a:xfrm>
        </p:spPr>
        <p:txBody>
          <a:bodyPr>
            <a:noAutofit/>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9FAA86FC-4745-4C7D-B81B-1CD5258F9BF2}"/>
              </a:ext>
            </a:extLst>
          </p:cNvPr>
          <p:cNvSpPr>
            <a:spLocks noGrp="1"/>
          </p:cNvSpPr>
          <p:nvPr>
            <p:ph type="dt" sz="half" idx="10"/>
          </p:nvPr>
        </p:nvSpPr>
        <p:spPr/>
        <p:txBody>
          <a:bodyPr/>
          <a:lstStyle/>
          <a:p>
            <a:fld id="{386086A4-6416-4283-BDD4-15C21460E6CC}" type="datetime1">
              <a:rPr lang="en-GB" smtClean="0"/>
              <a:t>01/10/2026</a:t>
            </a:fld>
            <a:endParaRPr lang="en-GB"/>
          </a:p>
        </p:txBody>
      </p:sp>
      <p:sp>
        <p:nvSpPr>
          <p:cNvPr id="4" name="Footer Placeholder 3">
            <a:extLst>
              <a:ext uri="{FF2B5EF4-FFF2-40B4-BE49-F238E27FC236}">
                <a16:creationId xmlns:a16="http://schemas.microsoft.com/office/drawing/2014/main" id="{A72408F3-66CB-4EF6-9CB4-A98DBDDD4F95}"/>
              </a:ext>
            </a:extLst>
          </p:cNvPr>
          <p:cNvSpPr>
            <a:spLocks noGrp="1"/>
          </p:cNvSpPr>
          <p:nvPr>
            <p:ph type="ftr" sz="quarter" idx="11"/>
          </p:nvPr>
        </p:nvSpPr>
        <p:spPr>
          <a:xfrm>
            <a:off x="720000" y="6489701"/>
            <a:ext cx="2616286" cy="368300"/>
          </a:xfrm>
          <a:prstGeom prst="rect">
            <a:avLst/>
          </a:prstGeom>
        </p:spPr>
        <p:txBody>
          <a:bodyPr/>
          <a:lstStyle/>
          <a:p>
            <a:endParaRPr lang="en-GB" dirty="0"/>
          </a:p>
        </p:txBody>
      </p:sp>
      <p:sp>
        <p:nvSpPr>
          <p:cNvPr id="5" name="Slide Number Placeholder 4">
            <a:extLst>
              <a:ext uri="{FF2B5EF4-FFF2-40B4-BE49-F238E27FC236}">
                <a16:creationId xmlns:a16="http://schemas.microsoft.com/office/drawing/2014/main" id="{EACE9FA2-A483-4942-956D-D10B283056C8}"/>
              </a:ext>
            </a:extLst>
          </p:cNvPr>
          <p:cNvSpPr>
            <a:spLocks noGrp="1"/>
          </p:cNvSpPr>
          <p:nvPr>
            <p:ph type="sldNum" sz="quarter" idx="12"/>
          </p:nvPr>
        </p:nvSpPr>
        <p:spPr/>
        <p:txBody>
          <a:bodyPr/>
          <a:lstStyle/>
          <a:p>
            <a:fld id="{15C4061A-2165-47F5-BBF1-B8788B8FD819}" type="slidenum">
              <a:rPr lang="en-GB" smtClean="0"/>
              <a:pPr/>
              <a:t>‹#›</a:t>
            </a:fld>
            <a:endParaRPr lang="en-GB" dirty="0"/>
          </a:p>
        </p:txBody>
      </p:sp>
      <p:sp>
        <p:nvSpPr>
          <p:cNvPr id="10" name="Text Placeholder 9">
            <a:extLst>
              <a:ext uri="{FF2B5EF4-FFF2-40B4-BE49-F238E27FC236}">
                <a16:creationId xmlns:a16="http://schemas.microsoft.com/office/drawing/2014/main" id="{2EE2B329-E901-4621-9C38-20E18D11A8BA}"/>
              </a:ext>
            </a:extLst>
          </p:cNvPr>
          <p:cNvSpPr>
            <a:spLocks noGrp="1"/>
          </p:cNvSpPr>
          <p:nvPr>
            <p:ph type="body" sz="quarter" idx="13"/>
          </p:nvPr>
        </p:nvSpPr>
        <p:spPr>
          <a:xfrm>
            <a:off x="720000" y="3240000"/>
            <a:ext cx="4754005" cy="1838628"/>
          </a:xfrm>
          <a:noFill/>
        </p:spPr>
        <p:txBody>
          <a:bodyPr lIns="0" tIns="0" rIns="0" bIns="0">
            <a:noAutofit/>
          </a:bodyPr>
          <a:lstStyle>
            <a:lvl1pPr marL="0" indent="0" algn="l">
              <a:buFontTx/>
              <a:buNone/>
              <a:defRPr sz="2580" cap="all" baseline="0"/>
            </a:lvl1pPr>
            <a:lvl2pPr marL="268065" indent="0" algn="l">
              <a:buFontTx/>
              <a:buNone/>
              <a:defRPr/>
            </a:lvl2pPr>
            <a:lvl3pPr marL="536131" indent="0" algn="l">
              <a:buFontTx/>
              <a:buNone/>
              <a:defRPr/>
            </a:lvl3pPr>
            <a:lvl4pPr marL="804196" indent="0" algn="l">
              <a:buFontTx/>
              <a:buNone/>
              <a:defRPr/>
            </a:lvl4pPr>
            <a:lvl5pPr marL="1072262" indent="0" algn="l">
              <a:buFontTx/>
              <a:buNone/>
              <a:defRPr/>
            </a:lvl5pPr>
          </a:lstStyle>
          <a:p>
            <a:pPr lvl="0"/>
            <a:r>
              <a:rPr lang="en-US"/>
              <a:t>Click to edit Master text styles</a:t>
            </a:r>
          </a:p>
        </p:txBody>
      </p:sp>
    </p:spTree>
    <p:extLst>
      <p:ext uri="{BB962C8B-B14F-4D97-AF65-F5344CB8AC3E}">
        <p14:creationId xmlns:p14="http://schemas.microsoft.com/office/powerpoint/2010/main" val="505854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ext page light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5866-FDC3-4F47-AA1C-0F4363A187D9}"/>
              </a:ext>
            </a:extLst>
          </p:cNvPr>
          <p:cNvSpPr>
            <a:spLocks noGrp="1"/>
          </p:cNvSpPr>
          <p:nvPr>
            <p:ph type="title"/>
          </p:nvPr>
        </p:nvSpPr>
        <p:spPr>
          <a:xfrm>
            <a:off x="1904400" y="568411"/>
            <a:ext cx="8093806" cy="534788"/>
          </a:xfrm>
        </p:spPr>
        <p:txBody>
          <a:bodyPr>
            <a:noAutofit/>
          </a:bodyPr>
          <a:lstStyle>
            <a:lvl1pPr>
              <a:defRPr>
                <a:solidFill>
                  <a:schemeClr val="tx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21B285BA-4781-4F8C-B1F9-E566D9363759}"/>
              </a:ext>
            </a:extLst>
          </p:cNvPr>
          <p:cNvSpPr>
            <a:spLocks noGrp="1"/>
          </p:cNvSpPr>
          <p:nvPr>
            <p:ph type="body" sz="quarter" idx="13"/>
          </p:nvPr>
        </p:nvSpPr>
        <p:spPr>
          <a:xfrm>
            <a:off x="657748" y="1628775"/>
            <a:ext cx="11199291" cy="4679950"/>
          </a:xfrm>
          <a:noFill/>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54670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A8EC6D-5C5C-4624-B7F9-6195327F7ACF}"/>
              </a:ext>
            </a:extLst>
          </p:cNvPr>
          <p:cNvSpPr>
            <a:spLocks noGrp="1"/>
          </p:cNvSpPr>
          <p:nvPr>
            <p:ph type="title"/>
          </p:nvPr>
        </p:nvSpPr>
        <p:spPr>
          <a:xfrm>
            <a:off x="720002" y="568411"/>
            <a:ext cx="10658474" cy="700002"/>
          </a:xfrm>
          <a:prstGeom prst="rect">
            <a:avLst/>
          </a:prstGeom>
        </p:spPr>
        <p:txBody>
          <a:bodyPr vert="horz" lIns="0" tIns="0" rIns="0" bIns="0" rtlCol="0" anchor="t" anchorCtr="0">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E5F1CEDE-86FA-4C00-A663-0DD35F1CE2DA}"/>
              </a:ext>
            </a:extLst>
          </p:cNvPr>
          <p:cNvSpPr>
            <a:spLocks noGrp="1"/>
          </p:cNvSpPr>
          <p:nvPr>
            <p:ph type="body" idx="1"/>
          </p:nvPr>
        </p:nvSpPr>
        <p:spPr>
          <a:xfrm>
            <a:off x="720003" y="1628778"/>
            <a:ext cx="11137038" cy="4351895"/>
          </a:xfrm>
          <a:prstGeom prst="rect">
            <a:avLst/>
          </a:prstGeom>
          <a:solidFill>
            <a:schemeClr val="tx1"/>
          </a:solidFill>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485F167E-4AD4-4687-8AD3-46E96DC8A21C}"/>
              </a:ext>
            </a:extLst>
          </p:cNvPr>
          <p:cNvSpPr>
            <a:spLocks noGrp="1"/>
          </p:cNvSpPr>
          <p:nvPr>
            <p:ph type="dt" sz="half" idx="2"/>
          </p:nvPr>
        </p:nvSpPr>
        <p:spPr>
          <a:xfrm>
            <a:off x="-1200663" y="4824112"/>
            <a:ext cx="1090740" cy="365125"/>
          </a:xfrm>
          <a:prstGeom prst="rect">
            <a:avLst/>
          </a:prstGeom>
        </p:spPr>
        <p:txBody>
          <a:bodyPr vert="horz" lIns="91440" tIns="45720" rIns="91440" bIns="45720" rtlCol="0" anchor="ctr"/>
          <a:lstStyle>
            <a:lvl1pPr algn="l">
              <a:defRPr sz="702">
                <a:solidFill>
                  <a:schemeClr val="tx1">
                    <a:tint val="75000"/>
                  </a:schemeClr>
                </a:solidFill>
              </a:defRPr>
            </a:lvl1pPr>
          </a:lstStyle>
          <a:p>
            <a:fld id="{318FEC2F-4D57-487E-88F2-54A0EB2C33FA}" type="datetime1">
              <a:rPr lang="en-GB" smtClean="0"/>
              <a:t>01/10/2026</a:t>
            </a:fld>
            <a:endParaRPr lang="en-GB"/>
          </a:p>
        </p:txBody>
      </p:sp>
      <p:sp>
        <p:nvSpPr>
          <p:cNvPr id="6" name="Slide Number Placeholder 5">
            <a:extLst>
              <a:ext uri="{FF2B5EF4-FFF2-40B4-BE49-F238E27FC236}">
                <a16:creationId xmlns:a16="http://schemas.microsoft.com/office/drawing/2014/main" id="{6D0F1430-0040-4AFD-9FFC-35FBD44093A6}"/>
              </a:ext>
            </a:extLst>
          </p:cNvPr>
          <p:cNvSpPr>
            <a:spLocks noGrp="1"/>
          </p:cNvSpPr>
          <p:nvPr>
            <p:ph type="sldNum" sz="quarter" idx="4"/>
          </p:nvPr>
        </p:nvSpPr>
        <p:spPr>
          <a:xfrm>
            <a:off x="4724400" y="6489700"/>
            <a:ext cx="2743200" cy="368300"/>
          </a:xfrm>
          <a:prstGeom prst="rect">
            <a:avLst/>
          </a:prstGeom>
        </p:spPr>
        <p:txBody>
          <a:bodyPr vert="horz" lIns="91440" tIns="45720" rIns="91440" bIns="45720" rtlCol="0" anchor="ctr"/>
          <a:lstStyle>
            <a:lvl1pPr algn="ctr">
              <a:defRPr sz="469">
                <a:solidFill>
                  <a:schemeClr val="bg1"/>
                </a:solidFill>
              </a:defRPr>
            </a:lvl1pPr>
          </a:lstStyle>
          <a:p>
            <a:fld id="{15C4061A-2165-47F5-BBF1-B8788B8FD819}" type="slidenum">
              <a:rPr lang="en-GB" smtClean="0"/>
              <a:pPr/>
              <a:t>‹#›</a:t>
            </a:fld>
            <a:endParaRPr lang="en-GB" dirty="0"/>
          </a:p>
        </p:txBody>
      </p:sp>
      <p:sp>
        <p:nvSpPr>
          <p:cNvPr id="7" name="Freeform 6">
            <a:extLst>
              <a:ext uri="{FF2B5EF4-FFF2-40B4-BE49-F238E27FC236}">
                <a16:creationId xmlns:a16="http://schemas.microsoft.com/office/drawing/2014/main" id="{63A2E474-BC5D-8DA2-5CAF-65972EFD497F}"/>
              </a:ext>
            </a:extLst>
          </p:cNvPr>
          <p:cNvSpPr>
            <a:spLocks noChangeAspect="1" noEditPoints="1"/>
          </p:cNvSpPr>
          <p:nvPr userDrawn="1"/>
        </p:nvSpPr>
        <p:spPr bwMode="auto">
          <a:xfrm>
            <a:off x="407988" y="548612"/>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rgbClr val="002F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Arial"/>
            </a:endParaRPr>
          </a:p>
        </p:txBody>
      </p:sp>
      <p:sp>
        <p:nvSpPr>
          <p:cNvPr id="8" name="Freeform 6">
            <a:extLst>
              <a:ext uri="{FF2B5EF4-FFF2-40B4-BE49-F238E27FC236}">
                <a16:creationId xmlns:a16="http://schemas.microsoft.com/office/drawing/2014/main" id="{35D2C9D6-8FE4-90FA-8363-DF825A1D7296}"/>
              </a:ext>
            </a:extLst>
          </p:cNvPr>
          <p:cNvSpPr>
            <a:spLocks noChangeAspect="1" noEditPoints="1"/>
          </p:cNvSpPr>
          <p:nvPr userDrawn="1"/>
        </p:nvSpPr>
        <p:spPr bwMode="auto">
          <a:xfrm>
            <a:off x="10726079" y="6341038"/>
            <a:ext cx="1130962" cy="288000"/>
          </a:xfrm>
          <a:custGeom>
            <a:avLst/>
            <a:gdLst>
              <a:gd name="T0" fmla="*/ 3621 w 4677"/>
              <a:gd name="T1" fmla="*/ 1718 h 2381"/>
              <a:gd name="T2" fmla="*/ 3722 w 4677"/>
              <a:gd name="T3" fmla="*/ 1115 h 2381"/>
              <a:gd name="T4" fmla="*/ 3550 w 4677"/>
              <a:gd name="T5" fmla="*/ 549 h 2381"/>
              <a:gd name="T6" fmla="*/ 3192 w 4677"/>
              <a:gd name="T7" fmla="*/ 463 h 2381"/>
              <a:gd name="T8" fmla="*/ 2956 w 4677"/>
              <a:gd name="T9" fmla="*/ 927 h 2381"/>
              <a:gd name="T10" fmla="*/ 2980 w 4677"/>
              <a:gd name="T11" fmla="*/ 1566 h 2381"/>
              <a:gd name="T12" fmla="*/ 3268 w 4677"/>
              <a:gd name="T13" fmla="*/ 1966 h 2381"/>
              <a:gd name="T14" fmla="*/ 3592 w 4677"/>
              <a:gd name="T15" fmla="*/ 118 h 2381"/>
              <a:gd name="T16" fmla="*/ 3866 w 4677"/>
              <a:gd name="T17" fmla="*/ 623 h 2381"/>
              <a:gd name="T18" fmla="*/ 3937 w 4677"/>
              <a:gd name="T19" fmla="*/ 1313 h 2381"/>
              <a:gd name="T20" fmla="*/ 3826 w 4677"/>
              <a:gd name="T21" fmla="*/ 1880 h 2381"/>
              <a:gd name="T22" fmla="*/ 3493 w 4677"/>
              <a:gd name="T23" fmla="*/ 2335 h 2381"/>
              <a:gd name="T24" fmla="*/ 3087 w 4677"/>
              <a:gd name="T25" fmla="*/ 2287 h 2381"/>
              <a:gd name="T26" fmla="*/ 2817 w 4677"/>
              <a:gd name="T27" fmla="*/ 1856 h 2381"/>
              <a:gd name="T28" fmla="*/ 2713 w 4677"/>
              <a:gd name="T29" fmla="*/ 1129 h 2381"/>
              <a:gd name="T30" fmla="*/ 2808 w 4677"/>
              <a:gd name="T31" fmla="*/ 549 h 2381"/>
              <a:gd name="T32" fmla="*/ 3129 w 4677"/>
              <a:gd name="T33" fmla="*/ 64 h 2381"/>
              <a:gd name="T34" fmla="*/ 3421 w 4677"/>
              <a:gd name="T35" fmla="*/ 1049 h 2381"/>
              <a:gd name="T36" fmla="*/ 3421 w 4677"/>
              <a:gd name="T37" fmla="*/ 1333 h 2381"/>
              <a:gd name="T38" fmla="*/ 3242 w 4677"/>
              <a:gd name="T39" fmla="*/ 1349 h 2381"/>
              <a:gd name="T40" fmla="*/ 3228 w 4677"/>
              <a:gd name="T41" fmla="*/ 1067 h 2381"/>
              <a:gd name="T42" fmla="*/ 555 w 4677"/>
              <a:gd name="T43" fmla="*/ 1834 h 2381"/>
              <a:gd name="T44" fmla="*/ 612 w 4677"/>
              <a:gd name="T45" fmla="*/ 2108 h 2381"/>
              <a:gd name="T46" fmla="*/ 110 w 4677"/>
              <a:gd name="T47" fmla="*/ 2246 h 2381"/>
              <a:gd name="T48" fmla="*/ 1 w 4677"/>
              <a:gd name="T49" fmla="*/ 2038 h 2381"/>
              <a:gd name="T50" fmla="*/ 71 w 4677"/>
              <a:gd name="T51" fmla="*/ 248 h 2381"/>
              <a:gd name="T52" fmla="*/ 236 w 4677"/>
              <a:gd name="T53" fmla="*/ 362 h 2381"/>
              <a:gd name="T54" fmla="*/ 1549 w 4677"/>
              <a:gd name="T55" fmla="*/ 2130 h 2381"/>
              <a:gd name="T56" fmla="*/ 1385 w 4677"/>
              <a:gd name="T57" fmla="*/ 2230 h 2381"/>
              <a:gd name="T58" fmla="*/ 1267 w 4677"/>
              <a:gd name="T59" fmla="*/ 1802 h 2381"/>
              <a:gd name="T60" fmla="*/ 870 w 4677"/>
              <a:gd name="T61" fmla="*/ 1966 h 2381"/>
              <a:gd name="T62" fmla="*/ 737 w 4677"/>
              <a:gd name="T63" fmla="*/ 2254 h 2381"/>
              <a:gd name="T64" fmla="*/ 631 w 4677"/>
              <a:gd name="T65" fmla="*/ 2036 h 2381"/>
              <a:gd name="T66" fmla="*/ 983 w 4677"/>
              <a:gd name="T67" fmla="*/ 298 h 2381"/>
              <a:gd name="T68" fmla="*/ 1183 w 4677"/>
              <a:gd name="T69" fmla="*/ 270 h 2381"/>
              <a:gd name="T70" fmla="*/ 1518 w 4677"/>
              <a:gd name="T71" fmla="*/ 1800 h 2381"/>
              <a:gd name="T72" fmla="*/ 2713 w 4677"/>
              <a:gd name="T73" fmla="*/ 1772 h 2381"/>
              <a:gd name="T74" fmla="*/ 2756 w 4677"/>
              <a:gd name="T75" fmla="*/ 2192 h 2381"/>
              <a:gd name="T76" fmla="*/ 2601 w 4677"/>
              <a:gd name="T77" fmla="*/ 2212 h 2381"/>
              <a:gd name="T78" fmla="*/ 2295 w 4677"/>
              <a:gd name="T79" fmla="*/ 2116 h 2381"/>
              <a:gd name="T80" fmla="*/ 2171 w 4677"/>
              <a:gd name="T81" fmla="*/ 2254 h 2381"/>
              <a:gd name="T82" fmla="*/ 1817 w 4677"/>
              <a:gd name="T83" fmla="*/ 1908 h 2381"/>
              <a:gd name="T84" fmla="*/ 1699 w 4677"/>
              <a:gd name="T85" fmla="*/ 2250 h 2381"/>
              <a:gd name="T86" fmla="*/ 1571 w 4677"/>
              <a:gd name="T87" fmla="*/ 2070 h 2381"/>
              <a:gd name="T88" fmla="*/ 1737 w 4677"/>
              <a:gd name="T89" fmla="*/ 342 h 2381"/>
              <a:gd name="T90" fmla="*/ 1904 w 4677"/>
              <a:gd name="T91" fmla="*/ 254 h 2381"/>
              <a:gd name="T92" fmla="*/ 2358 w 4677"/>
              <a:gd name="T93" fmla="*/ 424 h 2381"/>
              <a:gd name="T94" fmla="*/ 2539 w 4677"/>
              <a:gd name="T95" fmla="*/ 248 h 2381"/>
              <a:gd name="T96" fmla="*/ 2653 w 4677"/>
              <a:gd name="T97" fmla="*/ 479 h 2381"/>
              <a:gd name="T98" fmla="*/ 4671 w 4677"/>
              <a:gd name="T99" fmla="*/ 1960 h 2381"/>
              <a:gd name="T100" fmla="*/ 4605 w 4677"/>
              <a:gd name="T101" fmla="*/ 2234 h 2381"/>
              <a:gd name="T102" fmla="*/ 4165 w 4677"/>
              <a:gd name="T103" fmla="*/ 1432 h 2381"/>
              <a:gd name="T104" fmla="*/ 4071 w 4677"/>
              <a:gd name="T105" fmla="*/ 2250 h 2381"/>
              <a:gd name="T106" fmla="*/ 3928 w 4677"/>
              <a:gd name="T107" fmla="*/ 2112 h 2381"/>
              <a:gd name="T108" fmla="*/ 4007 w 4677"/>
              <a:gd name="T109" fmla="*/ 1279 h 2381"/>
              <a:gd name="T110" fmla="*/ 3920 w 4677"/>
              <a:gd name="T111" fmla="*/ 539 h 2381"/>
              <a:gd name="T112" fmla="*/ 4023 w 4677"/>
              <a:gd name="T113" fmla="*/ 248 h 2381"/>
              <a:gd name="T114" fmla="*/ 4515 w 4677"/>
              <a:gd name="T115" fmla="*/ 336 h 2381"/>
              <a:gd name="T116" fmla="*/ 4656 w 4677"/>
              <a:gd name="T117" fmla="*/ 695 h 2381"/>
              <a:gd name="T118" fmla="*/ 4629 w 4677"/>
              <a:gd name="T119" fmla="*/ 1161 h 2381"/>
              <a:gd name="T120" fmla="*/ 4579 w 4677"/>
              <a:gd name="T121" fmla="*/ 1722 h 2381"/>
              <a:gd name="T122" fmla="*/ 4394 w 4677"/>
              <a:gd name="T123" fmla="*/ 1025 h 2381"/>
              <a:gd name="T124" fmla="*/ 4391 w 4677"/>
              <a:gd name="T125" fmla="*/ 711 h 2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7" h="2381">
                <a:moveTo>
                  <a:pt x="3328" y="1974"/>
                </a:moveTo>
                <a:lnTo>
                  <a:pt x="3348" y="1974"/>
                </a:lnTo>
                <a:lnTo>
                  <a:pt x="3358" y="1972"/>
                </a:lnTo>
                <a:lnTo>
                  <a:pt x="3368" y="1970"/>
                </a:lnTo>
                <a:lnTo>
                  <a:pt x="3388" y="1966"/>
                </a:lnTo>
                <a:lnTo>
                  <a:pt x="3408" y="1958"/>
                </a:lnTo>
                <a:lnTo>
                  <a:pt x="3427" y="1950"/>
                </a:lnTo>
                <a:lnTo>
                  <a:pt x="3445" y="1940"/>
                </a:lnTo>
                <a:lnTo>
                  <a:pt x="3464" y="1926"/>
                </a:lnTo>
                <a:lnTo>
                  <a:pt x="3482" y="1912"/>
                </a:lnTo>
                <a:lnTo>
                  <a:pt x="3499" y="1898"/>
                </a:lnTo>
                <a:lnTo>
                  <a:pt x="3517" y="1880"/>
                </a:lnTo>
                <a:lnTo>
                  <a:pt x="3534" y="1862"/>
                </a:lnTo>
                <a:lnTo>
                  <a:pt x="3550" y="1840"/>
                </a:lnTo>
                <a:lnTo>
                  <a:pt x="3565" y="1820"/>
                </a:lnTo>
                <a:lnTo>
                  <a:pt x="3580" y="1796"/>
                </a:lnTo>
                <a:lnTo>
                  <a:pt x="3587" y="1784"/>
                </a:lnTo>
                <a:lnTo>
                  <a:pt x="3595" y="1772"/>
                </a:lnTo>
                <a:lnTo>
                  <a:pt x="3608" y="1746"/>
                </a:lnTo>
                <a:lnTo>
                  <a:pt x="3621" y="1718"/>
                </a:lnTo>
                <a:lnTo>
                  <a:pt x="3628" y="1704"/>
                </a:lnTo>
                <a:lnTo>
                  <a:pt x="3634" y="1690"/>
                </a:lnTo>
                <a:lnTo>
                  <a:pt x="3645" y="1660"/>
                </a:lnTo>
                <a:lnTo>
                  <a:pt x="3657" y="1630"/>
                </a:lnTo>
                <a:lnTo>
                  <a:pt x="3667" y="1598"/>
                </a:lnTo>
                <a:lnTo>
                  <a:pt x="3676" y="1566"/>
                </a:lnTo>
                <a:lnTo>
                  <a:pt x="3685" y="1532"/>
                </a:lnTo>
                <a:lnTo>
                  <a:pt x="3693" y="1498"/>
                </a:lnTo>
                <a:lnTo>
                  <a:pt x="3700" y="1462"/>
                </a:lnTo>
                <a:lnTo>
                  <a:pt x="3706" y="1426"/>
                </a:lnTo>
                <a:lnTo>
                  <a:pt x="3709" y="1408"/>
                </a:lnTo>
                <a:lnTo>
                  <a:pt x="3712" y="1390"/>
                </a:lnTo>
                <a:lnTo>
                  <a:pt x="3716" y="1353"/>
                </a:lnTo>
                <a:lnTo>
                  <a:pt x="3719" y="1313"/>
                </a:lnTo>
                <a:lnTo>
                  <a:pt x="3722" y="1275"/>
                </a:lnTo>
                <a:lnTo>
                  <a:pt x="3723" y="1235"/>
                </a:lnTo>
                <a:lnTo>
                  <a:pt x="3724" y="1195"/>
                </a:lnTo>
                <a:lnTo>
                  <a:pt x="3723" y="1155"/>
                </a:lnTo>
                <a:lnTo>
                  <a:pt x="3723" y="1135"/>
                </a:lnTo>
                <a:lnTo>
                  <a:pt x="3722" y="1115"/>
                </a:lnTo>
                <a:lnTo>
                  <a:pt x="3719" y="1077"/>
                </a:lnTo>
                <a:lnTo>
                  <a:pt x="3716" y="1037"/>
                </a:lnTo>
                <a:lnTo>
                  <a:pt x="3714" y="1019"/>
                </a:lnTo>
                <a:lnTo>
                  <a:pt x="3712" y="1001"/>
                </a:lnTo>
                <a:lnTo>
                  <a:pt x="3706" y="963"/>
                </a:lnTo>
                <a:lnTo>
                  <a:pt x="3700" y="927"/>
                </a:lnTo>
                <a:lnTo>
                  <a:pt x="3693" y="891"/>
                </a:lnTo>
                <a:lnTo>
                  <a:pt x="3685" y="857"/>
                </a:lnTo>
                <a:lnTo>
                  <a:pt x="3676" y="823"/>
                </a:lnTo>
                <a:lnTo>
                  <a:pt x="3667" y="791"/>
                </a:lnTo>
                <a:lnTo>
                  <a:pt x="3657" y="759"/>
                </a:lnTo>
                <a:lnTo>
                  <a:pt x="3645" y="729"/>
                </a:lnTo>
                <a:lnTo>
                  <a:pt x="3634" y="699"/>
                </a:lnTo>
                <a:lnTo>
                  <a:pt x="3621" y="671"/>
                </a:lnTo>
                <a:lnTo>
                  <a:pt x="3615" y="657"/>
                </a:lnTo>
                <a:lnTo>
                  <a:pt x="3608" y="643"/>
                </a:lnTo>
                <a:lnTo>
                  <a:pt x="3595" y="617"/>
                </a:lnTo>
                <a:lnTo>
                  <a:pt x="3580" y="593"/>
                </a:lnTo>
                <a:lnTo>
                  <a:pt x="3565" y="569"/>
                </a:lnTo>
                <a:lnTo>
                  <a:pt x="3550" y="549"/>
                </a:lnTo>
                <a:lnTo>
                  <a:pt x="3534" y="527"/>
                </a:lnTo>
                <a:lnTo>
                  <a:pt x="3517" y="509"/>
                </a:lnTo>
                <a:lnTo>
                  <a:pt x="3499" y="491"/>
                </a:lnTo>
                <a:lnTo>
                  <a:pt x="3482" y="477"/>
                </a:lnTo>
                <a:lnTo>
                  <a:pt x="3464" y="463"/>
                </a:lnTo>
                <a:lnTo>
                  <a:pt x="3445" y="451"/>
                </a:lnTo>
                <a:lnTo>
                  <a:pt x="3427" y="440"/>
                </a:lnTo>
                <a:lnTo>
                  <a:pt x="3408" y="432"/>
                </a:lnTo>
                <a:lnTo>
                  <a:pt x="3388" y="424"/>
                </a:lnTo>
                <a:lnTo>
                  <a:pt x="3368" y="420"/>
                </a:lnTo>
                <a:lnTo>
                  <a:pt x="3348" y="418"/>
                </a:lnTo>
                <a:lnTo>
                  <a:pt x="3328" y="416"/>
                </a:lnTo>
                <a:lnTo>
                  <a:pt x="3308" y="418"/>
                </a:lnTo>
                <a:lnTo>
                  <a:pt x="3298" y="418"/>
                </a:lnTo>
                <a:lnTo>
                  <a:pt x="3288" y="420"/>
                </a:lnTo>
                <a:lnTo>
                  <a:pt x="3268" y="424"/>
                </a:lnTo>
                <a:lnTo>
                  <a:pt x="3248" y="432"/>
                </a:lnTo>
                <a:lnTo>
                  <a:pt x="3229" y="440"/>
                </a:lnTo>
                <a:lnTo>
                  <a:pt x="3211" y="451"/>
                </a:lnTo>
                <a:lnTo>
                  <a:pt x="3192" y="463"/>
                </a:lnTo>
                <a:lnTo>
                  <a:pt x="3174" y="477"/>
                </a:lnTo>
                <a:lnTo>
                  <a:pt x="3156" y="491"/>
                </a:lnTo>
                <a:lnTo>
                  <a:pt x="3139" y="509"/>
                </a:lnTo>
                <a:lnTo>
                  <a:pt x="3122" y="527"/>
                </a:lnTo>
                <a:lnTo>
                  <a:pt x="3106" y="549"/>
                </a:lnTo>
                <a:lnTo>
                  <a:pt x="3091" y="569"/>
                </a:lnTo>
                <a:lnTo>
                  <a:pt x="3076" y="593"/>
                </a:lnTo>
                <a:lnTo>
                  <a:pt x="3069" y="605"/>
                </a:lnTo>
                <a:lnTo>
                  <a:pt x="3062" y="617"/>
                </a:lnTo>
                <a:lnTo>
                  <a:pt x="3048" y="643"/>
                </a:lnTo>
                <a:lnTo>
                  <a:pt x="3035" y="671"/>
                </a:lnTo>
                <a:lnTo>
                  <a:pt x="3029" y="685"/>
                </a:lnTo>
                <a:lnTo>
                  <a:pt x="3022" y="699"/>
                </a:lnTo>
                <a:lnTo>
                  <a:pt x="3011" y="729"/>
                </a:lnTo>
                <a:lnTo>
                  <a:pt x="3000" y="759"/>
                </a:lnTo>
                <a:lnTo>
                  <a:pt x="2989" y="791"/>
                </a:lnTo>
                <a:lnTo>
                  <a:pt x="2980" y="823"/>
                </a:lnTo>
                <a:lnTo>
                  <a:pt x="2971" y="857"/>
                </a:lnTo>
                <a:lnTo>
                  <a:pt x="2963" y="891"/>
                </a:lnTo>
                <a:lnTo>
                  <a:pt x="2956" y="927"/>
                </a:lnTo>
                <a:lnTo>
                  <a:pt x="2950" y="963"/>
                </a:lnTo>
                <a:lnTo>
                  <a:pt x="2947" y="981"/>
                </a:lnTo>
                <a:lnTo>
                  <a:pt x="2945" y="1001"/>
                </a:lnTo>
                <a:lnTo>
                  <a:pt x="2940" y="1037"/>
                </a:lnTo>
                <a:lnTo>
                  <a:pt x="2937" y="1077"/>
                </a:lnTo>
                <a:lnTo>
                  <a:pt x="2934" y="1115"/>
                </a:lnTo>
                <a:lnTo>
                  <a:pt x="2933" y="1155"/>
                </a:lnTo>
                <a:lnTo>
                  <a:pt x="2932" y="1195"/>
                </a:lnTo>
                <a:lnTo>
                  <a:pt x="2933" y="1235"/>
                </a:lnTo>
                <a:lnTo>
                  <a:pt x="2933" y="1255"/>
                </a:lnTo>
                <a:lnTo>
                  <a:pt x="2934" y="1275"/>
                </a:lnTo>
                <a:lnTo>
                  <a:pt x="2937" y="1313"/>
                </a:lnTo>
                <a:lnTo>
                  <a:pt x="2940" y="1353"/>
                </a:lnTo>
                <a:lnTo>
                  <a:pt x="2942" y="1370"/>
                </a:lnTo>
                <a:lnTo>
                  <a:pt x="2945" y="1390"/>
                </a:lnTo>
                <a:lnTo>
                  <a:pt x="2950" y="1426"/>
                </a:lnTo>
                <a:lnTo>
                  <a:pt x="2956" y="1462"/>
                </a:lnTo>
                <a:lnTo>
                  <a:pt x="2963" y="1498"/>
                </a:lnTo>
                <a:lnTo>
                  <a:pt x="2971" y="1532"/>
                </a:lnTo>
                <a:lnTo>
                  <a:pt x="2980" y="1566"/>
                </a:lnTo>
                <a:lnTo>
                  <a:pt x="2989" y="1598"/>
                </a:lnTo>
                <a:lnTo>
                  <a:pt x="3000" y="1630"/>
                </a:lnTo>
                <a:lnTo>
                  <a:pt x="3011" y="1660"/>
                </a:lnTo>
                <a:lnTo>
                  <a:pt x="3022" y="1690"/>
                </a:lnTo>
                <a:lnTo>
                  <a:pt x="3035" y="1718"/>
                </a:lnTo>
                <a:lnTo>
                  <a:pt x="3041" y="1732"/>
                </a:lnTo>
                <a:lnTo>
                  <a:pt x="3048" y="1746"/>
                </a:lnTo>
                <a:lnTo>
                  <a:pt x="3062" y="1772"/>
                </a:lnTo>
                <a:lnTo>
                  <a:pt x="3076" y="1796"/>
                </a:lnTo>
                <a:lnTo>
                  <a:pt x="3091" y="1820"/>
                </a:lnTo>
                <a:lnTo>
                  <a:pt x="3106" y="1840"/>
                </a:lnTo>
                <a:lnTo>
                  <a:pt x="3122" y="1862"/>
                </a:lnTo>
                <a:lnTo>
                  <a:pt x="3139" y="1880"/>
                </a:lnTo>
                <a:lnTo>
                  <a:pt x="3156" y="1898"/>
                </a:lnTo>
                <a:lnTo>
                  <a:pt x="3174" y="1912"/>
                </a:lnTo>
                <a:lnTo>
                  <a:pt x="3192" y="1926"/>
                </a:lnTo>
                <a:lnTo>
                  <a:pt x="3211" y="1940"/>
                </a:lnTo>
                <a:lnTo>
                  <a:pt x="3229" y="1950"/>
                </a:lnTo>
                <a:lnTo>
                  <a:pt x="3248" y="1958"/>
                </a:lnTo>
                <a:lnTo>
                  <a:pt x="3268" y="1966"/>
                </a:lnTo>
                <a:lnTo>
                  <a:pt x="3288" y="1970"/>
                </a:lnTo>
                <a:lnTo>
                  <a:pt x="3308" y="1974"/>
                </a:lnTo>
                <a:lnTo>
                  <a:pt x="3328" y="1974"/>
                </a:lnTo>
                <a:close/>
                <a:moveTo>
                  <a:pt x="3326" y="0"/>
                </a:moveTo>
                <a:lnTo>
                  <a:pt x="3357" y="2"/>
                </a:lnTo>
                <a:lnTo>
                  <a:pt x="3373" y="4"/>
                </a:lnTo>
                <a:lnTo>
                  <a:pt x="3388" y="8"/>
                </a:lnTo>
                <a:lnTo>
                  <a:pt x="3404" y="10"/>
                </a:lnTo>
                <a:lnTo>
                  <a:pt x="3419" y="14"/>
                </a:lnTo>
                <a:lnTo>
                  <a:pt x="3434" y="20"/>
                </a:lnTo>
                <a:lnTo>
                  <a:pt x="3449" y="26"/>
                </a:lnTo>
                <a:lnTo>
                  <a:pt x="3464" y="32"/>
                </a:lnTo>
                <a:lnTo>
                  <a:pt x="3479" y="38"/>
                </a:lnTo>
                <a:lnTo>
                  <a:pt x="3493" y="46"/>
                </a:lnTo>
                <a:lnTo>
                  <a:pt x="3509" y="54"/>
                </a:lnTo>
                <a:lnTo>
                  <a:pt x="3537" y="74"/>
                </a:lnTo>
                <a:lnTo>
                  <a:pt x="3551" y="84"/>
                </a:lnTo>
                <a:lnTo>
                  <a:pt x="3565" y="94"/>
                </a:lnTo>
                <a:lnTo>
                  <a:pt x="3579" y="106"/>
                </a:lnTo>
                <a:lnTo>
                  <a:pt x="3592" y="118"/>
                </a:lnTo>
                <a:lnTo>
                  <a:pt x="3605" y="132"/>
                </a:lnTo>
                <a:lnTo>
                  <a:pt x="3619" y="144"/>
                </a:lnTo>
                <a:lnTo>
                  <a:pt x="3631" y="158"/>
                </a:lnTo>
                <a:lnTo>
                  <a:pt x="3644" y="174"/>
                </a:lnTo>
                <a:lnTo>
                  <a:pt x="3669" y="204"/>
                </a:lnTo>
                <a:lnTo>
                  <a:pt x="3681" y="220"/>
                </a:lnTo>
                <a:lnTo>
                  <a:pt x="3693" y="238"/>
                </a:lnTo>
                <a:lnTo>
                  <a:pt x="3705" y="254"/>
                </a:lnTo>
                <a:lnTo>
                  <a:pt x="3716" y="272"/>
                </a:lnTo>
                <a:lnTo>
                  <a:pt x="3727" y="292"/>
                </a:lnTo>
                <a:lnTo>
                  <a:pt x="3738" y="310"/>
                </a:lnTo>
                <a:lnTo>
                  <a:pt x="3760" y="350"/>
                </a:lnTo>
                <a:lnTo>
                  <a:pt x="3770" y="370"/>
                </a:lnTo>
                <a:lnTo>
                  <a:pt x="3780" y="392"/>
                </a:lnTo>
                <a:lnTo>
                  <a:pt x="3799" y="434"/>
                </a:lnTo>
                <a:lnTo>
                  <a:pt x="3808" y="455"/>
                </a:lnTo>
                <a:lnTo>
                  <a:pt x="3817" y="479"/>
                </a:lnTo>
                <a:lnTo>
                  <a:pt x="3834" y="525"/>
                </a:lnTo>
                <a:lnTo>
                  <a:pt x="3851" y="573"/>
                </a:lnTo>
                <a:lnTo>
                  <a:pt x="3866" y="623"/>
                </a:lnTo>
                <a:lnTo>
                  <a:pt x="3873" y="649"/>
                </a:lnTo>
                <a:lnTo>
                  <a:pt x="3879" y="675"/>
                </a:lnTo>
                <a:lnTo>
                  <a:pt x="3886" y="701"/>
                </a:lnTo>
                <a:lnTo>
                  <a:pt x="3892" y="727"/>
                </a:lnTo>
                <a:lnTo>
                  <a:pt x="3903" y="781"/>
                </a:lnTo>
                <a:lnTo>
                  <a:pt x="3908" y="809"/>
                </a:lnTo>
                <a:lnTo>
                  <a:pt x="3912" y="837"/>
                </a:lnTo>
                <a:lnTo>
                  <a:pt x="3916" y="865"/>
                </a:lnTo>
                <a:lnTo>
                  <a:pt x="3920" y="893"/>
                </a:lnTo>
                <a:lnTo>
                  <a:pt x="3924" y="921"/>
                </a:lnTo>
                <a:lnTo>
                  <a:pt x="3927" y="951"/>
                </a:lnTo>
                <a:lnTo>
                  <a:pt x="3933" y="1009"/>
                </a:lnTo>
                <a:lnTo>
                  <a:pt x="3937" y="1069"/>
                </a:lnTo>
                <a:lnTo>
                  <a:pt x="3938" y="1099"/>
                </a:lnTo>
                <a:lnTo>
                  <a:pt x="3939" y="1129"/>
                </a:lnTo>
                <a:lnTo>
                  <a:pt x="3940" y="1161"/>
                </a:lnTo>
                <a:lnTo>
                  <a:pt x="3940" y="1191"/>
                </a:lnTo>
                <a:lnTo>
                  <a:pt x="3939" y="1253"/>
                </a:lnTo>
                <a:lnTo>
                  <a:pt x="3938" y="1283"/>
                </a:lnTo>
                <a:lnTo>
                  <a:pt x="3937" y="1313"/>
                </a:lnTo>
                <a:lnTo>
                  <a:pt x="3935" y="1343"/>
                </a:lnTo>
                <a:lnTo>
                  <a:pt x="3933" y="1372"/>
                </a:lnTo>
                <a:lnTo>
                  <a:pt x="3930" y="1400"/>
                </a:lnTo>
                <a:lnTo>
                  <a:pt x="3927" y="1430"/>
                </a:lnTo>
                <a:lnTo>
                  <a:pt x="3924" y="1458"/>
                </a:lnTo>
                <a:lnTo>
                  <a:pt x="3920" y="1488"/>
                </a:lnTo>
                <a:lnTo>
                  <a:pt x="3916" y="1516"/>
                </a:lnTo>
                <a:lnTo>
                  <a:pt x="3912" y="1544"/>
                </a:lnTo>
                <a:lnTo>
                  <a:pt x="3903" y="1600"/>
                </a:lnTo>
                <a:lnTo>
                  <a:pt x="3897" y="1626"/>
                </a:lnTo>
                <a:lnTo>
                  <a:pt x="3892" y="1654"/>
                </a:lnTo>
                <a:lnTo>
                  <a:pt x="3886" y="1680"/>
                </a:lnTo>
                <a:lnTo>
                  <a:pt x="3879" y="1706"/>
                </a:lnTo>
                <a:lnTo>
                  <a:pt x="3873" y="1732"/>
                </a:lnTo>
                <a:lnTo>
                  <a:pt x="3866" y="1758"/>
                </a:lnTo>
                <a:lnTo>
                  <a:pt x="3859" y="1782"/>
                </a:lnTo>
                <a:lnTo>
                  <a:pt x="3851" y="1808"/>
                </a:lnTo>
                <a:lnTo>
                  <a:pt x="3843" y="1832"/>
                </a:lnTo>
                <a:lnTo>
                  <a:pt x="3834" y="1856"/>
                </a:lnTo>
                <a:lnTo>
                  <a:pt x="3826" y="1880"/>
                </a:lnTo>
                <a:lnTo>
                  <a:pt x="3817" y="1902"/>
                </a:lnTo>
                <a:lnTo>
                  <a:pt x="3808" y="1926"/>
                </a:lnTo>
                <a:lnTo>
                  <a:pt x="3799" y="1948"/>
                </a:lnTo>
                <a:lnTo>
                  <a:pt x="3780" y="1990"/>
                </a:lnTo>
                <a:lnTo>
                  <a:pt x="3770" y="2012"/>
                </a:lnTo>
                <a:lnTo>
                  <a:pt x="3760" y="2032"/>
                </a:lnTo>
                <a:lnTo>
                  <a:pt x="3738" y="2072"/>
                </a:lnTo>
                <a:lnTo>
                  <a:pt x="3727" y="2090"/>
                </a:lnTo>
                <a:lnTo>
                  <a:pt x="3716" y="2110"/>
                </a:lnTo>
                <a:lnTo>
                  <a:pt x="3693" y="2144"/>
                </a:lnTo>
                <a:lnTo>
                  <a:pt x="3681" y="2162"/>
                </a:lnTo>
                <a:lnTo>
                  <a:pt x="3669" y="2178"/>
                </a:lnTo>
                <a:lnTo>
                  <a:pt x="3644" y="2208"/>
                </a:lnTo>
                <a:lnTo>
                  <a:pt x="3619" y="2238"/>
                </a:lnTo>
                <a:lnTo>
                  <a:pt x="3592" y="2264"/>
                </a:lnTo>
                <a:lnTo>
                  <a:pt x="3565" y="2287"/>
                </a:lnTo>
                <a:lnTo>
                  <a:pt x="3537" y="2307"/>
                </a:lnTo>
                <a:lnTo>
                  <a:pt x="3523" y="2317"/>
                </a:lnTo>
                <a:lnTo>
                  <a:pt x="3509" y="2327"/>
                </a:lnTo>
                <a:lnTo>
                  <a:pt x="3493" y="2335"/>
                </a:lnTo>
                <a:lnTo>
                  <a:pt x="3479" y="2343"/>
                </a:lnTo>
                <a:lnTo>
                  <a:pt x="3449" y="2355"/>
                </a:lnTo>
                <a:lnTo>
                  <a:pt x="3434" y="2361"/>
                </a:lnTo>
                <a:lnTo>
                  <a:pt x="3419" y="2367"/>
                </a:lnTo>
                <a:lnTo>
                  <a:pt x="3388" y="2373"/>
                </a:lnTo>
                <a:lnTo>
                  <a:pt x="3357" y="2379"/>
                </a:lnTo>
                <a:lnTo>
                  <a:pt x="3326" y="2381"/>
                </a:lnTo>
                <a:lnTo>
                  <a:pt x="3294" y="2379"/>
                </a:lnTo>
                <a:lnTo>
                  <a:pt x="3279" y="2377"/>
                </a:lnTo>
                <a:lnTo>
                  <a:pt x="3263" y="2373"/>
                </a:lnTo>
                <a:lnTo>
                  <a:pt x="3248" y="2371"/>
                </a:lnTo>
                <a:lnTo>
                  <a:pt x="3233" y="2367"/>
                </a:lnTo>
                <a:lnTo>
                  <a:pt x="3218" y="2361"/>
                </a:lnTo>
                <a:lnTo>
                  <a:pt x="3203" y="2355"/>
                </a:lnTo>
                <a:lnTo>
                  <a:pt x="3188" y="2349"/>
                </a:lnTo>
                <a:lnTo>
                  <a:pt x="3173" y="2343"/>
                </a:lnTo>
                <a:lnTo>
                  <a:pt x="3143" y="2327"/>
                </a:lnTo>
                <a:lnTo>
                  <a:pt x="3115" y="2307"/>
                </a:lnTo>
                <a:lnTo>
                  <a:pt x="3101" y="2297"/>
                </a:lnTo>
                <a:lnTo>
                  <a:pt x="3087" y="2287"/>
                </a:lnTo>
                <a:lnTo>
                  <a:pt x="3073" y="2275"/>
                </a:lnTo>
                <a:lnTo>
                  <a:pt x="3060" y="2264"/>
                </a:lnTo>
                <a:lnTo>
                  <a:pt x="3046" y="2250"/>
                </a:lnTo>
                <a:lnTo>
                  <a:pt x="3033" y="2238"/>
                </a:lnTo>
                <a:lnTo>
                  <a:pt x="3020" y="2224"/>
                </a:lnTo>
                <a:lnTo>
                  <a:pt x="3008" y="2208"/>
                </a:lnTo>
                <a:lnTo>
                  <a:pt x="2983" y="2178"/>
                </a:lnTo>
                <a:lnTo>
                  <a:pt x="2971" y="2162"/>
                </a:lnTo>
                <a:lnTo>
                  <a:pt x="2959" y="2144"/>
                </a:lnTo>
                <a:lnTo>
                  <a:pt x="2947" y="2126"/>
                </a:lnTo>
                <a:lnTo>
                  <a:pt x="2936" y="2110"/>
                </a:lnTo>
                <a:lnTo>
                  <a:pt x="2925" y="2090"/>
                </a:lnTo>
                <a:lnTo>
                  <a:pt x="2914" y="2072"/>
                </a:lnTo>
                <a:lnTo>
                  <a:pt x="2892" y="2032"/>
                </a:lnTo>
                <a:lnTo>
                  <a:pt x="2882" y="2012"/>
                </a:lnTo>
                <a:lnTo>
                  <a:pt x="2872" y="1990"/>
                </a:lnTo>
                <a:lnTo>
                  <a:pt x="2853" y="1948"/>
                </a:lnTo>
                <a:lnTo>
                  <a:pt x="2844" y="1926"/>
                </a:lnTo>
                <a:lnTo>
                  <a:pt x="2834" y="1902"/>
                </a:lnTo>
                <a:lnTo>
                  <a:pt x="2817" y="1856"/>
                </a:lnTo>
                <a:lnTo>
                  <a:pt x="2801" y="1808"/>
                </a:lnTo>
                <a:lnTo>
                  <a:pt x="2786" y="1758"/>
                </a:lnTo>
                <a:lnTo>
                  <a:pt x="2779" y="1732"/>
                </a:lnTo>
                <a:lnTo>
                  <a:pt x="2772" y="1706"/>
                </a:lnTo>
                <a:lnTo>
                  <a:pt x="2766" y="1680"/>
                </a:lnTo>
                <a:lnTo>
                  <a:pt x="2760" y="1654"/>
                </a:lnTo>
                <a:lnTo>
                  <a:pt x="2749" y="1600"/>
                </a:lnTo>
                <a:lnTo>
                  <a:pt x="2744" y="1572"/>
                </a:lnTo>
                <a:lnTo>
                  <a:pt x="2740" y="1544"/>
                </a:lnTo>
                <a:lnTo>
                  <a:pt x="2735" y="1516"/>
                </a:lnTo>
                <a:lnTo>
                  <a:pt x="2731" y="1488"/>
                </a:lnTo>
                <a:lnTo>
                  <a:pt x="2728" y="1458"/>
                </a:lnTo>
                <a:lnTo>
                  <a:pt x="2725" y="1430"/>
                </a:lnTo>
                <a:lnTo>
                  <a:pt x="2719" y="1372"/>
                </a:lnTo>
                <a:lnTo>
                  <a:pt x="2715" y="1313"/>
                </a:lnTo>
                <a:lnTo>
                  <a:pt x="2714" y="1283"/>
                </a:lnTo>
                <a:lnTo>
                  <a:pt x="2713" y="1253"/>
                </a:lnTo>
                <a:lnTo>
                  <a:pt x="2712" y="1221"/>
                </a:lnTo>
                <a:lnTo>
                  <a:pt x="2712" y="1191"/>
                </a:lnTo>
                <a:lnTo>
                  <a:pt x="2713" y="1129"/>
                </a:lnTo>
                <a:lnTo>
                  <a:pt x="2714" y="1099"/>
                </a:lnTo>
                <a:lnTo>
                  <a:pt x="2715" y="1069"/>
                </a:lnTo>
                <a:lnTo>
                  <a:pt x="2717" y="1039"/>
                </a:lnTo>
                <a:lnTo>
                  <a:pt x="2719" y="1009"/>
                </a:lnTo>
                <a:lnTo>
                  <a:pt x="2722" y="981"/>
                </a:lnTo>
                <a:lnTo>
                  <a:pt x="2725" y="951"/>
                </a:lnTo>
                <a:lnTo>
                  <a:pt x="2728" y="921"/>
                </a:lnTo>
                <a:lnTo>
                  <a:pt x="2731" y="893"/>
                </a:lnTo>
                <a:lnTo>
                  <a:pt x="2735" y="865"/>
                </a:lnTo>
                <a:lnTo>
                  <a:pt x="2740" y="837"/>
                </a:lnTo>
                <a:lnTo>
                  <a:pt x="2749" y="781"/>
                </a:lnTo>
                <a:lnTo>
                  <a:pt x="2755" y="755"/>
                </a:lnTo>
                <a:lnTo>
                  <a:pt x="2760" y="727"/>
                </a:lnTo>
                <a:lnTo>
                  <a:pt x="2766" y="701"/>
                </a:lnTo>
                <a:lnTo>
                  <a:pt x="2772" y="675"/>
                </a:lnTo>
                <a:lnTo>
                  <a:pt x="2779" y="649"/>
                </a:lnTo>
                <a:lnTo>
                  <a:pt x="2786" y="623"/>
                </a:lnTo>
                <a:lnTo>
                  <a:pt x="2793" y="599"/>
                </a:lnTo>
                <a:lnTo>
                  <a:pt x="2801" y="573"/>
                </a:lnTo>
                <a:lnTo>
                  <a:pt x="2808" y="549"/>
                </a:lnTo>
                <a:lnTo>
                  <a:pt x="2817" y="525"/>
                </a:lnTo>
                <a:lnTo>
                  <a:pt x="2825" y="501"/>
                </a:lnTo>
                <a:lnTo>
                  <a:pt x="2834" y="479"/>
                </a:lnTo>
                <a:lnTo>
                  <a:pt x="2844" y="455"/>
                </a:lnTo>
                <a:lnTo>
                  <a:pt x="2853" y="434"/>
                </a:lnTo>
                <a:lnTo>
                  <a:pt x="2872" y="392"/>
                </a:lnTo>
                <a:lnTo>
                  <a:pt x="2882" y="370"/>
                </a:lnTo>
                <a:lnTo>
                  <a:pt x="2892" y="350"/>
                </a:lnTo>
                <a:lnTo>
                  <a:pt x="2914" y="310"/>
                </a:lnTo>
                <a:lnTo>
                  <a:pt x="2925" y="292"/>
                </a:lnTo>
                <a:lnTo>
                  <a:pt x="2936" y="272"/>
                </a:lnTo>
                <a:lnTo>
                  <a:pt x="2959" y="238"/>
                </a:lnTo>
                <a:lnTo>
                  <a:pt x="2971" y="220"/>
                </a:lnTo>
                <a:lnTo>
                  <a:pt x="2983" y="204"/>
                </a:lnTo>
                <a:lnTo>
                  <a:pt x="3008" y="174"/>
                </a:lnTo>
                <a:lnTo>
                  <a:pt x="3033" y="144"/>
                </a:lnTo>
                <a:lnTo>
                  <a:pt x="3060" y="118"/>
                </a:lnTo>
                <a:lnTo>
                  <a:pt x="3087" y="94"/>
                </a:lnTo>
                <a:lnTo>
                  <a:pt x="3115" y="74"/>
                </a:lnTo>
                <a:lnTo>
                  <a:pt x="3129" y="64"/>
                </a:lnTo>
                <a:lnTo>
                  <a:pt x="3143" y="54"/>
                </a:lnTo>
                <a:lnTo>
                  <a:pt x="3157" y="46"/>
                </a:lnTo>
                <a:lnTo>
                  <a:pt x="3173" y="38"/>
                </a:lnTo>
                <a:lnTo>
                  <a:pt x="3203" y="26"/>
                </a:lnTo>
                <a:lnTo>
                  <a:pt x="3218" y="20"/>
                </a:lnTo>
                <a:lnTo>
                  <a:pt x="3233" y="14"/>
                </a:lnTo>
                <a:lnTo>
                  <a:pt x="3263" y="8"/>
                </a:lnTo>
                <a:lnTo>
                  <a:pt x="3294" y="2"/>
                </a:lnTo>
                <a:lnTo>
                  <a:pt x="3326" y="0"/>
                </a:lnTo>
                <a:close/>
                <a:moveTo>
                  <a:pt x="3328" y="969"/>
                </a:moveTo>
                <a:lnTo>
                  <a:pt x="3340" y="969"/>
                </a:lnTo>
                <a:lnTo>
                  <a:pt x="3352" y="973"/>
                </a:lnTo>
                <a:lnTo>
                  <a:pt x="3363" y="979"/>
                </a:lnTo>
                <a:lnTo>
                  <a:pt x="3369" y="983"/>
                </a:lnTo>
                <a:lnTo>
                  <a:pt x="3375" y="987"/>
                </a:lnTo>
                <a:lnTo>
                  <a:pt x="3385" y="995"/>
                </a:lnTo>
                <a:lnTo>
                  <a:pt x="3395" y="1007"/>
                </a:lnTo>
                <a:lnTo>
                  <a:pt x="3404" y="1019"/>
                </a:lnTo>
                <a:lnTo>
                  <a:pt x="3413" y="1033"/>
                </a:lnTo>
                <a:lnTo>
                  <a:pt x="3421" y="1049"/>
                </a:lnTo>
                <a:lnTo>
                  <a:pt x="3428" y="1067"/>
                </a:lnTo>
                <a:lnTo>
                  <a:pt x="3431" y="1075"/>
                </a:lnTo>
                <a:lnTo>
                  <a:pt x="3434" y="1085"/>
                </a:lnTo>
                <a:lnTo>
                  <a:pt x="3439" y="1105"/>
                </a:lnTo>
                <a:lnTo>
                  <a:pt x="3441" y="1115"/>
                </a:lnTo>
                <a:lnTo>
                  <a:pt x="3443" y="1125"/>
                </a:lnTo>
                <a:lnTo>
                  <a:pt x="3444" y="1135"/>
                </a:lnTo>
                <a:lnTo>
                  <a:pt x="3446" y="1147"/>
                </a:lnTo>
                <a:lnTo>
                  <a:pt x="3447" y="1157"/>
                </a:lnTo>
                <a:lnTo>
                  <a:pt x="3447" y="1169"/>
                </a:lnTo>
                <a:lnTo>
                  <a:pt x="3448" y="1179"/>
                </a:lnTo>
                <a:lnTo>
                  <a:pt x="3448" y="1191"/>
                </a:lnTo>
                <a:lnTo>
                  <a:pt x="3447" y="1213"/>
                </a:lnTo>
                <a:lnTo>
                  <a:pt x="3446" y="1235"/>
                </a:lnTo>
                <a:lnTo>
                  <a:pt x="3443" y="1257"/>
                </a:lnTo>
                <a:lnTo>
                  <a:pt x="3439" y="1277"/>
                </a:lnTo>
                <a:lnTo>
                  <a:pt x="3434" y="1297"/>
                </a:lnTo>
                <a:lnTo>
                  <a:pt x="3431" y="1307"/>
                </a:lnTo>
                <a:lnTo>
                  <a:pt x="3428" y="1315"/>
                </a:lnTo>
                <a:lnTo>
                  <a:pt x="3421" y="1333"/>
                </a:lnTo>
                <a:lnTo>
                  <a:pt x="3413" y="1349"/>
                </a:lnTo>
                <a:lnTo>
                  <a:pt x="3404" y="1362"/>
                </a:lnTo>
                <a:lnTo>
                  <a:pt x="3395" y="1374"/>
                </a:lnTo>
                <a:lnTo>
                  <a:pt x="3385" y="1386"/>
                </a:lnTo>
                <a:lnTo>
                  <a:pt x="3375" y="1394"/>
                </a:lnTo>
                <a:lnTo>
                  <a:pt x="3369" y="1398"/>
                </a:lnTo>
                <a:lnTo>
                  <a:pt x="3363" y="1402"/>
                </a:lnTo>
                <a:lnTo>
                  <a:pt x="3352" y="1408"/>
                </a:lnTo>
                <a:lnTo>
                  <a:pt x="3340" y="1412"/>
                </a:lnTo>
                <a:lnTo>
                  <a:pt x="3334" y="1412"/>
                </a:lnTo>
                <a:lnTo>
                  <a:pt x="3328" y="1412"/>
                </a:lnTo>
                <a:lnTo>
                  <a:pt x="3315" y="1412"/>
                </a:lnTo>
                <a:lnTo>
                  <a:pt x="3303" y="1408"/>
                </a:lnTo>
                <a:lnTo>
                  <a:pt x="3292" y="1402"/>
                </a:lnTo>
                <a:lnTo>
                  <a:pt x="3286" y="1398"/>
                </a:lnTo>
                <a:lnTo>
                  <a:pt x="3281" y="1394"/>
                </a:lnTo>
                <a:lnTo>
                  <a:pt x="3270" y="1386"/>
                </a:lnTo>
                <a:lnTo>
                  <a:pt x="3260" y="1374"/>
                </a:lnTo>
                <a:lnTo>
                  <a:pt x="3251" y="1362"/>
                </a:lnTo>
                <a:lnTo>
                  <a:pt x="3242" y="1349"/>
                </a:lnTo>
                <a:lnTo>
                  <a:pt x="3235" y="1333"/>
                </a:lnTo>
                <a:lnTo>
                  <a:pt x="3228" y="1315"/>
                </a:lnTo>
                <a:lnTo>
                  <a:pt x="3225" y="1307"/>
                </a:lnTo>
                <a:lnTo>
                  <a:pt x="3222" y="1297"/>
                </a:lnTo>
                <a:lnTo>
                  <a:pt x="3217" y="1277"/>
                </a:lnTo>
                <a:lnTo>
                  <a:pt x="3215" y="1267"/>
                </a:lnTo>
                <a:lnTo>
                  <a:pt x="3213" y="1257"/>
                </a:lnTo>
                <a:lnTo>
                  <a:pt x="3211" y="1247"/>
                </a:lnTo>
                <a:lnTo>
                  <a:pt x="3210" y="1235"/>
                </a:lnTo>
                <a:lnTo>
                  <a:pt x="3209" y="1225"/>
                </a:lnTo>
                <a:lnTo>
                  <a:pt x="3208" y="1213"/>
                </a:lnTo>
                <a:lnTo>
                  <a:pt x="3207" y="1203"/>
                </a:lnTo>
                <a:lnTo>
                  <a:pt x="3207" y="1191"/>
                </a:lnTo>
                <a:lnTo>
                  <a:pt x="3208" y="1169"/>
                </a:lnTo>
                <a:lnTo>
                  <a:pt x="3210" y="1147"/>
                </a:lnTo>
                <a:lnTo>
                  <a:pt x="3213" y="1125"/>
                </a:lnTo>
                <a:lnTo>
                  <a:pt x="3217" y="1105"/>
                </a:lnTo>
                <a:lnTo>
                  <a:pt x="3222" y="1085"/>
                </a:lnTo>
                <a:lnTo>
                  <a:pt x="3225" y="1075"/>
                </a:lnTo>
                <a:lnTo>
                  <a:pt x="3228" y="1067"/>
                </a:lnTo>
                <a:lnTo>
                  <a:pt x="3235" y="1049"/>
                </a:lnTo>
                <a:lnTo>
                  <a:pt x="3242" y="1033"/>
                </a:lnTo>
                <a:lnTo>
                  <a:pt x="3251" y="1019"/>
                </a:lnTo>
                <a:lnTo>
                  <a:pt x="3260" y="1007"/>
                </a:lnTo>
                <a:lnTo>
                  <a:pt x="3270" y="995"/>
                </a:lnTo>
                <a:lnTo>
                  <a:pt x="3281" y="987"/>
                </a:lnTo>
                <a:lnTo>
                  <a:pt x="3286" y="983"/>
                </a:lnTo>
                <a:lnTo>
                  <a:pt x="3292" y="979"/>
                </a:lnTo>
                <a:lnTo>
                  <a:pt x="3303" y="973"/>
                </a:lnTo>
                <a:lnTo>
                  <a:pt x="3315" y="969"/>
                </a:lnTo>
                <a:lnTo>
                  <a:pt x="3321" y="969"/>
                </a:lnTo>
                <a:lnTo>
                  <a:pt x="3328" y="969"/>
                </a:lnTo>
                <a:close/>
                <a:moveTo>
                  <a:pt x="485" y="1812"/>
                </a:moveTo>
                <a:lnTo>
                  <a:pt x="502" y="1814"/>
                </a:lnTo>
                <a:lnTo>
                  <a:pt x="517" y="1816"/>
                </a:lnTo>
                <a:lnTo>
                  <a:pt x="524" y="1818"/>
                </a:lnTo>
                <a:lnTo>
                  <a:pt x="530" y="1820"/>
                </a:lnTo>
                <a:lnTo>
                  <a:pt x="537" y="1824"/>
                </a:lnTo>
                <a:lnTo>
                  <a:pt x="543" y="1826"/>
                </a:lnTo>
                <a:lnTo>
                  <a:pt x="555" y="1834"/>
                </a:lnTo>
                <a:lnTo>
                  <a:pt x="565" y="1844"/>
                </a:lnTo>
                <a:lnTo>
                  <a:pt x="570" y="1850"/>
                </a:lnTo>
                <a:lnTo>
                  <a:pt x="575" y="1856"/>
                </a:lnTo>
                <a:lnTo>
                  <a:pt x="584" y="1868"/>
                </a:lnTo>
                <a:lnTo>
                  <a:pt x="588" y="1876"/>
                </a:lnTo>
                <a:lnTo>
                  <a:pt x="591" y="1884"/>
                </a:lnTo>
                <a:lnTo>
                  <a:pt x="598" y="1900"/>
                </a:lnTo>
                <a:lnTo>
                  <a:pt x="601" y="1908"/>
                </a:lnTo>
                <a:lnTo>
                  <a:pt x="603" y="1918"/>
                </a:lnTo>
                <a:lnTo>
                  <a:pt x="606" y="1928"/>
                </a:lnTo>
                <a:lnTo>
                  <a:pt x="608" y="1938"/>
                </a:lnTo>
                <a:lnTo>
                  <a:pt x="612" y="1960"/>
                </a:lnTo>
                <a:lnTo>
                  <a:pt x="614" y="1984"/>
                </a:lnTo>
                <a:lnTo>
                  <a:pt x="615" y="1996"/>
                </a:lnTo>
                <a:lnTo>
                  <a:pt x="616" y="2008"/>
                </a:lnTo>
                <a:lnTo>
                  <a:pt x="616" y="2036"/>
                </a:lnTo>
                <a:lnTo>
                  <a:pt x="616" y="2062"/>
                </a:lnTo>
                <a:lnTo>
                  <a:pt x="615" y="2074"/>
                </a:lnTo>
                <a:lnTo>
                  <a:pt x="614" y="2086"/>
                </a:lnTo>
                <a:lnTo>
                  <a:pt x="612" y="2108"/>
                </a:lnTo>
                <a:lnTo>
                  <a:pt x="608" y="2128"/>
                </a:lnTo>
                <a:lnTo>
                  <a:pt x="606" y="2138"/>
                </a:lnTo>
                <a:lnTo>
                  <a:pt x="603" y="2148"/>
                </a:lnTo>
                <a:lnTo>
                  <a:pt x="598" y="2164"/>
                </a:lnTo>
                <a:lnTo>
                  <a:pt x="591" y="2180"/>
                </a:lnTo>
                <a:lnTo>
                  <a:pt x="588" y="2188"/>
                </a:lnTo>
                <a:lnTo>
                  <a:pt x="584" y="2194"/>
                </a:lnTo>
                <a:lnTo>
                  <a:pt x="575" y="2206"/>
                </a:lnTo>
                <a:lnTo>
                  <a:pt x="570" y="2212"/>
                </a:lnTo>
                <a:lnTo>
                  <a:pt x="565" y="2218"/>
                </a:lnTo>
                <a:lnTo>
                  <a:pt x="560" y="2222"/>
                </a:lnTo>
                <a:lnTo>
                  <a:pt x="555" y="2226"/>
                </a:lnTo>
                <a:lnTo>
                  <a:pt x="543" y="2234"/>
                </a:lnTo>
                <a:lnTo>
                  <a:pt x="530" y="2240"/>
                </a:lnTo>
                <a:lnTo>
                  <a:pt x="517" y="2244"/>
                </a:lnTo>
                <a:lnTo>
                  <a:pt x="502" y="2246"/>
                </a:lnTo>
                <a:lnTo>
                  <a:pt x="485" y="2248"/>
                </a:lnTo>
                <a:lnTo>
                  <a:pt x="135" y="2248"/>
                </a:lnTo>
                <a:lnTo>
                  <a:pt x="118" y="2246"/>
                </a:lnTo>
                <a:lnTo>
                  <a:pt x="110" y="2246"/>
                </a:lnTo>
                <a:lnTo>
                  <a:pt x="103" y="2244"/>
                </a:lnTo>
                <a:lnTo>
                  <a:pt x="89" y="2238"/>
                </a:lnTo>
                <a:lnTo>
                  <a:pt x="76" y="2232"/>
                </a:lnTo>
                <a:lnTo>
                  <a:pt x="70" y="2228"/>
                </a:lnTo>
                <a:lnTo>
                  <a:pt x="64" y="2222"/>
                </a:lnTo>
                <a:lnTo>
                  <a:pt x="53" y="2212"/>
                </a:lnTo>
                <a:lnTo>
                  <a:pt x="43" y="2198"/>
                </a:lnTo>
                <a:lnTo>
                  <a:pt x="38" y="2192"/>
                </a:lnTo>
                <a:lnTo>
                  <a:pt x="34" y="2184"/>
                </a:lnTo>
                <a:lnTo>
                  <a:pt x="30" y="2176"/>
                </a:lnTo>
                <a:lnTo>
                  <a:pt x="26" y="2166"/>
                </a:lnTo>
                <a:lnTo>
                  <a:pt x="22" y="2158"/>
                </a:lnTo>
                <a:lnTo>
                  <a:pt x="19" y="2148"/>
                </a:lnTo>
                <a:lnTo>
                  <a:pt x="13" y="2126"/>
                </a:lnTo>
                <a:lnTo>
                  <a:pt x="9" y="2104"/>
                </a:lnTo>
                <a:lnTo>
                  <a:pt x="7" y="2092"/>
                </a:lnTo>
                <a:lnTo>
                  <a:pt x="5" y="2078"/>
                </a:lnTo>
                <a:lnTo>
                  <a:pt x="3" y="2066"/>
                </a:lnTo>
                <a:lnTo>
                  <a:pt x="2" y="2052"/>
                </a:lnTo>
                <a:lnTo>
                  <a:pt x="1" y="2038"/>
                </a:lnTo>
                <a:lnTo>
                  <a:pt x="1" y="2022"/>
                </a:lnTo>
                <a:lnTo>
                  <a:pt x="0" y="1992"/>
                </a:lnTo>
                <a:lnTo>
                  <a:pt x="0" y="479"/>
                </a:lnTo>
                <a:lnTo>
                  <a:pt x="1" y="450"/>
                </a:lnTo>
                <a:lnTo>
                  <a:pt x="1" y="436"/>
                </a:lnTo>
                <a:lnTo>
                  <a:pt x="2" y="422"/>
                </a:lnTo>
                <a:lnTo>
                  <a:pt x="5" y="398"/>
                </a:lnTo>
                <a:lnTo>
                  <a:pt x="8" y="374"/>
                </a:lnTo>
                <a:lnTo>
                  <a:pt x="10" y="362"/>
                </a:lnTo>
                <a:lnTo>
                  <a:pt x="13" y="352"/>
                </a:lnTo>
                <a:lnTo>
                  <a:pt x="18" y="332"/>
                </a:lnTo>
                <a:lnTo>
                  <a:pt x="25" y="312"/>
                </a:lnTo>
                <a:lnTo>
                  <a:pt x="28" y="304"/>
                </a:lnTo>
                <a:lnTo>
                  <a:pt x="32" y="296"/>
                </a:lnTo>
                <a:lnTo>
                  <a:pt x="36" y="288"/>
                </a:lnTo>
                <a:lnTo>
                  <a:pt x="41" y="280"/>
                </a:lnTo>
                <a:lnTo>
                  <a:pt x="50" y="268"/>
                </a:lnTo>
                <a:lnTo>
                  <a:pt x="60" y="256"/>
                </a:lnTo>
                <a:lnTo>
                  <a:pt x="65" y="252"/>
                </a:lnTo>
                <a:lnTo>
                  <a:pt x="71" y="248"/>
                </a:lnTo>
                <a:lnTo>
                  <a:pt x="83" y="240"/>
                </a:lnTo>
                <a:lnTo>
                  <a:pt x="96" y="236"/>
                </a:lnTo>
                <a:lnTo>
                  <a:pt x="109" y="232"/>
                </a:lnTo>
                <a:lnTo>
                  <a:pt x="124" y="232"/>
                </a:lnTo>
                <a:lnTo>
                  <a:pt x="138" y="232"/>
                </a:lnTo>
                <a:lnTo>
                  <a:pt x="144" y="234"/>
                </a:lnTo>
                <a:lnTo>
                  <a:pt x="151" y="236"/>
                </a:lnTo>
                <a:lnTo>
                  <a:pt x="163" y="240"/>
                </a:lnTo>
                <a:lnTo>
                  <a:pt x="176" y="248"/>
                </a:lnTo>
                <a:lnTo>
                  <a:pt x="181" y="252"/>
                </a:lnTo>
                <a:lnTo>
                  <a:pt x="187" y="256"/>
                </a:lnTo>
                <a:lnTo>
                  <a:pt x="197" y="268"/>
                </a:lnTo>
                <a:lnTo>
                  <a:pt x="206" y="280"/>
                </a:lnTo>
                <a:lnTo>
                  <a:pt x="210" y="288"/>
                </a:lnTo>
                <a:lnTo>
                  <a:pt x="214" y="296"/>
                </a:lnTo>
                <a:lnTo>
                  <a:pt x="218" y="304"/>
                </a:lnTo>
                <a:lnTo>
                  <a:pt x="222" y="312"/>
                </a:lnTo>
                <a:lnTo>
                  <a:pt x="228" y="332"/>
                </a:lnTo>
                <a:lnTo>
                  <a:pt x="234" y="352"/>
                </a:lnTo>
                <a:lnTo>
                  <a:pt x="236" y="362"/>
                </a:lnTo>
                <a:lnTo>
                  <a:pt x="238" y="374"/>
                </a:lnTo>
                <a:lnTo>
                  <a:pt x="242" y="398"/>
                </a:lnTo>
                <a:lnTo>
                  <a:pt x="244" y="422"/>
                </a:lnTo>
                <a:lnTo>
                  <a:pt x="246" y="450"/>
                </a:lnTo>
                <a:lnTo>
                  <a:pt x="246" y="479"/>
                </a:lnTo>
                <a:lnTo>
                  <a:pt x="246" y="1812"/>
                </a:lnTo>
                <a:lnTo>
                  <a:pt x="485" y="1812"/>
                </a:lnTo>
                <a:close/>
                <a:moveTo>
                  <a:pt x="1526" y="1840"/>
                </a:moveTo>
                <a:lnTo>
                  <a:pt x="1532" y="1868"/>
                </a:lnTo>
                <a:lnTo>
                  <a:pt x="1537" y="1898"/>
                </a:lnTo>
                <a:lnTo>
                  <a:pt x="1542" y="1924"/>
                </a:lnTo>
                <a:lnTo>
                  <a:pt x="1546" y="1952"/>
                </a:lnTo>
                <a:lnTo>
                  <a:pt x="1549" y="1978"/>
                </a:lnTo>
                <a:lnTo>
                  <a:pt x="1552" y="2004"/>
                </a:lnTo>
                <a:lnTo>
                  <a:pt x="1554" y="2028"/>
                </a:lnTo>
                <a:lnTo>
                  <a:pt x="1555" y="2052"/>
                </a:lnTo>
                <a:lnTo>
                  <a:pt x="1555" y="2074"/>
                </a:lnTo>
                <a:lnTo>
                  <a:pt x="1554" y="2094"/>
                </a:lnTo>
                <a:lnTo>
                  <a:pt x="1552" y="2112"/>
                </a:lnTo>
                <a:lnTo>
                  <a:pt x="1549" y="2130"/>
                </a:lnTo>
                <a:lnTo>
                  <a:pt x="1547" y="2140"/>
                </a:lnTo>
                <a:lnTo>
                  <a:pt x="1545" y="2148"/>
                </a:lnTo>
                <a:lnTo>
                  <a:pt x="1539" y="2166"/>
                </a:lnTo>
                <a:lnTo>
                  <a:pt x="1532" y="2180"/>
                </a:lnTo>
                <a:lnTo>
                  <a:pt x="1525" y="2196"/>
                </a:lnTo>
                <a:lnTo>
                  <a:pt x="1516" y="2210"/>
                </a:lnTo>
                <a:lnTo>
                  <a:pt x="1507" y="2222"/>
                </a:lnTo>
                <a:lnTo>
                  <a:pt x="1496" y="2232"/>
                </a:lnTo>
                <a:lnTo>
                  <a:pt x="1486" y="2240"/>
                </a:lnTo>
                <a:lnTo>
                  <a:pt x="1476" y="2246"/>
                </a:lnTo>
                <a:lnTo>
                  <a:pt x="1470" y="2248"/>
                </a:lnTo>
                <a:lnTo>
                  <a:pt x="1465" y="2250"/>
                </a:lnTo>
                <a:lnTo>
                  <a:pt x="1453" y="2254"/>
                </a:lnTo>
                <a:lnTo>
                  <a:pt x="1441" y="2254"/>
                </a:lnTo>
                <a:lnTo>
                  <a:pt x="1428" y="2254"/>
                </a:lnTo>
                <a:lnTo>
                  <a:pt x="1417" y="2250"/>
                </a:lnTo>
                <a:lnTo>
                  <a:pt x="1405" y="2246"/>
                </a:lnTo>
                <a:lnTo>
                  <a:pt x="1395" y="2238"/>
                </a:lnTo>
                <a:lnTo>
                  <a:pt x="1390" y="2234"/>
                </a:lnTo>
                <a:lnTo>
                  <a:pt x="1385" y="2230"/>
                </a:lnTo>
                <a:lnTo>
                  <a:pt x="1376" y="2218"/>
                </a:lnTo>
                <a:lnTo>
                  <a:pt x="1372" y="2212"/>
                </a:lnTo>
                <a:lnTo>
                  <a:pt x="1368" y="2206"/>
                </a:lnTo>
                <a:lnTo>
                  <a:pt x="1364" y="2198"/>
                </a:lnTo>
                <a:lnTo>
                  <a:pt x="1360" y="2190"/>
                </a:lnTo>
                <a:lnTo>
                  <a:pt x="1353" y="2174"/>
                </a:lnTo>
                <a:lnTo>
                  <a:pt x="1346" y="2158"/>
                </a:lnTo>
                <a:lnTo>
                  <a:pt x="1340" y="2138"/>
                </a:lnTo>
                <a:lnTo>
                  <a:pt x="1338" y="2128"/>
                </a:lnTo>
                <a:lnTo>
                  <a:pt x="1335" y="2116"/>
                </a:lnTo>
                <a:lnTo>
                  <a:pt x="1323" y="2054"/>
                </a:lnTo>
                <a:lnTo>
                  <a:pt x="1307" y="1966"/>
                </a:lnTo>
                <a:lnTo>
                  <a:pt x="1297" y="1912"/>
                </a:lnTo>
                <a:lnTo>
                  <a:pt x="1284" y="1840"/>
                </a:lnTo>
                <a:lnTo>
                  <a:pt x="1281" y="1830"/>
                </a:lnTo>
                <a:lnTo>
                  <a:pt x="1279" y="1822"/>
                </a:lnTo>
                <a:lnTo>
                  <a:pt x="1276" y="1816"/>
                </a:lnTo>
                <a:lnTo>
                  <a:pt x="1273" y="1810"/>
                </a:lnTo>
                <a:lnTo>
                  <a:pt x="1270" y="1806"/>
                </a:lnTo>
                <a:lnTo>
                  <a:pt x="1267" y="1802"/>
                </a:lnTo>
                <a:lnTo>
                  <a:pt x="1261" y="1798"/>
                </a:lnTo>
                <a:lnTo>
                  <a:pt x="1255" y="1796"/>
                </a:lnTo>
                <a:lnTo>
                  <a:pt x="1251" y="1796"/>
                </a:lnTo>
                <a:lnTo>
                  <a:pt x="1247" y="1796"/>
                </a:lnTo>
                <a:lnTo>
                  <a:pt x="1246" y="1796"/>
                </a:lnTo>
                <a:lnTo>
                  <a:pt x="948" y="1796"/>
                </a:lnTo>
                <a:lnTo>
                  <a:pt x="940" y="1796"/>
                </a:lnTo>
                <a:lnTo>
                  <a:pt x="933" y="1798"/>
                </a:lnTo>
                <a:lnTo>
                  <a:pt x="926" y="1800"/>
                </a:lnTo>
                <a:lnTo>
                  <a:pt x="920" y="1802"/>
                </a:lnTo>
                <a:lnTo>
                  <a:pt x="915" y="1806"/>
                </a:lnTo>
                <a:lnTo>
                  <a:pt x="911" y="1810"/>
                </a:lnTo>
                <a:lnTo>
                  <a:pt x="903" y="1818"/>
                </a:lnTo>
                <a:lnTo>
                  <a:pt x="898" y="1826"/>
                </a:lnTo>
                <a:lnTo>
                  <a:pt x="895" y="1832"/>
                </a:lnTo>
                <a:lnTo>
                  <a:pt x="893" y="1838"/>
                </a:lnTo>
                <a:lnTo>
                  <a:pt x="893" y="1840"/>
                </a:lnTo>
                <a:lnTo>
                  <a:pt x="879" y="1912"/>
                </a:lnTo>
                <a:lnTo>
                  <a:pt x="874" y="1940"/>
                </a:lnTo>
                <a:lnTo>
                  <a:pt x="870" y="1966"/>
                </a:lnTo>
                <a:lnTo>
                  <a:pt x="862" y="2008"/>
                </a:lnTo>
                <a:lnTo>
                  <a:pt x="855" y="2046"/>
                </a:lnTo>
                <a:lnTo>
                  <a:pt x="841" y="2110"/>
                </a:lnTo>
                <a:lnTo>
                  <a:pt x="835" y="2136"/>
                </a:lnTo>
                <a:lnTo>
                  <a:pt x="827" y="2160"/>
                </a:lnTo>
                <a:lnTo>
                  <a:pt x="824" y="2172"/>
                </a:lnTo>
                <a:lnTo>
                  <a:pt x="820" y="2182"/>
                </a:lnTo>
                <a:lnTo>
                  <a:pt x="817" y="2190"/>
                </a:lnTo>
                <a:lnTo>
                  <a:pt x="813" y="2198"/>
                </a:lnTo>
                <a:lnTo>
                  <a:pt x="805" y="2214"/>
                </a:lnTo>
                <a:lnTo>
                  <a:pt x="802" y="2220"/>
                </a:lnTo>
                <a:lnTo>
                  <a:pt x="797" y="2226"/>
                </a:lnTo>
                <a:lnTo>
                  <a:pt x="793" y="2230"/>
                </a:lnTo>
                <a:lnTo>
                  <a:pt x="789" y="2236"/>
                </a:lnTo>
                <a:lnTo>
                  <a:pt x="785" y="2240"/>
                </a:lnTo>
                <a:lnTo>
                  <a:pt x="780" y="2242"/>
                </a:lnTo>
                <a:lnTo>
                  <a:pt x="770" y="2248"/>
                </a:lnTo>
                <a:lnTo>
                  <a:pt x="760" y="2252"/>
                </a:lnTo>
                <a:lnTo>
                  <a:pt x="749" y="2254"/>
                </a:lnTo>
                <a:lnTo>
                  <a:pt x="737" y="2254"/>
                </a:lnTo>
                <a:lnTo>
                  <a:pt x="726" y="2254"/>
                </a:lnTo>
                <a:lnTo>
                  <a:pt x="715" y="2250"/>
                </a:lnTo>
                <a:lnTo>
                  <a:pt x="710" y="2248"/>
                </a:lnTo>
                <a:lnTo>
                  <a:pt x="705" y="2246"/>
                </a:lnTo>
                <a:lnTo>
                  <a:pt x="695" y="2240"/>
                </a:lnTo>
                <a:lnTo>
                  <a:pt x="686" y="2232"/>
                </a:lnTo>
                <a:lnTo>
                  <a:pt x="681" y="2228"/>
                </a:lnTo>
                <a:lnTo>
                  <a:pt x="677" y="2222"/>
                </a:lnTo>
                <a:lnTo>
                  <a:pt x="669" y="2210"/>
                </a:lnTo>
                <a:lnTo>
                  <a:pt x="661" y="2198"/>
                </a:lnTo>
                <a:lnTo>
                  <a:pt x="654" y="2182"/>
                </a:lnTo>
                <a:lnTo>
                  <a:pt x="647" y="2168"/>
                </a:lnTo>
                <a:lnTo>
                  <a:pt x="642" y="2150"/>
                </a:lnTo>
                <a:lnTo>
                  <a:pt x="638" y="2134"/>
                </a:lnTo>
                <a:lnTo>
                  <a:pt x="636" y="2124"/>
                </a:lnTo>
                <a:lnTo>
                  <a:pt x="634" y="2116"/>
                </a:lnTo>
                <a:lnTo>
                  <a:pt x="632" y="2096"/>
                </a:lnTo>
                <a:lnTo>
                  <a:pt x="631" y="2076"/>
                </a:lnTo>
                <a:lnTo>
                  <a:pt x="630" y="2056"/>
                </a:lnTo>
                <a:lnTo>
                  <a:pt x="631" y="2036"/>
                </a:lnTo>
                <a:lnTo>
                  <a:pt x="632" y="2014"/>
                </a:lnTo>
                <a:lnTo>
                  <a:pt x="634" y="1988"/>
                </a:lnTo>
                <a:lnTo>
                  <a:pt x="638" y="1962"/>
                </a:lnTo>
                <a:lnTo>
                  <a:pt x="642" y="1934"/>
                </a:lnTo>
                <a:lnTo>
                  <a:pt x="647" y="1904"/>
                </a:lnTo>
                <a:lnTo>
                  <a:pt x="653" y="1872"/>
                </a:lnTo>
                <a:lnTo>
                  <a:pt x="659" y="1840"/>
                </a:lnTo>
                <a:lnTo>
                  <a:pt x="668" y="1804"/>
                </a:lnTo>
                <a:lnTo>
                  <a:pt x="674" y="1772"/>
                </a:lnTo>
                <a:lnTo>
                  <a:pt x="894" y="631"/>
                </a:lnTo>
                <a:lnTo>
                  <a:pt x="919" y="503"/>
                </a:lnTo>
                <a:lnTo>
                  <a:pt x="929" y="450"/>
                </a:lnTo>
                <a:lnTo>
                  <a:pt x="932" y="436"/>
                </a:lnTo>
                <a:lnTo>
                  <a:pt x="937" y="418"/>
                </a:lnTo>
                <a:lnTo>
                  <a:pt x="944" y="392"/>
                </a:lnTo>
                <a:lnTo>
                  <a:pt x="951" y="370"/>
                </a:lnTo>
                <a:lnTo>
                  <a:pt x="959" y="350"/>
                </a:lnTo>
                <a:lnTo>
                  <a:pt x="966" y="330"/>
                </a:lnTo>
                <a:lnTo>
                  <a:pt x="974" y="314"/>
                </a:lnTo>
                <a:lnTo>
                  <a:pt x="983" y="298"/>
                </a:lnTo>
                <a:lnTo>
                  <a:pt x="991" y="286"/>
                </a:lnTo>
                <a:lnTo>
                  <a:pt x="995" y="280"/>
                </a:lnTo>
                <a:lnTo>
                  <a:pt x="1000" y="274"/>
                </a:lnTo>
                <a:lnTo>
                  <a:pt x="1009" y="264"/>
                </a:lnTo>
                <a:lnTo>
                  <a:pt x="1019" y="256"/>
                </a:lnTo>
                <a:lnTo>
                  <a:pt x="1029" y="250"/>
                </a:lnTo>
                <a:lnTo>
                  <a:pt x="1041" y="244"/>
                </a:lnTo>
                <a:lnTo>
                  <a:pt x="1053" y="238"/>
                </a:lnTo>
                <a:lnTo>
                  <a:pt x="1065" y="236"/>
                </a:lnTo>
                <a:lnTo>
                  <a:pt x="1079" y="234"/>
                </a:lnTo>
                <a:lnTo>
                  <a:pt x="1093" y="234"/>
                </a:lnTo>
                <a:lnTo>
                  <a:pt x="1112" y="234"/>
                </a:lnTo>
                <a:lnTo>
                  <a:pt x="1130" y="238"/>
                </a:lnTo>
                <a:lnTo>
                  <a:pt x="1139" y="240"/>
                </a:lnTo>
                <a:lnTo>
                  <a:pt x="1147" y="244"/>
                </a:lnTo>
                <a:lnTo>
                  <a:pt x="1154" y="248"/>
                </a:lnTo>
                <a:lnTo>
                  <a:pt x="1162" y="252"/>
                </a:lnTo>
                <a:lnTo>
                  <a:pt x="1170" y="258"/>
                </a:lnTo>
                <a:lnTo>
                  <a:pt x="1177" y="262"/>
                </a:lnTo>
                <a:lnTo>
                  <a:pt x="1183" y="270"/>
                </a:lnTo>
                <a:lnTo>
                  <a:pt x="1189" y="276"/>
                </a:lnTo>
                <a:lnTo>
                  <a:pt x="1195" y="284"/>
                </a:lnTo>
                <a:lnTo>
                  <a:pt x="1200" y="292"/>
                </a:lnTo>
                <a:lnTo>
                  <a:pt x="1205" y="300"/>
                </a:lnTo>
                <a:lnTo>
                  <a:pt x="1210" y="310"/>
                </a:lnTo>
                <a:lnTo>
                  <a:pt x="1218" y="326"/>
                </a:lnTo>
                <a:lnTo>
                  <a:pt x="1226" y="344"/>
                </a:lnTo>
                <a:lnTo>
                  <a:pt x="1230" y="354"/>
                </a:lnTo>
                <a:lnTo>
                  <a:pt x="1233" y="364"/>
                </a:lnTo>
                <a:lnTo>
                  <a:pt x="1240" y="384"/>
                </a:lnTo>
                <a:lnTo>
                  <a:pt x="1246" y="406"/>
                </a:lnTo>
                <a:lnTo>
                  <a:pt x="1252" y="428"/>
                </a:lnTo>
                <a:lnTo>
                  <a:pt x="1257" y="451"/>
                </a:lnTo>
                <a:lnTo>
                  <a:pt x="1262" y="475"/>
                </a:lnTo>
                <a:lnTo>
                  <a:pt x="1271" y="527"/>
                </a:lnTo>
                <a:lnTo>
                  <a:pt x="1282" y="579"/>
                </a:lnTo>
                <a:lnTo>
                  <a:pt x="1293" y="631"/>
                </a:lnTo>
                <a:lnTo>
                  <a:pt x="1512" y="1772"/>
                </a:lnTo>
                <a:lnTo>
                  <a:pt x="1515" y="1786"/>
                </a:lnTo>
                <a:lnTo>
                  <a:pt x="1518" y="1800"/>
                </a:lnTo>
                <a:lnTo>
                  <a:pt x="1526" y="1840"/>
                </a:lnTo>
                <a:close/>
                <a:moveTo>
                  <a:pt x="966" y="1428"/>
                </a:moveTo>
                <a:lnTo>
                  <a:pt x="1213" y="1428"/>
                </a:lnTo>
                <a:lnTo>
                  <a:pt x="1091" y="731"/>
                </a:lnTo>
                <a:lnTo>
                  <a:pt x="966" y="1428"/>
                </a:lnTo>
                <a:close/>
                <a:moveTo>
                  <a:pt x="2643" y="1191"/>
                </a:moveTo>
                <a:lnTo>
                  <a:pt x="2644" y="1247"/>
                </a:lnTo>
                <a:lnTo>
                  <a:pt x="2645" y="1275"/>
                </a:lnTo>
                <a:lnTo>
                  <a:pt x="2646" y="1303"/>
                </a:lnTo>
                <a:lnTo>
                  <a:pt x="2649" y="1358"/>
                </a:lnTo>
                <a:lnTo>
                  <a:pt x="2653" y="1414"/>
                </a:lnTo>
                <a:lnTo>
                  <a:pt x="2658" y="1468"/>
                </a:lnTo>
                <a:lnTo>
                  <a:pt x="2665" y="1520"/>
                </a:lnTo>
                <a:lnTo>
                  <a:pt x="2672" y="1572"/>
                </a:lnTo>
                <a:lnTo>
                  <a:pt x="2677" y="1598"/>
                </a:lnTo>
                <a:lnTo>
                  <a:pt x="2681" y="1624"/>
                </a:lnTo>
                <a:lnTo>
                  <a:pt x="2686" y="1650"/>
                </a:lnTo>
                <a:lnTo>
                  <a:pt x="2691" y="1674"/>
                </a:lnTo>
                <a:lnTo>
                  <a:pt x="2701" y="1724"/>
                </a:lnTo>
                <a:lnTo>
                  <a:pt x="2713" y="1772"/>
                </a:lnTo>
                <a:lnTo>
                  <a:pt x="2719" y="1796"/>
                </a:lnTo>
                <a:lnTo>
                  <a:pt x="2726" y="1820"/>
                </a:lnTo>
                <a:lnTo>
                  <a:pt x="2739" y="1866"/>
                </a:lnTo>
                <a:lnTo>
                  <a:pt x="2754" y="1912"/>
                </a:lnTo>
                <a:lnTo>
                  <a:pt x="2769" y="1956"/>
                </a:lnTo>
                <a:lnTo>
                  <a:pt x="2786" y="1998"/>
                </a:lnTo>
                <a:lnTo>
                  <a:pt x="2786" y="2014"/>
                </a:lnTo>
                <a:lnTo>
                  <a:pt x="2786" y="2026"/>
                </a:lnTo>
                <a:lnTo>
                  <a:pt x="2786" y="2052"/>
                </a:lnTo>
                <a:lnTo>
                  <a:pt x="2785" y="2064"/>
                </a:lnTo>
                <a:lnTo>
                  <a:pt x="2784" y="2076"/>
                </a:lnTo>
                <a:lnTo>
                  <a:pt x="2783" y="2088"/>
                </a:lnTo>
                <a:lnTo>
                  <a:pt x="2782" y="2100"/>
                </a:lnTo>
                <a:lnTo>
                  <a:pt x="2779" y="2122"/>
                </a:lnTo>
                <a:lnTo>
                  <a:pt x="2775" y="2142"/>
                </a:lnTo>
                <a:lnTo>
                  <a:pt x="2772" y="2150"/>
                </a:lnTo>
                <a:lnTo>
                  <a:pt x="2769" y="2160"/>
                </a:lnTo>
                <a:lnTo>
                  <a:pt x="2767" y="2168"/>
                </a:lnTo>
                <a:lnTo>
                  <a:pt x="2763" y="2176"/>
                </a:lnTo>
                <a:lnTo>
                  <a:pt x="2756" y="2192"/>
                </a:lnTo>
                <a:lnTo>
                  <a:pt x="2753" y="2198"/>
                </a:lnTo>
                <a:lnTo>
                  <a:pt x="2749" y="2206"/>
                </a:lnTo>
                <a:lnTo>
                  <a:pt x="2740" y="2218"/>
                </a:lnTo>
                <a:lnTo>
                  <a:pt x="2731" y="2228"/>
                </a:lnTo>
                <a:lnTo>
                  <a:pt x="2726" y="2232"/>
                </a:lnTo>
                <a:lnTo>
                  <a:pt x="2721" y="2236"/>
                </a:lnTo>
                <a:lnTo>
                  <a:pt x="2710" y="2242"/>
                </a:lnTo>
                <a:lnTo>
                  <a:pt x="2704" y="2244"/>
                </a:lnTo>
                <a:lnTo>
                  <a:pt x="2698" y="2246"/>
                </a:lnTo>
                <a:lnTo>
                  <a:pt x="2686" y="2250"/>
                </a:lnTo>
                <a:lnTo>
                  <a:pt x="2673" y="2250"/>
                </a:lnTo>
                <a:lnTo>
                  <a:pt x="2658" y="2250"/>
                </a:lnTo>
                <a:lnTo>
                  <a:pt x="2651" y="2248"/>
                </a:lnTo>
                <a:lnTo>
                  <a:pt x="2645" y="2246"/>
                </a:lnTo>
                <a:lnTo>
                  <a:pt x="2632" y="2242"/>
                </a:lnTo>
                <a:lnTo>
                  <a:pt x="2621" y="2234"/>
                </a:lnTo>
                <a:lnTo>
                  <a:pt x="2616" y="2230"/>
                </a:lnTo>
                <a:lnTo>
                  <a:pt x="2611" y="2224"/>
                </a:lnTo>
                <a:lnTo>
                  <a:pt x="2606" y="2218"/>
                </a:lnTo>
                <a:lnTo>
                  <a:pt x="2601" y="2212"/>
                </a:lnTo>
                <a:lnTo>
                  <a:pt x="2597" y="2204"/>
                </a:lnTo>
                <a:lnTo>
                  <a:pt x="2592" y="2196"/>
                </a:lnTo>
                <a:lnTo>
                  <a:pt x="2588" y="2188"/>
                </a:lnTo>
                <a:lnTo>
                  <a:pt x="2584" y="2178"/>
                </a:lnTo>
                <a:lnTo>
                  <a:pt x="2581" y="2168"/>
                </a:lnTo>
                <a:lnTo>
                  <a:pt x="2577" y="2158"/>
                </a:lnTo>
                <a:lnTo>
                  <a:pt x="2570" y="2132"/>
                </a:lnTo>
                <a:lnTo>
                  <a:pt x="2565" y="2104"/>
                </a:lnTo>
                <a:lnTo>
                  <a:pt x="2562" y="2090"/>
                </a:lnTo>
                <a:lnTo>
                  <a:pt x="2559" y="2074"/>
                </a:lnTo>
                <a:lnTo>
                  <a:pt x="2554" y="2038"/>
                </a:lnTo>
                <a:lnTo>
                  <a:pt x="2549" y="2000"/>
                </a:lnTo>
                <a:lnTo>
                  <a:pt x="2545" y="1956"/>
                </a:lnTo>
                <a:lnTo>
                  <a:pt x="2540" y="1908"/>
                </a:lnTo>
                <a:lnTo>
                  <a:pt x="2469" y="1063"/>
                </a:lnTo>
                <a:lnTo>
                  <a:pt x="2322" y="1978"/>
                </a:lnTo>
                <a:lnTo>
                  <a:pt x="2315" y="2020"/>
                </a:lnTo>
                <a:lnTo>
                  <a:pt x="2308" y="2056"/>
                </a:lnTo>
                <a:lnTo>
                  <a:pt x="2302" y="2088"/>
                </a:lnTo>
                <a:lnTo>
                  <a:pt x="2295" y="2116"/>
                </a:lnTo>
                <a:lnTo>
                  <a:pt x="2288" y="2140"/>
                </a:lnTo>
                <a:lnTo>
                  <a:pt x="2285" y="2152"/>
                </a:lnTo>
                <a:lnTo>
                  <a:pt x="2281" y="2164"/>
                </a:lnTo>
                <a:lnTo>
                  <a:pt x="2277" y="2174"/>
                </a:lnTo>
                <a:lnTo>
                  <a:pt x="2274" y="2182"/>
                </a:lnTo>
                <a:lnTo>
                  <a:pt x="2270" y="2192"/>
                </a:lnTo>
                <a:lnTo>
                  <a:pt x="2265" y="2200"/>
                </a:lnTo>
                <a:lnTo>
                  <a:pt x="2261" y="2206"/>
                </a:lnTo>
                <a:lnTo>
                  <a:pt x="2257" y="2214"/>
                </a:lnTo>
                <a:lnTo>
                  <a:pt x="2254" y="2216"/>
                </a:lnTo>
                <a:lnTo>
                  <a:pt x="2252" y="2220"/>
                </a:lnTo>
                <a:lnTo>
                  <a:pt x="2247" y="2226"/>
                </a:lnTo>
                <a:lnTo>
                  <a:pt x="2242" y="2230"/>
                </a:lnTo>
                <a:lnTo>
                  <a:pt x="2237" y="2234"/>
                </a:lnTo>
                <a:lnTo>
                  <a:pt x="2231" y="2238"/>
                </a:lnTo>
                <a:lnTo>
                  <a:pt x="2226" y="2242"/>
                </a:lnTo>
                <a:lnTo>
                  <a:pt x="2214" y="2248"/>
                </a:lnTo>
                <a:lnTo>
                  <a:pt x="2200" y="2252"/>
                </a:lnTo>
                <a:lnTo>
                  <a:pt x="2186" y="2254"/>
                </a:lnTo>
                <a:lnTo>
                  <a:pt x="2171" y="2254"/>
                </a:lnTo>
                <a:lnTo>
                  <a:pt x="2157" y="2254"/>
                </a:lnTo>
                <a:lnTo>
                  <a:pt x="2150" y="2252"/>
                </a:lnTo>
                <a:lnTo>
                  <a:pt x="2144" y="2250"/>
                </a:lnTo>
                <a:lnTo>
                  <a:pt x="2133" y="2246"/>
                </a:lnTo>
                <a:lnTo>
                  <a:pt x="2122" y="2240"/>
                </a:lnTo>
                <a:lnTo>
                  <a:pt x="2112" y="2230"/>
                </a:lnTo>
                <a:lnTo>
                  <a:pt x="2108" y="2226"/>
                </a:lnTo>
                <a:lnTo>
                  <a:pt x="2103" y="2220"/>
                </a:lnTo>
                <a:lnTo>
                  <a:pt x="2095" y="2208"/>
                </a:lnTo>
                <a:lnTo>
                  <a:pt x="2087" y="2194"/>
                </a:lnTo>
                <a:lnTo>
                  <a:pt x="2080" y="2178"/>
                </a:lnTo>
                <a:lnTo>
                  <a:pt x="2073" y="2158"/>
                </a:lnTo>
                <a:lnTo>
                  <a:pt x="2066" y="2136"/>
                </a:lnTo>
                <a:lnTo>
                  <a:pt x="2059" y="2110"/>
                </a:lnTo>
                <a:lnTo>
                  <a:pt x="2053" y="2082"/>
                </a:lnTo>
                <a:lnTo>
                  <a:pt x="2046" y="2050"/>
                </a:lnTo>
                <a:lnTo>
                  <a:pt x="2040" y="2016"/>
                </a:lnTo>
                <a:lnTo>
                  <a:pt x="2033" y="1978"/>
                </a:lnTo>
                <a:lnTo>
                  <a:pt x="1888" y="1063"/>
                </a:lnTo>
                <a:lnTo>
                  <a:pt x="1817" y="1908"/>
                </a:lnTo>
                <a:lnTo>
                  <a:pt x="1812" y="1956"/>
                </a:lnTo>
                <a:lnTo>
                  <a:pt x="1808" y="2000"/>
                </a:lnTo>
                <a:lnTo>
                  <a:pt x="1803" y="2038"/>
                </a:lnTo>
                <a:lnTo>
                  <a:pt x="1798" y="2074"/>
                </a:lnTo>
                <a:lnTo>
                  <a:pt x="1793" y="2104"/>
                </a:lnTo>
                <a:lnTo>
                  <a:pt x="1787" y="2132"/>
                </a:lnTo>
                <a:lnTo>
                  <a:pt x="1783" y="2146"/>
                </a:lnTo>
                <a:lnTo>
                  <a:pt x="1780" y="2158"/>
                </a:lnTo>
                <a:lnTo>
                  <a:pt x="1773" y="2178"/>
                </a:lnTo>
                <a:lnTo>
                  <a:pt x="1769" y="2188"/>
                </a:lnTo>
                <a:lnTo>
                  <a:pt x="1765" y="2196"/>
                </a:lnTo>
                <a:lnTo>
                  <a:pt x="1756" y="2212"/>
                </a:lnTo>
                <a:lnTo>
                  <a:pt x="1751" y="2218"/>
                </a:lnTo>
                <a:lnTo>
                  <a:pt x="1746" y="2224"/>
                </a:lnTo>
                <a:lnTo>
                  <a:pt x="1741" y="2230"/>
                </a:lnTo>
                <a:lnTo>
                  <a:pt x="1736" y="2234"/>
                </a:lnTo>
                <a:lnTo>
                  <a:pt x="1725" y="2242"/>
                </a:lnTo>
                <a:lnTo>
                  <a:pt x="1712" y="2246"/>
                </a:lnTo>
                <a:lnTo>
                  <a:pt x="1706" y="2248"/>
                </a:lnTo>
                <a:lnTo>
                  <a:pt x="1699" y="2250"/>
                </a:lnTo>
                <a:lnTo>
                  <a:pt x="1684" y="2250"/>
                </a:lnTo>
                <a:lnTo>
                  <a:pt x="1671" y="2250"/>
                </a:lnTo>
                <a:lnTo>
                  <a:pt x="1658" y="2246"/>
                </a:lnTo>
                <a:lnTo>
                  <a:pt x="1646" y="2242"/>
                </a:lnTo>
                <a:lnTo>
                  <a:pt x="1640" y="2238"/>
                </a:lnTo>
                <a:lnTo>
                  <a:pt x="1635" y="2234"/>
                </a:lnTo>
                <a:lnTo>
                  <a:pt x="1630" y="2230"/>
                </a:lnTo>
                <a:lnTo>
                  <a:pt x="1625" y="2226"/>
                </a:lnTo>
                <a:lnTo>
                  <a:pt x="1615" y="2216"/>
                </a:lnTo>
                <a:lnTo>
                  <a:pt x="1606" y="2202"/>
                </a:lnTo>
                <a:lnTo>
                  <a:pt x="1598" y="2188"/>
                </a:lnTo>
                <a:lnTo>
                  <a:pt x="1595" y="2180"/>
                </a:lnTo>
                <a:lnTo>
                  <a:pt x="1591" y="2172"/>
                </a:lnTo>
                <a:lnTo>
                  <a:pt x="1588" y="2162"/>
                </a:lnTo>
                <a:lnTo>
                  <a:pt x="1585" y="2154"/>
                </a:lnTo>
                <a:lnTo>
                  <a:pt x="1580" y="2134"/>
                </a:lnTo>
                <a:lnTo>
                  <a:pt x="1576" y="2114"/>
                </a:lnTo>
                <a:lnTo>
                  <a:pt x="1573" y="2092"/>
                </a:lnTo>
                <a:lnTo>
                  <a:pt x="1572" y="2082"/>
                </a:lnTo>
                <a:lnTo>
                  <a:pt x="1571" y="2070"/>
                </a:lnTo>
                <a:lnTo>
                  <a:pt x="1571" y="2058"/>
                </a:lnTo>
                <a:lnTo>
                  <a:pt x="1570" y="2046"/>
                </a:lnTo>
                <a:lnTo>
                  <a:pt x="1571" y="2020"/>
                </a:lnTo>
                <a:lnTo>
                  <a:pt x="1575" y="1940"/>
                </a:lnTo>
                <a:lnTo>
                  <a:pt x="1579" y="1888"/>
                </a:lnTo>
                <a:lnTo>
                  <a:pt x="1583" y="1830"/>
                </a:lnTo>
                <a:lnTo>
                  <a:pt x="1586" y="1786"/>
                </a:lnTo>
                <a:lnTo>
                  <a:pt x="1591" y="1742"/>
                </a:lnTo>
                <a:lnTo>
                  <a:pt x="1594" y="1702"/>
                </a:lnTo>
                <a:lnTo>
                  <a:pt x="1696" y="555"/>
                </a:lnTo>
                <a:lnTo>
                  <a:pt x="1700" y="515"/>
                </a:lnTo>
                <a:lnTo>
                  <a:pt x="1704" y="479"/>
                </a:lnTo>
                <a:lnTo>
                  <a:pt x="1707" y="451"/>
                </a:lnTo>
                <a:lnTo>
                  <a:pt x="1709" y="440"/>
                </a:lnTo>
                <a:lnTo>
                  <a:pt x="1711" y="430"/>
                </a:lnTo>
                <a:lnTo>
                  <a:pt x="1715" y="412"/>
                </a:lnTo>
                <a:lnTo>
                  <a:pt x="1719" y="392"/>
                </a:lnTo>
                <a:lnTo>
                  <a:pt x="1725" y="374"/>
                </a:lnTo>
                <a:lnTo>
                  <a:pt x="1731" y="354"/>
                </a:lnTo>
                <a:lnTo>
                  <a:pt x="1737" y="342"/>
                </a:lnTo>
                <a:lnTo>
                  <a:pt x="1743" y="328"/>
                </a:lnTo>
                <a:lnTo>
                  <a:pt x="1749" y="316"/>
                </a:lnTo>
                <a:lnTo>
                  <a:pt x="1755" y="306"/>
                </a:lnTo>
                <a:lnTo>
                  <a:pt x="1762" y="296"/>
                </a:lnTo>
                <a:lnTo>
                  <a:pt x="1769" y="286"/>
                </a:lnTo>
                <a:lnTo>
                  <a:pt x="1777" y="278"/>
                </a:lnTo>
                <a:lnTo>
                  <a:pt x="1785" y="270"/>
                </a:lnTo>
                <a:lnTo>
                  <a:pt x="1793" y="264"/>
                </a:lnTo>
                <a:lnTo>
                  <a:pt x="1801" y="258"/>
                </a:lnTo>
                <a:lnTo>
                  <a:pt x="1810" y="252"/>
                </a:lnTo>
                <a:lnTo>
                  <a:pt x="1818" y="248"/>
                </a:lnTo>
                <a:lnTo>
                  <a:pt x="1827" y="244"/>
                </a:lnTo>
                <a:lnTo>
                  <a:pt x="1837" y="242"/>
                </a:lnTo>
                <a:lnTo>
                  <a:pt x="1846" y="242"/>
                </a:lnTo>
                <a:lnTo>
                  <a:pt x="1855" y="240"/>
                </a:lnTo>
                <a:lnTo>
                  <a:pt x="1869" y="242"/>
                </a:lnTo>
                <a:lnTo>
                  <a:pt x="1877" y="244"/>
                </a:lnTo>
                <a:lnTo>
                  <a:pt x="1884" y="246"/>
                </a:lnTo>
                <a:lnTo>
                  <a:pt x="1897" y="250"/>
                </a:lnTo>
                <a:lnTo>
                  <a:pt x="1904" y="254"/>
                </a:lnTo>
                <a:lnTo>
                  <a:pt x="1910" y="258"/>
                </a:lnTo>
                <a:lnTo>
                  <a:pt x="1916" y="262"/>
                </a:lnTo>
                <a:lnTo>
                  <a:pt x="1923" y="268"/>
                </a:lnTo>
                <a:lnTo>
                  <a:pt x="1928" y="274"/>
                </a:lnTo>
                <a:lnTo>
                  <a:pt x="1934" y="280"/>
                </a:lnTo>
                <a:lnTo>
                  <a:pt x="1945" y="294"/>
                </a:lnTo>
                <a:lnTo>
                  <a:pt x="1956" y="310"/>
                </a:lnTo>
                <a:lnTo>
                  <a:pt x="1966" y="328"/>
                </a:lnTo>
                <a:lnTo>
                  <a:pt x="1975" y="350"/>
                </a:lnTo>
                <a:lnTo>
                  <a:pt x="1984" y="372"/>
                </a:lnTo>
                <a:lnTo>
                  <a:pt x="1992" y="396"/>
                </a:lnTo>
                <a:lnTo>
                  <a:pt x="1999" y="424"/>
                </a:lnTo>
                <a:lnTo>
                  <a:pt x="2006" y="453"/>
                </a:lnTo>
                <a:lnTo>
                  <a:pt x="2013" y="483"/>
                </a:lnTo>
                <a:lnTo>
                  <a:pt x="2018" y="517"/>
                </a:lnTo>
                <a:lnTo>
                  <a:pt x="2180" y="1526"/>
                </a:lnTo>
                <a:lnTo>
                  <a:pt x="2339" y="517"/>
                </a:lnTo>
                <a:lnTo>
                  <a:pt x="2344" y="483"/>
                </a:lnTo>
                <a:lnTo>
                  <a:pt x="2351" y="453"/>
                </a:lnTo>
                <a:lnTo>
                  <a:pt x="2358" y="424"/>
                </a:lnTo>
                <a:lnTo>
                  <a:pt x="2365" y="396"/>
                </a:lnTo>
                <a:lnTo>
                  <a:pt x="2373" y="372"/>
                </a:lnTo>
                <a:lnTo>
                  <a:pt x="2382" y="350"/>
                </a:lnTo>
                <a:lnTo>
                  <a:pt x="2391" y="328"/>
                </a:lnTo>
                <a:lnTo>
                  <a:pt x="2401" y="310"/>
                </a:lnTo>
                <a:lnTo>
                  <a:pt x="2412" y="294"/>
                </a:lnTo>
                <a:lnTo>
                  <a:pt x="2417" y="286"/>
                </a:lnTo>
                <a:lnTo>
                  <a:pt x="2423" y="280"/>
                </a:lnTo>
                <a:lnTo>
                  <a:pt x="2429" y="274"/>
                </a:lnTo>
                <a:lnTo>
                  <a:pt x="2435" y="268"/>
                </a:lnTo>
                <a:lnTo>
                  <a:pt x="2447" y="258"/>
                </a:lnTo>
                <a:lnTo>
                  <a:pt x="2453" y="254"/>
                </a:lnTo>
                <a:lnTo>
                  <a:pt x="2460" y="250"/>
                </a:lnTo>
                <a:lnTo>
                  <a:pt x="2473" y="246"/>
                </a:lnTo>
                <a:lnTo>
                  <a:pt x="2488" y="242"/>
                </a:lnTo>
                <a:lnTo>
                  <a:pt x="2503" y="240"/>
                </a:lnTo>
                <a:lnTo>
                  <a:pt x="2512" y="242"/>
                </a:lnTo>
                <a:lnTo>
                  <a:pt x="2521" y="242"/>
                </a:lnTo>
                <a:lnTo>
                  <a:pt x="2530" y="244"/>
                </a:lnTo>
                <a:lnTo>
                  <a:pt x="2539" y="248"/>
                </a:lnTo>
                <a:lnTo>
                  <a:pt x="2547" y="252"/>
                </a:lnTo>
                <a:lnTo>
                  <a:pt x="2556" y="258"/>
                </a:lnTo>
                <a:lnTo>
                  <a:pt x="2564" y="264"/>
                </a:lnTo>
                <a:lnTo>
                  <a:pt x="2572" y="270"/>
                </a:lnTo>
                <a:lnTo>
                  <a:pt x="2580" y="278"/>
                </a:lnTo>
                <a:lnTo>
                  <a:pt x="2588" y="286"/>
                </a:lnTo>
                <a:lnTo>
                  <a:pt x="2595" y="296"/>
                </a:lnTo>
                <a:lnTo>
                  <a:pt x="2602" y="306"/>
                </a:lnTo>
                <a:lnTo>
                  <a:pt x="2608" y="316"/>
                </a:lnTo>
                <a:lnTo>
                  <a:pt x="2614" y="328"/>
                </a:lnTo>
                <a:lnTo>
                  <a:pt x="2620" y="342"/>
                </a:lnTo>
                <a:lnTo>
                  <a:pt x="2626" y="354"/>
                </a:lnTo>
                <a:lnTo>
                  <a:pt x="2632" y="374"/>
                </a:lnTo>
                <a:lnTo>
                  <a:pt x="2635" y="384"/>
                </a:lnTo>
                <a:lnTo>
                  <a:pt x="2638" y="392"/>
                </a:lnTo>
                <a:lnTo>
                  <a:pt x="2642" y="412"/>
                </a:lnTo>
                <a:lnTo>
                  <a:pt x="2646" y="430"/>
                </a:lnTo>
                <a:lnTo>
                  <a:pt x="2650" y="451"/>
                </a:lnTo>
                <a:lnTo>
                  <a:pt x="2652" y="465"/>
                </a:lnTo>
                <a:lnTo>
                  <a:pt x="2653" y="479"/>
                </a:lnTo>
                <a:lnTo>
                  <a:pt x="2657" y="515"/>
                </a:lnTo>
                <a:lnTo>
                  <a:pt x="2661" y="555"/>
                </a:lnTo>
                <a:lnTo>
                  <a:pt x="2680" y="765"/>
                </a:lnTo>
                <a:lnTo>
                  <a:pt x="2675" y="791"/>
                </a:lnTo>
                <a:lnTo>
                  <a:pt x="2671" y="815"/>
                </a:lnTo>
                <a:lnTo>
                  <a:pt x="2664" y="867"/>
                </a:lnTo>
                <a:lnTo>
                  <a:pt x="2658" y="919"/>
                </a:lnTo>
                <a:lnTo>
                  <a:pt x="2655" y="945"/>
                </a:lnTo>
                <a:lnTo>
                  <a:pt x="2653" y="973"/>
                </a:lnTo>
                <a:lnTo>
                  <a:pt x="2651" y="999"/>
                </a:lnTo>
                <a:lnTo>
                  <a:pt x="2649" y="1027"/>
                </a:lnTo>
                <a:lnTo>
                  <a:pt x="2647" y="1053"/>
                </a:lnTo>
                <a:lnTo>
                  <a:pt x="2646" y="1081"/>
                </a:lnTo>
                <a:lnTo>
                  <a:pt x="2645" y="1107"/>
                </a:lnTo>
                <a:lnTo>
                  <a:pt x="2644" y="1135"/>
                </a:lnTo>
                <a:lnTo>
                  <a:pt x="2643" y="1191"/>
                </a:lnTo>
                <a:close/>
                <a:moveTo>
                  <a:pt x="4662" y="1920"/>
                </a:moveTo>
                <a:lnTo>
                  <a:pt x="4666" y="1934"/>
                </a:lnTo>
                <a:lnTo>
                  <a:pt x="4669" y="1946"/>
                </a:lnTo>
                <a:lnTo>
                  <a:pt x="4671" y="1960"/>
                </a:lnTo>
                <a:lnTo>
                  <a:pt x="4673" y="1972"/>
                </a:lnTo>
                <a:lnTo>
                  <a:pt x="4675" y="1986"/>
                </a:lnTo>
                <a:lnTo>
                  <a:pt x="4676" y="1998"/>
                </a:lnTo>
                <a:lnTo>
                  <a:pt x="4677" y="2012"/>
                </a:lnTo>
                <a:lnTo>
                  <a:pt x="4677" y="2024"/>
                </a:lnTo>
                <a:lnTo>
                  <a:pt x="4676" y="2048"/>
                </a:lnTo>
                <a:lnTo>
                  <a:pt x="4676" y="2060"/>
                </a:lnTo>
                <a:lnTo>
                  <a:pt x="4675" y="2072"/>
                </a:lnTo>
                <a:lnTo>
                  <a:pt x="4672" y="2094"/>
                </a:lnTo>
                <a:lnTo>
                  <a:pt x="4668" y="2114"/>
                </a:lnTo>
                <a:lnTo>
                  <a:pt x="4664" y="2134"/>
                </a:lnTo>
                <a:lnTo>
                  <a:pt x="4658" y="2152"/>
                </a:lnTo>
                <a:lnTo>
                  <a:pt x="4655" y="2162"/>
                </a:lnTo>
                <a:lnTo>
                  <a:pt x="4651" y="2170"/>
                </a:lnTo>
                <a:lnTo>
                  <a:pt x="4643" y="2186"/>
                </a:lnTo>
                <a:lnTo>
                  <a:pt x="4639" y="2194"/>
                </a:lnTo>
                <a:lnTo>
                  <a:pt x="4635" y="2202"/>
                </a:lnTo>
                <a:lnTo>
                  <a:pt x="4625" y="2214"/>
                </a:lnTo>
                <a:lnTo>
                  <a:pt x="4616" y="2226"/>
                </a:lnTo>
                <a:lnTo>
                  <a:pt x="4605" y="2234"/>
                </a:lnTo>
                <a:lnTo>
                  <a:pt x="4594" y="2242"/>
                </a:lnTo>
                <a:lnTo>
                  <a:pt x="4582" y="2246"/>
                </a:lnTo>
                <a:lnTo>
                  <a:pt x="4576" y="2248"/>
                </a:lnTo>
                <a:lnTo>
                  <a:pt x="4570" y="2250"/>
                </a:lnTo>
                <a:lnTo>
                  <a:pt x="4557" y="2250"/>
                </a:lnTo>
                <a:lnTo>
                  <a:pt x="4549" y="2250"/>
                </a:lnTo>
                <a:lnTo>
                  <a:pt x="4542" y="2248"/>
                </a:lnTo>
                <a:lnTo>
                  <a:pt x="4534" y="2246"/>
                </a:lnTo>
                <a:lnTo>
                  <a:pt x="4527" y="2242"/>
                </a:lnTo>
                <a:lnTo>
                  <a:pt x="4520" y="2236"/>
                </a:lnTo>
                <a:lnTo>
                  <a:pt x="4513" y="2230"/>
                </a:lnTo>
                <a:lnTo>
                  <a:pt x="4506" y="2222"/>
                </a:lnTo>
                <a:lnTo>
                  <a:pt x="4498" y="2214"/>
                </a:lnTo>
                <a:lnTo>
                  <a:pt x="4492" y="2204"/>
                </a:lnTo>
                <a:lnTo>
                  <a:pt x="4484" y="2192"/>
                </a:lnTo>
                <a:lnTo>
                  <a:pt x="4468" y="2162"/>
                </a:lnTo>
                <a:lnTo>
                  <a:pt x="4459" y="2144"/>
                </a:lnTo>
                <a:lnTo>
                  <a:pt x="4450" y="2122"/>
                </a:lnTo>
                <a:lnTo>
                  <a:pt x="4430" y="2074"/>
                </a:lnTo>
                <a:lnTo>
                  <a:pt x="4165" y="1432"/>
                </a:lnTo>
                <a:lnTo>
                  <a:pt x="4165" y="2008"/>
                </a:lnTo>
                <a:lnTo>
                  <a:pt x="4164" y="2036"/>
                </a:lnTo>
                <a:lnTo>
                  <a:pt x="4164" y="2050"/>
                </a:lnTo>
                <a:lnTo>
                  <a:pt x="4163" y="2064"/>
                </a:lnTo>
                <a:lnTo>
                  <a:pt x="4160" y="2088"/>
                </a:lnTo>
                <a:lnTo>
                  <a:pt x="4157" y="2112"/>
                </a:lnTo>
                <a:lnTo>
                  <a:pt x="4155" y="2124"/>
                </a:lnTo>
                <a:lnTo>
                  <a:pt x="4152" y="2134"/>
                </a:lnTo>
                <a:lnTo>
                  <a:pt x="4147" y="2154"/>
                </a:lnTo>
                <a:lnTo>
                  <a:pt x="4140" y="2174"/>
                </a:lnTo>
                <a:lnTo>
                  <a:pt x="4137" y="2182"/>
                </a:lnTo>
                <a:lnTo>
                  <a:pt x="4133" y="2190"/>
                </a:lnTo>
                <a:lnTo>
                  <a:pt x="4129" y="2198"/>
                </a:lnTo>
                <a:lnTo>
                  <a:pt x="4125" y="2206"/>
                </a:lnTo>
                <a:lnTo>
                  <a:pt x="4115" y="2218"/>
                </a:lnTo>
                <a:lnTo>
                  <a:pt x="4105" y="2230"/>
                </a:lnTo>
                <a:lnTo>
                  <a:pt x="4100" y="2234"/>
                </a:lnTo>
                <a:lnTo>
                  <a:pt x="4095" y="2238"/>
                </a:lnTo>
                <a:lnTo>
                  <a:pt x="4083" y="2246"/>
                </a:lnTo>
                <a:lnTo>
                  <a:pt x="4071" y="2250"/>
                </a:lnTo>
                <a:lnTo>
                  <a:pt x="4064" y="2252"/>
                </a:lnTo>
                <a:lnTo>
                  <a:pt x="4057" y="2254"/>
                </a:lnTo>
                <a:lnTo>
                  <a:pt x="4043" y="2254"/>
                </a:lnTo>
                <a:lnTo>
                  <a:pt x="4029" y="2254"/>
                </a:lnTo>
                <a:lnTo>
                  <a:pt x="4022" y="2252"/>
                </a:lnTo>
                <a:lnTo>
                  <a:pt x="4015" y="2250"/>
                </a:lnTo>
                <a:lnTo>
                  <a:pt x="4003" y="2246"/>
                </a:lnTo>
                <a:lnTo>
                  <a:pt x="3991" y="2238"/>
                </a:lnTo>
                <a:lnTo>
                  <a:pt x="3985" y="2234"/>
                </a:lnTo>
                <a:lnTo>
                  <a:pt x="3980" y="2230"/>
                </a:lnTo>
                <a:lnTo>
                  <a:pt x="3970" y="2218"/>
                </a:lnTo>
                <a:lnTo>
                  <a:pt x="3960" y="2206"/>
                </a:lnTo>
                <a:lnTo>
                  <a:pt x="3956" y="2198"/>
                </a:lnTo>
                <a:lnTo>
                  <a:pt x="3952" y="2190"/>
                </a:lnTo>
                <a:lnTo>
                  <a:pt x="3948" y="2182"/>
                </a:lnTo>
                <a:lnTo>
                  <a:pt x="3944" y="2174"/>
                </a:lnTo>
                <a:lnTo>
                  <a:pt x="3938" y="2154"/>
                </a:lnTo>
                <a:lnTo>
                  <a:pt x="3933" y="2134"/>
                </a:lnTo>
                <a:lnTo>
                  <a:pt x="3930" y="2124"/>
                </a:lnTo>
                <a:lnTo>
                  <a:pt x="3928" y="2112"/>
                </a:lnTo>
                <a:lnTo>
                  <a:pt x="3925" y="2088"/>
                </a:lnTo>
                <a:lnTo>
                  <a:pt x="3922" y="2064"/>
                </a:lnTo>
                <a:lnTo>
                  <a:pt x="3921" y="2036"/>
                </a:lnTo>
                <a:lnTo>
                  <a:pt x="3920" y="2008"/>
                </a:lnTo>
                <a:lnTo>
                  <a:pt x="3920" y="1842"/>
                </a:lnTo>
                <a:lnTo>
                  <a:pt x="3930" y="1804"/>
                </a:lnTo>
                <a:lnTo>
                  <a:pt x="3940" y="1768"/>
                </a:lnTo>
                <a:lnTo>
                  <a:pt x="3945" y="1748"/>
                </a:lnTo>
                <a:lnTo>
                  <a:pt x="3949" y="1730"/>
                </a:lnTo>
                <a:lnTo>
                  <a:pt x="3958" y="1692"/>
                </a:lnTo>
                <a:lnTo>
                  <a:pt x="3965" y="1652"/>
                </a:lnTo>
                <a:lnTo>
                  <a:pt x="3973" y="1612"/>
                </a:lnTo>
                <a:lnTo>
                  <a:pt x="3979" y="1572"/>
                </a:lnTo>
                <a:lnTo>
                  <a:pt x="3985" y="1532"/>
                </a:lnTo>
                <a:lnTo>
                  <a:pt x="3991" y="1490"/>
                </a:lnTo>
                <a:lnTo>
                  <a:pt x="3995" y="1450"/>
                </a:lnTo>
                <a:lnTo>
                  <a:pt x="3999" y="1408"/>
                </a:lnTo>
                <a:lnTo>
                  <a:pt x="4003" y="1364"/>
                </a:lnTo>
                <a:lnTo>
                  <a:pt x="4005" y="1323"/>
                </a:lnTo>
                <a:lnTo>
                  <a:pt x="4007" y="1279"/>
                </a:lnTo>
                <a:lnTo>
                  <a:pt x="4008" y="1235"/>
                </a:lnTo>
                <a:lnTo>
                  <a:pt x="4009" y="1191"/>
                </a:lnTo>
                <a:lnTo>
                  <a:pt x="4008" y="1147"/>
                </a:lnTo>
                <a:lnTo>
                  <a:pt x="4007" y="1103"/>
                </a:lnTo>
                <a:lnTo>
                  <a:pt x="4005" y="1059"/>
                </a:lnTo>
                <a:lnTo>
                  <a:pt x="4003" y="1017"/>
                </a:lnTo>
                <a:lnTo>
                  <a:pt x="3999" y="973"/>
                </a:lnTo>
                <a:lnTo>
                  <a:pt x="3995" y="931"/>
                </a:lnTo>
                <a:lnTo>
                  <a:pt x="3991" y="889"/>
                </a:lnTo>
                <a:lnTo>
                  <a:pt x="3985" y="849"/>
                </a:lnTo>
                <a:lnTo>
                  <a:pt x="3979" y="809"/>
                </a:lnTo>
                <a:lnTo>
                  <a:pt x="3976" y="787"/>
                </a:lnTo>
                <a:lnTo>
                  <a:pt x="3973" y="767"/>
                </a:lnTo>
                <a:lnTo>
                  <a:pt x="3965" y="729"/>
                </a:lnTo>
                <a:lnTo>
                  <a:pt x="3958" y="689"/>
                </a:lnTo>
                <a:lnTo>
                  <a:pt x="3949" y="651"/>
                </a:lnTo>
                <a:lnTo>
                  <a:pt x="3940" y="613"/>
                </a:lnTo>
                <a:lnTo>
                  <a:pt x="3935" y="595"/>
                </a:lnTo>
                <a:lnTo>
                  <a:pt x="3930" y="577"/>
                </a:lnTo>
                <a:lnTo>
                  <a:pt x="3920" y="539"/>
                </a:lnTo>
                <a:lnTo>
                  <a:pt x="3920" y="499"/>
                </a:lnTo>
                <a:lnTo>
                  <a:pt x="3921" y="467"/>
                </a:lnTo>
                <a:lnTo>
                  <a:pt x="3921" y="453"/>
                </a:lnTo>
                <a:lnTo>
                  <a:pt x="3922" y="440"/>
                </a:lnTo>
                <a:lnTo>
                  <a:pt x="3925" y="412"/>
                </a:lnTo>
                <a:lnTo>
                  <a:pt x="3926" y="400"/>
                </a:lnTo>
                <a:lnTo>
                  <a:pt x="3928" y="388"/>
                </a:lnTo>
                <a:lnTo>
                  <a:pt x="3933" y="364"/>
                </a:lnTo>
                <a:lnTo>
                  <a:pt x="3939" y="344"/>
                </a:lnTo>
                <a:lnTo>
                  <a:pt x="3942" y="334"/>
                </a:lnTo>
                <a:lnTo>
                  <a:pt x="3946" y="324"/>
                </a:lnTo>
                <a:lnTo>
                  <a:pt x="3953" y="308"/>
                </a:lnTo>
                <a:lnTo>
                  <a:pt x="3958" y="300"/>
                </a:lnTo>
                <a:lnTo>
                  <a:pt x="3962" y="292"/>
                </a:lnTo>
                <a:lnTo>
                  <a:pt x="3972" y="280"/>
                </a:lnTo>
                <a:lnTo>
                  <a:pt x="3983" y="268"/>
                </a:lnTo>
                <a:lnTo>
                  <a:pt x="3989" y="264"/>
                </a:lnTo>
                <a:lnTo>
                  <a:pt x="3995" y="260"/>
                </a:lnTo>
                <a:lnTo>
                  <a:pt x="4008" y="254"/>
                </a:lnTo>
                <a:lnTo>
                  <a:pt x="4023" y="248"/>
                </a:lnTo>
                <a:lnTo>
                  <a:pt x="4030" y="246"/>
                </a:lnTo>
                <a:lnTo>
                  <a:pt x="4038" y="246"/>
                </a:lnTo>
                <a:lnTo>
                  <a:pt x="4054" y="244"/>
                </a:lnTo>
                <a:lnTo>
                  <a:pt x="4257" y="244"/>
                </a:lnTo>
                <a:lnTo>
                  <a:pt x="4280" y="244"/>
                </a:lnTo>
                <a:lnTo>
                  <a:pt x="4302" y="246"/>
                </a:lnTo>
                <a:lnTo>
                  <a:pt x="4323" y="246"/>
                </a:lnTo>
                <a:lnTo>
                  <a:pt x="4342" y="250"/>
                </a:lnTo>
                <a:lnTo>
                  <a:pt x="4361" y="252"/>
                </a:lnTo>
                <a:lnTo>
                  <a:pt x="4379" y="256"/>
                </a:lnTo>
                <a:lnTo>
                  <a:pt x="4395" y="260"/>
                </a:lnTo>
                <a:lnTo>
                  <a:pt x="4411" y="264"/>
                </a:lnTo>
                <a:lnTo>
                  <a:pt x="4425" y="270"/>
                </a:lnTo>
                <a:lnTo>
                  <a:pt x="4440" y="278"/>
                </a:lnTo>
                <a:lnTo>
                  <a:pt x="4453" y="284"/>
                </a:lnTo>
                <a:lnTo>
                  <a:pt x="4466" y="294"/>
                </a:lnTo>
                <a:lnTo>
                  <a:pt x="4479" y="302"/>
                </a:lnTo>
                <a:lnTo>
                  <a:pt x="4491" y="312"/>
                </a:lnTo>
                <a:lnTo>
                  <a:pt x="4504" y="324"/>
                </a:lnTo>
                <a:lnTo>
                  <a:pt x="4515" y="336"/>
                </a:lnTo>
                <a:lnTo>
                  <a:pt x="4524" y="346"/>
                </a:lnTo>
                <a:lnTo>
                  <a:pt x="4533" y="358"/>
                </a:lnTo>
                <a:lnTo>
                  <a:pt x="4549" y="380"/>
                </a:lnTo>
                <a:lnTo>
                  <a:pt x="4564" y="404"/>
                </a:lnTo>
                <a:lnTo>
                  <a:pt x="4579" y="430"/>
                </a:lnTo>
                <a:lnTo>
                  <a:pt x="4586" y="444"/>
                </a:lnTo>
                <a:lnTo>
                  <a:pt x="4592" y="457"/>
                </a:lnTo>
                <a:lnTo>
                  <a:pt x="4605" y="487"/>
                </a:lnTo>
                <a:lnTo>
                  <a:pt x="4610" y="503"/>
                </a:lnTo>
                <a:lnTo>
                  <a:pt x="4616" y="519"/>
                </a:lnTo>
                <a:lnTo>
                  <a:pt x="4621" y="535"/>
                </a:lnTo>
                <a:lnTo>
                  <a:pt x="4626" y="551"/>
                </a:lnTo>
                <a:lnTo>
                  <a:pt x="4631" y="569"/>
                </a:lnTo>
                <a:lnTo>
                  <a:pt x="4636" y="585"/>
                </a:lnTo>
                <a:lnTo>
                  <a:pt x="4640" y="603"/>
                </a:lnTo>
                <a:lnTo>
                  <a:pt x="4644" y="621"/>
                </a:lnTo>
                <a:lnTo>
                  <a:pt x="4647" y="639"/>
                </a:lnTo>
                <a:lnTo>
                  <a:pt x="4651" y="657"/>
                </a:lnTo>
                <a:lnTo>
                  <a:pt x="4654" y="675"/>
                </a:lnTo>
                <a:lnTo>
                  <a:pt x="4656" y="695"/>
                </a:lnTo>
                <a:lnTo>
                  <a:pt x="4659" y="713"/>
                </a:lnTo>
                <a:lnTo>
                  <a:pt x="4661" y="733"/>
                </a:lnTo>
                <a:lnTo>
                  <a:pt x="4664" y="771"/>
                </a:lnTo>
                <a:lnTo>
                  <a:pt x="4665" y="791"/>
                </a:lnTo>
                <a:lnTo>
                  <a:pt x="4666" y="813"/>
                </a:lnTo>
                <a:lnTo>
                  <a:pt x="4666" y="833"/>
                </a:lnTo>
                <a:lnTo>
                  <a:pt x="4666" y="853"/>
                </a:lnTo>
                <a:lnTo>
                  <a:pt x="4666" y="881"/>
                </a:lnTo>
                <a:lnTo>
                  <a:pt x="4665" y="909"/>
                </a:lnTo>
                <a:lnTo>
                  <a:pt x="4664" y="935"/>
                </a:lnTo>
                <a:lnTo>
                  <a:pt x="4663" y="961"/>
                </a:lnTo>
                <a:lnTo>
                  <a:pt x="4661" y="987"/>
                </a:lnTo>
                <a:lnTo>
                  <a:pt x="4658" y="1011"/>
                </a:lnTo>
                <a:lnTo>
                  <a:pt x="4655" y="1035"/>
                </a:lnTo>
                <a:lnTo>
                  <a:pt x="4652" y="1059"/>
                </a:lnTo>
                <a:lnTo>
                  <a:pt x="4648" y="1081"/>
                </a:lnTo>
                <a:lnTo>
                  <a:pt x="4644" y="1101"/>
                </a:lnTo>
                <a:lnTo>
                  <a:pt x="4640" y="1123"/>
                </a:lnTo>
                <a:lnTo>
                  <a:pt x="4635" y="1143"/>
                </a:lnTo>
                <a:lnTo>
                  <a:pt x="4629" y="1161"/>
                </a:lnTo>
                <a:lnTo>
                  <a:pt x="4623" y="1181"/>
                </a:lnTo>
                <a:lnTo>
                  <a:pt x="4617" y="1197"/>
                </a:lnTo>
                <a:lnTo>
                  <a:pt x="4610" y="1215"/>
                </a:lnTo>
                <a:lnTo>
                  <a:pt x="4603" y="1231"/>
                </a:lnTo>
                <a:lnTo>
                  <a:pt x="4595" y="1247"/>
                </a:lnTo>
                <a:lnTo>
                  <a:pt x="4587" y="1261"/>
                </a:lnTo>
                <a:lnTo>
                  <a:pt x="4578" y="1275"/>
                </a:lnTo>
                <a:lnTo>
                  <a:pt x="4569" y="1289"/>
                </a:lnTo>
                <a:lnTo>
                  <a:pt x="4560" y="1303"/>
                </a:lnTo>
                <a:lnTo>
                  <a:pt x="4549" y="1315"/>
                </a:lnTo>
                <a:lnTo>
                  <a:pt x="4539" y="1327"/>
                </a:lnTo>
                <a:lnTo>
                  <a:pt x="4528" y="1337"/>
                </a:lnTo>
                <a:lnTo>
                  <a:pt x="4516" y="1349"/>
                </a:lnTo>
                <a:lnTo>
                  <a:pt x="4504" y="1358"/>
                </a:lnTo>
                <a:lnTo>
                  <a:pt x="4491" y="1366"/>
                </a:lnTo>
                <a:lnTo>
                  <a:pt x="4478" y="1374"/>
                </a:lnTo>
                <a:lnTo>
                  <a:pt x="4465" y="1382"/>
                </a:lnTo>
                <a:lnTo>
                  <a:pt x="4436" y="1396"/>
                </a:lnTo>
                <a:lnTo>
                  <a:pt x="4571" y="1700"/>
                </a:lnTo>
                <a:lnTo>
                  <a:pt x="4579" y="1722"/>
                </a:lnTo>
                <a:lnTo>
                  <a:pt x="4589" y="1744"/>
                </a:lnTo>
                <a:lnTo>
                  <a:pt x="4612" y="1792"/>
                </a:lnTo>
                <a:lnTo>
                  <a:pt x="4628" y="1828"/>
                </a:lnTo>
                <a:lnTo>
                  <a:pt x="4642" y="1862"/>
                </a:lnTo>
                <a:lnTo>
                  <a:pt x="4648" y="1878"/>
                </a:lnTo>
                <a:lnTo>
                  <a:pt x="4653" y="1892"/>
                </a:lnTo>
                <a:lnTo>
                  <a:pt x="4662" y="1920"/>
                </a:lnTo>
                <a:close/>
                <a:moveTo>
                  <a:pt x="4276" y="1091"/>
                </a:moveTo>
                <a:lnTo>
                  <a:pt x="4294" y="1089"/>
                </a:lnTo>
                <a:lnTo>
                  <a:pt x="4311" y="1087"/>
                </a:lnTo>
                <a:lnTo>
                  <a:pt x="4320" y="1085"/>
                </a:lnTo>
                <a:lnTo>
                  <a:pt x="4327" y="1081"/>
                </a:lnTo>
                <a:lnTo>
                  <a:pt x="4342" y="1075"/>
                </a:lnTo>
                <a:lnTo>
                  <a:pt x="4356" y="1067"/>
                </a:lnTo>
                <a:lnTo>
                  <a:pt x="4368" y="1057"/>
                </a:lnTo>
                <a:lnTo>
                  <a:pt x="4374" y="1051"/>
                </a:lnTo>
                <a:lnTo>
                  <a:pt x="4379" y="1045"/>
                </a:lnTo>
                <a:lnTo>
                  <a:pt x="4384" y="1039"/>
                </a:lnTo>
                <a:lnTo>
                  <a:pt x="4389" y="1033"/>
                </a:lnTo>
                <a:lnTo>
                  <a:pt x="4394" y="1025"/>
                </a:lnTo>
                <a:lnTo>
                  <a:pt x="4398" y="1017"/>
                </a:lnTo>
                <a:lnTo>
                  <a:pt x="4406" y="999"/>
                </a:lnTo>
                <a:lnTo>
                  <a:pt x="4412" y="981"/>
                </a:lnTo>
                <a:lnTo>
                  <a:pt x="4415" y="971"/>
                </a:lnTo>
                <a:lnTo>
                  <a:pt x="4417" y="959"/>
                </a:lnTo>
                <a:lnTo>
                  <a:pt x="4420" y="949"/>
                </a:lnTo>
                <a:lnTo>
                  <a:pt x="4421" y="937"/>
                </a:lnTo>
                <a:lnTo>
                  <a:pt x="4423" y="925"/>
                </a:lnTo>
                <a:lnTo>
                  <a:pt x="4424" y="913"/>
                </a:lnTo>
                <a:lnTo>
                  <a:pt x="4426" y="887"/>
                </a:lnTo>
                <a:lnTo>
                  <a:pt x="4427" y="873"/>
                </a:lnTo>
                <a:lnTo>
                  <a:pt x="4427" y="859"/>
                </a:lnTo>
                <a:lnTo>
                  <a:pt x="4426" y="835"/>
                </a:lnTo>
                <a:lnTo>
                  <a:pt x="4424" y="813"/>
                </a:lnTo>
                <a:lnTo>
                  <a:pt x="4422" y="791"/>
                </a:lnTo>
                <a:lnTo>
                  <a:pt x="4418" y="773"/>
                </a:lnTo>
                <a:lnTo>
                  <a:pt x="4413" y="755"/>
                </a:lnTo>
                <a:lnTo>
                  <a:pt x="4406" y="739"/>
                </a:lnTo>
                <a:lnTo>
                  <a:pt x="4399" y="723"/>
                </a:lnTo>
                <a:lnTo>
                  <a:pt x="4391" y="711"/>
                </a:lnTo>
                <a:lnTo>
                  <a:pt x="4381" y="699"/>
                </a:lnTo>
                <a:lnTo>
                  <a:pt x="4370" y="689"/>
                </a:lnTo>
                <a:lnTo>
                  <a:pt x="4358" y="681"/>
                </a:lnTo>
                <a:lnTo>
                  <a:pt x="4346" y="673"/>
                </a:lnTo>
                <a:lnTo>
                  <a:pt x="4331" y="669"/>
                </a:lnTo>
                <a:lnTo>
                  <a:pt x="4316" y="665"/>
                </a:lnTo>
                <a:lnTo>
                  <a:pt x="4300" y="663"/>
                </a:lnTo>
                <a:lnTo>
                  <a:pt x="4282" y="661"/>
                </a:lnTo>
                <a:lnTo>
                  <a:pt x="4165" y="661"/>
                </a:lnTo>
                <a:lnTo>
                  <a:pt x="4165" y="1091"/>
                </a:lnTo>
                <a:lnTo>
                  <a:pt x="4276" y="1091"/>
                </a:lnTo>
                <a:close/>
              </a:path>
            </a:pathLst>
          </a:custGeom>
          <a:solidFill>
            <a:srgbClr val="002F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Arial"/>
            </a:endParaRPr>
          </a:p>
        </p:txBody>
      </p:sp>
      <p:sp>
        <p:nvSpPr>
          <p:cNvPr id="9" name="Slide Number Placeholder 13">
            <a:extLst>
              <a:ext uri="{FF2B5EF4-FFF2-40B4-BE49-F238E27FC236}">
                <a16:creationId xmlns:a16="http://schemas.microsoft.com/office/drawing/2014/main" id="{6F309017-3C78-9B43-2AD7-2C799D75FBE5}"/>
              </a:ext>
            </a:extLst>
          </p:cNvPr>
          <p:cNvSpPr txBox="1">
            <a:spLocks/>
          </p:cNvSpPr>
          <p:nvPr userDrawn="1"/>
        </p:nvSpPr>
        <p:spPr>
          <a:xfrm flipH="1">
            <a:off x="407988" y="6381328"/>
            <a:ext cx="359420" cy="143296"/>
          </a:xfrm>
          <a:prstGeom prst="parallelogram">
            <a:avLst>
              <a:gd name="adj" fmla="val 51419"/>
            </a:avLst>
          </a:prstGeom>
          <a:solidFill>
            <a:srgbClr val="FFE600"/>
          </a:solidFill>
          <a:ln>
            <a:noFill/>
          </a:ln>
        </p:spPr>
        <p:txBody>
          <a:bodyPr vert="horz" wrap="none" lIns="0" tIns="0" rIns="0" bIns="0" rtlCol="0" anchor="ctr" anchorCtr="0"/>
          <a:lstStyle>
            <a:defPPr>
              <a:defRPr lang="fi-FI"/>
            </a:defPPr>
            <a:lvl1pPr marL="0" algn="ctr" defTabSz="914400" rtl="0" eaLnBrk="1" latinLnBrk="0" hangingPunct="1">
              <a:defRPr sz="600" b="0" kern="1200" cap="all" spc="100" baseline="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B16D1FE-3A35-41BA-8EBE-413702045235}" type="slidenum">
              <a:rPr kumimoji="0" lang="en-US" sz="600" b="0" i="0" u="none" strike="noStrike" kern="1200" cap="all" spc="100" normalizeH="0" baseline="0" noProof="0" smtClean="0">
                <a:ln>
                  <a:noFill/>
                </a:ln>
                <a:solidFill>
                  <a:srgbClr val="002F5F"/>
                </a:solidFill>
                <a:effectLst/>
                <a:uLnTx/>
                <a:uFillTx/>
                <a:latin typeface="Arial"/>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600" b="0" i="0" u="none" strike="noStrike" kern="1200" cap="all" spc="100" normalizeH="0" baseline="0" noProof="0" dirty="0">
              <a:ln>
                <a:noFill/>
              </a:ln>
              <a:solidFill>
                <a:srgbClr val="002F5F"/>
              </a:solidFill>
              <a:effectLst/>
              <a:uLnTx/>
              <a:uFillTx/>
              <a:latin typeface="Arial"/>
              <a:ea typeface="+mn-ea"/>
              <a:cs typeface="+mn-cs"/>
            </a:endParaRPr>
          </a:p>
        </p:txBody>
      </p:sp>
    </p:spTree>
    <p:extLst>
      <p:ext uri="{BB962C8B-B14F-4D97-AF65-F5344CB8AC3E}">
        <p14:creationId xmlns:p14="http://schemas.microsoft.com/office/powerpoint/2010/main" val="55693718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60" r:id="rId25"/>
    <p:sldLayoutId id="2147483661" r:id="rId26"/>
  </p:sldLayoutIdLst>
  <p:hf hdr="0" dt="0"/>
  <p:txStyles>
    <p:titleStyle>
      <a:lvl1pPr algn="l" defTabSz="536131" rtl="0" eaLnBrk="1" latinLnBrk="0" hangingPunct="1">
        <a:lnSpc>
          <a:spcPct val="90000"/>
        </a:lnSpc>
        <a:spcBef>
          <a:spcPct val="0"/>
        </a:spcBef>
        <a:buNone/>
        <a:defRPr sz="1877" kern="1200">
          <a:solidFill>
            <a:schemeClr val="bg1"/>
          </a:solidFill>
          <a:latin typeface="+mj-lt"/>
          <a:ea typeface="+mj-ea"/>
          <a:cs typeface="+mj-cs"/>
        </a:defRPr>
      </a:lvl1pPr>
    </p:titleStyle>
    <p:bodyStyle>
      <a:lvl1pPr marL="134033" indent="-134033" algn="l" defTabSz="536131" rtl="0" eaLnBrk="1" latinLnBrk="0" hangingPunct="1">
        <a:lnSpc>
          <a:spcPct val="90000"/>
        </a:lnSpc>
        <a:spcBef>
          <a:spcPts val="586"/>
        </a:spcBef>
        <a:buClr>
          <a:schemeClr val="accent2"/>
        </a:buClr>
        <a:buSzPct val="90000"/>
        <a:buFont typeface="Webdings" panose="05030102010509060703" pitchFamily="18" charset="2"/>
        <a:buChar char="&lt;"/>
        <a:defRPr sz="997" kern="1200">
          <a:solidFill>
            <a:schemeClr val="bg1"/>
          </a:solidFill>
          <a:latin typeface="+mn-lt"/>
          <a:ea typeface="+mn-ea"/>
          <a:cs typeface="+mn-cs"/>
        </a:defRPr>
      </a:lvl1pPr>
      <a:lvl2pPr marL="402098"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997" kern="1200">
          <a:solidFill>
            <a:schemeClr val="bg1"/>
          </a:solidFill>
          <a:latin typeface="+mn-lt"/>
          <a:ea typeface="+mn-ea"/>
          <a:cs typeface="+mn-cs"/>
        </a:defRPr>
      </a:lvl2pPr>
      <a:lvl3pPr marL="670163"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997" kern="1200">
          <a:solidFill>
            <a:schemeClr val="bg1"/>
          </a:solidFill>
          <a:latin typeface="+mn-lt"/>
          <a:ea typeface="+mn-ea"/>
          <a:cs typeface="+mn-cs"/>
        </a:defRPr>
      </a:lvl3pPr>
      <a:lvl4pPr marL="938229"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821" kern="1200">
          <a:solidFill>
            <a:schemeClr val="bg1"/>
          </a:solidFill>
          <a:latin typeface="+mn-lt"/>
          <a:ea typeface="+mn-ea"/>
          <a:cs typeface="+mn-cs"/>
        </a:defRPr>
      </a:lvl4pPr>
      <a:lvl5pPr marL="1206294"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645" kern="1200">
          <a:solidFill>
            <a:schemeClr val="bg1"/>
          </a:solidFill>
          <a:latin typeface="+mn-lt"/>
          <a:ea typeface="+mn-ea"/>
          <a:cs typeface="+mn-cs"/>
        </a:defRPr>
      </a:lvl5pPr>
      <a:lvl6pPr marL="1474361"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6pPr>
      <a:lvl7pPr marL="1742426"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7pPr>
      <a:lvl8pPr marL="2010492"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8pPr>
      <a:lvl9pPr marL="2278557"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9pPr>
    </p:bodyStyle>
    <p:otherStyle>
      <a:defPPr>
        <a:defRPr lang="en-US"/>
      </a:defPPr>
      <a:lvl1pPr marL="0" algn="l" defTabSz="536131" rtl="0" eaLnBrk="1" latinLnBrk="0" hangingPunct="1">
        <a:defRPr sz="1055" kern="1200">
          <a:solidFill>
            <a:schemeClr val="tx1"/>
          </a:solidFill>
          <a:latin typeface="+mn-lt"/>
          <a:ea typeface="+mn-ea"/>
          <a:cs typeface="+mn-cs"/>
        </a:defRPr>
      </a:lvl1pPr>
      <a:lvl2pPr marL="268065" algn="l" defTabSz="536131" rtl="0" eaLnBrk="1" latinLnBrk="0" hangingPunct="1">
        <a:defRPr sz="1055" kern="1200">
          <a:solidFill>
            <a:schemeClr val="tx1"/>
          </a:solidFill>
          <a:latin typeface="+mn-lt"/>
          <a:ea typeface="+mn-ea"/>
          <a:cs typeface="+mn-cs"/>
        </a:defRPr>
      </a:lvl2pPr>
      <a:lvl3pPr marL="536131" algn="l" defTabSz="536131" rtl="0" eaLnBrk="1" latinLnBrk="0" hangingPunct="1">
        <a:defRPr sz="1055" kern="1200">
          <a:solidFill>
            <a:schemeClr val="tx1"/>
          </a:solidFill>
          <a:latin typeface="+mn-lt"/>
          <a:ea typeface="+mn-ea"/>
          <a:cs typeface="+mn-cs"/>
        </a:defRPr>
      </a:lvl3pPr>
      <a:lvl4pPr marL="804196" algn="l" defTabSz="536131" rtl="0" eaLnBrk="1" latinLnBrk="0" hangingPunct="1">
        <a:defRPr sz="1055" kern="1200">
          <a:solidFill>
            <a:schemeClr val="tx1"/>
          </a:solidFill>
          <a:latin typeface="+mn-lt"/>
          <a:ea typeface="+mn-ea"/>
          <a:cs typeface="+mn-cs"/>
        </a:defRPr>
      </a:lvl4pPr>
      <a:lvl5pPr marL="1072262" algn="l" defTabSz="536131" rtl="0" eaLnBrk="1" latinLnBrk="0" hangingPunct="1">
        <a:defRPr sz="1055" kern="1200">
          <a:solidFill>
            <a:schemeClr val="tx1"/>
          </a:solidFill>
          <a:latin typeface="+mn-lt"/>
          <a:ea typeface="+mn-ea"/>
          <a:cs typeface="+mn-cs"/>
        </a:defRPr>
      </a:lvl5pPr>
      <a:lvl6pPr marL="1340327" algn="l" defTabSz="536131" rtl="0" eaLnBrk="1" latinLnBrk="0" hangingPunct="1">
        <a:defRPr sz="1055" kern="1200">
          <a:solidFill>
            <a:schemeClr val="tx1"/>
          </a:solidFill>
          <a:latin typeface="+mn-lt"/>
          <a:ea typeface="+mn-ea"/>
          <a:cs typeface="+mn-cs"/>
        </a:defRPr>
      </a:lvl6pPr>
      <a:lvl7pPr marL="1608392" algn="l" defTabSz="536131" rtl="0" eaLnBrk="1" latinLnBrk="0" hangingPunct="1">
        <a:defRPr sz="1055" kern="1200">
          <a:solidFill>
            <a:schemeClr val="tx1"/>
          </a:solidFill>
          <a:latin typeface="+mn-lt"/>
          <a:ea typeface="+mn-ea"/>
          <a:cs typeface="+mn-cs"/>
        </a:defRPr>
      </a:lvl7pPr>
      <a:lvl8pPr marL="1876459" algn="l" defTabSz="536131" rtl="0" eaLnBrk="1" latinLnBrk="0" hangingPunct="1">
        <a:defRPr sz="1055" kern="1200">
          <a:solidFill>
            <a:schemeClr val="tx1"/>
          </a:solidFill>
          <a:latin typeface="+mn-lt"/>
          <a:ea typeface="+mn-ea"/>
          <a:cs typeface="+mn-cs"/>
        </a:defRPr>
      </a:lvl8pPr>
      <a:lvl9pPr marL="2144524" algn="l" defTabSz="536131" rtl="0" eaLnBrk="1" latinLnBrk="0" hangingPunct="1">
        <a:defRPr sz="105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orient="horz" pos="799">
          <p15:clr>
            <a:srgbClr val="F26B43"/>
          </p15:clr>
        </p15:guide>
        <p15:guide id="3" orient="horz" pos="4088">
          <p15:clr>
            <a:srgbClr val="F26B43"/>
          </p15:clr>
        </p15:guide>
        <p15:guide id="4" orient="horz" pos="3974">
          <p15:clr>
            <a:srgbClr val="F26B43"/>
          </p15:clr>
        </p15:guide>
        <p15:guide id="5" pos="211">
          <p15:clr>
            <a:srgbClr val="F26B43"/>
          </p15:clr>
        </p15:guide>
        <p15:guide id="6" pos="438">
          <p15:clr>
            <a:srgbClr val="F26B43"/>
          </p15:clr>
        </p15:guide>
        <p15:guide id="7" pos="7469">
          <p15:clr>
            <a:srgbClr val="F26B43"/>
          </p15:clr>
        </p15:guide>
        <p15:guide id="8" pos="3840">
          <p15:clr>
            <a:srgbClr val="F26B43"/>
          </p15:clr>
        </p15:guide>
        <p15:guide id="9" orient="horz" pos="102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4.jpe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3.jpeg"/><Relationship Id="rId4" Type="http://schemas.openxmlformats.org/officeDocument/2006/relationships/image" Target="../media/image32.jpeg"/></Relationships>
</file>

<file path=ppt/slides/_rels/slide1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7.jpeg"/></Relationships>
</file>

<file path=ppt/slides/_rels/slide1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42.w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CFECDC3-D8EE-BBAE-0097-069B2BC24A86}"/>
              </a:ext>
            </a:extLst>
          </p:cNvPr>
          <p:cNvSpPr txBox="1">
            <a:spLocks/>
          </p:cNvSpPr>
          <p:nvPr/>
        </p:nvSpPr>
        <p:spPr>
          <a:xfrm>
            <a:off x="514515" y="2185717"/>
            <a:ext cx="7560711" cy="624817"/>
          </a:xfrm>
          <a:prstGeom prst="rect">
            <a:avLst/>
          </a:prstGeom>
        </p:spPr>
        <p:txBody>
          <a:bodyPr vert="horz" lIns="0" tIns="0" rIns="0" bIns="0" rtlCol="0" anchor="t" anchorCtr="0">
            <a:noAutofit/>
          </a:bodyPr>
          <a:lstStyle>
            <a:lvl1pPr algn="l" defTabSz="783092" rtl="0" eaLnBrk="1" latinLnBrk="0" hangingPunct="1">
              <a:lnSpc>
                <a:spcPct val="90000"/>
              </a:lnSpc>
              <a:spcBef>
                <a:spcPct val="0"/>
              </a:spcBef>
              <a:buNone/>
              <a:defRPr sz="2740" kern="1200">
                <a:solidFill>
                  <a:schemeClr val="tx1"/>
                </a:solidFill>
                <a:latin typeface="+mj-lt"/>
                <a:ea typeface="+mj-ea"/>
                <a:cs typeface="+mj-cs"/>
              </a:defRPr>
            </a:lvl1pPr>
          </a:lstStyle>
          <a:p>
            <a:r>
              <a:rPr lang="en-GB" sz="6600" dirty="0"/>
              <a:t>Communication and Record Keeping</a:t>
            </a:r>
          </a:p>
        </p:txBody>
      </p:sp>
    </p:spTree>
    <p:extLst>
      <p:ext uri="{BB962C8B-B14F-4D97-AF65-F5344CB8AC3E}">
        <p14:creationId xmlns:p14="http://schemas.microsoft.com/office/powerpoint/2010/main" val="1157181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a:t>LEARNING OUTCOMES</a:t>
            </a:r>
          </a:p>
        </p:txBody>
      </p:sp>
      <p:sp>
        <p:nvSpPr>
          <p:cNvPr id="3" name="Content Placeholder 2"/>
          <p:cNvSpPr>
            <a:spLocks noGrp="1" noChangeAspect="1"/>
          </p:cNvSpPr>
          <p:nvPr>
            <p:ph type="body" sz="quarter" idx="13"/>
          </p:nvPr>
        </p:nvSpPr>
        <p:spPr/>
        <p:txBody>
          <a:bodyPr>
            <a:normAutofit/>
          </a:bodyPr>
          <a:lstStyle/>
          <a:p>
            <a:pPr marL="0" indent="0" defTabSz="313015">
              <a:lnSpc>
                <a:spcPct val="100000"/>
              </a:lnSpc>
              <a:spcBef>
                <a:spcPts val="549"/>
              </a:spcBef>
              <a:spcAft>
                <a:spcPts val="549"/>
              </a:spcAft>
              <a:buNone/>
            </a:pPr>
            <a:r>
              <a:rPr lang="en-GB" sz="1643" b="1" dirty="0"/>
              <a:t>Aim</a:t>
            </a:r>
          </a:p>
          <a:p>
            <a:pPr marL="0" indent="0">
              <a:buNone/>
            </a:pPr>
            <a:r>
              <a:rPr lang="en-GB" sz="1720" dirty="0"/>
              <a:t>To understand the importance of both communication and record keeping during a response</a:t>
            </a:r>
          </a:p>
          <a:p>
            <a:pPr marL="0" indent="0">
              <a:buNone/>
            </a:pPr>
            <a:endParaRPr lang="en-GB" sz="1720" dirty="0"/>
          </a:p>
          <a:p>
            <a:pPr>
              <a:buNone/>
            </a:pPr>
            <a:endParaRPr lang="en-GB" b="1" dirty="0"/>
          </a:p>
          <a:p>
            <a:pPr marL="0" indent="0" defTabSz="313015">
              <a:spcBef>
                <a:spcPts val="549"/>
              </a:spcBef>
              <a:spcAft>
                <a:spcPts val="549"/>
              </a:spcAft>
              <a:buNone/>
            </a:pPr>
            <a:r>
              <a:rPr lang="en-GB" sz="1643" b="1" dirty="0"/>
              <a:t>Objectives</a:t>
            </a:r>
          </a:p>
          <a:p>
            <a:pPr marL="268053" lvl="1" indent="-268053" defTabSz="357404">
              <a:lnSpc>
                <a:spcPct val="150000"/>
              </a:lnSpc>
              <a:spcBef>
                <a:spcPts val="335"/>
              </a:spcBef>
              <a:buClr>
                <a:srgbClr val="597B7C"/>
              </a:buClr>
              <a:buFont typeface="+mj-lt"/>
              <a:buAutoNum type="arabicPeriod"/>
            </a:pPr>
            <a:r>
              <a:rPr lang="en-GB" sz="1720" dirty="0"/>
              <a:t>List the communication methods used during a response</a:t>
            </a:r>
          </a:p>
          <a:p>
            <a:pPr marL="268053" lvl="1" indent="-268053" defTabSz="357404">
              <a:lnSpc>
                <a:spcPct val="150000"/>
              </a:lnSpc>
              <a:spcBef>
                <a:spcPts val="335"/>
              </a:spcBef>
              <a:buClr>
                <a:srgbClr val="597B7C"/>
              </a:buClr>
              <a:buFont typeface="+mj-lt"/>
              <a:buAutoNum type="arabicPeriod"/>
            </a:pPr>
            <a:r>
              <a:rPr lang="en-GB" sz="1720" dirty="0"/>
              <a:t>Explain the need and importance of record keeping during a response</a:t>
            </a:r>
          </a:p>
          <a:p>
            <a:pPr marL="268053" lvl="1" indent="-268053" defTabSz="357404">
              <a:lnSpc>
                <a:spcPct val="150000"/>
              </a:lnSpc>
              <a:spcBef>
                <a:spcPts val="335"/>
              </a:spcBef>
              <a:buClr>
                <a:srgbClr val="597B7C"/>
              </a:buClr>
              <a:buFont typeface="+mj-lt"/>
              <a:buAutoNum type="arabicPeriod"/>
            </a:pPr>
            <a:r>
              <a:rPr lang="en-GB" sz="1720" dirty="0"/>
              <a:t>List the do’s and don'ts when it comes to record keeping</a:t>
            </a:r>
          </a:p>
          <a:p>
            <a:pPr marL="0" lvl="1" indent="0" defTabSz="313015">
              <a:lnSpc>
                <a:spcPct val="150000"/>
              </a:lnSpc>
              <a:buClr>
                <a:srgbClr val="597B7C"/>
              </a:buClr>
              <a:buNone/>
            </a:pPr>
            <a:endParaRPr lang="en-GB" sz="1506" dirty="0"/>
          </a:p>
          <a:p>
            <a:pPr marL="234760" lvl="1" indent="-234760" defTabSz="313015">
              <a:lnSpc>
                <a:spcPct val="150000"/>
              </a:lnSpc>
              <a:buClr>
                <a:srgbClr val="597B7C"/>
              </a:buClr>
              <a:buFont typeface="+mj-lt"/>
              <a:buAutoNum type="arabicPeriod"/>
            </a:pPr>
            <a:endParaRPr lang="en-GB" sz="1506"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a:t>Group exercise</a:t>
            </a:r>
          </a:p>
        </p:txBody>
      </p:sp>
      <p:sp>
        <p:nvSpPr>
          <p:cNvPr id="3" name="Text Placeholder 2"/>
          <p:cNvSpPr>
            <a:spLocks noGrp="1"/>
          </p:cNvSpPr>
          <p:nvPr>
            <p:ph type="body" sz="quarter" idx="13"/>
          </p:nvPr>
        </p:nvSpPr>
        <p:spPr/>
        <p:txBody>
          <a:bodyPr>
            <a:normAutofit/>
          </a:bodyPr>
          <a:lstStyle/>
          <a:p>
            <a:pPr marL="0" lvl="1" indent="0" defTabSz="783092">
              <a:lnSpc>
                <a:spcPct val="150000"/>
              </a:lnSpc>
              <a:spcBef>
                <a:spcPts val="856"/>
              </a:spcBef>
              <a:buClrTx/>
              <a:buNone/>
              <a:defRPr/>
            </a:pPr>
            <a:r>
              <a:rPr lang="en-GB" sz="1700" dirty="0"/>
              <a:t>Communicating what you see to enable transfer of information</a:t>
            </a:r>
          </a:p>
          <a:p>
            <a:pPr marL="195773" lvl="1" indent="-195773" defTabSz="783092">
              <a:lnSpc>
                <a:spcPct val="150000"/>
              </a:lnSpc>
              <a:spcBef>
                <a:spcPts val="856"/>
              </a:spcBef>
              <a:buClrTx/>
              <a:buFont typeface="Arial" panose="020B0604020202020204" pitchFamily="34" charset="0"/>
              <a:buChar char="•"/>
              <a:defRPr/>
            </a:pPr>
            <a:r>
              <a:rPr lang="en-GB" sz="1700" dirty="0"/>
              <a:t>Draw what hear </a:t>
            </a:r>
          </a:p>
          <a:p>
            <a:pPr marL="195773" lvl="1" indent="-195773" defTabSz="783092">
              <a:lnSpc>
                <a:spcPct val="150000"/>
              </a:lnSpc>
              <a:spcBef>
                <a:spcPts val="856"/>
              </a:spcBef>
              <a:buClrTx/>
              <a:buFont typeface="Arial" panose="020B0604020202020204" pitchFamily="34" charset="0"/>
              <a:buChar char="•"/>
              <a:defRPr/>
            </a:pPr>
            <a:r>
              <a:rPr lang="en-GB" sz="1700" dirty="0"/>
              <a:t>Only listen no questions</a:t>
            </a:r>
          </a:p>
          <a:p>
            <a:pPr marL="195773" lvl="1" indent="-195773" defTabSz="783092">
              <a:lnSpc>
                <a:spcPct val="150000"/>
              </a:lnSpc>
              <a:spcBef>
                <a:spcPts val="856"/>
              </a:spcBef>
              <a:buClrTx/>
              <a:buFont typeface="Arial" panose="020B0604020202020204" pitchFamily="34" charset="0"/>
              <a:buChar char="•"/>
              <a:defRPr/>
            </a:pPr>
            <a:r>
              <a:rPr lang="en-GB" sz="1700" dirty="0"/>
              <a:t>Emphasis on the accuracy of communications to aid the transfer of information.</a:t>
            </a:r>
          </a:p>
          <a:p>
            <a:pPr marL="0" indent="0">
              <a:buNone/>
            </a:pPr>
            <a:endParaRPr lang="en-GB" sz="1800" dirty="0"/>
          </a:p>
        </p:txBody>
      </p:sp>
      <p:sp>
        <p:nvSpPr>
          <p:cNvPr id="8" name="Slide Number Placeholder 4"/>
          <p:cNvSpPr>
            <a:spLocks noGrp="1"/>
          </p:cNvSpPr>
          <p:nvPr>
            <p:ph type="sldNum" sz="quarter" idx="4294967295"/>
          </p:nvPr>
        </p:nvSpPr>
        <p:spPr>
          <a:xfrm>
            <a:off x="0" y="6489700"/>
            <a:ext cx="2630488" cy="368300"/>
          </a:xfrm>
        </p:spPr>
        <p:txBody>
          <a:bodyPr/>
          <a:lstStyle/>
          <a:p>
            <a:pPr algn="l" defTabSz="457191">
              <a:defRPr/>
            </a:pPr>
            <a:fld id="{E4C4368C-9CDF-4303-8976-B9F3A788E33F}" type="slidenum">
              <a:rPr lang="en-US">
                <a:solidFill>
                  <a:prstClr val="black">
                    <a:tint val="75000"/>
                  </a:prstClr>
                </a:solidFill>
                <a:latin typeface="Helvetica" panose="020B0500000000000000" pitchFamily="34" charset="0"/>
              </a:rPr>
              <a:pPr algn="l" defTabSz="457191">
                <a:defRPr/>
              </a:pPr>
              <a:t>3</a:t>
            </a:fld>
            <a:endParaRPr lang="en-US" dirty="0">
              <a:solidFill>
                <a:prstClr val="black">
                  <a:tint val="75000"/>
                </a:prstClr>
              </a:solidFill>
              <a:latin typeface="Helvetica" panose="020B0500000000000000" pitchFamily="34" charset="0"/>
            </a:endParaRPr>
          </a:p>
        </p:txBody>
      </p:sp>
    </p:spTree>
    <p:extLst>
      <p:ext uri="{BB962C8B-B14F-4D97-AF65-F5344CB8AC3E}">
        <p14:creationId xmlns:p14="http://schemas.microsoft.com/office/powerpoint/2010/main" val="935253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D79FE1F7-08D3-499A-8280-BC09433E3003}"/>
              </a:ext>
            </a:extLst>
          </p:cNvPr>
          <p:cNvSpPr>
            <a:spLocks noGrp="1" noChangeArrowheads="1"/>
          </p:cNvSpPr>
          <p:nvPr>
            <p:ph type="title"/>
          </p:nvPr>
        </p:nvSpPr>
        <p:spPr>
          <a:noFill/>
          <a:ln/>
        </p:spPr>
        <p:txBody>
          <a:bodyPr>
            <a:normAutofit/>
          </a:bodyPr>
          <a:lstStyle/>
          <a:p>
            <a:pPr algn="ctr"/>
            <a:r>
              <a:rPr lang="en-GB" altLang="en-US" dirty="0"/>
              <a:t>Communications Procedures</a:t>
            </a:r>
          </a:p>
        </p:txBody>
      </p:sp>
      <p:sp>
        <p:nvSpPr>
          <p:cNvPr id="171011" name="Rectangle 3">
            <a:extLst>
              <a:ext uri="{FF2B5EF4-FFF2-40B4-BE49-F238E27FC236}">
                <a16:creationId xmlns:a16="http://schemas.microsoft.com/office/drawing/2014/main" id="{3FED6D6A-A3BA-4DD2-ABB0-47B7D9A52041}"/>
              </a:ext>
            </a:extLst>
          </p:cNvPr>
          <p:cNvSpPr>
            <a:spLocks noGrp="1" noChangeArrowheads="1"/>
          </p:cNvSpPr>
          <p:nvPr>
            <p:ph type="body" sz="quarter" idx="13"/>
          </p:nvPr>
        </p:nvSpPr>
        <p:spPr>
          <a:xfrm>
            <a:off x="657748" y="1628775"/>
            <a:ext cx="3526063" cy="4679950"/>
          </a:xfrm>
          <a:noFill/>
          <a:ln/>
        </p:spPr>
        <p:txBody>
          <a:bodyPr/>
          <a:lstStyle/>
          <a:p>
            <a:pPr marL="195773" lvl="1" indent="-195773" defTabSz="783092">
              <a:lnSpc>
                <a:spcPct val="150000"/>
              </a:lnSpc>
              <a:spcBef>
                <a:spcPts val="856"/>
              </a:spcBef>
              <a:buClrTx/>
              <a:buFont typeface="Arial" panose="020B0604020202020204" pitchFamily="34" charset="0"/>
              <a:buChar char="•"/>
              <a:defRPr/>
            </a:pPr>
            <a:r>
              <a:rPr lang="en-GB" altLang="en-US" sz="1700" dirty="0"/>
              <a:t>Agree a channel</a:t>
            </a:r>
          </a:p>
          <a:p>
            <a:pPr marL="195773" lvl="1" indent="-195773" defTabSz="783092">
              <a:lnSpc>
                <a:spcPct val="150000"/>
              </a:lnSpc>
              <a:spcBef>
                <a:spcPts val="856"/>
              </a:spcBef>
              <a:buClrTx/>
              <a:buFont typeface="Arial" panose="020B0604020202020204" pitchFamily="34" charset="0"/>
              <a:buChar char="•"/>
              <a:defRPr/>
            </a:pPr>
            <a:r>
              <a:rPr lang="en-GB" altLang="en-US" sz="1700" dirty="0"/>
              <a:t>Keep emergency channel clear</a:t>
            </a:r>
          </a:p>
          <a:p>
            <a:pPr marL="195773" lvl="1" indent="-195773" defTabSz="783092">
              <a:lnSpc>
                <a:spcPct val="150000"/>
              </a:lnSpc>
              <a:spcBef>
                <a:spcPts val="856"/>
              </a:spcBef>
              <a:buClrTx/>
              <a:buFont typeface="Arial" panose="020B0604020202020204" pitchFamily="34" charset="0"/>
              <a:buChar char="•"/>
              <a:defRPr/>
            </a:pPr>
            <a:r>
              <a:rPr lang="en-GB" altLang="en-US" sz="1700" dirty="0"/>
              <a:t>Intrinsically safe</a:t>
            </a:r>
          </a:p>
          <a:p>
            <a:pPr marL="195773" lvl="1" indent="-195773" defTabSz="783092">
              <a:lnSpc>
                <a:spcPct val="150000"/>
              </a:lnSpc>
              <a:spcBef>
                <a:spcPts val="856"/>
              </a:spcBef>
              <a:buClrTx/>
              <a:buFont typeface="Arial" panose="020B0604020202020204" pitchFamily="34" charset="0"/>
              <a:buChar char="•"/>
              <a:defRPr/>
            </a:pPr>
            <a:r>
              <a:rPr lang="en-GB" altLang="en-US" sz="1700" dirty="0"/>
              <a:t>Minimum ‘Talk’ time</a:t>
            </a:r>
          </a:p>
          <a:p>
            <a:pPr marL="195773" lvl="1" indent="-195773" defTabSz="783092">
              <a:lnSpc>
                <a:spcPct val="150000"/>
              </a:lnSpc>
              <a:spcBef>
                <a:spcPts val="856"/>
              </a:spcBef>
              <a:buClrTx/>
              <a:buFont typeface="Arial" panose="020B0604020202020204" pitchFamily="34" charset="0"/>
              <a:buChar char="•"/>
              <a:defRPr/>
            </a:pPr>
            <a:r>
              <a:rPr lang="en-GB" altLang="en-US" sz="1700" dirty="0"/>
              <a:t>Speak slowly / clearly</a:t>
            </a:r>
          </a:p>
          <a:p>
            <a:pPr marL="195773" lvl="1" indent="-195773" defTabSz="783092">
              <a:lnSpc>
                <a:spcPct val="150000"/>
              </a:lnSpc>
              <a:spcBef>
                <a:spcPts val="856"/>
              </a:spcBef>
              <a:buClrTx/>
              <a:buFont typeface="Arial" panose="020B0604020202020204" pitchFamily="34" charset="0"/>
              <a:buChar char="•"/>
              <a:defRPr/>
            </a:pPr>
            <a:r>
              <a:rPr lang="en-GB" altLang="en-US" sz="1700" dirty="0"/>
              <a:t>Clarification</a:t>
            </a:r>
          </a:p>
          <a:p>
            <a:pPr marL="195773" lvl="1" indent="-195773" defTabSz="783092">
              <a:lnSpc>
                <a:spcPct val="150000"/>
              </a:lnSpc>
              <a:spcBef>
                <a:spcPts val="856"/>
              </a:spcBef>
              <a:buClrTx/>
              <a:buFont typeface="Arial" panose="020B0604020202020204" pitchFamily="34" charset="0"/>
              <a:buChar char="•"/>
              <a:defRPr/>
            </a:pPr>
            <a:r>
              <a:rPr lang="en-GB" altLang="en-US" sz="1700" dirty="0"/>
              <a:t>No swearing</a:t>
            </a:r>
          </a:p>
          <a:p>
            <a:pPr>
              <a:spcBef>
                <a:spcPct val="50000"/>
              </a:spcBef>
            </a:pPr>
            <a:endParaRPr lang="en-GB" altLang="en-US" dirty="0"/>
          </a:p>
        </p:txBody>
      </p:sp>
      <p:pic>
        <p:nvPicPr>
          <p:cNvPr id="3076" name="Picture 4" descr="Coast Stations | ICS Electronics Ltd">
            <a:extLst>
              <a:ext uri="{FF2B5EF4-FFF2-40B4-BE49-F238E27FC236}">
                <a16:creationId xmlns:a16="http://schemas.microsoft.com/office/drawing/2014/main" id="{03CDE478-4C44-443D-B558-2A4B9D78584B}"/>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008190" y="1272377"/>
            <a:ext cx="3918751" cy="2277393"/>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3080" name="Picture 8" descr="Intrinsically Safe | Hytera UK">
            <a:extLst>
              <a:ext uri="{FF2B5EF4-FFF2-40B4-BE49-F238E27FC236}">
                <a16:creationId xmlns:a16="http://schemas.microsoft.com/office/drawing/2014/main" id="{5A5418CC-BC30-428E-9B40-6BC23A3C77C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8191" y="4234840"/>
            <a:ext cx="3918751" cy="2073885"/>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3082" name="Picture 10" descr="Swearing in Virginia is now legal | wusa9.com">
            <a:extLst>
              <a:ext uri="{FF2B5EF4-FFF2-40B4-BE49-F238E27FC236}">
                <a16:creationId xmlns:a16="http://schemas.microsoft.com/office/drawing/2014/main" id="{78136563-9660-4483-A458-E111093C7EED}"/>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918650" y="2890594"/>
            <a:ext cx="3837720" cy="2156311"/>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910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52392D6A-CBD2-4001-8DFA-FC731EF0D716}"/>
              </a:ext>
            </a:extLst>
          </p:cNvPr>
          <p:cNvSpPr>
            <a:spLocks noGrp="1" noChangeArrowheads="1"/>
          </p:cNvSpPr>
          <p:nvPr>
            <p:ph type="title"/>
          </p:nvPr>
        </p:nvSpPr>
        <p:spPr>
          <a:noFill/>
          <a:ln/>
        </p:spPr>
        <p:txBody>
          <a:bodyPr/>
          <a:lstStyle/>
          <a:p>
            <a:pPr algn="ctr"/>
            <a:r>
              <a:rPr lang="en-GB" altLang="en-US" dirty="0"/>
              <a:t>Communication Methods</a:t>
            </a:r>
          </a:p>
        </p:txBody>
      </p:sp>
      <p:sp>
        <p:nvSpPr>
          <p:cNvPr id="104451" name="Rectangle 3">
            <a:extLst>
              <a:ext uri="{FF2B5EF4-FFF2-40B4-BE49-F238E27FC236}">
                <a16:creationId xmlns:a16="http://schemas.microsoft.com/office/drawing/2014/main" id="{E7D497B2-69C9-41FD-97DF-7A605764940D}"/>
              </a:ext>
            </a:extLst>
          </p:cNvPr>
          <p:cNvSpPr>
            <a:spLocks noGrp="1" noChangeArrowheads="1"/>
          </p:cNvSpPr>
          <p:nvPr>
            <p:ph type="body" sz="quarter" idx="13"/>
          </p:nvPr>
        </p:nvSpPr>
        <p:spPr>
          <a:xfrm>
            <a:off x="657749" y="1628775"/>
            <a:ext cx="2988108" cy="4679950"/>
          </a:xfrm>
          <a:noFill/>
          <a:ln/>
        </p:spPr>
        <p:txBody>
          <a:bodyPr/>
          <a:lstStyle/>
          <a:p>
            <a:pPr marL="195773" lvl="1" indent="-195773" defTabSz="783092">
              <a:lnSpc>
                <a:spcPct val="150000"/>
              </a:lnSpc>
              <a:spcBef>
                <a:spcPts val="856"/>
              </a:spcBef>
              <a:buClrTx/>
              <a:buFont typeface="Arial" panose="020B0604020202020204" pitchFamily="34" charset="0"/>
              <a:buChar char="•"/>
              <a:defRPr/>
            </a:pPr>
            <a:r>
              <a:rPr lang="en-GB" altLang="en-US" sz="1700" dirty="0"/>
              <a:t>Satellite Communications</a:t>
            </a:r>
          </a:p>
          <a:p>
            <a:pPr marL="195773" lvl="1" indent="-195773" defTabSz="783092">
              <a:lnSpc>
                <a:spcPct val="150000"/>
              </a:lnSpc>
              <a:spcBef>
                <a:spcPts val="856"/>
              </a:spcBef>
              <a:buClrTx/>
              <a:buFont typeface="Arial" panose="020B0604020202020204" pitchFamily="34" charset="0"/>
              <a:buChar char="•"/>
              <a:defRPr/>
            </a:pPr>
            <a:r>
              <a:rPr lang="en-GB" altLang="en-US" sz="1700" dirty="0"/>
              <a:t> Mobile Telephones</a:t>
            </a:r>
          </a:p>
          <a:p>
            <a:pPr marL="195773" lvl="1" indent="-195773" defTabSz="783092">
              <a:lnSpc>
                <a:spcPct val="150000"/>
              </a:lnSpc>
              <a:spcBef>
                <a:spcPts val="856"/>
              </a:spcBef>
              <a:buClrTx/>
              <a:buFont typeface="Arial" panose="020B0604020202020204" pitchFamily="34" charset="0"/>
              <a:buChar char="•"/>
              <a:defRPr/>
            </a:pPr>
            <a:r>
              <a:rPr lang="en-GB" altLang="en-US" sz="1700" dirty="0"/>
              <a:t> VHF/UHF Radio</a:t>
            </a:r>
          </a:p>
          <a:p>
            <a:pPr marL="195773" lvl="1" indent="-195773" defTabSz="783092">
              <a:lnSpc>
                <a:spcPct val="150000"/>
              </a:lnSpc>
              <a:spcBef>
                <a:spcPts val="856"/>
              </a:spcBef>
              <a:buClrTx/>
              <a:buFont typeface="Arial" panose="020B0604020202020204" pitchFamily="34" charset="0"/>
              <a:buChar char="•"/>
              <a:defRPr/>
            </a:pPr>
            <a:r>
              <a:rPr lang="en-GB" altLang="en-US" sz="1700" dirty="0"/>
              <a:t> Repeater Station </a:t>
            </a:r>
          </a:p>
          <a:p>
            <a:pPr marL="195773" lvl="1" indent="-195773" defTabSz="783092">
              <a:lnSpc>
                <a:spcPct val="150000"/>
              </a:lnSpc>
              <a:spcBef>
                <a:spcPts val="856"/>
              </a:spcBef>
              <a:buClrTx/>
              <a:buFont typeface="Arial" panose="020B0604020202020204" pitchFamily="34" charset="0"/>
              <a:buChar char="•"/>
              <a:defRPr/>
            </a:pPr>
            <a:r>
              <a:rPr lang="en-GB" altLang="en-US" sz="1700" dirty="0"/>
              <a:t> Fax</a:t>
            </a:r>
          </a:p>
          <a:p>
            <a:pPr marL="195773" lvl="1" indent="-195773" defTabSz="783092">
              <a:lnSpc>
                <a:spcPct val="150000"/>
              </a:lnSpc>
              <a:spcBef>
                <a:spcPts val="856"/>
              </a:spcBef>
              <a:buClrTx/>
              <a:buFont typeface="Arial" panose="020B0604020202020204" pitchFamily="34" charset="0"/>
              <a:buChar char="•"/>
              <a:defRPr/>
            </a:pPr>
            <a:r>
              <a:rPr lang="en-GB" altLang="en-US" sz="1700" dirty="0"/>
              <a:t> Email</a:t>
            </a:r>
          </a:p>
          <a:p>
            <a:pPr marL="195773" lvl="1" indent="-195773" defTabSz="783092">
              <a:lnSpc>
                <a:spcPct val="150000"/>
              </a:lnSpc>
              <a:spcBef>
                <a:spcPts val="856"/>
              </a:spcBef>
              <a:buClrTx/>
              <a:buFont typeface="Arial" panose="020B0604020202020204" pitchFamily="34" charset="0"/>
              <a:buChar char="•"/>
              <a:defRPr/>
            </a:pPr>
            <a:r>
              <a:rPr lang="en-GB" altLang="en-US" sz="1800" dirty="0"/>
              <a:t> </a:t>
            </a:r>
            <a:r>
              <a:rPr lang="en-GB" altLang="en-US" sz="1700" dirty="0"/>
              <a:t>Public Telephone</a:t>
            </a:r>
          </a:p>
          <a:p>
            <a:pPr marL="0" lvl="1" indent="0" defTabSz="783092">
              <a:lnSpc>
                <a:spcPct val="150000"/>
              </a:lnSpc>
              <a:spcBef>
                <a:spcPts val="856"/>
              </a:spcBef>
              <a:buClrTx/>
              <a:buNone/>
              <a:defRPr/>
            </a:pPr>
            <a:endParaRPr lang="en-GB" altLang="en-US" sz="1700" dirty="0"/>
          </a:p>
        </p:txBody>
      </p:sp>
      <p:pic>
        <p:nvPicPr>
          <p:cNvPr id="5124" name="Picture 4" descr="WhatsApp Messenger - Apps on Google Play">
            <a:extLst>
              <a:ext uri="{FF2B5EF4-FFF2-40B4-BE49-F238E27FC236}">
                <a16:creationId xmlns:a16="http://schemas.microsoft.com/office/drawing/2014/main" id="{BDC4B8F0-0C9D-4FAA-B8D6-FFB0831F616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508236" y="1098683"/>
            <a:ext cx="1983017" cy="1983017"/>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5126" name="Picture 6" descr="Peninsula Engineering Solutions">
            <a:extLst>
              <a:ext uri="{FF2B5EF4-FFF2-40B4-BE49-F238E27FC236}">
                <a16:creationId xmlns:a16="http://schemas.microsoft.com/office/drawing/2014/main" id="{C272E68A-14C3-4D1D-BDD0-8057AB8E1CF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499745" y="4034665"/>
            <a:ext cx="4261335" cy="1883423"/>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5128" name="Picture 8" descr="Standard Horizon GX2200E VHF with AIS and GPS - Free UK mainland delivery">
            <a:extLst>
              <a:ext uri="{FF2B5EF4-FFF2-40B4-BE49-F238E27FC236}">
                <a16:creationId xmlns:a16="http://schemas.microsoft.com/office/drawing/2014/main" id="{82536971-D3AC-468A-B4FB-0582B00FEF4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904648" y="3968750"/>
            <a:ext cx="2678462" cy="2144904"/>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097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904BB26D-CA3B-4AF0-9D4D-2EBB90FCDDB2}"/>
              </a:ext>
            </a:extLst>
          </p:cNvPr>
          <p:cNvSpPr>
            <a:spLocks noGrp="1" noChangeArrowheads="1"/>
          </p:cNvSpPr>
          <p:nvPr>
            <p:ph type="title"/>
          </p:nvPr>
        </p:nvSpPr>
        <p:spPr/>
        <p:txBody>
          <a:bodyPr>
            <a:normAutofit fontScale="90000"/>
          </a:bodyPr>
          <a:lstStyle/>
          <a:p>
            <a:pPr algn="ctr"/>
            <a:br>
              <a:rPr lang="en-US" altLang="en-US" dirty="0"/>
            </a:br>
            <a:r>
              <a:rPr lang="en-US" altLang="en-US" dirty="0"/>
              <a:t>Field Briefings – Who needs to be briefed?</a:t>
            </a:r>
            <a:br>
              <a:rPr lang="en-US" altLang="en-US" dirty="0"/>
            </a:br>
            <a:endParaRPr lang="en-US" altLang="en-US" dirty="0"/>
          </a:p>
        </p:txBody>
      </p:sp>
      <p:sp>
        <p:nvSpPr>
          <p:cNvPr id="154627" name="Rectangle 3">
            <a:extLst>
              <a:ext uri="{FF2B5EF4-FFF2-40B4-BE49-F238E27FC236}">
                <a16:creationId xmlns:a16="http://schemas.microsoft.com/office/drawing/2014/main" id="{F7C01CDD-AA35-4F43-B3D0-F76C60FC260B}"/>
              </a:ext>
            </a:extLst>
          </p:cNvPr>
          <p:cNvSpPr>
            <a:spLocks noGrp="1" noChangeArrowheads="1"/>
          </p:cNvSpPr>
          <p:nvPr>
            <p:ph type="body" sz="quarter" idx="13"/>
          </p:nvPr>
        </p:nvSpPr>
        <p:spPr>
          <a:xfrm>
            <a:off x="657748" y="1628775"/>
            <a:ext cx="3758977" cy="4679950"/>
          </a:xfrm>
        </p:spPr>
        <p:txBody>
          <a:bodyPr>
            <a:normAutofit/>
          </a:bodyPr>
          <a:lstStyle/>
          <a:p>
            <a:pPr marL="195773" lvl="1" indent="-195773" defTabSz="783092">
              <a:lnSpc>
                <a:spcPct val="150000"/>
              </a:lnSpc>
              <a:spcBef>
                <a:spcPts val="856"/>
              </a:spcBef>
              <a:buClrTx/>
              <a:buFont typeface="Arial" panose="020B0604020202020204" pitchFamily="34" charset="0"/>
              <a:buChar char="•"/>
              <a:defRPr/>
            </a:pPr>
            <a:r>
              <a:rPr lang="en-US" altLang="en-US" sz="1700" dirty="0"/>
              <a:t>All personnel working on site</a:t>
            </a:r>
          </a:p>
          <a:p>
            <a:pPr marL="195773" lvl="1" indent="-195773" defTabSz="783092">
              <a:lnSpc>
                <a:spcPct val="150000"/>
              </a:lnSpc>
              <a:spcBef>
                <a:spcPts val="856"/>
              </a:spcBef>
              <a:buClrTx/>
              <a:buFont typeface="Arial" panose="020B0604020202020204" pitchFamily="34" charset="0"/>
              <a:buChar char="•"/>
              <a:defRPr/>
            </a:pPr>
            <a:r>
              <a:rPr lang="en-US" altLang="en-US" sz="1700" dirty="0"/>
              <a:t> On coming shift</a:t>
            </a:r>
          </a:p>
          <a:p>
            <a:pPr marL="195773" lvl="1" indent="-195773" defTabSz="783092">
              <a:lnSpc>
                <a:spcPct val="150000"/>
              </a:lnSpc>
              <a:spcBef>
                <a:spcPts val="856"/>
              </a:spcBef>
              <a:buClrTx/>
              <a:buFont typeface="Arial" panose="020B0604020202020204" pitchFamily="34" charset="0"/>
              <a:buChar char="•"/>
              <a:defRPr/>
            </a:pPr>
            <a:r>
              <a:rPr lang="en-US" altLang="en-US" sz="1700" dirty="0"/>
              <a:t> Visitors</a:t>
            </a:r>
          </a:p>
          <a:p>
            <a:pPr marL="195773" lvl="1" indent="-195773" defTabSz="783092">
              <a:lnSpc>
                <a:spcPct val="150000"/>
              </a:lnSpc>
              <a:spcBef>
                <a:spcPts val="856"/>
              </a:spcBef>
              <a:buClrTx/>
              <a:buFont typeface="Arial" panose="020B0604020202020204" pitchFamily="34" charset="0"/>
              <a:buChar char="•"/>
              <a:defRPr/>
            </a:pPr>
            <a:r>
              <a:rPr lang="en-US" altLang="en-US" sz="1700" dirty="0"/>
              <a:t> Management</a:t>
            </a:r>
          </a:p>
          <a:p>
            <a:pPr marL="195773" lvl="1" indent="-195773" defTabSz="783092">
              <a:lnSpc>
                <a:spcPct val="150000"/>
              </a:lnSpc>
              <a:spcBef>
                <a:spcPts val="856"/>
              </a:spcBef>
              <a:buClrTx/>
              <a:buFont typeface="Arial" panose="020B0604020202020204" pitchFamily="34" charset="0"/>
              <a:buChar char="•"/>
              <a:defRPr/>
            </a:pPr>
            <a:r>
              <a:rPr lang="en-US" altLang="en-US" sz="1700" dirty="0"/>
              <a:t> Media</a:t>
            </a:r>
          </a:p>
          <a:p>
            <a:pPr marL="0" indent="0"/>
            <a:endParaRPr lang="en-US" altLang="en-US" dirty="0"/>
          </a:p>
          <a:p>
            <a:pPr marL="0" indent="0">
              <a:buNone/>
            </a:pPr>
            <a:endParaRPr lang="en-US" altLang="en-US" dirty="0"/>
          </a:p>
          <a:p>
            <a:pPr marL="0" indent="0">
              <a:buNone/>
            </a:pPr>
            <a:r>
              <a:rPr lang="en-US" altLang="en-US" dirty="0">
                <a:solidFill>
                  <a:srgbClr val="CC0000"/>
                </a:solidFill>
              </a:rPr>
              <a:t>        </a:t>
            </a:r>
          </a:p>
          <a:p>
            <a:pPr marL="0" indent="0" algn="ctr">
              <a:buNone/>
            </a:pPr>
            <a:r>
              <a:rPr lang="en-US" altLang="en-US" sz="1700" b="1" dirty="0">
                <a:solidFill>
                  <a:srgbClr val="FF0000"/>
                </a:solidFill>
              </a:rPr>
              <a:t>The levels of briefing will vary dependent on the audience and task</a:t>
            </a:r>
          </a:p>
        </p:txBody>
      </p:sp>
      <p:pic>
        <p:nvPicPr>
          <p:cNvPr id="7" name="Picture 6" descr="A group of people standing on top of a mountain&#10;&#10;Description automatically generated">
            <a:extLst>
              <a:ext uri="{FF2B5EF4-FFF2-40B4-BE49-F238E27FC236}">
                <a16:creationId xmlns:a16="http://schemas.microsoft.com/office/drawing/2014/main" id="{70BE7B80-CF9B-4591-8EC1-83D508E140E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78610" y="1398108"/>
            <a:ext cx="3247140" cy="2440467"/>
          </a:xfrm>
          <a:prstGeom prst="rect">
            <a:avLst/>
          </a:prstGeom>
          <a:ln>
            <a:noFill/>
          </a:ln>
          <a:effectLst/>
        </p:spPr>
      </p:pic>
      <p:pic>
        <p:nvPicPr>
          <p:cNvPr id="9218" name="Picture 2" descr="BP and Officials Block Some Coverage of Gulf Oil Spill - The New York Times">
            <a:extLst>
              <a:ext uri="{FF2B5EF4-FFF2-40B4-BE49-F238E27FC236}">
                <a16:creationId xmlns:a16="http://schemas.microsoft.com/office/drawing/2014/main" id="{CBE1C1CC-6D22-47B0-B468-F31A9991545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04528" y="3936240"/>
            <a:ext cx="3664992" cy="2332168"/>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3" name="Picture 2" descr="A group of people posing for the camera&#10;&#10;Description automatically generated">
            <a:extLst>
              <a:ext uri="{FF2B5EF4-FFF2-40B4-BE49-F238E27FC236}">
                <a16:creationId xmlns:a16="http://schemas.microsoft.com/office/drawing/2014/main" id="{54B8C951-37BC-49E6-AF27-E7597D24DF1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94906" y="3936240"/>
            <a:ext cx="3109558" cy="2332168"/>
          </a:xfrm>
          <a:prstGeom prst="rect">
            <a:avLst/>
          </a:prstGeom>
          <a:ln>
            <a:noFill/>
          </a:ln>
          <a:effectLst/>
        </p:spPr>
      </p:pic>
    </p:spTree>
    <p:extLst>
      <p:ext uri="{BB962C8B-B14F-4D97-AF65-F5344CB8AC3E}">
        <p14:creationId xmlns:p14="http://schemas.microsoft.com/office/powerpoint/2010/main" val="2748564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8022BE81-137A-4B78-B5EC-3D733B06D3C5}"/>
              </a:ext>
            </a:extLst>
          </p:cNvPr>
          <p:cNvSpPr>
            <a:spLocks noGrp="1" noChangeArrowheads="1"/>
          </p:cNvSpPr>
          <p:nvPr>
            <p:ph type="title"/>
          </p:nvPr>
        </p:nvSpPr>
        <p:spPr/>
        <p:txBody>
          <a:bodyPr/>
          <a:lstStyle/>
          <a:p>
            <a:pPr algn="ctr"/>
            <a:r>
              <a:rPr lang="en-US" altLang="en-US" dirty="0"/>
              <a:t>Why Do A Briefing?</a:t>
            </a:r>
          </a:p>
        </p:txBody>
      </p:sp>
      <p:sp>
        <p:nvSpPr>
          <p:cNvPr id="155651" name="Rectangle 3">
            <a:extLst>
              <a:ext uri="{FF2B5EF4-FFF2-40B4-BE49-F238E27FC236}">
                <a16:creationId xmlns:a16="http://schemas.microsoft.com/office/drawing/2014/main" id="{7AACA6DE-08D3-4EA3-B840-296BDCDBFA21}"/>
              </a:ext>
            </a:extLst>
          </p:cNvPr>
          <p:cNvSpPr>
            <a:spLocks noGrp="1" noChangeArrowheads="1"/>
          </p:cNvSpPr>
          <p:nvPr>
            <p:ph type="body" sz="quarter" idx="13"/>
          </p:nvPr>
        </p:nvSpPr>
        <p:spPr>
          <a:xfrm>
            <a:off x="657748" y="1628775"/>
            <a:ext cx="3134851" cy="4679950"/>
          </a:xfrm>
        </p:spPr>
        <p:txBody>
          <a:bodyPr/>
          <a:lstStyle/>
          <a:p>
            <a:pPr marL="195773" lvl="1" indent="-195773" defTabSz="783092">
              <a:lnSpc>
                <a:spcPct val="150000"/>
              </a:lnSpc>
              <a:spcBef>
                <a:spcPts val="856"/>
              </a:spcBef>
              <a:buClrTx/>
              <a:buFont typeface="Arial" panose="020B0604020202020204" pitchFamily="34" charset="0"/>
              <a:buChar char="•"/>
              <a:defRPr/>
            </a:pPr>
            <a:r>
              <a:rPr lang="en-US" altLang="en-US" sz="1700" dirty="0"/>
              <a:t>Safety Message</a:t>
            </a:r>
          </a:p>
          <a:p>
            <a:pPr marL="195773" lvl="1" indent="-195773" defTabSz="783092">
              <a:lnSpc>
                <a:spcPct val="150000"/>
              </a:lnSpc>
              <a:spcBef>
                <a:spcPts val="856"/>
              </a:spcBef>
              <a:buClrTx/>
              <a:buFont typeface="Arial" panose="020B0604020202020204" pitchFamily="34" charset="0"/>
              <a:buChar char="•"/>
              <a:defRPr/>
            </a:pPr>
            <a:r>
              <a:rPr lang="en-US" altLang="en-US" sz="1700" dirty="0"/>
              <a:t> Set Objectives</a:t>
            </a:r>
          </a:p>
          <a:p>
            <a:pPr marL="195773" lvl="1" indent="-195773" defTabSz="783092">
              <a:lnSpc>
                <a:spcPct val="150000"/>
              </a:lnSpc>
              <a:spcBef>
                <a:spcPts val="856"/>
              </a:spcBef>
              <a:buClrTx/>
              <a:buFont typeface="Arial" panose="020B0604020202020204" pitchFamily="34" charset="0"/>
              <a:buChar char="•"/>
              <a:defRPr/>
            </a:pPr>
            <a:r>
              <a:rPr lang="en-US" altLang="en-US" sz="1700" dirty="0"/>
              <a:t> Overview Of Other Operations</a:t>
            </a:r>
          </a:p>
          <a:p>
            <a:pPr marL="195773" lvl="1" indent="-195773" defTabSz="783092">
              <a:lnSpc>
                <a:spcPct val="150000"/>
              </a:lnSpc>
              <a:spcBef>
                <a:spcPts val="856"/>
              </a:spcBef>
              <a:buClrTx/>
              <a:buFont typeface="Arial" panose="020B0604020202020204" pitchFamily="34" charset="0"/>
              <a:buChar char="•"/>
              <a:defRPr/>
            </a:pPr>
            <a:r>
              <a:rPr lang="en-US" altLang="en-US" sz="1700" dirty="0"/>
              <a:t> Roll Call</a:t>
            </a:r>
          </a:p>
          <a:p>
            <a:pPr marL="195773" lvl="1" indent="-195773" defTabSz="783092">
              <a:lnSpc>
                <a:spcPct val="150000"/>
              </a:lnSpc>
              <a:spcBef>
                <a:spcPts val="856"/>
              </a:spcBef>
              <a:buClrTx/>
              <a:buFont typeface="Arial" panose="020B0604020202020204" pitchFamily="34" charset="0"/>
              <a:buChar char="•"/>
              <a:defRPr/>
            </a:pPr>
            <a:r>
              <a:rPr lang="en-US" altLang="en-US" sz="1700" dirty="0"/>
              <a:t> Answer Questions</a:t>
            </a:r>
          </a:p>
        </p:txBody>
      </p:sp>
      <p:pic>
        <p:nvPicPr>
          <p:cNvPr id="3" name="Picture 2" descr="A group of people standing on top of a mountain&#10;&#10;Description automatically generated">
            <a:extLst>
              <a:ext uri="{FF2B5EF4-FFF2-40B4-BE49-F238E27FC236}">
                <a16:creationId xmlns:a16="http://schemas.microsoft.com/office/drawing/2014/main" id="{5D54EC05-82D1-425D-86FC-E7999C17A4C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74383" y="3674329"/>
            <a:ext cx="3120145" cy="2345022"/>
          </a:xfrm>
          <a:prstGeom prst="rect">
            <a:avLst/>
          </a:prstGeom>
          <a:ln>
            <a:noFill/>
          </a:ln>
          <a:effectLst/>
        </p:spPr>
      </p:pic>
      <p:pic>
        <p:nvPicPr>
          <p:cNvPr id="5" name="Picture 4" descr="A group of people standing on top of a mountain&#10;&#10;Description automatically generated">
            <a:extLst>
              <a:ext uri="{FF2B5EF4-FFF2-40B4-BE49-F238E27FC236}">
                <a16:creationId xmlns:a16="http://schemas.microsoft.com/office/drawing/2014/main" id="{8A526ADF-C7A5-452C-963B-3297365D523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399402" y="3748204"/>
            <a:ext cx="3360931" cy="2287872"/>
          </a:xfrm>
          <a:prstGeom prst="rect">
            <a:avLst/>
          </a:prstGeom>
          <a:ln>
            <a:noFill/>
          </a:ln>
          <a:effectLst/>
        </p:spPr>
      </p:pic>
      <p:pic>
        <p:nvPicPr>
          <p:cNvPr id="1026" name="Picture 2" descr="Safety Message Images, Stock Photos &amp; Vectors | Shutterstock">
            <a:extLst>
              <a:ext uri="{FF2B5EF4-FFF2-40B4-BE49-F238E27FC236}">
                <a16:creationId xmlns:a16="http://schemas.microsoft.com/office/drawing/2014/main" id="{230FE40C-D787-4E42-9210-6FC6BC053315}"/>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6298451" y="868643"/>
            <a:ext cx="2990308" cy="2298027"/>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8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0E133DF1-5D01-416A-98EB-BCC9A5195D68}"/>
              </a:ext>
            </a:extLst>
          </p:cNvPr>
          <p:cNvSpPr>
            <a:spLocks noGrp="1" noChangeArrowheads="1"/>
          </p:cNvSpPr>
          <p:nvPr>
            <p:ph type="title"/>
          </p:nvPr>
        </p:nvSpPr>
        <p:spPr/>
        <p:txBody>
          <a:bodyPr/>
          <a:lstStyle/>
          <a:p>
            <a:pPr algn="ctr"/>
            <a:r>
              <a:rPr lang="en-US" altLang="en-US" dirty="0"/>
              <a:t>Where To Do The Briefing </a:t>
            </a:r>
          </a:p>
        </p:txBody>
      </p:sp>
      <p:sp>
        <p:nvSpPr>
          <p:cNvPr id="156675" name="Rectangle 3">
            <a:extLst>
              <a:ext uri="{FF2B5EF4-FFF2-40B4-BE49-F238E27FC236}">
                <a16:creationId xmlns:a16="http://schemas.microsoft.com/office/drawing/2014/main" id="{CF0947B5-6219-4C01-BA26-CE3C06BEAFBF}"/>
              </a:ext>
            </a:extLst>
          </p:cNvPr>
          <p:cNvSpPr>
            <a:spLocks noGrp="1" noChangeArrowheads="1"/>
          </p:cNvSpPr>
          <p:nvPr>
            <p:ph type="body" sz="quarter" idx="13"/>
          </p:nvPr>
        </p:nvSpPr>
        <p:spPr>
          <a:xfrm>
            <a:off x="657748" y="1628775"/>
            <a:ext cx="2275233" cy="4679950"/>
          </a:xfrm>
        </p:spPr>
        <p:txBody>
          <a:bodyPr/>
          <a:lstStyle/>
          <a:p>
            <a:pPr marL="195773" lvl="1" indent="-195773" defTabSz="783092">
              <a:lnSpc>
                <a:spcPct val="150000"/>
              </a:lnSpc>
              <a:spcBef>
                <a:spcPts val="856"/>
              </a:spcBef>
              <a:buClrTx/>
              <a:buFont typeface="Arial" panose="020B0604020202020204" pitchFamily="34" charset="0"/>
              <a:buChar char="•"/>
              <a:defRPr/>
            </a:pPr>
            <a:r>
              <a:rPr lang="en-US" altLang="en-US" sz="1700" dirty="0"/>
              <a:t>Under Cover</a:t>
            </a:r>
          </a:p>
          <a:p>
            <a:pPr marL="195773" lvl="1" indent="-195773" defTabSz="783092">
              <a:lnSpc>
                <a:spcPct val="150000"/>
              </a:lnSpc>
              <a:spcBef>
                <a:spcPts val="856"/>
              </a:spcBef>
              <a:buClrTx/>
              <a:buFont typeface="Arial" panose="020B0604020202020204" pitchFamily="34" charset="0"/>
              <a:buChar char="•"/>
              <a:defRPr/>
            </a:pPr>
            <a:r>
              <a:rPr lang="en-US" altLang="en-US" sz="1700" dirty="0"/>
              <a:t> Quiet</a:t>
            </a:r>
          </a:p>
          <a:p>
            <a:pPr marL="195773" lvl="1" indent="-195773" defTabSz="783092">
              <a:lnSpc>
                <a:spcPct val="150000"/>
              </a:lnSpc>
              <a:spcBef>
                <a:spcPts val="856"/>
              </a:spcBef>
              <a:buClrTx/>
              <a:buFont typeface="Arial" panose="020B0604020202020204" pitchFamily="34" charset="0"/>
              <a:buChar char="•"/>
              <a:defRPr/>
            </a:pPr>
            <a:r>
              <a:rPr lang="en-US" altLang="en-US" sz="1700" dirty="0"/>
              <a:t> No Distractions</a:t>
            </a:r>
          </a:p>
          <a:p>
            <a:pPr marL="195773" lvl="1" indent="-195773" defTabSz="783092">
              <a:lnSpc>
                <a:spcPct val="150000"/>
              </a:lnSpc>
              <a:spcBef>
                <a:spcPts val="856"/>
              </a:spcBef>
              <a:buClrTx/>
              <a:buFont typeface="Arial" panose="020B0604020202020204" pitchFamily="34" charset="0"/>
              <a:buChar char="•"/>
              <a:defRPr/>
            </a:pPr>
            <a:r>
              <a:rPr lang="en-US" altLang="en-US" sz="1700" dirty="0"/>
              <a:t> Offsite</a:t>
            </a:r>
          </a:p>
        </p:txBody>
      </p:sp>
      <p:pic>
        <p:nvPicPr>
          <p:cNvPr id="2050" name="Picture 2" descr="ExxonMobil hosts oil spill demonstration exercise on Shell Beach - Guyana  Times">
            <a:extLst>
              <a:ext uri="{FF2B5EF4-FFF2-40B4-BE49-F238E27FC236}">
                <a16:creationId xmlns:a16="http://schemas.microsoft.com/office/drawing/2014/main" id="{F70BFD40-6235-42F0-8B03-7E76CA020C2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683181" y="1142190"/>
            <a:ext cx="3660354" cy="2442346"/>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5" name="Picture 4" descr="A group of people standing in a parking lot&#10;&#10;Description automatically generated">
            <a:extLst>
              <a:ext uri="{FF2B5EF4-FFF2-40B4-BE49-F238E27FC236}">
                <a16:creationId xmlns:a16="http://schemas.microsoft.com/office/drawing/2014/main" id="{7BC547D1-B20E-4FD9-8236-51474D51458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29727" y="3760364"/>
            <a:ext cx="3386244" cy="2442346"/>
          </a:xfrm>
          <a:prstGeom prst="rect">
            <a:avLst/>
          </a:prstGeom>
          <a:ln>
            <a:noFill/>
          </a:ln>
          <a:effectLst/>
        </p:spPr>
      </p:pic>
      <p:pic>
        <p:nvPicPr>
          <p:cNvPr id="7" name="Picture 6" descr="A group of people standing in the grass&#10;&#10;Description automatically generated">
            <a:extLst>
              <a:ext uri="{FF2B5EF4-FFF2-40B4-BE49-F238E27FC236}">
                <a16:creationId xmlns:a16="http://schemas.microsoft.com/office/drawing/2014/main" id="{E7DE7A65-46E9-4313-80E8-EF98F22CA70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29727" y="1142190"/>
            <a:ext cx="3386245" cy="2442346"/>
          </a:xfrm>
          <a:prstGeom prst="rect">
            <a:avLst/>
          </a:prstGeom>
          <a:ln>
            <a:noFill/>
          </a:ln>
          <a:effectLst/>
        </p:spPr>
      </p:pic>
      <p:pic>
        <p:nvPicPr>
          <p:cNvPr id="9" name="Picture 8" descr="A group of people sitting at a table&#10;&#10;Description automatically generated">
            <a:extLst>
              <a:ext uri="{FF2B5EF4-FFF2-40B4-BE49-F238E27FC236}">
                <a16:creationId xmlns:a16="http://schemas.microsoft.com/office/drawing/2014/main" id="{B80C09A3-F3A3-4858-8DF1-6974F8D9B55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700244" y="3760364"/>
            <a:ext cx="3643291" cy="2442346"/>
          </a:xfrm>
          <a:prstGeom prst="rect">
            <a:avLst/>
          </a:prstGeom>
          <a:ln>
            <a:noFill/>
          </a:ln>
          <a:effectLst/>
        </p:spPr>
      </p:pic>
    </p:spTree>
    <p:extLst>
      <p:ext uri="{BB962C8B-B14F-4D97-AF65-F5344CB8AC3E}">
        <p14:creationId xmlns:p14="http://schemas.microsoft.com/office/powerpoint/2010/main" val="4212323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0E133DF1-5D01-416A-98EB-BCC9A5195D68}"/>
              </a:ext>
            </a:extLst>
          </p:cNvPr>
          <p:cNvSpPr>
            <a:spLocks noGrp="1" noChangeArrowheads="1"/>
          </p:cNvSpPr>
          <p:nvPr>
            <p:ph type="title"/>
          </p:nvPr>
        </p:nvSpPr>
        <p:spPr/>
        <p:txBody>
          <a:bodyPr/>
          <a:lstStyle/>
          <a:p>
            <a:pPr algn="ctr"/>
            <a:r>
              <a:rPr lang="en-US" altLang="en-US" dirty="0"/>
              <a:t>Contents of Briefing </a:t>
            </a:r>
          </a:p>
        </p:txBody>
      </p:sp>
      <p:sp>
        <p:nvSpPr>
          <p:cNvPr id="156675" name="Rectangle 3">
            <a:extLst>
              <a:ext uri="{FF2B5EF4-FFF2-40B4-BE49-F238E27FC236}">
                <a16:creationId xmlns:a16="http://schemas.microsoft.com/office/drawing/2014/main" id="{CF0947B5-6219-4C01-BA26-CE3C06BEAFBF}"/>
              </a:ext>
            </a:extLst>
          </p:cNvPr>
          <p:cNvSpPr>
            <a:spLocks noGrp="1" noChangeArrowheads="1"/>
          </p:cNvSpPr>
          <p:nvPr>
            <p:ph type="body" sz="quarter" idx="13"/>
          </p:nvPr>
        </p:nvSpPr>
        <p:spPr>
          <a:xfrm>
            <a:off x="496354" y="1414520"/>
            <a:ext cx="3221631" cy="4679950"/>
          </a:xfrm>
        </p:spPr>
        <p:txBody>
          <a:bodyPr>
            <a:normAutofit lnSpcReduction="10000"/>
          </a:bodyPr>
          <a:lstStyle/>
          <a:p>
            <a:pPr marL="195773" lvl="1" indent="-195773" defTabSz="783092">
              <a:lnSpc>
                <a:spcPct val="150000"/>
              </a:lnSpc>
              <a:spcBef>
                <a:spcPts val="856"/>
              </a:spcBef>
              <a:buClrTx/>
              <a:buFont typeface="Arial" panose="020B0604020202020204" pitchFamily="34" charset="0"/>
              <a:buChar char="•"/>
              <a:defRPr/>
            </a:pPr>
            <a:r>
              <a:rPr lang="en-US" altLang="en-US" sz="1700" dirty="0"/>
              <a:t>Safety Message</a:t>
            </a:r>
          </a:p>
          <a:p>
            <a:pPr marL="195773" lvl="1" indent="-195773" defTabSz="783092">
              <a:lnSpc>
                <a:spcPct val="150000"/>
              </a:lnSpc>
              <a:spcBef>
                <a:spcPts val="856"/>
              </a:spcBef>
              <a:buClrTx/>
              <a:buFont typeface="Arial" panose="020B0604020202020204" pitchFamily="34" charset="0"/>
              <a:buChar char="•"/>
              <a:defRPr/>
            </a:pPr>
            <a:r>
              <a:rPr lang="en-US" altLang="en-US" sz="1700" dirty="0"/>
              <a:t> Objectives  </a:t>
            </a:r>
          </a:p>
          <a:p>
            <a:pPr marL="195773" lvl="1" indent="-195773" defTabSz="783092">
              <a:lnSpc>
                <a:spcPct val="150000"/>
              </a:lnSpc>
              <a:spcBef>
                <a:spcPts val="856"/>
              </a:spcBef>
              <a:buClrTx/>
              <a:buFont typeface="Arial" panose="020B0604020202020204" pitchFamily="34" charset="0"/>
              <a:buChar char="•"/>
              <a:defRPr/>
            </a:pPr>
            <a:r>
              <a:rPr lang="en-US" altLang="en-US" sz="1700" dirty="0"/>
              <a:t> Highlight Hazards </a:t>
            </a:r>
          </a:p>
          <a:p>
            <a:pPr marL="195773" lvl="1" indent="-195773" defTabSz="783092">
              <a:lnSpc>
                <a:spcPct val="150000"/>
              </a:lnSpc>
              <a:spcBef>
                <a:spcPts val="856"/>
              </a:spcBef>
              <a:buClrTx/>
              <a:buFont typeface="Arial" panose="020B0604020202020204" pitchFamily="34" charset="0"/>
              <a:buChar char="•"/>
              <a:defRPr/>
            </a:pPr>
            <a:r>
              <a:rPr lang="en-US" altLang="en-US" sz="1700" dirty="0"/>
              <a:t> Product information </a:t>
            </a:r>
          </a:p>
          <a:p>
            <a:pPr marL="195773" lvl="1" indent="-195773" defTabSz="783092">
              <a:lnSpc>
                <a:spcPct val="150000"/>
              </a:lnSpc>
              <a:spcBef>
                <a:spcPts val="856"/>
              </a:spcBef>
              <a:buClrTx/>
              <a:buFont typeface="Arial" panose="020B0604020202020204" pitchFamily="34" charset="0"/>
              <a:buChar char="•"/>
              <a:defRPr/>
            </a:pPr>
            <a:r>
              <a:rPr lang="en-US" altLang="en-US" sz="1700" dirty="0"/>
              <a:t> PPE level</a:t>
            </a:r>
          </a:p>
          <a:p>
            <a:pPr marL="195773" lvl="1" indent="-195773" defTabSz="783092">
              <a:lnSpc>
                <a:spcPct val="150000"/>
              </a:lnSpc>
              <a:spcBef>
                <a:spcPts val="856"/>
              </a:spcBef>
              <a:buClrTx/>
              <a:buFont typeface="Arial" panose="020B0604020202020204" pitchFamily="34" charset="0"/>
              <a:buChar char="•"/>
              <a:defRPr/>
            </a:pPr>
            <a:r>
              <a:rPr lang="en-US" altLang="en-US" sz="1700" dirty="0"/>
              <a:t> Cleanup Chemicals </a:t>
            </a:r>
          </a:p>
          <a:p>
            <a:pPr marL="195773" lvl="1" indent="-195773" defTabSz="783092">
              <a:lnSpc>
                <a:spcPct val="150000"/>
              </a:lnSpc>
              <a:spcBef>
                <a:spcPts val="856"/>
              </a:spcBef>
              <a:buClrTx/>
              <a:buFont typeface="Arial" panose="020B0604020202020204" pitchFamily="34" charset="0"/>
              <a:buChar char="•"/>
              <a:defRPr/>
            </a:pPr>
            <a:r>
              <a:rPr lang="en-US" altLang="en-US" sz="1700" dirty="0"/>
              <a:t> Welfare </a:t>
            </a:r>
          </a:p>
          <a:p>
            <a:pPr marL="195773" lvl="1" indent="-195773" defTabSz="783092">
              <a:lnSpc>
                <a:spcPct val="150000"/>
              </a:lnSpc>
              <a:spcBef>
                <a:spcPts val="856"/>
              </a:spcBef>
              <a:buClrTx/>
              <a:buFont typeface="Arial" panose="020B0604020202020204" pitchFamily="34" charset="0"/>
              <a:buChar char="•"/>
              <a:defRPr/>
            </a:pPr>
            <a:r>
              <a:rPr lang="en-US" altLang="en-US" sz="1700" dirty="0"/>
              <a:t> Breaks </a:t>
            </a:r>
          </a:p>
          <a:p>
            <a:pPr marL="195773" lvl="1" indent="-195773" defTabSz="783092">
              <a:lnSpc>
                <a:spcPct val="150000"/>
              </a:lnSpc>
              <a:spcBef>
                <a:spcPts val="856"/>
              </a:spcBef>
              <a:buClrTx/>
              <a:buFont typeface="Arial" panose="020B0604020202020204" pitchFamily="34" charset="0"/>
              <a:buChar char="•"/>
              <a:defRPr/>
            </a:pPr>
            <a:r>
              <a:rPr lang="en-US" altLang="en-US" sz="1700" dirty="0"/>
              <a:t> Weather</a:t>
            </a:r>
          </a:p>
          <a:p>
            <a:pPr marL="195773" lvl="1" indent="-195773" defTabSz="783092">
              <a:lnSpc>
                <a:spcPct val="150000"/>
              </a:lnSpc>
              <a:spcBef>
                <a:spcPts val="856"/>
              </a:spcBef>
              <a:buClrTx/>
              <a:buFont typeface="Arial" panose="020B0604020202020204" pitchFamily="34" charset="0"/>
              <a:buChar char="•"/>
              <a:defRPr/>
            </a:pPr>
            <a:r>
              <a:rPr lang="en-US" altLang="en-US" sz="1700" dirty="0"/>
              <a:t> Wildlife  </a:t>
            </a:r>
          </a:p>
        </p:txBody>
      </p:sp>
      <p:pic>
        <p:nvPicPr>
          <p:cNvPr id="3" name="Picture 2" descr="A picture containing road, person, building, person&#10;&#10;Description automatically generated">
            <a:extLst>
              <a:ext uri="{FF2B5EF4-FFF2-40B4-BE49-F238E27FC236}">
                <a16:creationId xmlns:a16="http://schemas.microsoft.com/office/drawing/2014/main" id="{DC97CD3F-BC89-44B8-B0EA-919032F2AA7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04819" y="1498063"/>
            <a:ext cx="2865958" cy="2700932"/>
          </a:xfrm>
          <a:prstGeom prst="rect">
            <a:avLst/>
          </a:prstGeom>
          <a:ln>
            <a:noFill/>
          </a:ln>
          <a:effectLst/>
        </p:spPr>
      </p:pic>
      <p:pic>
        <p:nvPicPr>
          <p:cNvPr id="5" name="Picture 4" descr="A monkey sitting in front of a fence&#10;&#10;Description automatically generated">
            <a:extLst>
              <a:ext uri="{FF2B5EF4-FFF2-40B4-BE49-F238E27FC236}">
                <a16:creationId xmlns:a16="http://schemas.microsoft.com/office/drawing/2014/main" id="{31B72582-93BA-4E87-B5DA-A3DE887FFE0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21638" y="3778047"/>
            <a:ext cx="3348723" cy="2511542"/>
          </a:xfrm>
          <a:prstGeom prst="rect">
            <a:avLst/>
          </a:prstGeom>
          <a:ln>
            <a:noFill/>
          </a:ln>
          <a:effectLst/>
        </p:spPr>
      </p:pic>
      <p:pic>
        <p:nvPicPr>
          <p:cNvPr id="8" name="Picture 2">
            <a:extLst>
              <a:ext uri="{FF2B5EF4-FFF2-40B4-BE49-F238E27FC236}">
                <a16:creationId xmlns:a16="http://schemas.microsoft.com/office/drawing/2014/main" id="{BC41FAAE-4BC0-4AC3-A91D-FD95A2FD8EE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770361" y="1538972"/>
            <a:ext cx="3570438" cy="2703108"/>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1105491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1026">
            <a:extLst>
              <a:ext uri="{FF2B5EF4-FFF2-40B4-BE49-F238E27FC236}">
                <a16:creationId xmlns:a16="http://schemas.microsoft.com/office/drawing/2014/main" id="{80BD4F8B-EE6A-42D8-B72E-DC9504EACFA2}"/>
              </a:ext>
            </a:extLst>
          </p:cNvPr>
          <p:cNvSpPr>
            <a:spLocks noGrp="1" noChangeArrowheads="1"/>
          </p:cNvSpPr>
          <p:nvPr>
            <p:ph type="title"/>
          </p:nvPr>
        </p:nvSpPr>
        <p:spPr>
          <a:noFill/>
          <a:ln/>
        </p:spPr>
        <p:txBody>
          <a:bodyPr>
            <a:noAutofit/>
          </a:bodyPr>
          <a:lstStyle/>
          <a:p>
            <a:pPr algn="ctr"/>
            <a:r>
              <a:rPr lang="en-GB" altLang="en-US" dirty="0"/>
              <a:t>Beachmaster / Supervisors - Daily Tasks</a:t>
            </a:r>
            <a:br>
              <a:rPr lang="en-GB" altLang="en-US" dirty="0"/>
            </a:br>
            <a:endParaRPr lang="en-GB" altLang="en-US" dirty="0"/>
          </a:p>
        </p:txBody>
      </p:sp>
      <p:sp>
        <p:nvSpPr>
          <p:cNvPr id="413699" name="Rectangle 1027">
            <a:extLst>
              <a:ext uri="{FF2B5EF4-FFF2-40B4-BE49-F238E27FC236}">
                <a16:creationId xmlns:a16="http://schemas.microsoft.com/office/drawing/2014/main" id="{FD111BC5-3881-4635-B8A5-0C64EEC314D2}"/>
              </a:ext>
            </a:extLst>
          </p:cNvPr>
          <p:cNvSpPr>
            <a:spLocks noGrp="1" noChangeArrowheads="1"/>
          </p:cNvSpPr>
          <p:nvPr>
            <p:ph type="body" sz="quarter" idx="13"/>
          </p:nvPr>
        </p:nvSpPr>
        <p:spPr>
          <a:xfrm>
            <a:off x="657749" y="1628775"/>
            <a:ext cx="3004600" cy="4679950"/>
          </a:xfrm>
          <a:noFill/>
          <a:ln/>
        </p:spPr>
        <p:txBody>
          <a:bodyPr>
            <a:normAutofit/>
          </a:bodyPr>
          <a:lstStyle/>
          <a:p>
            <a:pPr marL="195773" lvl="1" indent="-195773" defTabSz="783092">
              <a:lnSpc>
                <a:spcPct val="150000"/>
              </a:lnSpc>
              <a:spcBef>
                <a:spcPts val="856"/>
              </a:spcBef>
              <a:buClrTx/>
              <a:buFont typeface="Arial" panose="020B0604020202020204" pitchFamily="34" charset="0"/>
              <a:buChar char="•"/>
              <a:defRPr/>
            </a:pPr>
            <a:r>
              <a:rPr lang="en-GB" altLang="en-US" sz="1700" dirty="0"/>
              <a:t>Muster team and present safety briefing and operational plan for the day</a:t>
            </a:r>
          </a:p>
          <a:p>
            <a:pPr marL="195773" lvl="1" indent="-195773" defTabSz="783092">
              <a:lnSpc>
                <a:spcPct val="150000"/>
              </a:lnSpc>
              <a:spcBef>
                <a:spcPts val="856"/>
              </a:spcBef>
              <a:buClrTx/>
              <a:buFont typeface="Arial" panose="020B0604020202020204" pitchFamily="34" charset="0"/>
              <a:buChar char="•"/>
              <a:defRPr/>
            </a:pPr>
            <a:r>
              <a:rPr lang="en-GB" altLang="en-US" sz="1700" dirty="0"/>
              <a:t>Set day’s objectives</a:t>
            </a:r>
          </a:p>
          <a:p>
            <a:pPr marL="195773" lvl="1" indent="-195773" defTabSz="783092">
              <a:lnSpc>
                <a:spcPct val="150000"/>
              </a:lnSpc>
              <a:spcBef>
                <a:spcPts val="856"/>
              </a:spcBef>
              <a:buClrTx/>
              <a:buFont typeface="Arial" panose="020B0604020202020204" pitchFamily="34" charset="0"/>
              <a:buChar char="•"/>
              <a:defRPr/>
            </a:pPr>
            <a:r>
              <a:rPr lang="en-GB" altLang="en-US" sz="1700" dirty="0"/>
              <a:t>Check PPE is correct for each worker</a:t>
            </a:r>
          </a:p>
          <a:p>
            <a:pPr marL="195773" lvl="1" indent="-195773" defTabSz="783092">
              <a:lnSpc>
                <a:spcPct val="150000"/>
              </a:lnSpc>
              <a:spcBef>
                <a:spcPts val="856"/>
              </a:spcBef>
              <a:buClrTx/>
              <a:buFont typeface="Arial" panose="020B0604020202020204" pitchFamily="34" charset="0"/>
              <a:buChar char="•"/>
              <a:defRPr/>
            </a:pPr>
            <a:r>
              <a:rPr lang="en-GB" altLang="en-US" sz="1700" dirty="0"/>
              <a:t>Distribute clean-up equipment</a:t>
            </a:r>
          </a:p>
          <a:p>
            <a:pPr marL="195773" lvl="1" indent="-195773" defTabSz="783092">
              <a:lnSpc>
                <a:spcPct val="150000"/>
              </a:lnSpc>
              <a:spcBef>
                <a:spcPts val="856"/>
              </a:spcBef>
              <a:buClrTx/>
              <a:buFont typeface="Arial" panose="020B0604020202020204" pitchFamily="34" charset="0"/>
              <a:buChar char="•"/>
              <a:defRPr/>
            </a:pPr>
            <a:r>
              <a:rPr lang="en-GB" altLang="en-US" sz="1700" dirty="0"/>
              <a:t>Commence daily log</a:t>
            </a:r>
          </a:p>
          <a:p>
            <a:pPr marL="195773" lvl="1" indent="-195773" defTabSz="783092">
              <a:lnSpc>
                <a:spcPct val="150000"/>
              </a:lnSpc>
              <a:spcBef>
                <a:spcPts val="856"/>
              </a:spcBef>
              <a:buClrTx/>
              <a:buFont typeface="Arial" panose="020B0604020202020204" pitchFamily="34" charset="0"/>
              <a:buChar char="•"/>
              <a:defRPr/>
            </a:pPr>
            <a:r>
              <a:rPr lang="en-GB" altLang="en-US" sz="1700" dirty="0"/>
              <a:t>Check communications</a:t>
            </a:r>
          </a:p>
          <a:p>
            <a:pPr marL="195773" lvl="1" indent="-195773" defTabSz="783092">
              <a:lnSpc>
                <a:spcPct val="150000"/>
              </a:lnSpc>
              <a:spcBef>
                <a:spcPts val="856"/>
              </a:spcBef>
              <a:buClrTx/>
              <a:buFont typeface="Arial" panose="020B0604020202020204" pitchFamily="34" charset="0"/>
              <a:buChar char="•"/>
              <a:defRPr/>
            </a:pPr>
            <a:r>
              <a:rPr lang="en-GB" altLang="en-US" sz="1700" dirty="0"/>
              <a:t>Reassess operational site</a:t>
            </a:r>
          </a:p>
          <a:p>
            <a:pPr marL="195773" lvl="1" indent="-195773" defTabSz="783092">
              <a:lnSpc>
                <a:spcPct val="150000"/>
              </a:lnSpc>
              <a:spcBef>
                <a:spcPts val="856"/>
              </a:spcBef>
              <a:buClrTx/>
              <a:buFont typeface="Arial" panose="020B0604020202020204" pitchFamily="34" charset="0"/>
              <a:buChar char="•"/>
              <a:defRPr/>
            </a:pPr>
            <a:endParaRPr lang="en-GB" altLang="en-US" sz="1700" dirty="0"/>
          </a:p>
        </p:txBody>
      </p:sp>
      <p:pic>
        <p:nvPicPr>
          <p:cNvPr id="4" name="Picture 4">
            <a:extLst>
              <a:ext uri="{FF2B5EF4-FFF2-40B4-BE49-F238E27FC236}">
                <a16:creationId xmlns:a16="http://schemas.microsoft.com/office/drawing/2014/main" id="{CA4D84A0-C54C-4035-84D4-FE987F1C554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687771" y="1315724"/>
            <a:ext cx="2244127" cy="1522367"/>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3" name="Picture 2" descr="A picture containing building, person, outdoor, person&#10;&#10;Description automatically generated">
            <a:extLst>
              <a:ext uri="{FF2B5EF4-FFF2-40B4-BE49-F238E27FC236}">
                <a16:creationId xmlns:a16="http://schemas.microsoft.com/office/drawing/2014/main" id="{F041CBD5-832C-425D-90A5-E1872035C62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16570" y="1315723"/>
            <a:ext cx="2029823" cy="1522367"/>
          </a:xfrm>
          <a:prstGeom prst="rect">
            <a:avLst/>
          </a:prstGeom>
          <a:ln>
            <a:noFill/>
          </a:ln>
          <a:effectLst/>
        </p:spPr>
      </p:pic>
      <p:pic>
        <p:nvPicPr>
          <p:cNvPr id="6" name="Picture 5" descr="A picture containing outdoor, grass, machine, bicycle&#10;&#10;Description automatically generated">
            <a:extLst>
              <a:ext uri="{FF2B5EF4-FFF2-40B4-BE49-F238E27FC236}">
                <a16:creationId xmlns:a16="http://schemas.microsoft.com/office/drawing/2014/main" id="{163D20ED-7BE0-4F21-BD9C-485CAB1B8E4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657207" y="2939357"/>
            <a:ext cx="2274691" cy="1706018"/>
          </a:xfrm>
          <a:prstGeom prst="rect">
            <a:avLst/>
          </a:prstGeom>
          <a:ln>
            <a:noFill/>
          </a:ln>
          <a:effectLst/>
        </p:spPr>
      </p:pic>
      <p:sp>
        <p:nvSpPr>
          <p:cNvPr id="2" name="TextBox 1">
            <a:extLst>
              <a:ext uri="{FF2B5EF4-FFF2-40B4-BE49-F238E27FC236}">
                <a16:creationId xmlns:a16="http://schemas.microsoft.com/office/drawing/2014/main" id="{DEB7C0C6-5C57-3607-7F52-22EF80EEFE5E}"/>
              </a:ext>
            </a:extLst>
          </p:cNvPr>
          <p:cNvSpPr txBox="1"/>
          <p:nvPr/>
        </p:nvSpPr>
        <p:spPr>
          <a:xfrm>
            <a:off x="4967399" y="1627158"/>
            <a:ext cx="2606163" cy="2165208"/>
          </a:xfrm>
          <a:prstGeom prst="rect">
            <a:avLst/>
          </a:prstGeom>
          <a:noFill/>
        </p:spPr>
        <p:txBody>
          <a:bodyPr wrap="none" rtlCol="0">
            <a:spAutoFit/>
          </a:bodyPr>
          <a:lstStyle/>
          <a:p>
            <a:pPr marL="195773" lvl="1" indent="-195773" defTabSz="783092">
              <a:lnSpc>
                <a:spcPct val="150000"/>
              </a:lnSpc>
              <a:spcBef>
                <a:spcPts val="856"/>
              </a:spcBef>
              <a:buSzPct val="90000"/>
              <a:buFont typeface="Arial" panose="020B0604020202020204" pitchFamily="34" charset="0"/>
              <a:buChar char="•"/>
              <a:defRPr/>
            </a:pPr>
            <a:r>
              <a:rPr lang="en-GB" altLang="en-US" sz="1700" dirty="0"/>
              <a:t>During work monitor</a:t>
            </a:r>
          </a:p>
          <a:p>
            <a:pPr marL="808038" lvl="1" indent="-342900" defTabSz="783092">
              <a:lnSpc>
                <a:spcPct val="90000"/>
              </a:lnSpc>
              <a:spcBef>
                <a:spcPts val="856"/>
              </a:spcBef>
              <a:buSzPct val="90000"/>
              <a:buFontTx/>
              <a:buChar char="−"/>
            </a:pPr>
            <a:r>
              <a:rPr lang="en-GB" altLang="en-US" sz="1700" dirty="0"/>
              <a:t>safety	</a:t>
            </a:r>
          </a:p>
          <a:p>
            <a:pPr marL="808038" lvl="1" indent="-342900" defTabSz="783092">
              <a:lnSpc>
                <a:spcPct val="90000"/>
              </a:lnSpc>
              <a:spcBef>
                <a:spcPts val="856"/>
              </a:spcBef>
              <a:buSzPct val="90000"/>
              <a:buFontTx/>
              <a:buChar char="−"/>
            </a:pPr>
            <a:r>
              <a:rPr lang="en-GB" altLang="en-US" sz="1700" dirty="0"/>
              <a:t>efficiency</a:t>
            </a:r>
          </a:p>
          <a:p>
            <a:pPr marL="808038" lvl="1" indent="-342900" defTabSz="783092">
              <a:lnSpc>
                <a:spcPct val="90000"/>
              </a:lnSpc>
              <a:spcBef>
                <a:spcPts val="856"/>
              </a:spcBef>
              <a:buSzPct val="90000"/>
              <a:buFontTx/>
              <a:buChar char="−"/>
            </a:pPr>
            <a:r>
              <a:rPr lang="en-GB" altLang="en-US" sz="1700" dirty="0"/>
              <a:t>rest breaks</a:t>
            </a:r>
          </a:p>
          <a:p>
            <a:pPr marL="808038" lvl="1" indent="-342900" defTabSz="783092">
              <a:lnSpc>
                <a:spcPct val="90000"/>
              </a:lnSpc>
              <a:spcBef>
                <a:spcPts val="856"/>
              </a:spcBef>
              <a:buSzPct val="90000"/>
              <a:buFontTx/>
              <a:buChar char="−"/>
            </a:pPr>
            <a:r>
              <a:rPr lang="en-GB" altLang="en-US" sz="1700" dirty="0"/>
              <a:t>Stock levels	 </a:t>
            </a:r>
          </a:p>
          <a:p>
            <a:endParaRPr lang="en-GB" dirty="0"/>
          </a:p>
        </p:txBody>
      </p:sp>
      <p:pic>
        <p:nvPicPr>
          <p:cNvPr id="5" name="Picture 4" descr="A person standing in front of a beach&#10;&#10;Description automatically generated">
            <a:extLst>
              <a:ext uri="{FF2B5EF4-FFF2-40B4-BE49-F238E27FC236}">
                <a16:creationId xmlns:a16="http://schemas.microsoft.com/office/drawing/2014/main" id="{70284CA9-A409-42B6-EF36-09617AA5404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053750" y="3821088"/>
            <a:ext cx="3201818" cy="2401363"/>
          </a:xfrm>
          <a:prstGeom prst="rect">
            <a:avLst/>
          </a:prstGeom>
          <a:ln>
            <a:noFill/>
          </a:ln>
          <a:effectLst/>
        </p:spPr>
      </p:pic>
      <p:pic>
        <p:nvPicPr>
          <p:cNvPr id="7" name="Picture 6" descr="A group of people wearing costumes&#10;&#10;Description automatically generated">
            <a:extLst>
              <a:ext uri="{FF2B5EF4-FFF2-40B4-BE49-F238E27FC236}">
                <a16:creationId xmlns:a16="http://schemas.microsoft.com/office/drawing/2014/main" id="{0CFC24B5-3674-A286-FF59-F577EDBF8B6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204767" y="4746641"/>
            <a:ext cx="2683250" cy="1640237"/>
          </a:xfrm>
          <a:prstGeom prst="rect">
            <a:avLst/>
          </a:prstGeom>
          <a:ln>
            <a:noFill/>
          </a:ln>
          <a:effectLst/>
        </p:spPr>
      </p:pic>
      <p:pic>
        <p:nvPicPr>
          <p:cNvPr id="8" name="Picture 7" descr="A picture containing building, indoor, table, food&#10;&#10;Description automatically generated">
            <a:extLst>
              <a:ext uri="{FF2B5EF4-FFF2-40B4-BE49-F238E27FC236}">
                <a16:creationId xmlns:a16="http://schemas.microsoft.com/office/drawing/2014/main" id="{AFDE4BD8-A877-F813-29D5-44C4C266C8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516569" y="2987784"/>
            <a:ext cx="2029823" cy="1657592"/>
          </a:xfrm>
          <a:prstGeom prst="rect">
            <a:avLst/>
          </a:prstGeom>
          <a:ln>
            <a:noFill/>
          </a:ln>
          <a:effectLst/>
        </p:spPr>
      </p:pic>
    </p:spTree>
    <p:extLst>
      <p:ext uri="{BB962C8B-B14F-4D97-AF65-F5344CB8AC3E}">
        <p14:creationId xmlns:p14="http://schemas.microsoft.com/office/powerpoint/2010/main" val="670955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5" name="Rectangle 1027">
            <a:extLst>
              <a:ext uri="{FF2B5EF4-FFF2-40B4-BE49-F238E27FC236}">
                <a16:creationId xmlns:a16="http://schemas.microsoft.com/office/drawing/2014/main" id="{8D772725-CBA9-455F-94E4-EF40E3E8ADE8}"/>
              </a:ext>
            </a:extLst>
          </p:cNvPr>
          <p:cNvSpPr>
            <a:spLocks noGrp="1" noChangeArrowheads="1"/>
          </p:cNvSpPr>
          <p:nvPr>
            <p:ph type="body" sz="quarter" idx="13"/>
          </p:nvPr>
        </p:nvSpPr>
        <p:spPr>
          <a:xfrm>
            <a:off x="657749" y="1628775"/>
            <a:ext cx="3879746" cy="4679950"/>
          </a:xfrm>
          <a:noFill/>
          <a:ln/>
        </p:spPr>
        <p:txBody>
          <a:bodyPr>
            <a:normAutofit/>
          </a:bodyPr>
          <a:lstStyle/>
          <a:p>
            <a:pPr marL="195773" lvl="1" indent="-195773" defTabSz="783092">
              <a:lnSpc>
                <a:spcPct val="150000"/>
              </a:lnSpc>
              <a:spcBef>
                <a:spcPts val="856"/>
              </a:spcBef>
              <a:buClrTx/>
              <a:buFont typeface="Arial" panose="020B0604020202020204" pitchFamily="34" charset="0"/>
              <a:buChar char="•"/>
              <a:defRPr/>
            </a:pPr>
            <a:r>
              <a:rPr lang="en-GB" altLang="en-US" sz="1700" dirty="0"/>
              <a:t>End of operational work period</a:t>
            </a:r>
          </a:p>
          <a:p>
            <a:pPr marL="808038" lvl="1" indent="-342900" defTabSz="783092">
              <a:spcBef>
                <a:spcPts val="856"/>
              </a:spcBef>
              <a:buClrTx/>
              <a:buFontTx/>
              <a:buChar char="−"/>
            </a:pPr>
            <a:r>
              <a:rPr lang="en-GB" altLang="en-US" sz="1700" dirty="0"/>
              <a:t>complete site progress report</a:t>
            </a:r>
          </a:p>
          <a:p>
            <a:pPr marL="808038" lvl="1" indent="-342900" defTabSz="783092">
              <a:spcBef>
                <a:spcPts val="856"/>
              </a:spcBef>
              <a:buClrTx/>
              <a:buFontTx/>
              <a:buChar char="−"/>
            </a:pPr>
            <a:r>
              <a:rPr lang="en-GB" altLang="en-US" sz="1700" dirty="0"/>
              <a:t>survey site for operationally generated rubbish</a:t>
            </a:r>
          </a:p>
          <a:p>
            <a:pPr marL="808038" lvl="1" indent="-342900" defTabSz="783092">
              <a:spcBef>
                <a:spcPts val="856"/>
              </a:spcBef>
              <a:buClrTx/>
              <a:buFontTx/>
              <a:buChar char="−"/>
            </a:pPr>
            <a:r>
              <a:rPr lang="en-GB" altLang="en-US" sz="1700" dirty="0"/>
              <a:t>ensure full decontamination of personnel and equipment</a:t>
            </a:r>
          </a:p>
          <a:p>
            <a:pPr marL="808038" lvl="1" indent="-342900" defTabSz="783092">
              <a:spcBef>
                <a:spcPts val="856"/>
              </a:spcBef>
              <a:buClrTx/>
              <a:buFontTx/>
              <a:buChar char="−"/>
            </a:pPr>
            <a:r>
              <a:rPr lang="en-GB" altLang="en-US" sz="1700" dirty="0"/>
              <a:t>complete log</a:t>
            </a:r>
          </a:p>
        </p:txBody>
      </p:sp>
      <p:sp>
        <p:nvSpPr>
          <p:cNvPr id="6" name="Rectangle 1026">
            <a:extLst>
              <a:ext uri="{FF2B5EF4-FFF2-40B4-BE49-F238E27FC236}">
                <a16:creationId xmlns:a16="http://schemas.microsoft.com/office/drawing/2014/main" id="{73F43362-B01F-4DB6-9E38-DD617C19A038}"/>
              </a:ext>
            </a:extLst>
          </p:cNvPr>
          <p:cNvSpPr txBox="1">
            <a:spLocks noChangeArrowheads="1"/>
          </p:cNvSpPr>
          <p:nvPr/>
        </p:nvSpPr>
        <p:spPr>
          <a:xfrm>
            <a:off x="1717380" y="605074"/>
            <a:ext cx="8305800" cy="708984"/>
          </a:xfrm>
          <a:prstGeom prst="rect">
            <a:avLst/>
          </a:prstGeom>
          <a:noFill/>
          <a:ln/>
        </p:spPr>
        <p:txBody>
          <a:bodyPr vert="horz" lIns="102443" tIns="51222" rIns="102443" bIns="51222" rtlCol="0" anchor="ctr">
            <a:normAutofit/>
          </a:bodyPr>
          <a:lstStyle>
            <a:lvl1pPr algn="l" defTabSz="1019830" rtl="0" eaLnBrk="1" latinLnBrk="0" hangingPunct="1">
              <a:lnSpc>
                <a:spcPct val="90000"/>
              </a:lnSpc>
              <a:spcBef>
                <a:spcPct val="0"/>
              </a:spcBef>
              <a:buNone/>
              <a:defRPr sz="2000" kern="120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lvl1pPr>
          </a:lstStyle>
          <a:p>
            <a:pPr algn="ctr"/>
            <a:r>
              <a:rPr lang="en-GB" altLang="en-US" sz="1877" dirty="0">
                <a:solidFill>
                  <a:schemeClr val="tx1"/>
                </a:solidFill>
                <a:latin typeface="+mj-lt"/>
                <a:ea typeface="+mj-ea"/>
                <a:cs typeface="+mj-cs"/>
              </a:rPr>
              <a:t>Beachmaster / Supervisors - Daily Tasks</a:t>
            </a:r>
            <a:br>
              <a:rPr lang="en-GB" altLang="en-US" sz="1877" dirty="0">
                <a:solidFill>
                  <a:schemeClr val="tx1"/>
                </a:solidFill>
                <a:latin typeface="+mj-lt"/>
                <a:ea typeface="+mj-ea"/>
                <a:cs typeface="+mj-cs"/>
              </a:rPr>
            </a:br>
            <a:endParaRPr lang="en-GB" altLang="en-US" sz="1877" dirty="0">
              <a:solidFill>
                <a:schemeClr val="tx1"/>
              </a:solidFill>
              <a:latin typeface="+mj-lt"/>
              <a:ea typeface="+mj-ea"/>
              <a:cs typeface="+mj-cs"/>
            </a:endParaRPr>
          </a:p>
        </p:txBody>
      </p:sp>
      <p:pic>
        <p:nvPicPr>
          <p:cNvPr id="3" name="Picture 2" descr="A group of people standing around a table&#10;&#10;Description automatically generated">
            <a:extLst>
              <a:ext uri="{FF2B5EF4-FFF2-40B4-BE49-F238E27FC236}">
                <a16:creationId xmlns:a16="http://schemas.microsoft.com/office/drawing/2014/main" id="{38BF48D7-69D5-4788-904B-6F2FDBA774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28950" y="3934026"/>
            <a:ext cx="3091867" cy="2318900"/>
          </a:xfrm>
          <a:prstGeom prst="rect">
            <a:avLst/>
          </a:prstGeom>
          <a:ln>
            <a:noFill/>
          </a:ln>
          <a:effectLst/>
        </p:spPr>
      </p:pic>
      <p:pic>
        <p:nvPicPr>
          <p:cNvPr id="5" name="Picture 4" descr="A picture containing fish, table, food, bag&#10;&#10;Description automatically generated">
            <a:extLst>
              <a:ext uri="{FF2B5EF4-FFF2-40B4-BE49-F238E27FC236}">
                <a16:creationId xmlns:a16="http://schemas.microsoft.com/office/drawing/2014/main" id="{04CEFC76-C2F1-43CD-A08A-9CD2422D0C8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6200000">
            <a:off x="8573309" y="1258701"/>
            <a:ext cx="3241027" cy="2430770"/>
          </a:xfrm>
          <a:prstGeom prst="rect">
            <a:avLst/>
          </a:prstGeom>
          <a:ln>
            <a:noFill/>
          </a:ln>
          <a:effectLst/>
        </p:spPr>
      </p:pic>
      <p:pic>
        <p:nvPicPr>
          <p:cNvPr id="11" name="Picture 6" descr="conduct_assessment">
            <a:extLst>
              <a:ext uri="{FF2B5EF4-FFF2-40B4-BE49-F238E27FC236}">
                <a16:creationId xmlns:a16="http://schemas.microsoft.com/office/drawing/2014/main" id="{436D8FA8-BD8E-446A-93A1-F2599820E1D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455645" y="3989825"/>
            <a:ext cx="3476354" cy="2318900"/>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6933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1026">
            <a:extLst>
              <a:ext uri="{FF2B5EF4-FFF2-40B4-BE49-F238E27FC236}">
                <a16:creationId xmlns:a16="http://schemas.microsoft.com/office/drawing/2014/main" id="{E162C8E8-203E-46E2-A560-68EB34544D11}"/>
              </a:ext>
            </a:extLst>
          </p:cNvPr>
          <p:cNvSpPr>
            <a:spLocks noGrp="1" noChangeArrowheads="1"/>
          </p:cNvSpPr>
          <p:nvPr>
            <p:ph type="title"/>
          </p:nvPr>
        </p:nvSpPr>
        <p:spPr>
          <a:xfrm>
            <a:off x="1904400" y="673086"/>
            <a:ext cx="8093806" cy="534788"/>
          </a:xfrm>
          <a:noFill/>
          <a:ln/>
        </p:spPr>
        <p:txBody>
          <a:bodyPr/>
          <a:lstStyle/>
          <a:p>
            <a:pPr algn="ctr"/>
            <a:r>
              <a:rPr lang="en-GB" altLang="en-US" dirty="0"/>
              <a:t>Media Handling</a:t>
            </a:r>
          </a:p>
        </p:txBody>
      </p:sp>
      <p:sp>
        <p:nvSpPr>
          <p:cNvPr id="421891" name="Rectangle 1027">
            <a:extLst>
              <a:ext uri="{FF2B5EF4-FFF2-40B4-BE49-F238E27FC236}">
                <a16:creationId xmlns:a16="http://schemas.microsoft.com/office/drawing/2014/main" id="{8D99FDA6-D094-410D-9DEE-AA4A7A4B6C54}"/>
              </a:ext>
            </a:extLst>
          </p:cNvPr>
          <p:cNvSpPr>
            <a:spLocks noGrp="1" noChangeArrowheads="1"/>
          </p:cNvSpPr>
          <p:nvPr>
            <p:ph type="body" sz="quarter" idx="13"/>
          </p:nvPr>
        </p:nvSpPr>
        <p:spPr>
          <a:xfrm>
            <a:off x="657748" y="1628775"/>
            <a:ext cx="6324909" cy="4679950"/>
          </a:xfrm>
          <a:noFill/>
          <a:ln/>
        </p:spPr>
        <p:txBody>
          <a:bodyPr/>
          <a:lstStyle/>
          <a:p>
            <a:pPr marL="195773" lvl="1" indent="-195773" defTabSz="783092">
              <a:lnSpc>
                <a:spcPct val="150000"/>
              </a:lnSpc>
              <a:spcBef>
                <a:spcPts val="856"/>
              </a:spcBef>
              <a:buClrTx/>
              <a:buFont typeface="Arial" panose="020B0604020202020204" pitchFamily="34" charset="0"/>
              <a:buChar char="•"/>
              <a:defRPr/>
            </a:pPr>
            <a:r>
              <a:rPr lang="en-GB" altLang="en-US" sz="1700" dirty="0"/>
              <a:t>Have Press Office contact number</a:t>
            </a:r>
          </a:p>
          <a:p>
            <a:pPr marL="195773" lvl="1" indent="-195773" defTabSz="783092">
              <a:lnSpc>
                <a:spcPct val="150000"/>
              </a:lnSpc>
              <a:spcBef>
                <a:spcPts val="856"/>
              </a:spcBef>
              <a:buClrTx/>
              <a:buFont typeface="Arial" panose="020B0604020202020204" pitchFamily="34" charset="0"/>
              <a:buChar char="•"/>
              <a:defRPr/>
            </a:pPr>
            <a:r>
              <a:rPr lang="en-GB" altLang="en-US" sz="1700" dirty="0"/>
              <a:t> Escort media onsite</a:t>
            </a:r>
          </a:p>
          <a:p>
            <a:pPr marL="195773" lvl="1" indent="-195773" defTabSz="783092">
              <a:lnSpc>
                <a:spcPct val="150000"/>
              </a:lnSpc>
              <a:spcBef>
                <a:spcPts val="856"/>
              </a:spcBef>
              <a:buClrTx/>
              <a:buFont typeface="Arial" panose="020B0604020202020204" pitchFamily="34" charset="0"/>
              <a:buChar char="•"/>
              <a:defRPr/>
            </a:pPr>
            <a:r>
              <a:rPr lang="en-GB" altLang="en-US" sz="1700" dirty="0"/>
              <a:t> Comment only on what is being    carried out at this site….refer to Press Office for further information</a:t>
            </a:r>
          </a:p>
          <a:p>
            <a:pPr marL="195773" lvl="1" indent="-195773" defTabSz="783092">
              <a:lnSpc>
                <a:spcPct val="150000"/>
              </a:lnSpc>
              <a:spcBef>
                <a:spcPts val="856"/>
              </a:spcBef>
              <a:buClrTx/>
              <a:buFont typeface="Arial" panose="020B0604020202020204" pitchFamily="34" charset="0"/>
              <a:buChar char="•"/>
              <a:defRPr/>
            </a:pPr>
            <a:r>
              <a:rPr lang="en-GB" altLang="en-US" sz="1700" dirty="0"/>
              <a:t> Do NOT speculate</a:t>
            </a:r>
          </a:p>
          <a:p>
            <a:pPr marL="195773" lvl="1" indent="-195773" defTabSz="783092">
              <a:lnSpc>
                <a:spcPct val="150000"/>
              </a:lnSpc>
              <a:spcBef>
                <a:spcPts val="856"/>
              </a:spcBef>
              <a:buClrTx/>
              <a:buFont typeface="Arial" panose="020B0604020202020204" pitchFamily="34" charset="0"/>
              <a:buChar char="•"/>
              <a:defRPr/>
            </a:pPr>
            <a:r>
              <a:rPr lang="en-GB" altLang="en-US" sz="1700" dirty="0"/>
              <a:t> Set time constraint on media enquiries</a:t>
            </a:r>
          </a:p>
        </p:txBody>
      </p:sp>
      <p:pic>
        <p:nvPicPr>
          <p:cNvPr id="4" name="Picture 3" descr="A group of people wearing military uniforms&#10;&#10;Description automatically generated">
            <a:extLst>
              <a:ext uri="{FF2B5EF4-FFF2-40B4-BE49-F238E27FC236}">
                <a16:creationId xmlns:a16="http://schemas.microsoft.com/office/drawing/2014/main" id="{905C09F1-CB06-4321-AF3D-F877804816F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76733" y="3798615"/>
            <a:ext cx="3450053" cy="2319117"/>
          </a:xfrm>
          <a:prstGeom prst="rect">
            <a:avLst/>
          </a:prstGeom>
          <a:ln>
            <a:noFill/>
          </a:ln>
          <a:effectLst/>
        </p:spPr>
      </p:pic>
      <p:pic>
        <p:nvPicPr>
          <p:cNvPr id="5" name="Picture 2">
            <a:extLst>
              <a:ext uri="{FF2B5EF4-FFF2-40B4-BE49-F238E27FC236}">
                <a16:creationId xmlns:a16="http://schemas.microsoft.com/office/drawing/2014/main" id="{7BC7A251-0010-4301-AC8E-AA5BD9A54AB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526786" y="1210690"/>
            <a:ext cx="3318516" cy="2337308"/>
          </a:xfrm>
          <a:prstGeom prst="rect">
            <a:avLst/>
          </a:prstGeom>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3CACF66-C8A3-4FA9-BE43-B64E81ED3945}"/>
              </a:ext>
            </a:extLst>
          </p:cNvPr>
          <p:cNvSpPr>
            <a:spLocks noGrp="1" noChangeArrowheads="1"/>
          </p:cNvSpPr>
          <p:nvPr>
            <p:ph type="title"/>
          </p:nvPr>
        </p:nvSpPr>
        <p:spPr bwMode="gray">
          <a:xfrm>
            <a:off x="1904400" y="687623"/>
            <a:ext cx="8093806" cy="534788"/>
          </a:xfrm>
        </p:spPr>
        <p:txBody>
          <a:bodyPr/>
          <a:lstStyle/>
          <a:p>
            <a:pPr algn="ctr"/>
            <a:r>
              <a:rPr lang="en-GB" altLang="en-US" dirty="0"/>
              <a:t>Why keep a log?</a:t>
            </a:r>
          </a:p>
        </p:txBody>
      </p:sp>
      <p:sp>
        <p:nvSpPr>
          <p:cNvPr id="26627" name="Rectangle 3">
            <a:extLst>
              <a:ext uri="{FF2B5EF4-FFF2-40B4-BE49-F238E27FC236}">
                <a16:creationId xmlns:a16="http://schemas.microsoft.com/office/drawing/2014/main" id="{31EBA17E-4EE1-4FF0-992E-E86C3793F7AC}"/>
              </a:ext>
            </a:extLst>
          </p:cNvPr>
          <p:cNvSpPr>
            <a:spLocks noGrp="1" noChangeArrowheads="1"/>
          </p:cNvSpPr>
          <p:nvPr>
            <p:ph type="body" sz="quarter" idx="13"/>
          </p:nvPr>
        </p:nvSpPr>
        <p:spPr bwMode="gray">
          <a:xfrm>
            <a:off x="356368" y="1361356"/>
            <a:ext cx="3879746" cy="4679950"/>
          </a:xfrm>
        </p:spPr>
        <p:txBody>
          <a:bodyPr>
            <a:noAutofit/>
          </a:bodyPr>
          <a:lstStyle/>
          <a:p>
            <a:pPr marL="195773" lvl="1" indent="-195773" defTabSz="783092">
              <a:lnSpc>
                <a:spcPct val="100000"/>
              </a:lnSpc>
              <a:spcBef>
                <a:spcPts val="856"/>
              </a:spcBef>
              <a:buClrTx/>
              <a:buFont typeface="Arial" panose="020B0604020202020204" pitchFamily="34" charset="0"/>
              <a:buChar char="•"/>
              <a:defRPr/>
            </a:pPr>
            <a:r>
              <a:rPr lang="en-GB" altLang="en-US" sz="1700" dirty="0"/>
              <a:t>Legal Reasons</a:t>
            </a:r>
          </a:p>
          <a:p>
            <a:pPr marL="195773" lvl="1" indent="-195773" defTabSz="783092">
              <a:lnSpc>
                <a:spcPct val="100000"/>
              </a:lnSpc>
              <a:spcBef>
                <a:spcPts val="856"/>
              </a:spcBef>
              <a:buClrTx/>
              <a:buFont typeface="Arial" panose="020B0604020202020204" pitchFamily="34" charset="0"/>
              <a:buChar char="•"/>
              <a:defRPr/>
            </a:pPr>
            <a:r>
              <a:rPr lang="en-GB" altLang="en-US" sz="1800" dirty="0"/>
              <a:t>Accident Reporting / Health and Safety</a:t>
            </a:r>
          </a:p>
          <a:p>
            <a:pPr marL="195773" lvl="1" indent="-195773" defTabSz="783092">
              <a:lnSpc>
                <a:spcPct val="100000"/>
              </a:lnSpc>
              <a:spcBef>
                <a:spcPts val="856"/>
              </a:spcBef>
              <a:buClrTx/>
              <a:buFont typeface="Arial" panose="020B0604020202020204" pitchFamily="34" charset="0"/>
              <a:buChar char="•"/>
              <a:defRPr/>
            </a:pPr>
            <a:r>
              <a:rPr lang="en-GB" altLang="en-US" sz="1800" dirty="0"/>
              <a:t>To record what you / your team were doing</a:t>
            </a:r>
          </a:p>
          <a:p>
            <a:pPr marL="195773" lvl="1" indent="-195773" defTabSz="783092">
              <a:lnSpc>
                <a:spcPct val="100000"/>
              </a:lnSpc>
              <a:spcBef>
                <a:spcPts val="856"/>
              </a:spcBef>
              <a:buClrTx/>
              <a:buFont typeface="Arial" panose="020B0604020202020204" pitchFamily="34" charset="0"/>
              <a:buChar char="•"/>
              <a:defRPr/>
            </a:pPr>
            <a:r>
              <a:rPr lang="en-GB" altLang="en-US" sz="1800" dirty="0"/>
              <a:t>To cover yourself and the company</a:t>
            </a:r>
          </a:p>
          <a:p>
            <a:pPr marL="195773" lvl="1" indent="-195773" defTabSz="783092">
              <a:lnSpc>
                <a:spcPct val="100000"/>
              </a:lnSpc>
              <a:spcBef>
                <a:spcPts val="856"/>
              </a:spcBef>
              <a:buClrTx/>
              <a:buFont typeface="Arial" panose="020B0604020202020204" pitchFamily="34" charset="0"/>
              <a:buChar char="•"/>
              <a:defRPr/>
            </a:pPr>
            <a:r>
              <a:rPr lang="en-GB" altLang="en-US" sz="1800" dirty="0"/>
              <a:t>To assist in statement preparation</a:t>
            </a:r>
          </a:p>
          <a:p>
            <a:pPr marL="195773" lvl="1" indent="-195773" defTabSz="783092">
              <a:lnSpc>
                <a:spcPct val="100000"/>
              </a:lnSpc>
              <a:spcBef>
                <a:spcPts val="856"/>
              </a:spcBef>
              <a:buClrTx/>
              <a:buFont typeface="Arial" panose="020B0604020202020204" pitchFamily="34" charset="0"/>
              <a:buChar char="•"/>
              <a:defRPr/>
            </a:pPr>
            <a:r>
              <a:rPr lang="en-GB" altLang="en-US" sz="1800" dirty="0"/>
              <a:t>Insurance Claims</a:t>
            </a:r>
          </a:p>
          <a:p>
            <a:pPr marL="195773" lvl="1" indent="-195773" defTabSz="783092">
              <a:lnSpc>
                <a:spcPct val="100000"/>
              </a:lnSpc>
              <a:spcBef>
                <a:spcPts val="856"/>
              </a:spcBef>
              <a:buClrTx/>
              <a:buFont typeface="Arial" panose="020B0604020202020204" pitchFamily="34" charset="0"/>
              <a:buChar char="•"/>
              <a:defRPr/>
            </a:pPr>
            <a:r>
              <a:rPr lang="en-GB" altLang="en-US" sz="1800" dirty="0"/>
              <a:t>To monitor the progress of the response</a:t>
            </a:r>
          </a:p>
          <a:p>
            <a:pPr marL="195773" lvl="1" indent="-195773" defTabSz="783092">
              <a:lnSpc>
                <a:spcPct val="100000"/>
              </a:lnSpc>
              <a:spcBef>
                <a:spcPts val="856"/>
              </a:spcBef>
              <a:buClrTx/>
              <a:buFont typeface="Arial" panose="020B0604020202020204" pitchFamily="34" charset="0"/>
              <a:buChar char="•"/>
              <a:defRPr/>
            </a:pPr>
            <a:r>
              <a:rPr lang="en-GB" altLang="en-US" sz="1800" dirty="0"/>
              <a:t>To refresh your memory later on </a:t>
            </a:r>
          </a:p>
          <a:p>
            <a:pPr marL="195773" lvl="1" indent="-195773" defTabSz="783092">
              <a:lnSpc>
                <a:spcPct val="100000"/>
              </a:lnSpc>
              <a:spcBef>
                <a:spcPts val="856"/>
              </a:spcBef>
              <a:buClrTx/>
              <a:buFont typeface="Arial" panose="020B0604020202020204" pitchFamily="34" charset="0"/>
              <a:buChar char="•"/>
              <a:defRPr/>
            </a:pPr>
            <a:r>
              <a:rPr lang="en-GB" altLang="en-US" sz="1800" dirty="0"/>
              <a:t>To give the full picture to the incident commander</a:t>
            </a:r>
          </a:p>
          <a:p>
            <a:pPr marL="1050904" lvl="1" indent="-387343">
              <a:buFont typeface="Wingdings" panose="05000000000000000000" pitchFamily="2" charset="2"/>
              <a:buChar char="S"/>
            </a:pPr>
            <a:endParaRPr lang="en-GB" altLang="en-US" sz="1800" dirty="0"/>
          </a:p>
        </p:txBody>
      </p:sp>
      <p:pic>
        <p:nvPicPr>
          <p:cNvPr id="6146" name="Picture 2" descr="Compliance and record-keeping | Commercial Motor">
            <a:extLst>
              <a:ext uri="{FF2B5EF4-FFF2-40B4-BE49-F238E27FC236}">
                <a16:creationId xmlns:a16="http://schemas.microsoft.com/office/drawing/2014/main" id="{E665A7DC-03F5-42BB-A008-594701BDCEB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736536" y="1552414"/>
            <a:ext cx="3099096" cy="1844722"/>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6150" name="Picture 6" descr="Head &amp; sticky notes stock vector. Illustration of mall - 10014136">
            <a:extLst>
              <a:ext uri="{FF2B5EF4-FFF2-40B4-BE49-F238E27FC236}">
                <a16:creationId xmlns:a16="http://schemas.microsoft.com/office/drawing/2014/main" id="{2B28702C-6E52-45DB-A777-AC4F428E070C}"/>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435941" y="3951904"/>
            <a:ext cx="1844722" cy="1844722"/>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2" name="Rectangle 1027">
            <a:extLst>
              <a:ext uri="{FF2B5EF4-FFF2-40B4-BE49-F238E27FC236}">
                <a16:creationId xmlns:a16="http://schemas.microsoft.com/office/drawing/2014/main" id="{AB7A979F-82D0-21CA-9FF0-56BC61121EB0}"/>
              </a:ext>
            </a:extLst>
          </p:cNvPr>
          <p:cNvSpPr txBox="1">
            <a:spLocks noChangeArrowheads="1"/>
          </p:cNvSpPr>
          <p:nvPr/>
        </p:nvSpPr>
        <p:spPr>
          <a:xfrm>
            <a:off x="5212494" y="1361356"/>
            <a:ext cx="3099097" cy="4530486"/>
          </a:xfrm>
          <a:prstGeom prst="rect">
            <a:avLst/>
          </a:prstGeom>
          <a:noFill/>
        </p:spPr>
        <p:txBody>
          <a:bodyPr vert="horz" lIns="0" tIns="0" rIns="0" bIns="0" rtlCol="0">
            <a:noAutofit/>
          </a:bodyPr>
          <a:lstStyle>
            <a:lvl1pPr marL="134033" indent="-134033" algn="l" defTabSz="536131" rtl="0" eaLnBrk="1" latinLnBrk="0" hangingPunct="1">
              <a:lnSpc>
                <a:spcPct val="90000"/>
              </a:lnSpc>
              <a:spcBef>
                <a:spcPts val="586"/>
              </a:spcBef>
              <a:buClr>
                <a:schemeClr val="accent2"/>
              </a:buClr>
              <a:buSzPct val="90000"/>
              <a:buFont typeface="Webdings" panose="05030102010509060703" pitchFamily="18" charset="2"/>
              <a:buChar char="&lt;"/>
              <a:defRPr sz="997" kern="1200">
                <a:solidFill>
                  <a:schemeClr val="tx1"/>
                </a:solidFill>
                <a:latin typeface="+mn-lt"/>
                <a:ea typeface="+mn-ea"/>
                <a:cs typeface="+mn-cs"/>
              </a:defRPr>
            </a:lvl1pPr>
            <a:lvl2pPr marL="402098"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997" kern="1200">
                <a:solidFill>
                  <a:schemeClr val="tx1"/>
                </a:solidFill>
                <a:latin typeface="+mn-lt"/>
                <a:ea typeface="+mn-ea"/>
                <a:cs typeface="+mn-cs"/>
              </a:defRPr>
            </a:lvl2pPr>
            <a:lvl3pPr marL="670163"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997" kern="1200">
                <a:solidFill>
                  <a:schemeClr val="tx1"/>
                </a:solidFill>
                <a:latin typeface="+mn-lt"/>
                <a:ea typeface="+mn-ea"/>
                <a:cs typeface="+mn-cs"/>
              </a:defRPr>
            </a:lvl3pPr>
            <a:lvl4pPr marL="938229"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821" kern="1200">
                <a:solidFill>
                  <a:schemeClr val="tx1"/>
                </a:solidFill>
                <a:latin typeface="+mn-lt"/>
                <a:ea typeface="+mn-ea"/>
                <a:cs typeface="+mn-cs"/>
              </a:defRPr>
            </a:lvl4pPr>
            <a:lvl5pPr marL="1206294"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645" kern="1200">
                <a:solidFill>
                  <a:schemeClr val="tx1"/>
                </a:solidFill>
                <a:latin typeface="+mn-lt"/>
                <a:ea typeface="+mn-ea"/>
                <a:cs typeface="+mn-cs"/>
              </a:defRPr>
            </a:lvl5pPr>
            <a:lvl6pPr marL="1474361"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6pPr>
            <a:lvl7pPr marL="1742426"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7pPr>
            <a:lvl8pPr marL="2010492"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8pPr>
            <a:lvl9pPr marL="2278557"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9pPr>
          </a:lstStyle>
          <a:p>
            <a:pPr marL="195773" lvl="1" indent="-195773" defTabSz="783092">
              <a:lnSpc>
                <a:spcPct val="100000"/>
              </a:lnSpc>
              <a:spcBef>
                <a:spcPts val="856"/>
              </a:spcBef>
              <a:buClrTx/>
              <a:buFont typeface="Arial" panose="020B0604020202020204" pitchFamily="34" charset="0"/>
              <a:buChar char="•"/>
              <a:defRPr/>
            </a:pPr>
            <a:r>
              <a:rPr lang="en-US" altLang="en-US" sz="1700" dirty="0"/>
              <a:t>First version of events</a:t>
            </a:r>
          </a:p>
          <a:p>
            <a:pPr marL="808038" lvl="1" indent="-342900" defTabSz="783092">
              <a:lnSpc>
                <a:spcPct val="100000"/>
              </a:lnSpc>
              <a:spcBef>
                <a:spcPts val="856"/>
              </a:spcBef>
              <a:buClrTx/>
              <a:buFontTx/>
              <a:buChar char="−"/>
            </a:pPr>
            <a:r>
              <a:rPr lang="en-US" altLang="en-US" sz="1700" dirty="0"/>
              <a:t>Events fresh in your mind</a:t>
            </a:r>
          </a:p>
          <a:p>
            <a:pPr marL="808038" lvl="1" indent="-342900" defTabSz="783092">
              <a:lnSpc>
                <a:spcPct val="100000"/>
              </a:lnSpc>
              <a:spcBef>
                <a:spcPts val="856"/>
              </a:spcBef>
              <a:buClrTx/>
              <a:buFontTx/>
              <a:buChar char="−"/>
            </a:pPr>
            <a:r>
              <a:rPr lang="en-US" altLang="en-US" sz="1700" dirty="0"/>
              <a:t>Events accurate / not distorted</a:t>
            </a:r>
          </a:p>
          <a:p>
            <a:pPr marL="195773" lvl="1" indent="-195773" defTabSz="783092">
              <a:lnSpc>
                <a:spcPct val="100000"/>
              </a:lnSpc>
              <a:spcBef>
                <a:spcPts val="856"/>
              </a:spcBef>
              <a:buClrTx/>
              <a:buFont typeface="Arial" panose="020B0604020202020204" pitchFamily="34" charset="0"/>
              <a:buChar char="•"/>
              <a:defRPr/>
            </a:pPr>
            <a:r>
              <a:rPr lang="en-US" altLang="en-US" sz="1700" dirty="0"/>
              <a:t>Statements</a:t>
            </a:r>
          </a:p>
          <a:p>
            <a:pPr marL="808038" lvl="1" indent="-342900" defTabSz="783092">
              <a:lnSpc>
                <a:spcPct val="100000"/>
              </a:lnSpc>
              <a:spcBef>
                <a:spcPts val="856"/>
              </a:spcBef>
              <a:buClrTx/>
              <a:buFontTx/>
              <a:buChar char="−"/>
            </a:pPr>
            <a:r>
              <a:rPr lang="en-US" altLang="en-US" sz="1700" dirty="0"/>
              <a:t>May be prepared months later</a:t>
            </a:r>
          </a:p>
          <a:p>
            <a:pPr marL="195773" lvl="1" indent="-195773" defTabSz="783092">
              <a:lnSpc>
                <a:spcPct val="100000"/>
              </a:lnSpc>
              <a:spcBef>
                <a:spcPts val="856"/>
              </a:spcBef>
              <a:buClrTx/>
              <a:buFont typeface="Arial" panose="020B0604020202020204" pitchFamily="34" charset="0"/>
              <a:buChar char="•"/>
              <a:defRPr/>
            </a:pPr>
            <a:r>
              <a:rPr lang="en-US" altLang="en-US" sz="1700" dirty="0"/>
              <a:t>Court Cases / Insurance Claims</a:t>
            </a:r>
          </a:p>
          <a:p>
            <a:pPr marL="808038" lvl="1" indent="-342900" defTabSz="783092">
              <a:lnSpc>
                <a:spcPct val="100000"/>
              </a:lnSpc>
              <a:spcBef>
                <a:spcPts val="856"/>
              </a:spcBef>
              <a:buClrTx/>
              <a:buFontTx/>
              <a:buChar char="−"/>
            </a:pPr>
            <a:r>
              <a:rPr lang="en-US" altLang="en-US" sz="1700" dirty="0"/>
              <a:t>May be years later</a:t>
            </a:r>
          </a:p>
          <a:p>
            <a:pPr lvl="1">
              <a:buFont typeface="Wingdings" panose="05000000000000000000" pitchFamily="2" charset="2"/>
              <a:buChar char="S"/>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par>
                                <p:cTn id="7" presetID="1" presetClass="entr" presetSubtype="0" fill="hold" grpId="0" nodeType="withEffect">
                                  <p:stCondLst>
                                    <p:cond delay="1000"/>
                                  </p:stCondLst>
                                  <p:childTnLst>
                                    <p:set>
                                      <p:cBhvr>
                                        <p:cTn id="8" dur="1" fill="hold">
                                          <p:stCondLst>
                                            <p:cond delay="0"/>
                                          </p:stCondLst>
                                        </p:cTn>
                                        <p:tgtEl>
                                          <p:spTgt spid="26627">
                                            <p:txEl>
                                              <p:pRg st="1" end="1"/>
                                            </p:txEl>
                                          </p:spTgt>
                                        </p:tgtEl>
                                        <p:attrNameLst>
                                          <p:attrName>style.visibility</p:attrName>
                                        </p:attrNameLst>
                                      </p:cBhvr>
                                      <p:to>
                                        <p:strVal val="visible"/>
                                      </p:to>
                                    </p:set>
                                  </p:childTnLst>
                                </p:cTn>
                              </p:par>
                              <p:par>
                                <p:cTn id="9" presetID="1" presetClass="entr" presetSubtype="0" fill="hold" grpId="0" nodeType="withEffect">
                                  <p:stCondLst>
                                    <p:cond delay="1000"/>
                                  </p:stCondLst>
                                  <p:childTnLst>
                                    <p:set>
                                      <p:cBhvr>
                                        <p:cTn id="10" dur="1" fill="hold">
                                          <p:stCondLst>
                                            <p:cond delay="0"/>
                                          </p:stCondLst>
                                        </p:cTn>
                                        <p:tgtEl>
                                          <p:spTgt spid="26627">
                                            <p:txEl>
                                              <p:pRg st="2" end="2"/>
                                            </p:txEl>
                                          </p:spTgt>
                                        </p:tgtEl>
                                        <p:attrNameLst>
                                          <p:attrName>style.visibility</p:attrName>
                                        </p:attrNameLst>
                                      </p:cBhvr>
                                      <p:to>
                                        <p:strVal val="visible"/>
                                      </p:to>
                                    </p:set>
                                  </p:childTnLst>
                                </p:cTn>
                              </p:par>
                              <p:par>
                                <p:cTn id="11" presetID="1" presetClass="entr" presetSubtype="0" fill="hold" grpId="0" nodeType="withEffect">
                                  <p:stCondLst>
                                    <p:cond delay="1000"/>
                                  </p:stCondLst>
                                  <p:childTnLst>
                                    <p:set>
                                      <p:cBhvr>
                                        <p:cTn id="12" dur="1" fill="hold">
                                          <p:stCondLst>
                                            <p:cond delay="0"/>
                                          </p:stCondLst>
                                        </p:cTn>
                                        <p:tgtEl>
                                          <p:spTgt spid="26627">
                                            <p:txEl>
                                              <p:pRg st="3" end="3"/>
                                            </p:txEl>
                                          </p:spTgt>
                                        </p:tgtEl>
                                        <p:attrNameLst>
                                          <p:attrName>style.visibility</p:attrName>
                                        </p:attrNameLst>
                                      </p:cBhvr>
                                      <p:to>
                                        <p:strVal val="visible"/>
                                      </p:to>
                                    </p:set>
                                  </p:childTnLst>
                                </p:cTn>
                              </p:par>
                              <p:par>
                                <p:cTn id="13" presetID="1" presetClass="entr" presetSubtype="0" fill="hold" grpId="0" nodeType="withEffect">
                                  <p:stCondLst>
                                    <p:cond delay="1000"/>
                                  </p:stCondLst>
                                  <p:childTnLst>
                                    <p:set>
                                      <p:cBhvr>
                                        <p:cTn id="14" dur="1" fill="hold">
                                          <p:stCondLst>
                                            <p:cond delay="0"/>
                                          </p:stCondLst>
                                        </p:cTn>
                                        <p:tgtEl>
                                          <p:spTgt spid="26627">
                                            <p:txEl>
                                              <p:pRg st="4" end="4"/>
                                            </p:txEl>
                                          </p:spTgt>
                                        </p:tgtEl>
                                        <p:attrNameLst>
                                          <p:attrName>style.visibility</p:attrName>
                                        </p:attrNameLst>
                                      </p:cBhvr>
                                      <p:to>
                                        <p:strVal val="visible"/>
                                      </p:to>
                                    </p:set>
                                  </p:childTnLst>
                                </p:cTn>
                              </p:par>
                              <p:par>
                                <p:cTn id="15" presetID="1" presetClass="entr" presetSubtype="0" fill="hold" grpId="0" nodeType="withEffect">
                                  <p:stCondLst>
                                    <p:cond delay="1000"/>
                                  </p:stCondLst>
                                  <p:childTnLst>
                                    <p:set>
                                      <p:cBhvr>
                                        <p:cTn id="16" dur="1" fill="hold">
                                          <p:stCondLst>
                                            <p:cond delay="0"/>
                                          </p:stCondLst>
                                        </p:cTn>
                                        <p:tgtEl>
                                          <p:spTgt spid="26627">
                                            <p:txEl>
                                              <p:pRg st="5" end="5"/>
                                            </p:txEl>
                                          </p:spTgt>
                                        </p:tgtEl>
                                        <p:attrNameLst>
                                          <p:attrName>style.visibility</p:attrName>
                                        </p:attrNameLst>
                                      </p:cBhvr>
                                      <p:to>
                                        <p:strVal val="visible"/>
                                      </p:to>
                                    </p:set>
                                  </p:childTnLst>
                                </p:cTn>
                              </p:par>
                              <p:par>
                                <p:cTn id="17" presetID="1" presetClass="entr" presetSubtype="0" fill="hold" grpId="0" nodeType="withEffect">
                                  <p:stCondLst>
                                    <p:cond delay="1000"/>
                                  </p:stCondLst>
                                  <p:childTnLst>
                                    <p:set>
                                      <p:cBhvr>
                                        <p:cTn id="18" dur="1" fill="hold">
                                          <p:stCondLst>
                                            <p:cond delay="0"/>
                                          </p:stCondLst>
                                        </p:cTn>
                                        <p:tgtEl>
                                          <p:spTgt spid="26627">
                                            <p:txEl>
                                              <p:pRg st="6" end="6"/>
                                            </p:txEl>
                                          </p:spTgt>
                                        </p:tgtEl>
                                        <p:attrNameLst>
                                          <p:attrName>style.visibility</p:attrName>
                                        </p:attrNameLst>
                                      </p:cBhvr>
                                      <p:to>
                                        <p:strVal val="visible"/>
                                      </p:to>
                                    </p:set>
                                  </p:childTnLst>
                                </p:cTn>
                              </p:par>
                              <p:par>
                                <p:cTn id="19" presetID="1" presetClass="entr" presetSubtype="0" fill="hold" grpId="0" nodeType="withEffect">
                                  <p:stCondLst>
                                    <p:cond delay="1000"/>
                                  </p:stCondLst>
                                  <p:childTnLst>
                                    <p:set>
                                      <p:cBhvr>
                                        <p:cTn id="20" dur="1" fill="hold">
                                          <p:stCondLst>
                                            <p:cond delay="0"/>
                                          </p:stCondLst>
                                        </p:cTn>
                                        <p:tgtEl>
                                          <p:spTgt spid="26627">
                                            <p:txEl>
                                              <p:pRg st="7" end="7"/>
                                            </p:txEl>
                                          </p:spTgt>
                                        </p:tgtEl>
                                        <p:attrNameLst>
                                          <p:attrName>style.visibility</p:attrName>
                                        </p:attrNameLst>
                                      </p:cBhvr>
                                      <p:to>
                                        <p:strVal val="visible"/>
                                      </p:to>
                                    </p:set>
                                  </p:childTnLst>
                                </p:cTn>
                              </p:par>
                              <p:par>
                                <p:cTn id="21" presetID="1" presetClass="entr" presetSubtype="0" fill="hold" grpId="0" nodeType="withEffect">
                                  <p:stCondLst>
                                    <p:cond delay="1000"/>
                                  </p:stCondLst>
                                  <p:childTnLst>
                                    <p:set>
                                      <p:cBhvr>
                                        <p:cTn id="22" dur="1" fill="hold">
                                          <p:stCondLst>
                                            <p:cond delay="0"/>
                                          </p:stCondLst>
                                        </p:cTn>
                                        <p:tgtEl>
                                          <p:spTgt spid="26627">
                                            <p:txEl>
                                              <p:pRg st="8" end="8"/>
                                            </p:txEl>
                                          </p:spTgt>
                                        </p:tgtEl>
                                        <p:attrNameLst>
                                          <p:attrName>style.visibility</p:attrName>
                                        </p:attrNameLst>
                                      </p:cBhvr>
                                      <p:to>
                                        <p:strVal val="visible"/>
                                      </p:to>
                                    </p:set>
                                  </p:childTnLst>
                                </p:cTn>
                              </p:par>
                              <p:par>
                                <p:cTn id="23" presetID="1" presetClass="entr" presetSubtype="0" fill="hold" grpId="0" nodeType="withEffect">
                                  <p:stCondLst>
                                    <p:cond delay="100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descr="log">
            <a:extLst>
              <a:ext uri="{FF2B5EF4-FFF2-40B4-BE49-F238E27FC236}">
                <a16:creationId xmlns:a16="http://schemas.microsoft.com/office/drawing/2014/main" id="{65249F03-D2E0-4414-9403-0393B2D634CF}"/>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b="6339"/>
          <a:stretch/>
        </p:blipFill>
        <p:spPr bwMode="auto">
          <a:xfrm>
            <a:off x="9448836" y="1228554"/>
            <a:ext cx="2202409" cy="2773294"/>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28675" name="Rectangle 2">
            <a:extLst>
              <a:ext uri="{FF2B5EF4-FFF2-40B4-BE49-F238E27FC236}">
                <a16:creationId xmlns:a16="http://schemas.microsoft.com/office/drawing/2014/main" id="{6CDA034F-A68D-4C4E-9DA2-CC98EBD6061F}"/>
              </a:ext>
            </a:extLst>
          </p:cNvPr>
          <p:cNvSpPr>
            <a:spLocks noGrp="1" noChangeArrowheads="1"/>
          </p:cNvSpPr>
          <p:nvPr>
            <p:ph type="title"/>
          </p:nvPr>
        </p:nvSpPr>
        <p:spPr/>
        <p:txBody>
          <a:bodyPr/>
          <a:lstStyle/>
          <a:p>
            <a:pPr algn="ctr" eaLnBrk="1" hangingPunct="1"/>
            <a:r>
              <a:rPr lang="en-US" altLang="en-US" dirty="0"/>
              <a:t>Different Types of Log</a:t>
            </a:r>
          </a:p>
        </p:txBody>
      </p:sp>
      <p:sp>
        <p:nvSpPr>
          <p:cNvPr id="9220" name="Rectangle 3">
            <a:extLst>
              <a:ext uri="{FF2B5EF4-FFF2-40B4-BE49-F238E27FC236}">
                <a16:creationId xmlns:a16="http://schemas.microsoft.com/office/drawing/2014/main" id="{15AC9885-E37D-4280-8AB7-A5EA0AC37814}"/>
              </a:ext>
            </a:extLst>
          </p:cNvPr>
          <p:cNvSpPr>
            <a:spLocks noGrp="1" noChangeArrowheads="1"/>
          </p:cNvSpPr>
          <p:nvPr>
            <p:ph type="body" sz="quarter" idx="13"/>
          </p:nvPr>
        </p:nvSpPr>
        <p:spPr>
          <a:xfrm>
            <a:off x="657748" y="1628775"/>
            <a:ext cx="3638207" cy="4297572"/>
          </a:xfrm>
          <a:ln>
            <a:noFill/>
          </a:ln>
          <a:effectLst/>
          <a:extLst>
            <a:ext uri="{909E8E84-426E-40DD-AFC4-6F175D3DCCD1}">
              <a14:hiddenFill xmlns:a14="http://schemas.microsoft.com/office/drawing/2010/main">
                <a:solidFill>
                  <a:srgbClr val="FFFFFF"/>
                </a:solidFill>
              </a14:hiddenFill>
            </a:ext>
          </a:extLst>
        </p:spPr>
        <p:txBody>
          <a:bodyPr/>
          <a:lstStyle/>
          <a:p>
            <a:pPr marL="195773" lvl="1" indent="-195773" defTabSz="783092">
              <a:lnSpc>
                <a:spcPct val="100000"/>
              </a:lnSpc>
              <a:spcBef>
                <a:spcPts val="856"/>
              </a:spcBef>
              <a:buClrTx/>
              <a:buFont typeface="Arial" panose="020B0604020202020204" pitchFamily="34" charset="0"/>
              <a:buChar char="•"/>
              <a:defRPr/>
            </a:pPr>
            <a:r>
              <a:rPr lang="en-US" sz="1700" dirty="0"/>
              <a:t>Personal Log</a:t>
            </a:r>
          </a:p>
          <a:p>
            <a:pPr marL="808038" lvl="1" indent="-342900" defTabSz="783092">
              <a:lnSpc>
                <a:spcPct val="100000"/>
              </a:lnSpc>
              <a:spcBef>
                <a:spcPts val="856"/>
              </a:spcBef>
              <a:buClrTx/>
              <a:buFontTx/>
              <a:buChar char="−"/>
              <a:defRPr/>
            </a:pPr>
            <a:r>
              <a:rPr lang="en-US" sz="1700" dirty="0"/>
              <a:t>Written Log / Notebook</a:t>
            </a:r>
          </a:p>
          <a:p>
            <a:pPr marL="808038" lvl="1" indent="-342900" defTabSz="783092">
              <a:lnSpc>
                <a:spcPct val="100000"/>
              </a:lnSpc>
              <a:spcBef>
                <a:spcPts val="856"/>
              </a:spcBef>
              <a:buClrTx/>
              <a:buFontTx/>
              <a:buChar char="−"/>
              <a:defRPr/>
            </a:pPr>
            <a:r>
              <a:rPr lang="en-US" sz="1700" dirty="0"/>
              <a:t>Dictaphone</a:t>
            </a:r>
          </a:p>
          <a:p>
            <a:pPr marL="808038" lvl="1" indent="-342900" defTabSz="783092">
              <a:lnSpc>
                <a:spcPct val="100000"/>
              </a:lnSpc>
              <a:spcBef>
                <a:spcPts val="856"/>
              </a:spcBef>
              <a:buClrTx/>
              <a:buFontTx/>
              <a:buChar char="−"/>
              <a:defRPr/>
            </a:pPr>
            <a:r>
              <a:rPr lang="en-US" sz="1700" dirty="0"/>
              <a:t>Transcript</a:t>
            </a:r>
          </a:p>
          <a:p>
            <a:pPr marL="465138" lvl="1" indent="0" defTabSz="783092">
              <a:lnSpc>
                <a:spcPct val="100000"/>
              </a:lnSpc>
              <a:spcBef>
                <a:spcPts val="856"/>
              </a:spcBef>
              <a:buClrTx/>
              <a:buNone/>
              <a:defRPr/>
            </a:pPr>
            <a:endParaRPr lang="en-US" sz="1700" dirty="0"/>
          </a:p>
          <a:p>
            <a:pPr marL="195773" lvl="1" indent="-195773" defTabSz="783092">
              <a:lnSpc>
                <a:spcPct val="100000"/>
              </a:lnSpc>
              <a:spcBef>
                <a:spcPts val="856"/>
              </a:spcBef>
              <a:buClrTx/>
              <a:buFont typeface="Arial" panose="020B0604020202020204" pitchFamily="34" charset="0"/>
              <a:buChar char="•"/>
              <a:defRPr/>
            </a:pPr>
            <a:r>
              <a:rPr lang="en-US" sz="1700" dirty="0"/>
              <a:t>Incident Log</a:t>
            </a:r>
          </a:p>
          <a:p>
            <a:pPr marL="808038" lvl="1" indent="-342900" defTabSz="783092">
              <a:lnSpc>
                <a:spcPct val="100000"/>
              </a:lnSpc>
              <a:spcBef>
                <a:spcPts val="856"/>
              </a:spcBef>
              <a:buClrTx/>
              <a:buFontTx/>
              <a:buChar char="−"/>
              <a:defRPr/>
            </a:pPr>
            <a:r>
              <a:rPr lang="en-US" sz="1700" dirty="0"/>
              <a:t>Voice Recorders</a:t>
            </a:r>
          </a:p>
          <a:p>
            <a:pPr marL="808038" lvl="1" indent="-342900" defTabSz="783092">
              <a:lnSpc>
                <a:spcPct val="100000"/>
              </a:lnSpc>
              <a:spcBef>
                <a:spcPts val="856"/>
              </a:spcBef>
              <a:buClrTx/>
              <a:buFontTx/>
              <a:buChar char="−"/>
              <a:defRPr/>
            </a:pPr>
            <a:r>
              <a:rPr lang="en-US" sz="1700" dirty="0"/>
              <a:t>Video</a:t>
            </a:r>
          </a:p>
          <a:p>
            <a:pPr marL="808038" lvl="1" indent="-342900" defTabSz="783092">
              <a:lnSpc>
                <a:spcPct val="100000"/>
              </a:lnSpc>
              <a:spcBef>
                <a:spcPts val="856"/>
              </a:spcBef>
              <a:buClrTx/>
              <a:buFontTx/>
              <a:buChar char="−"/>
              <a:defRPr/>
            </a:pPr>
            <a:r>
              <a:rPr lang="en-US" sz="1700" dirty="0"/>
              <a:t>Computer</a:t>
            </a:r>
          </a:p>
        </p:txBody>
      </p:sp>
      <p:sp>
        <p:nvSpPr>
          <p:cNvPr id="2" name="TextBox 1">
            <a:extLst>
              <a:ext uri="{FF2B5EF4-FFF2-40B4-BE49-F238E27FC236}">
                <a16:creationId xmlns:a16="http://schemas.microsoft.com/office/drawing/2014/main" id="{193A9431-95D4-4FB8-A670-849E925CEB24}"/>
              </a:ext>
            </a:extLst>
          </p:cNvPr>
          <p:cNvSpPr txBox="1"/>
          <p:nvPr/>
        </p:nvSpPr>
        <p:spPr>
          <a:xfrm>
            <a:off x="9384328" y="613791"/>
            <a:ext cx="129016" cy="230191"/>
          </a:xfrm>
          <a:prstGeom prst="rect">
            <a:avLst/>
          </a:prstGeom>
          <a:solidFill>
            <a:schemeClr val="bg1"/>
          </a:solidFill>
        </p:spPr>
        <p:txBody>
          <a:bodyPr wrap="square" rtlCol="0">
            <a:spAutoFit/>
          </a:bodyPr>
          <a:lstStyle/>
          <a:p>
            <a:endParaRPr lang="en-GB" sz="896" dirty="0"/>
          </a:p>
        </p:txBody>
      </p:sp>
      <p:pic>
        <p:nvPicPr>
          <p:cNvPr id="9218" name="Picture 2" descr="Dictaphone Tape Recorder Isolated On A White Background Stock Photo,  Picture And Royalty Free Image. Image 785378.">
            <a:extLst>
              <a:ext uri="{FF2B5EF4-FFF2-40B4-BE49-F238E27FC236}">
                <a16:creationId xmlns:a16="http://schemas.microsoft.com/office/drawing/2014/main" id="{EBAB5593-2C7D-4EC7-ACB8-5FC10D1A633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163623" y="4453084"/>
            <a:ext cx="2896047" cy="1927187"/>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F60E710-9DC4-581E-B726-B9F481424DC2}"/>
              </a:ext>
            </a:extLst>
          </p:cNvPr>
          <p:cNvSpPr txBox="1">
            <a:spLocks noChangeArrowheads="1"/>
          </p:cNvSpPr>
          <p:nvPr/>
        </p:nvSpPr>
        <p:spPr>
          <a:xfrm>
            <a:off x="5169208" y="1628775"/>
            <a:ext cx="2835950" cy="3305534"/>
          </a:xfrm>
          <a:prstGeom prst="rect">
            <a:avLst/>
          </a:prstGeom>
          <a:noFill/>
        </p:spPr>
        <p:txBody>
          <a:bodyPr vert="horz" lIns="0" tIns="0" rIns="0" bIns="0" rtlCol="0">
            <a:noAutofit/>
          </a:bodyPr>
          <a:lstStyle>
            <a:lvl1pPr marL="134033" indent="-134033" algn="l" defTabSz="536131" rtl="0" eaLnBrk="1" latinLnBrk="0" hangingPunct="1">
              <a:lnSpc>
                <a:spcPct val="90000"/>
              </a:lnSpc>
              <a:spcBef>
                <a:spcPts val="586"/>
              </a:spcBef>
              <a:buClr>
                <a:schemeClr val="accent2"/>
              </a:buClr>
              <a:buSzPct val="90000"/>
              <a:buFont typeface="Webdings" panose="05030102010509060703" pitchFamily="18" charset="2"/>
              <a:buChar char="&lt;"/>
              <a:defRPr sz="997" kern="1200">
                <a:solidFill>
                  <a:schemeClr val="tx1"/>
                </a:solidFill>
                <a:latin typeface="+mn-lt"/>
                <a:ea typeface="+mn-ea"/>
                <a:cs typeface="+mn-cs"/>
              </a:defRPr>
            </a:lvl1pPr>
            <a:lvl2pPr marL="402098"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997" kern="1200">
                <a:solidFill>
                  <a:schemeClr val="tx1"/>
                </a:solidFill>
                <a:latin typeface="+mn-lt"/>
                <a:ea typeface="+mn-ea"/>
                <a:cs typeface="+mn-cs"/>
              </a:defRPr>
            </a:lvl2pPr>
            <a:lvl3pPr marL="670163"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997" kern="1200">
                <a:solidFill>
                  <a:schemeClr val="tx1"/>
                </a:solidFill>
                <a:latin typeface="+mn-lt"/>
                <a:ea typeface="+mn-ea"/>
                <a:cs typeface="+mn-cs"/>
              </a:defRPr>
            </a:lvl3pPr>
            <a:lvl4pPr marL="938229"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821" kern="1200">
                <a:solidFill>
                  <a:schemeClr val="tx1"/>
                </a:solidFill>
                <a:latin typeface="+mn-lt"/>
                <a:ea typeface="+mn-ea"/>
                <a:cs typeface="+mn-cs"/>
              </a:defRPr>
            </a:lvl4pPr>
            <a:lvl5pPr marL="1206294" indent="-134033" algn="l" defTabSz="536131" rtl="0" eaLnBrk="1" latinLnBrk="0" hangingPunct="1">
              <a:lnSpc>
                <a:spcPct val="90000"/>
              </a:lnSpc>
              <a:spcBef>
                <a:spcPts val="294"/>
              </a:spcBef>
              <a:buClr>
                <a:schemeClr val="accent2"/>
              </a:buClr>
              <a:buSzPct val="90000"/>
              <a:buFont typeface="Webdings" panose="05030102010509060703" pitchFamily="18" charset="2"/>
              <a:buChar char="&lt;"/>
              <a:defRPr sz="645" kern="1200">
                <a:solidFill>
                  <a:schemeClr val="tx1"/>
                </a:solidFill>
                <a:latin typeface="+mn-lt"/>
                <a:ea typeface="+mn-ea"/>
                <a:cs typeface="+mn-cs"/>
              </a:defRPr>
            </a:lvl5pPr>
            <a:lvl6pPr marL="1474361"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6pPr>
            <a:lvl7pPr marL="1742426"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7pPr>
            <a:lvl8pPr marL="2010492"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8pPr>
            <a:lvl9pPr marL="2278557" indent="-134033" algn="l" defTabSz="536131" rtl="0" eaLnBrk="1" latinLnBrk="0" hangingPunct="1">
              <a:lnSpc>
                <a:spcPct val="90000"/>
              </a:lnSpc>
              <a:spcBef>
                <a:spcPts val="294"/>
              </a:spcBef>
              <a:buFont typeface="Arial" panose="020B0604020202020204" pitchFamily="34" charset="0"/>
              <a:buChar char="•"/>
              <a:defRPr sz="1055" kern="1200">
                <a:solidFill>
                  <a:schemeClr val="tx1"/>
                </a:solidFill>
                <a:latin typeface="+mn-lt"/>
                <a:ea typeface="+mn-ea"/>
                <a:cs typeface="+mn-cs"/>
              </a:defRPr>
            </a:lvl9pPr>
          </a:lstStyle>
          <a:p>
            <a:pPr marL="195773" lvl="1" indent="-195773" defTabSz="783092">
              <a:lnSpc>
                <a:spcPct val="100000"/>
              </a:lnSpc>
              <a:spcBef>
                <a:spcPts val="856"/>
              </a:spcBef>
              <a:buClrTx/>
              <a:buFont typeface="Arial" panose="020B0604020202020204" pitchFamily="34" charset="0"/>
              <a:buChar char="•"/>
              <a:defRPr/>
            </a:pPr>
            <a:r>
              <a:rPr lang="en-US" sz="1700" dirty="0"/>
              <a:t>Written</a:t>
            </a:r>
          </a:p>
          <a:p>
            <a:pPr marL="808038" lvl="1" indent="-342900" defTabSz="783092">
              <a:lnSpc>
                <a:spcPct val="100000"/>
              </a:lnSpc>
              <a:spcBef>
                <a:spcPts val="856"/>
              </a:spcBef>
              <a:buClrTx/>
              <a:buFontTx/>
              <a:buChar char="−"/>
              <a:defRPr/>
            </a:pPr>
            <a:r>
              <a:rPr lang="en-US" sz="1700" dirty="0"/>
              <a:t>Notebook</a:t>
            </a:r>
          </a:p>
          <a:p>
            <a:pPr marL="808038" lvl="1" indent="-342900" defTabSz="783092">
              <a:lnSpc>
                <a:spcPct val="100000"/>
              </a:lnSpc>
              <a:spcBef>
                <a:spcPts val="856"/>
              </a:spcBef>
              <a:buClrTx/>
              <a:buFontTx/>
              <a:buChar char="−"/>
              <a:defRPr/>
            </a:pPr>
            <a:r>
              <a:rPr lang="en-US" sz="1700" dirty="0"/>
              <a:t>Ruled with margins</a:t>
            </a:r>
          </a:p>
          <a:p>
            <a:pPr marL="808038" lvl="1" indent="-342900" defTabSz="783092">
              <a:lnSpc>
                <a:spcPct val="100000"/>
              </a:lnSpc>
              <a:spcBef>
                <a:spcPts val="856"/>
              </a:spcBef>
              <a:buClrTx/>
              <a:buFontTx/>
              <a:buChar char="−"/>
              <a:defRPr/>
            </a:pPr>
            <a:r>
              <a:rPr lang="en-US" sz="1700" dirty="0"/>
              <a:t>New book for each incident</a:t>
            </a:r>
          </a:p>
          <a:p>
            <a:pPr marL="465138" lvl="1" indent="0" defTabSz="783092">
              <a:lnSpc>
                <a:spcPct val="100000"/>
              </a:lnSpc>
              <a:spcBef>
                <a:spcPts val="856"/>
              </a:spcBef>
              <a:buClrTx/>
              <a:buNone/>
              <a:defRPr/>
            </a:pPr>
            <a:endParaRPr lang="en-US" sz="1700" dirty="0"/>
          </a:p>
          <a:p>
            <a:pPr marL="195773" lvl="1" indent="-195773" defTabSz="783092">
              <a:lnSpc>
                <a:spcPct val="100000"/>
              </a:lnSpc>
              <a:spcBef>
                <a:spcPts val="856"/>
              </a:spcBef>
              <a:buClrTx/>
              <a:buFont typeface="Arial" panose="020B0604020202020204" pitchFamily="34" charset="0"/>
              <a:buChar char="•"/>
              <a:defRPr/>
            </a:pPr>
            <a:r>
              <a:rPr lang="en-US" sz="1700" dirty="0"/>
              <a:t>Verbal</a:t>
            </a:r>
          </a:p>
          <a:p>
            <a:pPr marL="808038" lvl="1" indent="-342900" defTabSz="783092">
              <a:lnSpc>
                <a:spcPct val="100000"/>
              </a:lnSpc>
              <a:spcBef>
                <a:spcPts val="856"/>
              </a:spcBef>
              <a:buClrTx/>
              <a:buFontTx/>
              <a:buChar char="−"/>
              <a:defRPr/>
            </a:pPr>
            <a:r>
              <a:rPr lang="en-US" sz="1700" dirty="0"/>
              <a:t>Dictaphone</a:t>
            </a:r>
          </a:p>
          <a:p>
            <a:pPr marL="808038" lvl="1" indent="-342900" defTabSz="783092">
              <a:lnSpc>
                <a:spcPct val="100000"/>
              </a:lnSpc>
              <a:spcBef>
                <a:spcPts val="856"/>
              </a:spcBef>
              <a:buClrTx/>
              <a:buFontTx/>
              <a:buChar char="−"/>
              <a:defRPr/>
            </a:pPr>
            <a:r>
              <a:rPr lang="en-US" sz="1700" dirty="0"/>
              <a:t>New tape for each day</a:t>
            </a:r>
          </a:p>
          <a:p>
            <a:pPr marL="808038" lvl="1" indent="-342900" defTabSz="783092">
              <a:lnSpc>
                <a:spcPct val="100000"/>
              </a:lnSpc>
              <a:spcBef>
                <a:spcPts val="856"/>
              </a:spcBef>
              <a:buClrTx/>
              <a:buFontTx/>
              <a:buChar char="−"/>
              <a:defRPr/>
            </a:pPr>
            <a:r>
              <a:rPr lang="en-US" sz="1700" dirty="0"/>
              <a:t>Keep original tapes</a:t>
            </a:r>
          </a:p>
          <a:p>
            <a:pPr marL="808038" lvl="1" indent="-342900" defTabSz="783092">
              <a:lnSpc>
                <a:spcPct val="100000"/>
              </a:lnSpc>
              <a:spcBef>
                <a:spcPts val="856"/>
              </a:spcBef>
              <a:buClrTx/>
              <a:buFontTx/>
              <a:buChar char="−"/>
              <a:defRPr/>
            </a:pPr>
            <a:r>
              <a:rPr lang="en-US" sz="1700" dirty="0"/>
              <a:t>Have transcript typed up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0" descr="http://t3.gstatic.com/images?q=tbn:ANd9GcTxJ9Pa59ooXIvXFtQuvJjNPAHwzANTGy8cQnicEyoykwcYBjYc">
            <a:extLst>
              <a:ext uri="{FF2B5EF4-FFF2-40B4-BE49-F238E27FC236}">
                <a16:creationId xmlns:a16="http://schemas.microsoft.com/office/drawing/2014/main" id="{39D1DD87-3366-4804-B7BF-238300F1B91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668219" y="1291905"/>
            <a:ext cx="3736205" cy="430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2">
            <a:extLst>
              <a:ext uri="{FF2B5EF4-FFF2-40B4-BE49-F238E27FC236}">
                <a16:creationId xmlns:a16="http://schemas.microsoft.com/office/drawing/2014/main" id="{239D2329-9508-40FB-B92F-C55121428DA2}"/>
              </a:ext>
            </a:extLst>
          </p:cNvPr>
          <p:cNvSpPr>
            <a:spLocks noGrp="1" noChangeArrowheads="1"/>
          </p:cNvSpPr>
          <p:nvPr>
            <p:ph type="title"/>
          </p:nvPr>
        </p:nvSpPr>
        <p:spPr/>
        <p:txBody>
          <a:bodyPr/>
          <a:lstStyle/>
          <a:p>
            <a:pPr algn="ctr" eaLnBrk="1" hangingPunct="1"/>
            <a:r>
              <a:rPr lang="en-US" altLang="en-US" dirty="0"/>
              <a:t>Written Log - </a:t>
            </a:r>
            <a:r>
              <a:rPr lang="en-US" altLang="en-US" b="1" dirty="0"/>
              <a:t>Do’s</a:t>
            </a:r>
          </a:p>
        </p:txBody>
      </p:sp>
      <p:sp>
        <p:nvSpPr>
          <p:cNvPr id="30725" name="Rectangle 3">
            <a:extLst>
              <a:ext uri="{FF2B5EF4-FFF2-40B4-BE49-F238E27FC236}">
                <a16:creationId xmlns:a16="http://schemas.microsoft.com/office/drawing/2014/main" id="{62AEA2A3-B196-4BD5-A1A8-B170B11DC754}"/>
              </a:ext>
            </a:extLst>
          </p:cNvPr>
          <p:cNvSpPr>
            <a:spLocks noGrp="1" noChangeArrowheads="1"/>
          </p:cNvSpPr>
          <p:nvPr>
            <p:ph type="body" sz="quarter" idx="13"/>
          </p:nvPr>
        </p:nvSpPr>
        <p:spPr>
          <a:xfrm>
            <a:off x="269560" y="1257839"/>
            <a:ext cx="8029051" cy="4679950"/>
          </a:xfrm>
        </p:spPr>
        <p:txBody>
          <a:bodyPr/>
          <a:lstStyle/>
          <a:p>
            <a:pPr marL="195773" lvl="1" indent="-195773" defTabSz="783092">
              <a:lnSpc>
                <a:spcPct val="100000"/>
              </a:lnSpc>
              <a:spcBef>
                <a:spcPts val="856"/>
              </a:spcBef>
              <a:buClrTx/>
              <a:buFont typeface="Arial" panose="020B0604020202020204" pitchFamily="34" charset="0"/>
              <a:buChar char="•"/>
              <a:defRPr/>
            </a:pPr>
            <a:r>
              <a:rPr lang="en-US" altLang="en-US" sz="1700" dirty="0"/>
              <a:t>Write in BLACK ink (permanent)</a:t>
            </a:r>
          </a:p>
          <a:p>
            <a:pPr marL="808038" lvl="1" indent="-342900" defTabSz="783092">
              <a:lnSpc>
                <a:spcPct val="100000"/>
              </a:lnSpc>
              <a:spcBef>
                <a:spcPts val="856"/>
              </a:spcBef>
              <a:buClrTx/>
              <a:buFontTx/>
              <a:buChar char="−"/>
              <a:defRPr/>
            </a:pPr>
            <a:r>
              <a:rPr lang="en-US" altLang="en-US" sz="1700" dirty="0"/>
              <a:t>Ease of photocopying / Faxing</a:t>
            </a:r>
          </a:p>
          <a:p>
            <a:pPr marL="195773" lvl="1" indent="-195773" defTabSz="783092">
              <a:lnSpc>
                <a:spcPct val="100000"/>
              </a:lnSpc>
              <a:spcBef>
                <a:spcPts val="856"/>
              </a:spcBef>
              <a:buClrTx/>
              <a:buFont typeface="Arial" panose="020B0604020202020204" pitchFamily="34" charset="0"/>
              <a:buChar char="•"/>
              <a:defRPr/>
            </a:pPr>
            <a:r>
              <a:rPr lang="en-US" altLang="en-US" sz="1700" dirty="0"/>
              <a:t>Make entries Legible</a:t>
            </a:r>
          </a:p>
          <a:p>
            <a:pPr marL="195773" lvl="1" indent="-195773" defTabSz="783092">
              <a:lnSpc>
                <a:spcPct val="100000"/>
              </a:lnSpc>
              <a:spcBef>
                <a:spcPts val="856"/>
              </a:spcBef>
              <a:buClrTx/>
              <a:buFont typeface="Arial" panose="020B0604020202020204" pitchFamily="34" charset="0"/>
              <a:buChar char="•"/>
              <a:defRPr/>
            </a:pPr>
            <a:r>
              <a:rPr lang="en-US" altLang="en-US" sz="1700" dirty="0"/>
              <a:t>Enter time of each entry</a:t>
            </a:r>
          </a:p>
          <a:p>
            <a:pPr marL="195773" lvl="1" indent="-195773" defTabSz="783092">
              <a:lnSpc>
                <a:spcPct val="100000"/>
              </a:lnSpc>
              <a:spcBef>
                <a:spcPts val="856"/>
              </a:spcBef>
              <a:buClrTx/>
              <a:buFont typeface="Arial" panose="020B0604020202020204" pitchFamily="34" charset="0"/>
              <a:buChar char="•"/>
              <a:defRPr/>
            </a:pPr>
            <a:r>
              <a:rPr lang="en-US" altLang="en-US" sz="1700" dirty="0"/>
              <a:t>Accurately record all information</a:t>
            </a:r>
          </a:p>
          <a:p>
            <a:pPr marL="808038" lvl="1" indent="-342900" defTabSz="783092">
              <a:lnSpc>
                <a:spcPct val="100000"/>
              </a:lnSpc>
              <a:spcBef>
                <a:spcPts val="856"/>
              </a:spcBef>
              <a:buClrTx/>
              <a:buFontTx/>
              <a:buChar char="−"/>
              <a:defRPr/>
            </a:pPr>
            <a:r>
              <a:rPr lang="en-US" altLang="en-US" sz="1700" dirty="0"/>
              <a:t>Persons / Equipment on site</a:t>
            </a:r>
          </a:p>
          <a:p>
            <a:pPr marL="808038" lvl="1" indent="-342900" defTabSz="783092">
              <a:lnSpc>
                <a:spcPct val="100000"/>
              </a:lnSpc>
              <a:spcBef>
                <a:spcPts val="856"/>
              </a:spcBef>
              <a:buClrTx/>
              <a:buFontTx/>
              <a:buChar char="−"/>
              <a:defRPr/>
            </a:pPr>
            <a:r>
              <a:rPr lang="en-US" altLang="en-US" sz="1700" dirty="0"/>
              <a:t>Breaks taken</a:t>
            </a:r>
          </a:p>
          <a:p>
            <a:pPr marL="808038" lvl="1" indent="-342900" defTabSz="783092">
              <a:lnSpc>
                <a:spcPct val="100000"/>
              </a:lnSpc>
              <a:spcBef>
                <a:spcPts val="856"/>
              </a:spcBef>
              <a:buClrTx/>
              <a:buFontTx/>
              <a:buChar char="−"/>
              <a:defRPr/>
            </a:pPr>
            <a:r>
              <a:rPr lang="en-US" altLang="en-US" sz="1700" dirty="0"/>
              <a:t>You do not decide what is relevant</a:t>
            </a:r>
          </a:p>
          <a:p>
            <a:pPr marL="195773" lvl="1" indent="-195773" defTabSz="783092">
              <a:lnSpc>
                <a:spcPct val="100000"/>
              </a:lnSpc>
              <a:spcBef>
                <a:spcPts val="856"/>
              </a:spcBef>
              <a:buClrTx/>
              <a:buFont typeface="Arial" panose="020B0604020202020204" pitchFamily="34" charset="0"/>
              <a:buChar char="•"/>
              <a:defRPr/>
            </a:pPr>
            <a:r>
              <a:rPr lang="en-US" altLang="en-US" sz="1700" dirty="0"/>
              <a:t>Record Date / Hours of Work </a:t>
            </a:r>
          </a:p>
          <a:p>
            <a:pPr marL="195773" lvl="1" indent="-195773" defTabSz="783092">
              <a:lnSpc>
                <a:spcPct val="100000"/>
              </a:lnSpc>
              <a:spcBef>
                <a:spcPts val="856"/>
              </a:spcBef>
              <a:buClrTx/>
              <a:buFont typeface="Arial" panose="020B0604020202020204" pitchFamily="34" charset="0"/>
              <a:buChar char="•"/>
              <a:defRPr/>
            </a:pPr>
            <a:r>
              <a:rPr lang="en-US" altLang="en-US" sz="1700" dirty="0"/>
              <a:t>Write all names and locations in CAPITALS</a:t>
            </a:r>
          </a:p>
          <a:p>
            <a:pPr marL="808038" lvl="1" indent="-342900" defTabSz="783092">
              <a:lnSpc>
                <a:spcPct val="100000"/>
              </a:lnSpc>
              <a:spcBef>
                <a:spcPts val="856"/>
              </a:spcBef>
              <a:buClrTx/>
              <a:buFontTx/>
              <a:buChar char="−"/>
              <a:defRPr/>
            </a:pPr>
            <a:r>
              <a:rPr lang="en-US" altLang="en-US" sz="1700" dirty="0"/>
              <a:t>Ease for reference later</a:t>
            </a:r>
          </a:p>
          <a:p>
            <a:pPr marL="195773" lvl="1" indent="-195773" defTabSz="783092">
              <a:lnSpc>
                <a:spcPct val="100000"/>
              </a:lnSpc>
              <a:spcBef>
                <a:spcPts val="856"/>
              </a:spcBef>
              <a:buClrTx/>
              <a:buFont typeface="Arial" panose="020B0604020202020204" pitchFamily="34" charset="0"/>
              <a:buChar char="•"/>
              <a:defRPr/>
            </a:pPr>
            <a:r>
              <a:rPr lang="en-US" altLang="en-US" sz="1700" dirty="0"/>
              <a:t>Write all direct quotes in CAPITALS</a:t>
            </a:r>
          </a:p>
          <a:p>
            <a:pPr marL="808038" lvl="1" indent="-342900" defTabSz="783092">
              <a:lnSpc>
                <a:spcPct val="100000"/>
              </a:lnSpc>
              <a:spcBef>
                <a:spcPts val="856"/>
              </a:spcBef>
              <a:buClrTx/>
              <a:buFontTx/>
              <a:buChar char="−"/>
              <a:defRPr/>
            </a:pPr>
            <a:r>
              <a:rPr lang="en-US" altLang="en-US" sz="1700" dirty="0"/>
              <a:t>Get the person making the quote to sign your logbook</a:t>
            </a:r>
          </a:p>
          <a:p>
            <a:pPr marL="195773" lvl="1" indent="-195773" defTabSz="783092">
              <a:lnSpc>
                <a:spcPct val="100000"/>
              </a:lnSpc>
              <a:spcBef>
                <a:spcPts val="856"/>
              </a:spcBef>
              <a:buClrTx/>
              <a:buFont typeface="Arial" panose="020B0604020202020204" pitchFamily="34" charset="0"/>
              <a:buChar char="•"/>
              <a:defRPr/>
            </a:pPr>
            <a:r>
              <a:rPr lang="en-US" altLang="en-US" sz="1700" dirty="0"/>
              <a:t>Upon completion of working day, make a log entry, sign it and rule off that day</a:t>
            </a:r>
          </a:p>
          <a:p>
            <a:pPr marL="195773" lvl="1" indent="-195773" defTabSz="783092">
              <a:lnSpc>
                <a:spcPct val="100000"/>
              </a:lnSpc>
              <a:spcBef>
                <a:spcPts val="856"/>
              </a:spcBef>
              <a:buClrTx/>
              <a:buFont typeface="Arial" panose="020B0604020202020204" pitchFamily="34" charset="0"/>
              <a:buChar char="•"/>
              <a:defRPr/>
            </a:pPr>
            <a:endParaRPr lang="en-US" alt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F202F8F-C3A8-44FC-8F6E-202911B37DEE}"/>
              </a:ext>
            </a:extLst>
          </p:cNvPr>
          <p:cNvSpPr>
            <a:spLocks noGrp="1" noChangeArrowheads="1"/>
          </p:cNvSpPr>
          <p:nvPr>
            <p:ph type="title"/>
          </p:nvPr>
        </p:nvSpPr>
        <p:spPr/>
        <p:txBody>
          <a:bodyPr/>
          <a:lstStyle/>
          <a:p>
            <a:pPr algn="ctr" eaLnBrk="1" hangingPunct="1"/>
            <a:r>
              <a:rPr lang="en-US" altLang="en-US" dirty="0"/>
              <a:t>Written Log - </a:t>
            </a:r>
            <a:r>
              <a:rPr lang="en-US" altLang="en-US" b="1" dirty="0"/>
              <a:t>Don’ts</a:t>
            </a:r>
          </a:p>
        </p:txBody>
      </p:sp>
      <p:sp>
        <p:nvSpPr>
          <p:cNvPr id="32771" name="Rectangle 3">
            <a:extLst>
              <a:ext uri="{FF2B5EF4-FFF2-40B4-BE49-F238E27FC236}">
                <a16:creationId xmlns:a16="http://schemas.microsoft.com/office/drawing/2014/main" id="{8ECA2ADC-F01E-4F53-BF3C-0DDE5EE040D1}"/>
              </a:ext>
            </a:extLst>
          </p:cNvPr>
          <p:cNvSpPr>
            <a:spLocks noGrp="1" noChangeArrowheads="1"/>
          </p:cNvSpPr>
          <p:nvPr>
            <p:ph type="body" sz="quarter" idx="13"/>
          </p:nvPr>
        </p:nvSpPr>
        <p:spPr>
          <a:xfrm>
            <a:off x="260934" y="1173162"/>
            <a:ext cx="7494214" cy="4679950"/>
          </a:xfrm>
        </p:spPr>
        <p:txBody>
          <a:bodyPr>
            <a:noAutofit/>
          </a:bodyPr>
          <a:lstStyle/>
          <a:p>
            <a:pPr marL="195773" lvl="1" indent="-195773" defTabSz="783092">
              <a:lnSpc>
                <a:spcPct val="100000"/>
              </a:lnSpc>
              <a:spcBef>
                <a:spcPts val="0"/>
              </a:spcBef>
              <a:buClrTx/>
              <a:buFont typeface="Arial" panose="020B0604020202020204" pitchFamily="34" charset="0"/>
              <a:buChar char="•"/>
              <a:defRPr/>
            </a:pPr>
            <a:r>
              <a:rPr lang="en-US" sz="1700" dirty="0"/>
              <a:t>Erase entries</a:t>
            </a:r>
          </a:p>
          <a:p>
            <a:pPr marL="808038" lvl="1" indent="-342900" defTabSz="783092">
              <a:lnSpc>
                <a:spcPct val="100000"/>
              </a:lnSpc>
              <a:spcBef>
                <a:spcPts val="0"/>
              </a:spcBef>
              <a:buClrTx/>
              <a:buFontTx/>
              <a:buChar char="−"/>
              <a:defRPr/>
            </a:pPr>
            <a:r>
              <a:rPr lang="en-US" sz="1700" dirty="0"/>
              <a:t>Strike through mistakes with a single line and initial this</a:t>
            </a:r>
          </a:p>
          <a:p>
            <a:pPr marL="808038" lvl="1" indent="-342900" defTabSz="783092">
              <a:lnSpc>
                <a:spcPct val="100000"/>
              </a:lnSpc>
              <a:spcBef>
                <a:spcPts val="0"/>
              </a:spcBef>
              <a:buClrTx/>
              <a:buFontTx/>
              <a:buChar char="−"/>
              <a:defRPr/>
            </a:pPr>
            <a:r>
              <a:rPr lang="en-US" sz="1700" dirty="0"/>
              <a:t>Ensure original words are readable</a:t>
            </a:r>
          </a:p>
          <a:p>
            <a:pPr marL="808038" lvl="1" indent="-342900" defTabSz="783092">
              <a:lnSpc>
                <a:spcPct val="100000"/>
              </a:lnSpc>
              <a:spcBef>
                <a:spcPts val="0"/>
              </a:spcBef>
              <a:buClrTx/>
              <a:buFontTx/>
              <a:buChar char="−"/>
              <a:defRPr/>
            </a:pPr>
            <a:r>
              <a:rPr lang="en-US" sz="1700" dirty="0"/>
              <a:t>NO </a:t>
            </a:r>
            <a:r>
              <a:rPr lang="en-US" sz="1700" dirty="0" err="1"/>
              <a:t>tippex</a:t>
            </a:r>
            <a:endParaRPr lang="en-US" sz="1700" dirty="0"/>
          </a:p>
          <a:p>
            <a:pPr marL="195773" lvl="1" indent="-195773" defTabSz="783092">
              <a:lnSpc>
                <a:spcPct val="100000"/>
              </a:lnSpc>
              <a:spcBef>
                <a:spcPts val="0"/>
              </a:spcBef>
              <a:buClrTx/>
              <a:buFont typeface="Arial" panose="020B0604020202020204" pitchFamily="34" charset="0"/>
              <a:buChar char="•"/>
              <a:defRPr/>
            </a:pPr>
            <a:r>
              <a:rPr lang="en-US" sz="1700" dirty="0"/>
              <a:t>Leave lines</a:t>
            </a:r>
          </a:p>
          <a:p>
            <a:pPr marL="808038" lvl="1" indent="-342900" defTabSz="783092">
              <a:lnSpc>
                <a:spcPct val="100000"/>
              </a:lnSpc>
              <a:spcBef>
                <a:spcPts val="0"/>
              </a:spcBef>
              <a:buClrTx/>
              <a:buFontTx/>
              <a:buChar char="−"/>
              <a:defRPr/>
            </a:pPr>
            <a:r>
              <a:rPr lang="en-US" sz="1700" dirty="0"/>
              <a:t>If a line is missed in error, strike through the line and write “Omitted in error” and sign next to this</a:t>
            </a:r>
          </a:p>
          <a:p>
            <a:pPr marL="195773" lvl="1" indent="-195773" defTabSz="783092">
              <a:lnSpc>
                <a:spcPct val="100000"/>
              </a:lnSpc>
              <a:spcBef>
                <a:spcPts val="0"/>
              </a:spcBef>
              <a:buClrTx/>
              <a:buFont typeface="Arial" panose="020B0604020202020204" pitchFamily="34" charset="0"/>
              <a:buChar char="•"/>
              <a:defRPr/>
            </a:pPr>
            <a:r>
              <a:rPr lang="en-US" altLang="en-US" sz="1700" dirty="0"/>
              <a:t>Leave blank pages</a:t>
            </a:r>
          </a:p>
          <a:p>
            <a:pPr marL="808038" lvl="1" indent="-342900" defTabSz="783092">
              <a:lnSpc>
                <a:spcPct val="100000"/>
              </a:lnSpc>
              <a:spcBef>
                <a:spcPts val="0"/>
              </a:spcBef>
              <a:buClrTx/>
              <a:buFontTx/>
              <a:buChar char="−"/>
              <a:defRPr/>
            </a:pPr>
            <a:r>
              <a:rPr lang="en-US" altLang="en-US" sz="1700" dirty="0"/>
              <a:t>If a page is missed in error, strike through the line and write “Omitted in error”. Sign next to this</a:t>
            </a:r>
          </a:p>
          <a:p>
            <a:pPr marL="195773" lvl="1" indent="-195773" defTabSz="783092">
              <a:lnSpc>
                <a:spcPct val="100000"/>
              </a:lnSpc>
              <a:spcBef>
                <a:spcPts val="0"/>
              </a:spcBef>
              <a:buClrTx/>
              <a:buFont typeface="Arial" panose="020B0604020202020204" pitchFamily="34" charset="0"/>
              <a:buChar char="•"/>
              <a:defRPr/>
            </a:pPr>
            <a:r>
              <a:rPr lang="en-US" altLang="en-US" sz="1700" dirty="0"/>
              <a:t>Overwrite words</a:t>
            </a:r>
          </a:p>
          <a:p>
            <a:pPr marL="808038" lvl="1" indent="-342900" defTabSz="783092">
              <a:lnSpc>
                <a:spcPct val="100000"/>
              </a:lnSpc>
              <a:spcBef>
                <a:spcPts val="0"/>
              </a:spcBef>
              <a:buClrTx/>
              <a:buFontTx/>
              <a:buChar char="−"/>
              <a:defRPr/>
            </a:pPr>
            <a:r>
              <a:rPr lang="en-US" altLang="en-US" sz="1700" dirty="0"/>
              <a:t>If a mistake is made, strike through the error with a single line, sign this and then write the correct word</a:t>
            </a:r>
          </a:p>
          <a:p>
            <a:pPr marL="195773" lvl="1" indent="-195773" defTabSz="783092">
              <a:lnSpc>
                <a:spcPct val="100000"/>
              </a:lnSpc>
              <a:spcBef>
                <a:spcPts val="0"/>
              </a:spcBef>
              <a:buClrTx/>
              <a:buFont typeface="Arial" panose="020B0604020202020204" pitchFamily="34" charset="0"/>
              <a:buChar char="•"/>
              <a:defRPr/>
            </a:pPr>
            <a:r>
              <a:rPr lang="en-US" altLang="en-US" sz="1700" dirty="0"/>
              <a:t>Write between lines</a:t>
            </a:r>
          </a:p>
          <a:p>
            <a:pPr marL="808038" lvl="1" indent="-342900" defTabSz="783092">
              <a:lnSpc>
                <a:spcPct val="100000"/>
              </a:lnSpc>
              <a:spcBef>
                <a:spcPts val="0"/>
              </a:spcBef>
              <a:buClrTx/>
              <a:buFontTx/>
              <a:buChar char="−"/>
              <a:defRPr/>
            </a:pPr>
            <a:r>
              <a:rPr lang="en-US" altLang="en-US" sz="1700" dirty="0"/>
              <a:t>If an entry is omitted, use the next available line and write time of the event and time of entry</a:t>
            </a:r>
          </a:p>
          <a:p>
            <a:pPr marL="268065" lvl="1" indent="0" eaLnBrk="1" hangingPunct="1">
              <a:buClr>
                <a:schemeClr val="bg2">
                  <a:lumMod val="75000"/>
                </a:schemeClr>
              </a:buClr>
              <a:buNone/>
              <a:defRPr/>
            </a:pPr>
            <a:endParaRPr lang="en-US" dirty="0"/>
          </a:p>
        </p:txBody>
      </p:sp>
      <p:pic>
        <p:nvPicPr>
          <p:cNvPr id="32772" name="Picture 12" descr="http://t1.gstatic.com/images?q=tbn:ANd9GcSCHoV_zsFW_xxwPRZUkscssWiTlv8QaKzgCPkxdFxZ7Xj9WdPI">
            <a:extLst>
              <a:ext uri="{FF2B5EF4-FFF2-40B4-BE49-F238E27FC236}">
                <a16:creationId xmlns:a16="http://schemas.microsoft.com/office/drawing/2014/main" id="{D0E8DC1E-3A62-4E5C-AD42-D4FF40676A5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444182" y="1979266"/>
            <a:ext cx="3270490" cy="2899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763188B-F55C-4A82-8CB6-DA86A08847B5}"/>
              </a:ext>
            </a:extLst>
          </p:cNvPr>
          <p:cNvSpPr>
            <a:spLocks noGrp="1" noChangeArrowheads="1"/>
          </p:cNvSpPr>
          <p:nvPr>
            <p:ph type="title"/>
          </p:nvPr>
        </p:nvSpPr>
        <p:spPr/>
        <p:txBody>
          <a:bodyPr/>
          <a:lstStyle/>
          <a:p>
            <a:pPr algn="ctr" eaLnBrk="1" hangingPunct="1"/>
            <a:r>
              <a:rPr lang="en-US" altLang="en-US" dirty="0"/>
              <a:t>Verbal Log - </a:t>
            </a:r>
            <a:r>
              <a:rPr lang="en-US" altLang="en-US" b="1" dirty="0"/>
              <a:t>Do’s</a:t>
            </a:r>
          </a:p>
        </p:txBody>
      </p:sp>
      <p:sp>
        <p:nvSpPr>
          <p:cNvPr id="34819" name="Rectangle 3">
            <a:extLst>
              <a:ext uri="{FF2B5EF4-FFF2-40B4-BE49-F238E27FC236}">
                <a16:creationId xmlns:a16="http://schemas.microsoft.com/office/drawing/2014/main" id="{2B77EC71-6FDF-4653-A243-B9E39550950A}"/>
              </a:ext>
            </a:extLst>
          </p:cNvPr>
          <p:cNvSpPr>
            <a:spLocks noGrp="1" noChangeArrowheads="1"/>
          </p:cNvSpPr>
          <p:nvPr>
            <p:ph type="body" sz="quarter" idx="13"/>
          </p:nvPr>
        </p:nvSpPr>
        <p:spPr>
          <a:xfrm>
            <a:off x="657749" y="1628775"/>
            <a:ext cx="5743052" cy="4679950"/>
          </a:xfrm>
        </p:spPr>
        <p:txBody>
          <a:bodyPr/>
          <a:lstStyle/>
          <a:p>
            <a:pPr marL="195773" lvl="1" indent="-195773" defTabSz="783092">
              <a:lnSpc>
                <a:spcPct val="100000"/>
              </a:lnSpc>
              <a:spcBef>
                <a:spcPts val="0"/>
              </a:spcBef>
              <a:buClrTx/>
              <a:buFont typeface="Arial" panose="020B0604020202020204" pitchFamily="34" charset="0"/>
              <a:buChar char="•"/>
              <a:defRPr/>
            </a:pPr>
            <a:r>
              <a:rPr lang="en-US" altLang="en-US" sz="1700" dirty="0"/>
              <a:t>Use a new tape for each day</a:t>
            </a:r>
          </a:p>
          <a:p>
            <a:pPr marL="195773" lvl="1" indent="-195773" defTabSz="783092">
              <a:lnSpc>
                <a:spcPct val="100000"/>
              </a:lnSpc>
              <a:spcBef>
                <a:spcPts val="0"/>
              </a:spcBef>
              <a:buClrTx/>
              <a:buFont typeface="Arial" panose="020B0604020202020204" pitchFamily="34" charset="0"/>
              <a:buChar char="•"/>
              <a:defRPr/>
            </a:pPr>
            <a:r>
              <a:rPr lang="en-US" altLang="en-US" sz="1700" dirty="0"/>
              <a:t>At the start of each tape introduce yourself, the date, time and location where you are working</a:t>
            </a:r>
          </a:p>
          <a:p>
            <a:pPr marL="195773" lvl="1" indent="-195773" defTabSz="783092">
              <a:lnSpc>
                <a:spcPct val="100000"/>
              </a:lnSpc>
              <a:spcBef>
                <a:spcPts val="0"/>
              </a:spcBef>
              <a:buClrTx/>
              <a:buFont typeface="Arial" panose="020B0604020202020204" pitchFamily="34" charset="0"/>
              <a:buChar char="•"/>
              <a:defRPr/>
            </a:pPr>
            <a:r>
              <a:rPr lang="en-US" altLang="en-US" sz="1700" dirty="0"/>
              <a:t>Prefix each entry / recording with the time</a:t>
            </a:r>
          </a:p>
          <a:p>
            <a:pPr marL="195773" lvl="1" indent="-195773" defTabSz="783092">
              <a:lnSpc>
                <a:spcPct val="100000"/>
              </a:lnSpc>
              <a:spcBef>
                <a:spcPts val="0"/>
              </a:spcBef>
              <a:buClrTx/>
              <a:buFont typeface="Arial" panose="020B0604020202020204" pitchFamily="34" charset="0"/>
              <a:buChar char="•"/>
              <a:defRPr/>
            </a:pPr>
            <a:r>
              <a:rPr lang="en-US" altLang="en-US" sz="1700" dirty="0"/>
              <a:t>Accurately record all information</a:t>
            </a:r>
          </a:p>
          <a:p>
            <a:pPr marL="808038" lvl="1" indent="-342900" defTabSz="783092">
              <a:lnSpc>
                <a:spcPct val="100000"/>
              </a:lnSpc>
              <a:spcBef>
                <a:spcPts val="0"/>
              </a:spcBef>
              <a:buClrTx/>
              <a:buFontTx/>
              <a:buChar char="−"/>
              <a:defRPr/>
            </a:pPr>
            <a:r>
              <a:rPr lang="en-US" altLang="en-US" sz="1700" dirty="0"/>
              <a:t>Persons / Equipment on site</a:t>
            </a:r>
          </a:p>
          <a:p>
            <a:pPr marL="808038" lvl="1" indent="-342900" defTabSz="783092">
              <a:lnSpc>
                <a:spcPct val="100000"/>
              </a:lnSpc>
              <a:spcBef>
                <a:spcPts val="0"/>
              </a:spcBef>
              <a:buClrTx/>
              <a:buFontTx/>
              <a:buChar char="−"/>
              <a:defRPr/>
            </a:pPr>
            <a:r>
              <a:rPr lang="en-US" altLang="en-US" sz="1700" dirty="0"/>
              <a:t>Breaks taken</a:t>
            </a:r>
          </a:p>
          <a:p>
            <a:pPr marL="808038" lvl="1" indent="-342900" defTabSz="783092">
              <a:lnSpc>
                <a:spcPct val="100000"/>
              </a:lnSpc>
              <a:spcBef>
                <a:spcPts val="0"/>
              </a:spcBef>
              <a:buClrTx/>
              <a:buFontTx/>
              <a:buChar char="−"/>
              <a:defRPr/>
            </a:pPr>
            <a:r>
              <a:rPr lang="en-US" altLang="en-US" sz="1700" dirty="0"/>
              <a:t>You do not decide what is relevant</a:t>
            </a:r>
          </a:p>
          <a:p>
            <a:pPr marL="195773" lvl="1" indent="-195773" defTabSz="783092">
              <a:lnSpc>
                <a:spcPct val="100000"/>
              </a:lnSpc>
              <a:spcBef>
                <a:spcPts val="0"/>
              </a:spcBef>
              <a:buClrTx/>
              <a:buFont typeface="Arial" panose="020B0604020202020204" pitchFamily="34" charset="0"/>
              <a:buChar char="•"/>
              <a:defRPr/>
            </a:pPr>
            <a:r>
              <a:rPr lang="en-US" altLang="en-US" sz="1700" dirty="0"/>
              <a:t>Record conversations with external parties</a:t>
            </a:r>
          </a:p>
          <a:p>
            <a:pPr marL="808038" lvl="1" indent="-342900" defTabSz="783092">
              <a:lnSpc>
                <a:spcPct val="100000"/>
              </a:lnSpc>
              <a:spcBef>
                <a:spcPts val="0"/>
              </a:spcBef>
              <a:buClrTx/>
              <a:buFontTx/>
              <a:buChar char="−"/>
              <a:defRPr/>
            </a:pPr>
            <a:r>
              <a:rPr lang="en-US" altLang="en-US" sz="1700" dirty="0"/>
              <a:t>Inform them that you are recording the conversation for the purpose of log keeping</a:t>
            </a:r>
          </a:p>
          <a:p>
            <a:pPr marL="195773" lvl="1" indent="-195773" defTabSz="783092">
              <a:lnSpc>
                <a:spcPct val="100000"/>
              </a:lnSpc>
              <a:spcBef>
                <a:spcPts val="0"/>
              </a:spcBef>
              <a:buClrTx/>
              <a:buFont typeface="Arial" panose="020B0604020202020204" pitchFamily="34" charset="0"/>
              <a:buChar char="•"/>
              <a:defRPr/>
            </a:pPr>
            <a:r>
              <a:rPr lang="en-US" altLang="en-US" sz="1700" dirty="0"/>
              <a:t>Ensure a transcript is made of all tapes</a:t>
            </a:r>
          </a:p>
          <a:p>
            <a:pPr marL="195773" lvl="1" indent="-195773" defTabSz="783092">
              <a:lnSpc>
                <a:spcPct val="100000"/>
              </a:lnSpc>
              <a:spcBef>
                <a:spcPts val="0"/>
              </a:spcBef>
              <a:buClrTx/>
              <a:buFont typeface="Arial" panose="020B0604020202020204" pitchFamily="34" charset="0"/>
              <a:buChar char="•"/>
              <a:defRPr/>
            </a:pPr>
            <a:r>
              <a:rPr lang="en-US" altLang="en-US" sz="1700" dirty="0"/>
              <a:t>Keep each tape and give it a reference number</a:t>
            </a:r>
          </a:p>
          <a:p>
            <a:pPr eaLnBrk="1" hangingPunct="1"/>
            <a:endParaRPr lang="en-US" altLang="en-US" sz="2400" dirty="0"/>
          </a:p>
        </p:txBody>
      </p:sp>
      <p:pic>
        <p:nvPicPr>
          <p:cNvPr id="34820" name="Picture 4" descr="MCj02341410000[1]">
            <a:extLst>
              <a:ext uri="{FF2B5EF4-FFF2-40B4-BE49-F238E27FC236}">
                <a16:creationId xmlns:a16="http://schemas.microsoft.com/office/drawing/2014/main" id="{217D07EF-52FC-4CDB-B0D6-B6050F88B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6006" y="1103199"/>
            <a:ext cx="23622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10" descr="http://t3.gstatic.com/images?q=tbn:ANd9GcTxJ9Pa59ooXIvXFtQuvJjNPAHwzANTGy8cQnicEyoykwcYBjYc">
            <a:extLst>
              <a:ext uri="{FF2B5EF4-FFF2-40B4-BE49-F238E27FC236}">
                <a16:creationId xmlns:a16="http://schemas.microsoft.com/office/drawing/2014/main" id="{1E070EE0-38C7-4757-BD23-2FE417DF2C3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252095" y="2609492"/>
            <a:ext cx="2797478"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BED5A64-88E4-4DDE-9DF3-03B80C7E4706}"/>
              </a:ext>
            </a:extLst>
          </p:cNvPr>
          <p:cNvSpPr>
            <a:spLocks noGrp="1" noChangeArrowheads="1"/>
          </p:cNvSpPr>
          <p:nvPr>
            <p:ph type="title"/>
          </p:nvPr>
        </p:nvSpPr>
        <p:spPr/>
        <p:txBody>
          <a:bodyPr/>
          <a:lstStyle/>
          <a:p>
            <a:pPr algn="ctr" eaLnBrk="1" hangingPunct="1"/>
            <a:r>
              <a:rPr lang="en-US" altLang="en-US" dirty="0"/>
              <a:t>Verbal Log - </a:t>
            </a:r>
            <a:r>
              <a:rPr lang="en-US" altLang="en-US" b="1" dirty="0"/>
              <a:t>Don’ts</a:t>
            </a:r>
          </a:p>
        </p:txBody>
      </p:sp>
      <p:sp>
        <p:nvSpPr>
          <p:cNvPr id="36867" name="Rectangle 3">
            <a:extLst>
              <a:ext uri="{FF2B5EF4-FFF2-40B4-BE49-F238E27FC236}">
                <a16:creationId xmlns:a16="http://schemas.microsoft.com/office/drawing/2014/main" id="{21B15BB4-A67E-4D51-947D-31A61FCCD2D4}"/>
              </a:ext>
            </a:extLst>
          </p:cNvPr>
          <p:cNvSpPr>
            <a:spLocks noGrp="1" noChangeArrowheads="1"/>
          </p:cNvSpPr>
          <p:nvPr>
            <p:ph type="body" sz="quarter" idx="13"/>
          </p:nvPr>
        </p:nvSpPr>
        <p:spPr>
          <a:xfrm>
            <a:off x="657749" y="1628775"/>
            <a:ext cx="4362826" cy="4107791"/>
          </a:xfrm>
        </p:spPr>
        <p:txBody>
          <a:bodyPr/>
          <a:lstStyle/>
          <a:p>
            <a:pPr marL="195773" lvl="1" indent="-195773" defTabSz="783092">
              <a:lnSpc>
                <a:spcPct val="100000"/>
              </a:lnSpc>
              <a:spcBef>
                <a:spcPts val="0"/>
              </a:spcBef>
              <a:buClrTx/>
              <a:buFont typeface="Arial" panose="020B0604020202020204" pitchFamily="34" charset="0"/>
              <a:buChar char="•"/>
              <a:defRPr/>
            </a:pPr>
            <a:r>
              <a:rPr lang="en-US" altLang="en-US" sz="1700" dirty="0"/>
              <a:t>Record over errors</a:t>
            </a:r>
          </a:p>
          <a:p>
            <a:pPr marL="808038" lvl="1" indent="-342900" defTabSz="783092">
              <a:lnSpc>
                <a:spcPct val="100000"/>
              </a:lnSpc>
              <a:spcBef>
                <a:spcPts val="0"/>
              </a:spcBef>
              <a:buClrTx/>
              <a:buFontTx/>
              <a:buChar char="−"/>
              <a:defRPr/>
            </a:pPr>
            <a:r>
              <a:rPr lang="en-US" altLang="en-US" sz="1700" dirty="0"/>
              <a:t>State on the tape that the previous entry was an error</a:t>
            </a:r>
          </a:p>
          <a:p>
            <a:pPr marL="195773" lvl="1" indent="-195773" defTabSz="783092">
              <a:lnSpc>
                <a:spcPct val="100000"/>
              </a:lnSpc>
              <a:spcBef>
                <a:spcPts val="0"/>
              </a:spcBef>
              <a:buClrTx/>
              <a:buFont typeface="Arial" panose="020B0604020202020204" pitchFamily="34" charset="0"/>
              <a:buChar char="•"/>
              <a:defRPr/>
            </a:pPr>
            <a:r>
              <a:rPr lang="en-US" altLang="en-US" sz="1700" dirty="0"/>
              <a:t>Record over tapes</a:t>
            </a:r>
          </a:p>
          <a:p>
            <a:pPr marL="808038" lvl="1" indent="-342900" defTabSz="783092">
              <a:lnSpc>
                <a:spcPct val="100000"/>
              </a:lnSpc>
              <a:spcBef>
                <a:spcPts val="0"/>
              </a:spcBef>
              <a:buClrTx/>
              <a:buFontTx/>
              <a:buChar char="−"/>
              <a:defRPr/>
            </a:pPr>
            <a:r>
              <a:rPr lang="en-US" altLang="en-US" sz="1700" dirty="0"/>
              <a:t>Use a new tape for each day</a:t>
            </a:r>
          </a:p>
          <a:p>
            <a:pPr marL="195773" lvl="1" indent="-195773" defTabSz="783092">
              <a:lnSpc>
                <a:spcPct val="100000"/>
              </a:lnSpc>
              <a:spcBef>
                <a:spcPts val="0"/>
              </a:spcBef>
              <a:buClrTx/>
              <a:buFont typeface="Arial" panose="020B0604020202020204" pitchFamily="34" charset="0"/>
              <a:buChar char="•"/>
              <a:defRPr/>
            </a:pPr>
            <a:r>
              <a:rPr lang="en-US" altLang="en-US" sz="1700" dirty="0"/>
              <a:t>Discard tapes after incident</a:t>
            </a:r>
          </a:p>
          <a:p>
            <a:pPr marL="808038" lvl="1" indent="-342900" defTabSz="783092">
              <a:lnSpc>
                <a:spcPct val="100000"/>
              </a:lnSpc>
              <a:spcBef>
                <a:spcPts val="0"/>
              </a:spcBef>
              <a:buClrTx/>
              <a:buFontTx/>
              <a:buChar char="−"/>
              <a:defRPr/>
            </a:pPr>
            <a:r>
              <a:rPr lang="en-US" altLang="en-US" sz="1700" dirty="0"/>
              <a:t>May be required up to 6 years later</a:t>
            </a:r>
          </a:p>
        </p:txBody>
      </p:sp>
      <p:pic>
        <p:nvPicPr>
          <p:cNvPr id="36868" name="Picture 12" descr="http://t1.gstatic.com/images?q=tbn:ANd9GcSCHoV_zsFW_xxwPRZUkscssWiTlv8QaKzgCPkxdFxZ7Xj9WdPI">
            <a:extLst>
              <a:ext uri="{FF2B5EF4-FFF2-40B4-BE49-F238E27FC236}">
                <a16:creationId xmlns:a16="http://schemas.microsoft.com/office/drawing/2014/main" id="{59F309BF-9852-4EF0-B970-C9F7C96E2B2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875917" y="2685402"/>
            <a:ext cx="3764723" cy="3337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descr="MCj02341410000[1]">
            <a:extLst>
              <a:ext uri="{FF2B5EF4-FFF2-40B4-BE49-F238E27FC236}">
                <a16:creationId xmlns:a16="http://schemas.microsoft.com/office/drawing/2014/main" id="{84CC1850-1EEF-2F76-2F18-2C44B0BEC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7056" y="1315229"/>
            <a:ext cx="23622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DC09CA6-48FE-46D5-94E9-146D357BA206}"/>
              </a:ext>
            </a:extLst>
          </p:cNvPr>
          <p:cNvSpPr>
            <a:spLocks noGrp="1" noChangeArrowheads="1"/>
          </p:cNvSpPr>
          <p:nvPr>
            <p:ph type="title"/>
          </p:nvPr>
        </p:nvSpPr>
        <p:spPr/>
        <p:txBody>
          <a:bodyPr/>
          <a:lstStyle/>
          <a:p>
            <a:pPr algn="ctr" eaLnBrk="1" hangingPunct="1"/>
            <a:r>
              <a:rPr lang="en-US" altLang="en-US" dirty="0"/>
              <a:t>Incident Log</a:t>
            </a:r>
          </a:p>
        </p:txBody>
      </p:sp>
      <p:sp>
        <p:nvSpPr>
          <p:cNvPr id="37891" name="Rectangle 3">
            <a:extLst>
              <a:ext uri="{FF2B5EF4-FFF2-40B4-BE49-F238E27FC236}">
                <a16:creationId xmlns:a16="http://schemas.microsoft.com/office/drawing/2014/main" id="{00A22DD9-A481-45C8-A995-973BCE604C71}"/>
              </a:ext>
            </a:extLst>
          </p:cNvPr>
          <p:cNvSpPr>
            <a:spLocks noGrp="1" noChangeArrowheads="1"/>
          </p:cNvSpPr>
          <p:nvPr>
            <p:ph type="body" sz="quarter" idx="13"/>
          </p:nvPr>
        </p:nvSpPr>
        <p:spPr>
          <a:xfrm>
            <a:off x="285889" y="1222537"/>
            <a:ext cx="5665414" cy="4679950"/>
          </a:xfrm>
        </p:spPr>
        <p:txBody>
          <a:bodyPr/>
          <a:lstStyle/>
          <a:p>
            <a:pPr marL="195773" lvl="1" indent="-195773" defTabSz="783092">
              <a:lnSpc>
                <a:spcPct val="100000"/>
              </a:lnSpc>
              <a:spcBef>
                <a:spcPts val="0"/>
              </a:spcBef>
              <a:buClrTx/>
              <a:buFont typeface="Arial" panose="020B0604020202020204" pitchFamily="34" charset="0"/>
              <a:buChar char="•"/>
              <a:defRPr/>
            </a:pPr>
            <a:r>
              <a:rPr lang="en-US" altLang="en-US" sz="1700" dirty="0"/>
              <a:t>Incident log kept in Command Centre. Used to record:</a:t>
            </a:r>
          </a:p>
          <a:p>
            <a:pPr marL="808038" lvl="1" indent="-342900" defTabSz="783092">
              <a:lnSpc>
                <a:spcPct val="100000"/>
              </a:lnSpc>
              <a:spcBef>
                <a:spcPts val="0"/>
              </a:spcBef>
              <a:buClrTx/>
              <a:buFontTx/>
              <a:buChar char="−"/>
              <a:defRPr/>
            </a:pPr>
            <a:r>
              <a:rPr lang="en-US" altLang="en-US" sz="1700" dirty="0"/>
              <a:t>Briefings given</a:t>
            </a:r>
          </a:p>
          <a:p>
            <a:pPr marL="808038" lvl="1" indent="-342900" defTabSz="783092">
              <a:lnSpc>
                <a:spcPct val="100000"/>
              </a:lnSpc>
              <a:spcBef>
                <a:spcPts val="0"/>
              </a:spcBef>
              <a:buClrTx/>
              <a:buFontTx/>
              <a:buChar char="−"/>
              <a:defRPr/>
            </a:pPr>
            <a:r>
              <a:rPr lang="en-US" altLang="en-US" sz="1700" dirty="0"/>
              <a:t>Telephone calls </a:t>
            </a:r>
            <a:br>
              <a:rPr lang="en-US" altLang="en-US" sz="1700" dirty="0"/>
            </a:br>
            <a:r>
              <a:rPr lang="en-US" altLang="en-US" sz="1700" dirty="0"/>
              <a:t>made / received</a:t>
            </a:r>
          </a:p>
          <a:p>
            <a:pPr marL="808038" lvl="1" indent="-342900" defTabSz="783092">
              <a:lnSpc>
                <a:spcPct val="100000"/>
              </a:lnSpc>
              <a:spcBef>
                <a:spcPts val="0"/>
              </a:spcBef>
              <a:buClrTx/>
              <a:buFontTx/>
              <a:buChar char="−"/>
              <a:defRPr/>
            </a:pPr>
            <a:r>
              <a:rPr lang="en-US" altLang="en-US" sz="1700" dirty="0"/>
              <a:t>Faxes sent / received</a:t>
            </a:r>
          </a:p>
          <a:p>
            <a:pPr marL="808038" lvl="1" indent="-342900" defTabSz="783092">
              <a:lnSpc>
                <a:spcPct val="100000"/>
              </a:lnSpc>
              <a:spcBef>
                <a:spcPts val="0"/>
              </a:spcBef>
              <a:buClrTx/>
              <a:buFontTx/>
              <a:buChar char="−"/>
              <a:defRPr/>
            </a:pPr>
            <a:r>
              <a:rPr lang="en-US" altLang="en-US" sz="1700" dirty="0"/>
              <a:t>Emails sent / received</a:t>
            </a:r>
          </a:p>
          <a:p>
            <a:pPr marL="808038" lvl="1" indent="-342900" defTabSz="783092">
              <a:lnSpc>
                <a:spcPct val="100000"/>
              </a:lnSpc>
              <a:spcBef>
                <a:spcPts val="0"/>
              </a:spcBef>
              <a:buClrTx/>
              <a:buFontTx/>
              <a:buChar char="−"/>
              <a:defRPr/>
            </a:pPr>
            <a:r>
              <a:rPr lang="en-US" altLang="en-US" sz="1700" dirty="0"/>
              <a:t>Decisions taken</a:t>
            </a:r>
          </a:p>
          <a:p>
            <a:pPr marL="465138" lvl="1" indent="0" defTabSz="783092">
              <a:lnSpc>
                <a:spcPct val="100000"/>
              </a:lnSpc>
              <a:spcBef>
                <a:spcPts val="0"/>
              </a:spcBef>
              <a:buClrTx/>
              <a:buNone/>
              <a:defRPr/>
            </a:pPr>
            <a:endParaRPr lang="en-US" altLang="en-US" sz="1700" dirty="0"/>
          </a:p>
          <a:p>
            <a:pPr marL="195773" lvl="1" indent="-195773" defTabSz="783092">
              <a:lnSpc>
                <a:spcPct val="100000"/>
              </a:lnSpc>
              <a:spcBef>
                <a:spcPts val="0"/>
              </a:spcBef>
              <a:buClrTx/>
              <a:buFont typeface="Arial" panose="020B0604020202020204" pitchFamily="34" charset="0"/>
              <a:buChar char="•"/>
              <a:defRPr/>
            </a:pPr>
            <a:r>
              <a:rPr lang="en-US" altLang="en-US" sz="1700" dirty="0"/>
              <a:t>Usually kept by an Administrator</a:t>
            </a:r>
          </a:p>
          <a:p>
            <a:pPr marL="195773" lvl="1" indent="-195773" defTabSz="783092">
              <a:lnSpc>
                <a:spcPct val="100000"/>
              </a:lnSpc>
              <a:spcBef>
                <a:spcPts val="0"/>
              </a:spcBef>
              <a:buClrTx/>
              <a:buFont typeface="Arial" panose="020B0604020202020204" pitchFamily="34" charset="0"/>
              <a:buChar char="•"/>
              <a:defRPr/>
            </a:pPr>
            <a:endParaRPr lang="en-US" altLang="en-US" sz="1700" dirty="0"/>
          </a:p>
          <a:p>
            <a:pPr marL="195773" lvl="1" indent="-195773" defTabSz="783092">
              <a:lnSpc>
                <a:spcPct val="100000"/>
              </a:lnSpc>
              <a:spcBef>
                <a:spcPts val="0"/>
              </a:spcBef>
              <a:buClrTx/>
              <a:buFont typeface="Arial" panose="020B0604020202020204" pitchFamily="34" charset="0"/>
              <a:buChar char="•"/>
              <a:defRPr/>
            </a:pPr>
            <a:r>
              <a:rPr lang="en-US" altLang="en-US" sz="1700" dirty="0"/>
              <a:t>Can be supplemented by:</a:t>
            </a:r>
          </a:p>
          <a:p>
            <a:pPr marL="808038" lvl="1" indent="-342900" defTabSz="783092">
              <a:lnSpc>
                <a:spcPct val="100000"/>
              </a:lnSpc>
              <a:spcBef>
                <a:spcPts val="0"/>
              </a:spcBef>
              <a:buClrTx/>
              <a:buFontTx/>
              <a:buChar char="−"/>
              <a:defRPr/>
            </a:pPr>
            <a:r>
              <a:rPr lang="en-US" altLang="en-US" sz="1700" dirty="0"/>
              <a:t>Video camera of Command Centre - ensure all tapes kept and labeled / referenced</a:t>
            </a:r>
          </a:p>
          <a:p>
            <a:pPr marL="808038" lvl="1" indent="-342900" defTabSz="783092">
              <a:lnSpc>
                <a:spcPct val="100000"/>
              </a:lnSpc>
              <a:spcBef>
                <a:spcPts val="0"/>
              </a:spcBef>
              <a:buClrTx/>
              <a:buFontTx/>
              <a:buChar char="−"/>
              <a:defRPr/>
            </a:pPr>
            <a:r>
              <a:rPr lang="en-US" altLang="en-US" sz="1700" dirty="0"/>
              <a:t>Voice recorders (General) - ensure all tapes kept and labeled / referenced</a:t>
            </a:r>
          </a:p>
          <a:p>
            <a:pPr marL="808038" lvl="1" indent="-342900" defTabSz="783092">
              <a:lnSpc>
                <a:spcPct val="100000"/>
              </a:lnSpc>
              <a:spcBef>
                <a:spcPts val="0"/>
              </a:spcBef>
              <a:buClrTx/>
              <a:buFontTx/>
              <a:buChar char="−"/>
              <a:defRPr/>
            </a:pPr>
            <a:r>
              <a:rPr lang="en-US" altLang="en-US" sz="1700" dirty="0"/>
              <a:t>Voice recorders (Telephone) - ensure all tapes kept and labeled / referenced and also that persons on phone are aware they are being taped</a:t>
            </a:r>
          </a:p>
          <a:p>
            <a:pPr marL="465138" lvl="1" indent="0" defTabSz="783092">
              <a:lnSpc>
                <a:spcPct val="100000"/>
              </a:lnSpc>
              <a:spcBef>
                <a:spcPts val="856"/>
              </a:spcBef>
              <a:buClrTx/>
              <a:buNone/>
              <a:defRPr/>
            </a:pPr>
            <a:endParaRPr lang="en-US" altLang="en-US" sz="1700" dirty="0"/>
          </a:p>
        </p:txBody>
      </p:sp>
      <p:pic>
        <p:nvPicPr>
          <p:cNvPr id="37892" name="Picture 5" descr="mvc-014f">
            <a:extLst>
              <a:ext uri="{FF2B5EF4-FFF2-40B4-BE49-F238E27FC236}">
                <a16:creationId xmlns:a16="http://schemas.microsoft.com/office/drawing/2014/main" id="{173EFF77-A6D9-4B3A-A408-50047D0158F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817478" y="2151929"/>
            <a:ext cx="4130675" cy="3097213"/>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
            <a:extLst>
              <a:ext uri="{FF2B5EF4-FFF2-40B4-BE49-F238E27FC236}">
                <a16:creationId xmlns:a16="http://schemas.microsoft.com/office/drawing/2014/main" id="{11C346D8-8E53-4DD3-8485-B3EE1271991B}"/>
              </a:ext>
            </a:extLst>
          </p:cNvPr>
          <p:cNvGrpSpPr>
            <a:grpSpLocks/>
          </p:cNvGrpSpPr>
          <p:nvPr/>
        </p:nvGrpSpPr>
        <p:grpSpPr bwMode="auto">
          <a:xfrm>
            <a:off x="730669" y="1335837"/>
            <a:ext cx="10431912" cy="4176441"/>
            <a:chOff x="480" y="1200"/>
            <a:chExt cx="4896" cy="1776"/>
          </a:xfrm>
        </p:grpSpPr>
        <p:sp>
          <p:nvSpPr>
            <p:cNvPr id="40969" name="Oval 10">
              <a:extLst>
                <a:ext uri="{FF2B5EF4-FFF2-40B4-BE49-F238E27FC236}">
                  <a16:creationId xmlns:a16="http://schemas.microsoft.com/office/drawing/2014/main" id="{4037796D-EFEC-43A4-BFDF-4896EF4AC58F}"/>
                </a:ext>
              </a:extLst>
            </p:cNvPr>
            <p:cNvSpPr>
              <a:spLocks noChangeArrowheads="1"/>
            </p:cNvSpPr>
            <p:nvPr/>
          </p:nvSpPr>
          <p:spPr bwMode="auto">
            <a:xfrm>
              <a:off x="480" y="1200"/>
              <a:ext cx="4896" cy="1776"/>
            </a:xfrm>
            <a:prstGeom prst="ellipse">
              <a:avLst/>
            </a:prstGeom>
            <a:solidFill>
              <a:srgbClr val="CC0000"/>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a:p>
          </p:txBody>
        </p:sp>
        <p:sp>
          <p:nvSpPr>
            <p:cNvPr id="40970" name="WordArt 9">
              <a:extLst>
                <a:ext uri="{FF2B5EF4-FFF2-40B4-BE49-F238E27FC236}">
                  <a16:creationId xmlns:a16="http://schemas.microsoft.com/office/drawing/2014/main" id="{7B1E5C52-0B38-481D-846C-9ED21A1D2F7F}"/>
                </a:ext>
              </a:extLst>
            </p:cNvPr>
            <p:cNvSpPr>
              <a:spLocks noChangeArrowheads="1" noChangeShapeType="1" noTextEdit="1"/>
            </p:cNvSpPr>
            <p:nvPr/>
          </p:nvSpPr>
          <p:spPr bwMode="auto">
            <a:xfrm>
              <a:off x="1056" y="1680"/>
              <a:ext cx="3657" cy="857"/>
            </a:xfrm>
            <a:prstGeom prst="rect">
              <a:avLst/>
            </a:prstGeom>
          </p:spPr>
          <p:txBody>
            <a:bodyPr wrap="none" fromWordArt="1">
              <a:prstTxWarp prst="textPlain">
                <a:avLst>
                  <a:gd name="adj" fmla="val 50000"/>
                </a:avLst>
              </a:prstTxWarp>
            </a:bodyPr>
            <a:lstStyle/>
            <a:p>
              <a:pPr algn="ctr"/>
              <a:r>
                <a:rPr lang="en-GB" sz="3600" kern="10" dirty="0">
                  <a:ln w="19050">
                    <a:solidFill>
                      <a:srgbClr val="99CCFF"/>
                    </a:solidFill>
                    <a:round/>
                    <a:headEnd/>
                    <a:tailEnd/>
                  </a:ln>
                  <a:solidFill>
                    <a:srgbClr val="0066CC"/>
                  </a:solidFill>
                  <a:effectLst>
                    <a:outerShdw dist="35921" dir="2700000" algn="ctr" rotWithShape="0">
                      <a:srgbClr val="990000"/>
                    </a:outerShdw>
                  </a:effectLst>
                  <a:latin typeface="Impact" panose="020B0806030902050204" pitchFamily="34" charset="0"/>
                </a:rPr>
                <a:t>Everything must be kept!</a:t>
              </a: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a:t>You should now be able to……</a:t>
            </a:r>
          </a:p>
        </p:txBody>
      </p:sp>
      <p:sp>
        <p:nvSpPr>
          <p:cNvPr id="3" name="Content Placeholder 2"/>
          <p:cNvSpPr>
            <a:spLocks noGrp="1" noChangeAspect="1"/>
          </p:cNvSpPr>
          <p:nvPr>
            <p:ph type="body" sz="quarter" idx="13"/>
          </p:nvPr>
        </p:nvSpPr>
        <p:spPr/>
        <p:txBody>
          <a:bodyPr>
            <a:normAutofit/>
          </a:bodyPr>
          <a:lstStyle/>
          <a:p>
            <a:pPr marL="268053" lvl="1" indent="-268053" defTabSz="357404">
              <a:lnSpc>
                <a:spcPct val="200000"/>
              </a:lnSpc>
              <a:spcBef>
                <a:spcPts val="335"/>
              </a:spcBef>
              <a:buClr>
                <a:srgbClr val="597B7C"/>
              </a:buClr>
              <a:buFont typeface="+mj-lt"/>
              <a:buAutoNum type="arabicPeriod"/>
            </a:pPr>
            <a:r>
              <a:rPr lang="en-GB" sz="1720" dirty="0"/>
              <a:t>List the communication methods used during a response</a:t>
            </a:r>
          </a:p>
          <a:p>
            <a:pPr marL="268053" lvl="1" indent="-268053" defTabSz="357404">
              <a:lnSpc>
                <a:spcPct val="200000"/>
              </a:lnSpc>
              <a:spcBef>
                <a:spcPts val="335"/>
              </a:spcBef>
              <a:buClr>
                <a:srgbClr val="597B7C"/>
              </a:buClr>
              <a:buFont typeface="+mj-lt"/>
              <a:buAutoNum type="arabicPeriod"/>
            </a:pPr>
            <a:r>
              <a:rPr lang="en-GB" sz="1720" dirty="0"/>
              <a:t>Explain the need and importance of record keeping during a response</a:t>
            </a:r>
          </a:p>
          <a:p>
            <a:pPr marL="268053" lvl="1" indent="-268053" defTabSz="357404">
              <a:lnSpc>
                <a:spcPct val="200000"/>
              </a:lnSpc>
              <a:spcBef>
                <a:spcPts val="335"/>
              </a:spcBef>
              <a:buClr>
                <a:srgbClr val="597B7C"/>
              </a:buClr>
              <a:buFont typeface="+mj-lt"/>
              <a:buAutoNum type="arabicPeriod"/>
            </a:pPr>
            <a:r>
              <a:rPr lang="en-GB" sz="1720" dirty="0"/>
              <a:t>List the do’s and don'ts when it comes to record keeping</a:t>
            </a:r>
          </a:p>
          <a:p>
            <a:pPr marL="0" lvl="1" indent="0" defTabSz="313015">
              <a:lnSpc>
                <a:spcPct val="150000"/>
              </a:lnSpc>
              <a:buClr>
                <a:srgbClr val="597B7C"/>
              </a:buClr>
              <a:buNone/>
            </a:pPr>
            <a:endParaRPr lang="en-GB" sz="1506" dirty="0"/>
          </a:p>
          <a:p>
            <a:pPr marL="234760" lvl="1" indent="-234760" defTabSz="313015">
              <a:lnSpc>
                <a:spcPct val="150000"/>
              </a:lnSpc>
              <a:buClr>
                <a:srgbClr val="597B7C"/>
              </a:buClr>
              <a:buFont typeface="+mj-lt"/>
              <a:buAutoNum type="arabicPeriod"/>
            </a:pPr>
            <a:endParaRPr lang="en-GB" sz="1506" dirty="0"/>
          </a:p>
        </p:txBody>
      </p:sp>
    </p:spTree>
    <p:extLst>
      <p:ext uri="{BB962C8B-B14F-4D97-AF65-F5344CB8AC3E}">
        <p14:creationId xmlns:p14="http://schemas.microsoft.com/office/powerpoint/2010/main" val="3303576881"/>
      </p:ext>
    </p:extLst>
  </p:cSld>
  <p:clrMapOvr>
    <a:masterClrMapping/>
  </p:clrMapOvr>
  <p:transition/>
</p:sld>
</file>

<file path=ppt/theme/theme1.xml><?xml version="1.0" encoding="utf-8"?>
<a:theme xmlns:a="http://schemas.openxmlformats.org/drawingml/2006/main" name="1_Office Theme">
  <a:themeElements>
    <a:clrScheme name="Adler &amp; Allan New Branding">
      <a:dk1>
        <a:srgbClr val="031F3B"/>
      </a:dk1>
      <a:lt1>
        <a:srgbClr val="FFFFFF"/>
      </a:lt1>
      <a:dk2>
        <a:srgbClr val="031F3B"/>
      </a:dk2>
      <a:lt2>
        <a:srgbClr val="FFFFFF"/>
      </a:lt2>
      <a:accent1>
        <a:srgbClr val="6BC6E1"/>
      </a:accent1>
      <a:accent2>
        <a:srgbClr val="7EBB48"/>
      </a:accent2>
      <a:accent3>
        <a:srgbClr val="6FC09B"/>
      </a:accent3>
      <a:accent4>
        <a:srgbClr val="EB5F3D"/>
      </a:accent4>
      <a:accent5>
        <a:srgbClr val="7030A0"/>
      </a:accent5>
      <a:accent6>
        <a:srgbClr val="BFBFBF"/>
      </a:accent6>
      <a:hlink>
        <a:srgbClr val="7F7F7F"/>
      </a:hlink>
      <a:folHlink>
        <a:srgbClr val="7030A0"/>
      </a:folHlink>
    </a:clrScheme>
    <a:fontScheme name="Adler &amp; Allan New Branding Fonts">
      <a:majorFont>
        <a:latin typeface="Cabin"/>
        <a:ea typeface=""/>
        <a:cs typeface=""/>
      </a:majorFont>
      <a:minorFont>
        <a:latin typeface="Cab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90521_Presentation template widescreen_V03" id="{D5B467B7-D459-435C-A475-3ECB064A460A}" vid="{D9FADF6A-C962-4670-8DF6-1C7844C6F4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1625</Words>
  <Application>Microsoft Macintosh PowerPoint</Application>
  <PresentationFormat>Widescreen</PresentationFormat>
  <Paragraphs>255</Paragraphs>
  <Slides>21</Slides>
  <Notes>13</Notes>
  <HiddenSlides>3</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21</vt:i4>
      </vt:variant>
    </vt:vector>
  </HeadingPairs>
  <TitlesOfParts>
    <vt:vector size="37" baseType="lpstr">
      <vt:lpstr>MS PGothic</vt:lpstr>
      <vt:lpstr>MS PGothic</vt:lpstr>
      <vt:lpstr>Arial</vt:lpstr>
      <vt:lpstr>Cabin</vt:lpstr>
      <vt:lpstr>Calibri</vt:lpstr>
      <vt:lpstr>Futura Medium</vt:lpstr>
      <vt:lpstr>Helvetica</vt:lpstr>
      <vt:lpstr>Helvetica Light</vt:lpstr>
      <vt:lpstr>Impact</vt:lpstr>
      <vt:lpstr>Lucida Grande</vt:lpstr>
      <vt:lpstr>Tahoma</vt:lpstr>
      <vt:lpstr>Times New Roman</vt:lpstr>
      <vt:lpstr>Trebuchet MS</vt:lpstr>
      <vt:lpstr>Webdings</vt:lpstr>
      <vt:lpstr>Wingdings</vt:lpstr>
      <vt:lpstr>1_Office Theme</vt:lpstr>
      <vt:lpstr>PowerPoint Presentation</vt:lpstr>
      <vt:lpstr>LEARNING OUTCOMES</vt:lpstr>
      <vt:lpstr>Group exercise</vt:lpstr>
      <vt:lpstr>Communications Procedures</vt:lpstr>
      <vt:lpstr>Communication Methods</vt:lpstr>
      <vt:lpstr> Field Briefings – Who needs to be briefed? </vt:lpstr>
      <vt:lpstr>Why Do A Briefing?</vt:lpstr>
      <vt:lpstr>Where To Do The Briefing </vt:lpstr>
      <vt:lpstr>Contents of Briefing </vt:lpstr>
      <vt:lpstr>Beachmaster / Supervisors - Daily Tasks </vt:lpstr>
      <vt:lpstr>PowerPoint Presentation</vt:lpstr>
      <vt:lpstr>Media Handling</vt:lpstr>
      <vt:lpstr>Why keep a log?</vt:lpstr>
      <vt:lpstr>Different Types of Log</vt:lpstr>
      <vt:lpstr>Written Log - Do’s</vt:lpstr>
      <vt:lpstr>Written Log - Don’ts</vt:lpstr>
      <vt:lpstr>Verbal Log - Do’s</vt:lpstr>
      <vt:lpstr>Verbal Log - Don’ts</vt:lpstr>
      <vt:lpstr>Incident Log</vt:lpstr>
      <vt:lpstr>PowerPoint Presentation</vt:lpstr>
      <vt:lpstr>You should now be able 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bond</dc:creator>
  <cp:lastModifiedBy>pekka Eskelinen</cp:lastModifiedBy>
  <cp:revision>3</cp:revision>
  <dcterms:created xsi:type="dcterms:W3CDTF">2022-09-18T19:22:16Z</dcterms:created>
  <dcterms:modified xsi:type="dcterms:W3CDTF">2026-10-01T09:14:50Z</dcterms:modified>
</cp:coreProperties>
</file>