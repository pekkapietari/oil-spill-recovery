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4"/>
  </p:notesMasterIdLst>
  <p:handoutMasterIdLst>
    <p:handoutMasterId r:id="rId25"/>
  </p:handoutMasterIdLst>
  <p:sldIdLst>
    <p:sldId id="256" r:id="rId5"/>
    <p:sldId id="1267" r:id="rId6"/>
    <p:sldId id="1317" r:id="rId7"/>
    <p:sldId id="1318" r:id="rId8"/>
    <p:sldId id="1319" r:id="rId9"/>
    <p:sldId id="1320" r:id="rId10"/>
    <p:sldId id="1302" r:id="rId11"/>
    <p:sldId id="1306" r:id="rId12"/>
    <p:sldId id="881" r:id="rId13"/>
    <p:sldId id="1310" r:id="rId14"/>
    <p:sldId id="1307" r:id="rId15"/>
    <p:sldId id="1259" r:id="rId16"/>
    <p:sldId id="1311" r:id="rId17"/>
    <p:sldId id="1312" r:id="rId18"/>
    <p:sldId id="1313" r:id="rId19"/>
    <p:sldId id="1314" r:id="rId20"/>
    <p:sldId id="1315" r:id="rId21"/>
    <p:sldId id="1316" r:id="rId22"/>
    <p:sldId id="1268" r:id="rId23"/>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635329F-2630-4A1F-38EB-2BBE3CBCE416}" name="Nicola Jackson" initials="NJ" userId="413acc7b602646f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5F"/>
    <a:srgbClr val="5D7CA7"/>
    <a:srgbClr val="115E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88D132-EA62-3740-BB55-B3BF151AE93C}" v="1" dt="2024-05-28T08:23:05.779"/>
  </p1510:revLst>
</p1510:revInfo>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79" autoAdjust="0"/>
    <p:restoredTop sz="96170" autoAdjust="0"/>
  </p:normalViewPr>
  <p:slideViewPr>
    <p:cSldViewPr showGuides="1">
      <p:cViewPr varScale="1">
        <p:scale>
          <a:sx n="113" d="100"/>
          <a:sy n="113" d="100"/>
        </p:scale>
        <p:origin x="728" y="184"/>
      </p:cViewPr>
      <p:guideLst/>
    </p:cSldViewPr>
  </p:slideViewPr>
  <p:notesTextViewPr>
    <p:cViewPr>
      <p:scale>
        <a:sx n="1" d="1"/>
        <a:sy n="1" d="1"/>
      </p:scale>
      <p:origin x="0" y="0"/>
    </p:cViewPr>
  </p:notesTextViewPr>
  <p:sorterViewPr>
    <p:cViewPr>
      <p:scale>
        <a:sx n="157" d="100"/>
        <a:sy n="157" d="100"/>
      </p:scale>
      <p:origin x="0" y="0"/>
    </p:cViewPr>
  </p:sorterViewPr>
  <p:notesViewPr>
    <p:cSldViewPr showGuides="1">
      <p:cViewPr varScale="1">
        <p:scale>
          <a:sx n="88" d="100"/>
          <a:sy n="88" d="100"/>
        </p:scale>
        <p:origin x="37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BA97F0-C535-54E2-52CF-451585BF8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p>
        </p:txBody>
      </p:sp>
      <p:sp>
        <p:nvSpPr>
          <p:cNvPr id="3" name="Date Placeholder 2">
            <a:extLst>
              <a:ext uri="{FF2B5EF4-FFF2-40B4-BE49-F238E27FC236}">
                <a16:creationId xmlns:a16="http://schemas.microsoft.com/office/drawing/2014/main" id="{3F478C9C-3486-F98A-DC21-32D148DB0E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E9406F-C256-4F86-8DEE-EA6092788017}" type="datetimeFigureOut">
              <a:rPr lang="en-GB" sz="800" smtClean="0"/>
              <a:t>01/10/2026</a:t>
            </a:fld>
            <a:endParaRPr lang="en-GB" sz="800"/>
          </a:p>
        </p:txBody>
      </p:sp>
      <p:sp>
        <p:nvSpPr>
          <p:cNvPr id="4" name="Footer Placeholder 3">
            <a:extLst>
              <a:ext uri="{FF2B5EF4-FFF2-40B4-BE49-F238E27FC236}">
                <a16:creationId xmlns:a16="http://schemas.microsoft.com/office/drawing/2014/main" id="{B85E9154-FB43-41C3-8E58-3A198785EB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p>
        </p:txBody>
      </p:sp>
      <p:sp>
        <p:nvSpPr>
          <p:cNvPr id="5" name="Slide Number Placeholder 4">
            <a:extLst>
              <a:ext uri="{FF2B5EF4-FFF2-40B4-BE49-F238E27FC236}">
                <a16:creationId xmlns:a16="http://schemas.microsoft.com/office/drawing/2014/main" id="{011D832D-C8C9-952F-B222-2E33F8E06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0CE66D-C231-4783-B921-DCF67E74179E}" type="slidenum">
              <a:rPr lang="en-GB" sz="800" smtClean="0"/>
              <a:t>‹#›</a:t>
            </a:fld>
            <a:endParaRPr lang="en-GB" sz="800"/>
          </a:p>
        </p:txBody>
      </p:sp>
    </p:spTree>
    <p:extLst>
      <p:ext uri="{BB962C8B-B14F-4D97-AF65-F5344CB8AC3E}">
        <p14:creationId xmlns:p14="http://schemas.microsoft.com/office/powerpoint/2010/main" val="29176583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29549BB7-93A2-4AC2-B945-2C773A501297}" type="datetimeFigureOut">
              <a:rPr lang="en-GB" smtClean="0"/>
              <a:pPr/>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6F2864D0-97CF-41B9-8B2E-A8A368785333}" type="slidenum">
              <a:rPr lang="en-GB" smtClean="0"/>
              <a:pPr/>
              <a:t>‹#›</a:t>
            </a:fld>
            <a:endParaRPr lang="en-GB"/>
          </a:p>
        </p:txBody>
      </p:sp>
    </p:spTree>
    <p:extLst>
      <p:ext uri="{BB962C8B-B14F-4D97-AF65-F5344CB8AC3E}">
        <p14:creationId xmlns:p14="http://schemas.microsoft.com/office/powerpoint/2010/main" val="1440118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1:notes"/>
          <p:cNvSpPr>
            <a:spLocks noGrp="1" noRot="1" noChangeAspect="1"/>
          </p:cNvSpPr>
          <p:nvPr>
            <p:ph type="sldImg" idx="2"/>
          </p:nvPr>
        </p:nvSpPr>
        <p:spPr>
          <a:xfrm>
            <a:off x="-9490075" y="4330700"/>
            <a:ext cx="20789900" cy="11695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1:notes"/>
          <p:cNvSpPr txBox="1">
            <a:spLocks noGrp="1"/>
          </p:cNvSpPr>
          <p:nvPr>
            <p:ph type="body" idx="1"/>
          </p:nvPr>
        </p:nvSpPr>
        <p:spPr>
          <a:xfrm>
            <a:off x="180975" y="16675768"/>
            <a:ext cx="1447800" cy="13643811"/>
          </a:xfrm>
          <a:prstGeom prst="rect">
            <a:avLst/>
          </a:prstGeom>
          <a:noFill/>
          <a:ln>
            <a:noFill/>
          </a:ln>
        </p:spPr>
        <p:txBody>
          <a:bodyPr spcFirstLastPara="1" wrap="square" lIns="91425" tIns="45700" rIns="91425" bIns="45700" anchor="t" anchorCtr="0">
            <a:noAutofit/>
          </a:bodyPr>
          <a:lstStyle/>
          <a:p>
            <a:r>
              <a:t>Welcome participants to Module 3: Managing a Response. Introduce the session's focus on how a spill response is organised and managed, building on the fate and effects concepts covered in Module 2.</a:t>
            </a:r>
          </a:p>
        </p:txBody>
      </p:sp>
      <p:sp>
        <p:nvSpPr>
          <p:cNvPr id="540" name="Google Shape;540;p1:notes"/>
          <p:cNvSpPr txBox="1">
            <a:spLocks noGrp="1"/>
          </p:cNvSpPr>
          <p:nvPr>
            <p:ph type="sldNum" idx="12"/>
          </p:nvPr>
        </p:nvSpPr>
        <p:spPr>
          <a:xfrm>
            <a:off x="1025106" y="32912392"/>
            <a:ext cx="784225" cy="173856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three learning objectives for this session: (1) understand the incident management system structure within participants' own country at Tier 2 and Tier 3 levels, (2) list the challenges of a multi-country response, and (3) highlight the differences between reactive and proactive spill management.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image to introduce the concept of an oil spill response plan — the documented structure that defines how a response is organised, resourced, and escalated.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Tier 1 response capability: resources held and managed locally by the operator, focused on spills on or near the facility. Emphasise that Tier 1 acts as the first line of defense and provides the foundation that later tiers build on if an incident escalates.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Tier 2 response capability: supplementary resources, often shared at a national or regional level, that support a response escalating beyond Tier 1. Highlight the broader range of specialised equipment, expertise, and strategic response options available at this tier.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Tier 3 response capability: globally available resources that supplement Tiers 1 and 2. Emphasise that Tier 3 draws on international resources and is necessary for major incidents of significant scale, complexity, or potential impact.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6:notes"/>
          <p:cNvSpPr txBox="1">
            <a:spLocks noGrp="1"/>
          </p:cNvSpPr>
          <p:nvPr>
            <p:ph type="body" idx="1"/>
          </p:nvPr>
        </p:nvSpPr>
        <p:spPr>
          <a:xfrm>
            <a:off x="889000" y="4643438"/>
            <a:ext cx="4891088" cy="4398962"/>
          </a:xfrm>
          <a:prstGeom prst="rect">
            <a:avLst/>
          </a:prstGeom>
        </p:spPr>
        <p:txBody>
          <a:bodyPr spcFirstLastPara="1" wrap="square" lIns="96650" tIns="48325" rIns="96650" bIns="48325" anchor="t" anchorCtr="0">
            <a:noAutofit/>
          </a:bodyPr>
          <a:lstStyle/>
          <a:p>
            <a:r>
              <a:rPr lang="en-GB" b="1" dirty="0"/>
              <a:t>Establish &amp; Maintain Command</a:t>
            </a:r>
          </a:p>
          <a:p>
            <a:r>
              <a:rPr lang="en-GB" dirty="0"/>
              <a:t>Common and Consistent Terminology</a:t>
            </a:r>
          </a:p>
          <a:p>
            <a:r>
              <a:rPr lang="en-GB" b="1" dirty="0"/>
              <a:t>Organisation by Function</a:t>
            </a:r>
          </a:p>
          <a:p>
            <a:r>
              <a:rPr lang="en-GB" b="1" dirty="0"/>
              <a:t>Span of Control</a:t>
            </a:r>
          </a:p>
          <a:p>
            <a:r>
              <a:rPr lang="en-GB" dirty="0"/>
              <a:t>Coordination and Management of Resources</a:t>
            </a:r>
          </a:p>
          <a:p>
            <a:r>
              <a:rPr lang="en-GB" dirty="0"/>
              <a:t>Integrated Communications</a:t>
            </a:r>
          </a:p>
          <a:p>
            <a:r>
              <a:rPr lang="en-GB" b="1" dirty="0"/>
              <a:t>Objectives-driven Response</a:t>
            </a:r>
          </a:p>
          <a:p>
            <a:r>
              <a:rPr lang="en-GB" dirty="0"/>
              <a:t>Accountability</a:t>
            </a:r>
          </a:p>
          <a:p>
            <a:r>
              <a:rPr lang="en-GB" dirty="0"/>
              <a:t>Information and Intelligence Management</a:t>
            </a:r>
          </a:p>
          <a:p>
            <a:r>
              <a:rPr lang="en-GB" dirty="0"/>
              <a:t>Safety</a:t>
            </a:r>
          </a:p>
          <a:p>
            <a:r>
              <a:rPr lang="en-GB" dirty="0"/>
              <a:t>Chain of Command and Unity of Command</a:t>
            </a:r>
          </a:p>
          <a:p>
            <a:r>
              <a:rPr lang="en-GB" b="1" dirty="0"/>
              <a:t>Modular Organisation</a:t>
            </a:r>
          </a:p>
          <a:p>
            <a:r>
              <a:rPr lang="en-GB" b="1" dirty="0"/>
              <a:t>Incident Action Planning</a:t>
            </a:r>
          </a:p>
          <a:p>
            <a:r>
              <a:rPr lang="en-GB" dirty="0"/>
              <a:t>Team work</a:t>
            </a:r>
          </a:p>
          <a:p>
            <a:pPr marL="0" lvl="0" indent="0" algn="l" rtl="0">
              <a:spcBef>
                <a:spcPts val="360"/>
              </a:spcBef>
              <a:spcAft>
                <a:spcPts val="0"/>
              </a:spcAft>
              <a:buNone/>
            </a:pPr>
            <a:endParaRPr dirty="0"/>
          </a:p>
        </p:txBody>
      </p:sp>
      <p:sp>
        <p:nvSpPr>
          <p:cNvPr id="565" name="Google Shape;565;p16:notes"/>
          <p:cNvSpPr>
            <a:spLocks noGrp="1" noRot="1" noChangeAspect="1"/>
          </p:cNvSpPr>
          <p:nvPr>
            <p:ph type="sldImg" idx="2"/>
          </p:nvPr>
        </p:nvSpPr>
        <p:spPr>
          <a:xfrm>
            <a:off x="76200" y="733425"/>
            <a:ext cx="6516688" cy="3667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Facilitation slide — insert the client's own Tier 2 and Tier 3 response structure here, as documented in their contingency plan. Use the prompts to guide discussion: What is the Tier 2 response structure? Who is the Tier 2 agency? What Tier 3 resources are available?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ICS requires that one or more individuals maintain authority over all incident activities. This position is known as the Command function. For small incidents a single person, called the Incident Commander (IC), can typically perform the Command function. For large incidents, the positions of Deputy Incident Commander and Command Staff Officers may be assigned to support the Incident Commander.</a:t>
            </a:r>
          </a:p>
          <a:p>
            <a:r>
              <a:rPr lang="en-GB" dirty="0"/>
              <a:t>Organisational elements (Sections) are added to the ICS structure as additional personnel (General Staff) and new functions and capabilities are brought into the incident response and assigned to the various organisational elements.</a:t>
            </a:r>
          </a:p>
          <a:p>
            <a:endParaRPr lang="en-US" dirty="0"/>
          </a:p>
        </p:txBody>
      </p:sp>
      <p:sp>
        <p:nvSpPr>
          <p:cNvPr id="4" name="Slide Number Placeholder 3"/>
          <p:cNvSpPr>
            <a:spLocks noGrp="1"/>
          </p:cNvSpPr>
          <p:nvPr>
            <p:ph type="sldNum" sz="quarter" idx="5"/>
          </p:nvPr>
        </p:nvSpPr>
        <p:spPr/>
        <p:txBody>
          <a:bodyPr/>
          <a:lstStyle/>
          <a:p>
            <a:fld id="{ABC97DD2-C0C8-4700-A75A-543754380349}" type="slidenum">
              <a:rPr lang="en-GB" smtClean="0"/>
              <a:t>9</a:t>
            </a:fld>
            <a:endParaRPr lang="en-GB"/>
          </a:p>
        </p:txBody>
      </p:sp>
    </p:spTree>
    <p:extLst>
      <p:ext uri="{BB962C8B-B14F-4D97-AF65-F5344CB8AC3E}">
        <p14:creationId xmlns:p14="http://schemas.microsoft.com/office/powerpoint/2010/main" val="17875499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three types of command structure shown: Single Command (managed directly by the company or government, with actions and information provided one-directionally), Coordinated Command (company and government respond in parallel, with actions and information coordinated between them), and Unified Command (company and government respond jointly, with actions and information fully integrated).</a:t>
            </a:r>
          </a:p>
        </p:txBody>
      </p:sp>
      <p:sp>
        <p:nvSpPr>
          <p:cNvPr id="4" name="Slide Number Placeholder 3"/>
          <p:cNvSpPr>
            <a:spLocks noGrp="1"/>
          </p:cNvSpPr>
          <p:nvPr>
            <p:ph type="sldNum" sz="quarter" idx="5"/>
          </p:nvPr>
        </p:nvSpPr>
        <p:spPr/>
        <p:txBody>
          <a:bodyPr/>
          <a:lstStyle/>
          <a:p>
            <a:fld id="{6F2864D0-97CF-41B9-8B2E-A8A368785333}" type="slidenum">
              <a:rPr lang="en-GB" smtClean="0"/>
              <a:pPr/>
              <a:t>10</a:t>
            </a:fld>
            <a:endParaRPr lang="en-GB"/>
          </a:p>
        </p:txBody>
      </p:sp>
    </p:spTree>
    <p:extLst>
      <p:ext uri="{BB962C8B-B14F-4D97-AF65-F5344CB8AC3E}">
        <p14:creationId xmlns:p14="http://schemas.microsoft.com/office/powerpoint/2010/main" val="4135161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ICS requires that one or more individuals maintain authority over all incident activities. This position is known as the Command function. For small incidents a single person, called the Incident Commander (IC), can typically perform the Command function. For large incidents, the positions of Deputy Incident Commander and Command Staff Officers may be assigned to support the Incident Commander.</a:t>
            </a:r>
          </a:p>
          <a:p>
            <a:r>
              <a:rPr lang="en-GB" dirty="0"/>
              <a:t>Organisational elements (Sections) are added to the ICS structure as additional personnel (General Staff) and new functions and capabilities are brought into the incident response and assigned to the various organisational elements.</a:t>
            </a:r>
          </a:p>
          <a:p>
            <a:endParaRPr lang="en-US" dirty="0"/>
          </a:p>
        </p:txBody>
      </p:sp>
      <p:sp>
        <p:nvSpPr>
          <p:cNvPr id="4" name="Slide Number Placeholder 3"/>
          <p:cNvSpPr>
            <a:spLocks noGrp="1"/>
          </p:cNvSpPr>
          <p:nvPr>
            <p:ph type="sldNum" sz="quarter" idx="5"/>
          </p:nvPr>
        </p:nvSpPr>
        <p:spPr/>
        <p:txBody>
          <a:bodyPr/>
          <a:lstStyle/>
          <a:p>
            <a:fld id="{ABC97DD2-C0C8-4700-A75A-543754380349}" type="slidenum">
              <a:rPr lang="en-GB" smtClean="0"/>
              <a:t>11</a:t>
            </a:fld>
            <a:endParaRPr lang="en-GB"/>
          </a:p>
        </p:txBody>
      </p:sp>
    </p:spTree>
    <p:extLst>
      <p:ext uri="{BB962C8B-B14F-4D97-AF65-F5344CB8AC3E}">
        <p14:creationId xmlns:p14="http://schemas.microsoft.com/office/powerpoint/2010/main" val="2176714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full tiered response diagram, tying together Tier 1, Tier 2, and Tier 3 capabilities and how a response escalates across tiers as an incident grows in scale.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reactive versus proactive response approaches. Reactive response addresses events as they unfold; proactive response anticipates needs and plans ahead of how the incident will develop. Discuss the advantages of shifting toward a more proactive posture during a response.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SMART objective-driven response: objectives set for each operational period should be Specific, Measurable, Achievable, Relevant, and Time-bound, so that response actions stay focused and progress can be clearly assessed and reported.</a:t>
            </a:r>
          </a:p>
        </p:txBody>
      </p:sp>
      <p:sp>
        <p:nvSpPr>
          <p:cNvPr id="4" name="Slide Number Placeholder 3"/>
          <p:cNvSpPr>
            <a:spLocks noGrp="1"/>
          </p:cNvSpPr>
          <p:nvPr>
            <p:ph type="sldNum" sz="quarter" idx="5"/>
          </p:nvPr>
        </p:nvSpPr>
        <p:spPr/>
        <p:txBody>
          <a:bodyPr/>
          <a:lstStyle/>
          <a:p>
            <a:fld id="{ABC97DD2-C0C8-4700-A75A-543754380349}" type="slidenum">
              <a:rPr lang="en-GB" smtClean="0"/>
              <a:t>14</a:t>
            </a:fld>
            <a:endParaRPr lang="en-GB"/>
          </a:p>
        </p:txBody>
      </p:sp>
    </p:spTree>
    <p:extLst>
      <p:ext uri="{BB962C8B-B14F-4D97-AF65-F5344CB8AC3E}">
        <p14:creationId xmlns:p14="http://schemas.microsoft.com/office/powerpoint/2010/main" val="2626908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four response priorities represented here: People, Environment, Assets, and Reputation (PEAR). Explain that these four priorities frame all objective-setting and decision-making throughout a response.</a:t>
            </a:r>
          </a:p>
        </p:txBody>
      </p:sp>
      <p:sp>
        <p:nvSpPr>
          <p:cNvPr id="4" name="Slide Number Placeholder 3"/>
          <p:cNvSpPr>
            <a:spLocks noGrp="1"/>
          </p:cNvSpPr>
          <p:nvPr>
            <p:ph type="sldNum" sz="quarter" idx="5"/>
          </p:nvPr>
        </p:nvSpPr>
        <p:spPr/>
        <p:txBody>
          <a:bodyPr/>
          <a:lstStyle/>
          <a:p>
            <a:fld id="{ABC97DD2-C0C8-4700-A75A-543754380349}" type="slidenum">
              <a:rPr lang="en-GB" smtClean="0"/>
              <a:t>15</a:t>
            </a:fld>
            <a:endParaRPr lang="en-GB"/>
          </a:p>
        </p:txBody>
      </p:sp>
    </p:spTree>
    <p:extLst>
      <p:ext uri="{BB962C8B-B14F-4D97-AF65-F5344CB8AC3E}">
        <p14:creationId xmlns:p14="http://schemas.microsoft.com/office/powerpoint/2010/main" val="32624997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Using the harbour bunkering scenario, work through setting response objectives across the four PEAR categories (People, Environment, Assets, Reputation). Explain that objectives are the overarching goals defining what the response aims to achieve — e.g. minimising environmental impact or protecting sensitive habitats — and have participants complete the table for the scenario.</a:t>
            </a:r>
          </a:p>
        </p:txBody>
      </p:sp>
      <p:sp>
        <p:nvSpPr>
          <p:cNvPr id="4" name="Slide Number Placeholder 3"/>
          <p:cNvSpPr>
            <a:spLocks noGrp="1"/>
          </p:cNvSpPr>
          <p:nvPr>
            <p:ph type="sldNum" sz="quarter" idx="5"/>
          </p:nvPr>
        </p:nvSpPr>
        <p:spPr/>
        <p:txBody>
          <a:bodyPr/>
          <a:lstStyle/>
          <a:p>
            <a:fld id="{ABC97DD2-C0C8-4700-A75A-543754380349}" type="slidenum">
              <a:rPr lang="en-GB" smtClean="0"/>
              <a:t>16</a:t>
            </a:fld>
            <a:endParaRPr lang="en-GB"/>
          </a:p>
        </p:txBody>
      </p:sp>
    </p:spTree>
    <p:extLst>
      <p:ext uri="{BB962C8B-B14F-4D97-AF65-F5344CB8AC3E}">
        <p14:creationId xmlns:p14="http://schemas.microsoft.com/office/powerpoint/2010/main" val="2795498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Continuing the harbour bunkering scenario, distinguish strategies from tactics. Strategies are the overall approaches used to achieve the objectives (e.g. deploying containment booms or using dispersants); tactics are the specific actions taken to implement a strategy (e.g. precise skimmer deployment or manual beach clean-up). Have participants complete the strategy/tactic table for the scenario.</a:t>
            </a:r>
          </a:p>
        </p:txBody>
      </p:sp>
      <p:sp>
        <p:nvSpPr>
          <p:cNvPr id="4" name="Slide Number Placeholder 3"/>
          <p:cNvSpPr>
            <a:spLocks noGrp="1"/>
          </p:cNvSpPr>
          <p:nvPr>
            <p:ph type="sldNum" sz="quarter" idx="5"/>
          </p:nvPr>
        </p:nvSpPr>
        <p:spPr/>
        <p:txBody>
          <a:bodyPr/>
          <a:lstStyle/>
          <a:p>
            <a:fld id="{ABC97DD2-C0C8-4700-A75A-543754380349}" type="slidenum">
              <a:rPr lang="en-GB" smtClean="0"/>
              <a:t>17</a:t>
            </a:fld>
            <a:endParaRPr lang="en-GB"/>
          </a:p>
        </p:txBody>
      </p:sp>
    </p:spTree>
    <p:extLst>
      <p:ext uri="{BB962C8B-B14F-4D97-AF65-F5344CB8AC3E}">
        <p14:creationId xmlns:p14="http://schemas.microsoft.com/office/powerpoint/2010/main" val="1714702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Incident Action Plan (IAP) process: the Planning Section defines tactical objectives and priorities, prepares field assignments and support documents, and finalises, approves, and implements the plan for the next operational period. Emphasise that a strong IAP is what enables a proactive, rather than reactive, response.</a:t>
            </a:r>
          </a:p>
        </p:txBody>
      </p:sp>
      <p:sp>
        <p:nvSpPr>
          <p:cNvPr id="4" name="Slide Number Placeholder 3"/>
          <p:cNvSpPr>
            <a:spLocks noGrp="1"/>
          </p:cNvSpPr>
          <p:nvPr>
            <p:ph type="sldNum" sz="quarter" idx="5"/>
          </p:nvPr>
        </p:nvSpPr>
        <p:spPr/>
        <p:txBody>
          <a:bodyPr/>
          <a:lstStyle/>
          <a:p>
            <a:fld id="{ABC97DD2-C0C8-4700-A75A-543754380349}" type="slidenum">
              <a:rPr lang="en-GB" smtClean="0"/>
              <a:t>18</a:t>
            </a:fld>
            <a:endParaRPr lang="en-GB"/>
          </a:p>
        </p:txBody>
      </p:sp>
    </p:spTree>
    <p:extLst>
      <p:ext uri="{BB962C8B-B14F-4D97-AF65-F5344CB8AC3E}">
        <p14:creationId xmlns:p14="http://schemas.microsoft.com/office/powerpoint/2010/main" val="613848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Determining the success of an oil spill response involves evaluating several key performance indicators. Here are concise bullet points to guide such an assessment:</a:t>
            </a:r>
          </a:p>
          <a:p>
            <a:endParaRPr lang="en-US" dirty="0"/>
          </a:p>
          <a:p>
            <a:r>
              <a:rPr lang="en-US" dirty="0"/>
              <a:t>- Environmental Recovery: Extent of environmental restoration to pre-spill conditions.</a:t>
            </a:r>
          </a:p>
          <a:p>
            <a:r>
              <a:rPr lang="en-US" dirty="0"/>
              <a:t>- Wildlife Rehabilitation: Number and health of wildlife rehabilitated and released.</a:t>
            </a:r>
          </a:p>
          <a:p>
            <a:r>
              <a:rPr lang="en-US" dirty="0"/>
              <a:t>- Containment Efficiency: Percentage of oil effectively contained and recovered.</a:t>
            </a:r>
          </a:p>
          <a:p>
            <a:r>
              <a:rPr lang="en-US" dirty="0"/>
              <a:t>- Response Time: Speed of initial response and mobilization of resources.</a:t>
            </a:r>
          </a:p>
          <a:p>
            <a:r>
              <a:rPr lang="en-US" dirty="0"/>
              <a:t>- Stakeholder Satisfaction: Feedback from affected communities, local governments, and environmental groups.</a:t>
            </a:r>
          </a:p>
          <a:p>
            <a:r>
              <a:rPr lang="en-US" dirty="0"/>
              <a:t>- Adherence to Regulations: Compliance with environmental laws and guidelines during the response.</a:t>
            </a:r>
          </a:p>
          <a:p>
            <a:r>
              <a:rPr lang="en-US" dirty="0"/>
              <a:t>- Cost Efficiency: Total costs compared to budget, including cleanup and damage mitigation.</a:t>
            </a:r>
          </a:p>
          <a:p>
            <a:r>
              <a:rPr lang="en-US" dirty="0"/>
              <a:t>- Incident Analysis: Thorough review of response actions, highlighting successes and areas for improvement.</a:t>
            </a:r>
          </a:p>
          <a:p>
            <a:r>
              <a:rPr lang="en-US" dirty="0"/>
              <a:t>- Media and Public Relations: Positive or neutral media coverage and public perception of the response efforts.</a:t>
            </a:r>
          </a:p>
          <a:p>
            <a:endParaRPr lang="en-US" dirty="0"/>
          </a:p>
          <a:p>
            <a:r>
              <a:rPr lang="en-US" dirty="0"/>
              <a:t>By measuring these aspects, organizations can gauge the effectiveness of their response and identify areas for improvement in future incidents.</a:t>
            </a:r>
          </a:p>
        </p:txBody>
      </p:sp>
      <p:sp>
        <p:nvSpPr>
          <p:cNvPr id="4" name="Slide Number Placeholder 3"/>
          <p:cNvSpPr>
            <a:spLocks noGrp="1"/>
          </p:cNvSpPr>
          <p:nvPr>
            <p:ph type="sldNum" sz="quarter" idx="5"/>
          </p:nvPr>
        </p:nvSpPr>
        <p:spPr/>
        <p:txBody>
          <a:bodyPr/>
          <a:lstStyle/>
          <a:p>
            <a:fld id="{6F2864D0-97CF-41B9-8B2E-A8A368785333}" type="slidenum">
              <a:rPr lang="en-GB" smtClean="0"/>
              <a:pPr/>
              <a:t>19</a:t>
            </a:fld>
            <a:endParaRPr lang="en-GB"/>
          </a:p>
        </p:txBody>
      </p:sp>
    </p:spTree>
    <p:extLst>
      <p:ext uri="{BB962C8B-B14F-4D97-AF65-F5344CB8AC3E}">
        <p14:creationId xmlns:p14="http://schemas.microsoft.com/office/powerpoint/2010/main" val="3015205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Date Placeholder 11">
            <a:extLst>
              <a:ext uri="{FF2B5EF4-FFF2-40B4-BE49-F238E27FC236}">
                <a16:creationId xmlns:a16="http://schemas.microsoft.com/office/drawing/2014/main" id="{73C565E0-416B-C52D-EF18-5867A012649F}"/>
              </a:ext>
            </a:extLst>
          </p:cNvPr>
          <p:cNvSpPr>
            <a:spLocks noGrp="1"/>
          </p:cNvSpPr>
          <p:nvPr>
            <p:ph type="dt" sz="half" idx="10"/>
          </p:nvPr>
        </p:nvSpPr>
        <p:spPr/>
        <p:txBody>
          <a:bodyPr/>
          <a:lstStyle/>
          <a:p>
            <a:fld id="{1044C8F6-0D8D-4815-BB0D-52B7D1F9D66F}" type="datetime3">
              <a:rPr lang="en-US" smtClean="0"/>
              <a:t>1 October 2026</a:t>
            </a:fld>
            <a:endParaRPr lang="en-US" dirty="0"/>
          </a:p>
        </p:txBody>
      </p:sp>
      <p:sp>
        <p:nvSpPr>
          <p:cNvPr id="13" name="Footer Placeholder 12">
            <a:extLst>
              <a:ext uri="{FF2B5EF4-FFF2-40B4-BE49-F238E27FC236}">
                <a16:creationId xmlns:a16="http://schemas.microsoft.com/office/drawing/2014/main" id="{9794333B-7B7F-69A1-88AE-A6815E946B61}"/>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11BF0CE3-413E-DD14-662C-17EE97BC1DD2}"/>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6000"/>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7641407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9296418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Light Blu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729771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41488173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bg>
      <p:bgPr>
        <a:solidFill>
          <a:schemeClr val="bg2"/>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35CE66AB-A0D7-67AE-380A-53A6F957D1AD}"/>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9" name="Text Placeholder 2">
            <a:extLst>
              <a:ext uri="{FF2B5EF4-FFF2-40B4-BE49-F238E27FC236}">
                <a16:creationId xmlns:a16="http://schemas.microsoft.com/office/drawing/2014/main" id="{9F3673F9-A375-DA91-CA09-A1DF14FF022B}"/>
              </a:ext>
            </a:extLst>
          </p:cNvPr>
          <p:cNvSpPr>
            <a:spLocks noGrp="1"/>
          </p:cNvSpPr>
          <p:nvPr>
            <p:ph type="body" sz="quarter" idx="19"/>
          </p:nvPr>
        </p:nvSpPr>
        <p:spPr>
          <a:xfrm>
            <a:off x="407988" y="576000"/>
            <a:ext cx="1130400" cy="288000"/>
          </a:xfrm>
          <a:blipFill>
            <a:blip r:embed="rId2" cstate="screen">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35359487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Picture Yellow ">
    <p:bg>
      <p:bgPr>
        <a:solidFill>
          <a:schemeClr val="bg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accent2"/>
                </a:solidFill>
              </a:defRPr>
            </a:lvl1pPr>
          </a:lstStyle>
          <a:p>
            <a:fld id="{26267213-5B65-4CDC-91D5-D7C44E3C9E2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accent2"/>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Picture Placeholder 4">
            <a:extLst>
              <a:ext uri="{FF2B5EF4-FFF2-40B4-BE49-F238E27FC236}">
                <a16:creationId xmlns:a16="http://schemas.microsoft.com/office/drawing/2014/main" id="{C4C18E78-505B-EC69-6A44-6D0AAECBF80F}"/>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212821749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Picture Blue ">
    <p:bg>
      <p:bgPr>
        <a:solidFill>
          <a:schemeClr val="accent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88339703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
    <p:bg>
      <p:bgPr>
        <a:solidFill>
          <a:schemeClr val="accent6"/>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462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Picture Yellow 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BFAC6AC-59C1-98F6-B6B8-3A8753CA98B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0F5C3658-A1B0-42A5-860E-7340AE884B9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2507045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Picture Blue 2">
    <p:bg>
      <p:bgPr>
        <a:solidFill>
          <a:schemeClr val="accent2"/>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799625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2">
    <p:bg>
      <p:bgPr>
        <a:solidFill>
          <a:schemeClr val="accent6"/>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01478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777880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Freeform 6">
            <a:extLst>
              <a:ext uri="{FF2B5EF4-FFF2-40B4-BE49-F238E27FC236}">
                <a16:creationId xmlns:a16="http://schemas.microsoft.com/office/drawing/2014/main" id="{FECDBB93-3470-DBF3-EA10-F4A9B298A79E}"/>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33667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0" name="Text Placeholder 3">
            <a:extLst>
              <a:ext uri="{FF2B5EF4-FFF2-40B4-BE49-F238E27FC236}">
                <a16:creationId xmlns:a16="http://schemas.microsoft.com/office/drawing/2014/main" id="{ED05F037-DF77-FA13-F526-B4726B8612B1}"/>
              </a:ext>
            </a:extLst>
          </p:cNvPr>
          <p:cNvSpPr>
            <a:spLocks noGrp="1"/>
          </p:cNvSpPr>
          <p:nvPr>
            <p:ph type="body" sz="quarter" idx="23"/>
          </p:nvPr>
        </p:nvSpPr>
        <p:spPr>
          <a:xfrm>
            <a:off x="6815461"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1" name="Text Placeholder 10">
            <a:extLst>
              <a:ext uri="{FF2B5EF4-FFF2-40B4-BE49-F238E27FC236}">
                <a16:creationId xmlns:a16="http://schemas.microsoft.com/office/drawing/2014/main" id="{B6DBCDB3-FB18-FE3C-9330-41839CA8CC55}"/>
              </a:ext>
            </a:extLst>
          </p:cNvPr>
          <p:cNvSpPr>
            <a:spLocks noGrp="1" noChangeAspect="1"/>
          </p:cNvSpPr>
          <p:nvPr>
            <p:ph type="body" sz="quarter" idx="24" hasCustomPrompt="1"/>
          </p:nvPr>
        </p:nvSpPr>
        <p:spPr>
          <a:xfrm>
            <a:off x="6216005"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2" name="Text Placeholder 10">
            <a:extLst>
              <a:ext uri="{FF2B5EF4-FFF2-40B4-BE49-F238E27FC236}">
                <a16:creationId xmlns:a16="http://schemas.microsoft.com/office/drawing/2014/main" id="{B046561C-5E20-A5DA-E429-B8E1E96AF630}"/>
              </a:ext>
            </a:extLst>
          </p:cNvPr>
          <p:cNvSpPr>
            <a:spLocks noGrp="1" noChangeAspect="1"/>
          </p:cNvSpPr>
          <p:nvPr>
            <p:ph type="body" sz="quarter" idx="25" hasCustomPrompt="1"/>
          </p:nvPr>
        </p:nvSpPr>
        <p:spPr>
          <a:xfrm>
            <a:off x="6216005"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3" name="Text Placeholder 10">
            <a:extLst>
              <a:ext uri="{FF2B5EF4-FFF2-40B4-BE49-F238E27FC236}">
                <a16:creationId xmlns:a16="http://schemas.microsoft.com/office/drawing/2014/main" id="{33CA333C-7A78-84A0-6E81-D1E485E51108}"/>
              </a:ext>
            </a:extLst>
          </p:cNvPr>
          <p:cNvSpPr>
            <a:spLocks noGrp="1" noChangeAspect="1"/>
          </p:cNvSpPr>
          <p:nvPr>
            <p:ph type="body" sz="quarter" idx="26" hasCustomPrompt="1"/>
          </p:nvPr>
        </p:nvSpPr>
        <p:spPr>
          <a:xfrm>
            <a:off x="6216005"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4" name="Text Placeholder 10">
            <a:extLst>
              <a:ext uri="{FF2B5EF4-FFF2-40B4-BE49-F238E27FC236}">
                <a16:creationId xmlns:a16="http://schemas.microsoft.com/office/drawing/2014/main" id="{6D5878AF-C28A-2A65-5C99-6E8EEB122BED}"/>
              </a:ext>
            </a:extLst>
          </p:cNvPr>
          <p:cNvSpPr>
            <a:spLocks noGrp="1" noChangeAspect="1"/>
          </p:cNvSpPr>
          <p:nvPr>
            <p:ph type="body" sz="quarter" idx="27" hasCustomPrompt="1"/>
          </p:nvPr>
        </p:nvSpPr>
        <p:spPr>
          <a:xfrm>
            <a:off x="6216005"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5" name="Text Placeholder 10">
            <a:extLst>
              <a:ext uri="{FF2B5EF4-FFF2-40B4-BE49-F238E27FC236}">
                <a16:creationId xmlns:a16="http://schemas.microsoft.com/office/drawing/2014/main" id="{D7AF9EC7-2944-F108-104C-7109692B8819}"/>
              </a:ext>
            </a:extLst>
          </p:cNvPr>
          <p:cNvSpPr>
            <a:spLocks noGrp="1" noChangeAspect="1"/>
          </p:cNvSpPr>
          <p:nvPr>
            <p:ph type="body" sz="quarter" idx="28" hasCustomPrompt="1"/>
          </p:nvPr>
        </p:nvSpPr>
        <p:spPr>
          <a:xfrm>
            <a:off x="6216005"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6" name="Text Placeholder 3">
            <a:extLst>
              <a:ext uri="{FF2B5EF4-FFF2-40B4-BE49-F238E27FC236}">
                <a16:creationId xmlns:a16="http://schemas.microsoft.com/office/drawing/2014/main" id="{21031959-31DA-659C-2444-C8DDC811E7AB}"/>
              </a:ext>
            </a:extLst>
          </p:cNvPr>
          <p:cNvSpPr>
            <a:spLocks noGrp="1"/>
          </p:cNvSpPr>
          <p:nvPr>
            <p:ph type="body" sz="quarter" idx="29"/>
          </p:nvPr>
        </p:nvSpPr>
        <p:spPr>
          <a:xfrm>
            <a:off x="6815461"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7" name="Text Placeholder 3">
            <a:extLst>
              <a:ext uri="{FF2B5EF4-FFF2-40B4-BE49-F238E27FC236}">
                <a16:creationId xmlns:a16="http://schemas.microsoft.com/office/drawing/2014/main" id="{1BEDAB55-5634-74A6-EE65-DB1D8C277AD9}"/>
              </a:ext>
            </a:extLst>
          </p:cNvPr>
          <p:cNvSpPr>
            <a:spLocks noGrp="1"/>
          </p:cNvSpPr>
          <p:nvPr>
            <p:ph type="body" sz="quarter" idx="30"/>
          </p:nvPr>
        </p:nvSpPr>
        <p:spPr>
          <a:xfrm>
            <a:off x="6815461"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8" name="Text Placeholder 3">
            <a:extLst>
              <a:ext uri="{FF2B5EF4-FFF2-40B4-BE49-F238E27FC236}">
                <a16:creationId xmlns:a16="http://schemas.microsoft.com/office/drawing/2014/main" id="{94940853-453D-8FA4-EE59-5FC0C40A98B0}"/>
              </a:ext>
            </a:extLst>
          </p:cNvPr>
          <p:cNvSpPr>
            <a:spLocks noGrp="1"/>
          </p:cNvSpPr>
          <p:nvPr>
            <p:ph type="body" sz="quarter" idx="31"/>
          </p:nvPr>
        </p:nvSpPr>
        <p:spPr>
          <a:xfrm>
            <a:off x="6815461"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9" name="Text Placeholder 3">
            <a:extLst>
              <a:ext uri="{FF2B5EF4-FFF2-40B4-BE49-F238E27FC236}">
                <a16:creationId xmlns:a16="http://schemas.microsoft.com/office/drawing/2014/main" id="{142D727D-7738-A03E-18B3-A3C41E184474}"/>
              </a:ext>
            </a:extLst>
          </p:cNvPr>
          <p:cNvSpPr>
            <a:spLocks noGrp="1"/>
          </p:cNvSpPr>
          <p:nvPr>
            <p:ph type="body" sz="quarter" idx="32"/>
          </p:nvPr>
        </p:nvSpPr>
        <p:spPr>
          <a:xfrm>
            <a:off x="6815461"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Tree>
    <p:extLst>
      <p:ext uri="{BB962C8B-B14F-4D97-AF65-F5344CB8AC3E}">
        <p14:creationId xmlns:p14="http://schemas.microsoft.com/office/powerpoint/2010/main" val="3775021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icture">
    <p:bg>
      <p:bgPr>
        <a:solidFill>
          <a:schemeClr val="bg2"/>
        </a:solidFill>
        <a:effectLst/>
      </p:bgPr>
    </p:bg>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C16098F8-3FAD-BA6F-7BA1-B5B4702D1484}"/>
              </a:ext>
            </a:extLst>
          </p:cNvPr>
          <p:cNvSpPr>
            <a:spLocks noGrp="1"/>
          </p:cNvSpPr>
          <p:nvPr>
            <p:ph type="pic" sz="quarter" idx="2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407989" y="548680"/>
            <a:ext cx="5543995" cy="1008112"/>
          </a:xfrm>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5" name="Text Placeholder 2">
            <a:extLst>
              <a:ext uri="{FF2B5EF4-FFF2-40B4-BE49-F238E27FC236}">
                <a16:creationId xmlns:a16="http://schemas.microsoft.com/office/drawing/2014/main" id="{FB5209D2-7FA0-BFCC-99FC-52224133B0EC}"/>
              </a:ext>
            </a:extLst>
          </p:cNvPr>
          <p:cNvSpPr>
            <a:spLocks noGrp="1"/>
          </p:cNvSpPr>
          <p:nvPr>
            <p:ph type="body" sz="quarter" idx="24"/>
          </p:nvPr>
        </p:nvSpPr>
        <p:spPr>
          <a:xfrm>
            <a:off x="10639821" y="6236625"/>
            <a:ext cx="1130400" cy="288000"/>
          </a:xfrm>
          <a:blipFill>
            <a:blip r:embed="rId2" cstate="screen">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297847012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8" y="3140968"/>
            <a:ext cx="11376025"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943B48A3-43DF-4B3A-9A04-041E7FDF21DA}"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917761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41484419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ection Header Light Blue">
    <p:bg>
      <p:bgPr>
        <a:solidFill>
          <a:schemeClr val="accent6"/>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380358363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18081827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Pictur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9" y="3140968"/>
            <a:ext cx="6408092"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24D01926-8BA9-41BF-BC16-BA9B61A96AED}"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 name="Freeform: Shape 2">
            <a:extLst>
              <a:ext uri="{FF2B5EF4-FFF2-40B4-BE49-F238E27FC236}">
                <a16:creationId xmlns:a16="http://schemas.microsoft.com/office/drawing/2014/main" id="{A9E56C58-5680-910E-E163-86B5CDB65D4F}"/>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7" name="Picture Placeholder 6">
            <a:extLst>
              <a:ext uri="{FF2B5EF4-FFF2-40B4-BE49-F238E27FC236}">
                <a16:creationId xmlns:a16="http://schemas.microsoft.com/office/drawing/2014/main" id="{67A228BE-EF36-C99C-E6F4-4BCC421D236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6AF8CD90-E44F-834B-AEB1-4B3DD8D1D6EC}"/>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0917713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ection Header Picture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C063513-7BD0-4105-A58E-B0FD4ACB312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9" y="3140968"/>
            <a:ext cx="6408092"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Freeform: Shape 1">
            <a:extLst>
              <a:ext uri="{FF2B5EF4-FFF2-40B4-BE49-F238E27FC236}">
                <a16:creationId xmlns:a16="http://schemas.microsoft.com/office/drawing/2014/main" id="{87E7FB48-1618-3E93-EF78-2EAE52CB0855}"/>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8" name="Picture Placeholder 7">
            <a:extLst>
              <a:ext uri="{FF2B5EF4-FFF2-40B4-BE49-F238E27FC236}">
                <a16:creationId xmlns:a16="http://schemas.microsoft.com/office/drawing/2014/main" id="{09AFA7A2-E5E3-B23A-5B28-80BF6335E9A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5DA44438-2C44-74CA-00B5-2AC54E313B58}"/>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9009672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p:bg>
      <p:bgPr>
        <a:solidFill>
          <a:schemeClr val="accent2"/>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solidFill>
                  <a:schemeClr val="bg1"/>
                </a:solidFill>
              </a:defRPr>
            </a:lvl1pPr>
          </a:lstStyle>
          <a:p>
            <a:fld id="{B0DE974C-B015-4960-9DAB-14E5D9F97D84}"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0" name="Text Placeholder 6">
            <a:extLst>
              <a:ext uri="{FF2B5EF4-FFF2-40B4-BE49-F238E27FC236}">
                <a16:creationId xmlns:a16="http://schemas.microsoft.com/office/drawing/2014/main" id="{FE12270E-4CD9-35EB-27F8-CF96FB6E28A9}"/>
              </a:ext>
            </a:extLst>
          </p:cNvPr>
          <p:cNvSpPr>
            <a:spLocks noGrp="1"/>
          </p:cNvSpPr>
          <p:nvPr>
            <p:ph type="body" sz="quarter" idx="13" hasCustomPrompt="1"/>
          </p:nvPr>
        </p:nvSpPr>
        <p:spPr>
          <a:xfrm>
            <a:off x="407987" y="1844675"/>
            <a:ext cx="9504437" cy="4176714"/>
          </a:xfrm>
        </p:spPr>
        <p:txBody>
          <a:bodyPr/>
          <a:lstStyle>
            <a:lvl1pPr>
              <a:lnSpc>
                <a:spcPct val="90000"/>
              </a:lnSpc>
              <a:spcBef>
                <a:spcPts val="600"/>
              </a:spcBef>
              <a:defRPr sz="4800" b="1" i="0" spc="0" baseline="0">
                <a:solidFill>
                  <a:schemeClr val="bg1"/>
                </a:solidFill>
              </a:defRPr>
            </a:lvl1pPr>
            <a:lvl2pPr marL="0" indent="0">
              <a:lnSpc>
                <a:spcPct val="110000"/>
              </a:lnSpc>
              <a:spcBef>
                <a:spcPts val="600"/>
              </a:spcBef>
              <a:buFontTx/>
              <a:buNone/>
              <a:defRPr sz="1600" b="1" spc="0" baseline="0">
                <a:solidFill>
                  <a:schemeClr val="accent4"/>
                </a:solidFill>
              </a:defRPr>
            </a:lvl2pPr>
            <a:lvl3pPr marL="0" indent="0">
              <a:lnSpc>
                <a:spcPct val="90000"/>
              </a:lnSpc>
              <a:buFontTx/>
              <a:buNone/>
              <a:defRPr sz="1200"/>
            </a:lvl3pPr>
            <a:lvl4pPr marL="0" indent="0">
              <a:lnSpc>
                <a:spcPct val="90000"/>
              </a:lnSpc>
              <a:buFontTx/>
              <a:buNone/>
              <a:defRPr sz="1200"/>
            </a:lvl4pPr>
            <a:lvl5pPr marL="0" indent="0">
              <a:lnSpc>
                <a:spcPct val="90000"/>
              </a:lnSpc>
              <a:buFontTx/>
              <a:buNone/>
              <a:defRPr sz="1200"/>
            </a:lvl5pPr>
            <a:lvl6pPr marL="0" indent="0">
              <a:lnSpc>
                <a:spcPct val="90000"/>
              </a:lnSpc>
              <a:buFontTx/>
              <a:buNone/>
              <a:defRPr sz="1200"/>
            </a:lvl6pPr>
            <a:lvl7pPr marL="0" indent="0">
              <a:lnSpc>
                <a:spcPct val="90000"/>
              </a:lnSpc>
              <a:buFontTx/>
              <a:buNone/>
              <a:defRPr sz="1200"/>
            </a:lvl7pPr>
            <a:lvl8pPr marL="0" indent="0">
              <a:lnSpc>
                <a:spcPct val="90000"/>
              </a:lnSpc>
              <a:buFontTx/>
              <a:buNone/>
              <a:defRPr sz="1200"/>
            </a:lvl8pPr>
            <a:lvl9pPr marL="0" indent="0">
              <a:lnSpc>
                <a:spcPct val="90000"/>
              </a:lnSpc>
              <a:buFontTx/>
              <a:buNone/>
              <a:defRPr sz="1200"/>
            </a:lvl9pPr>
          </a:lstStyle>
          <a:p>
            <a:pPr lvl="0"/>
            <a:r>
              <a:rPr lang="en-US" dirty="0"/>
              <a:t>Add Quote</a:t>
            </a:r>
          </a:p>
          <a:p>
            <a:pPr lvl="1"/>
            <a:r>
              <a:rPr lang="en-US" dirty="0"/>
              <a:t>Second level</a:t>
            </a:r>
          </a:p>
        </p:txBody>
      </p:sp>
      <p:sp>
        <p:nvSpPr>
          <p:cNvPr id="3" name="Freeform 6">
            <a:extLst>
              <a:ext uri="{FF2B5EF4-FFF2-40B4-BE49-F238E27FC236}">
                <a16:creationId xmlns:a16="http://schemas.microsoft.com/office/drawing/2014/main" id="{A4015680-8341-F8ED-048E-F077734884C6}"/>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3" name="Freeform 5">
            <a:extLst>
              <a:ext uri="{FF2B5EF4-FFF2-40B4-BE49-F238E27FC236}">
                <a16:creationId xmlns:a16="http://schemas.microsoft.com/office/drawing/2014/main" id="{ACA59BE2-4195-3B8E-FE2C-636C236EF1D3}"/>
              </a:ext>
            </a:extLst>
          </p:cNvPr>
          <p:cNvSpPr>
            <a:spLocks noChangeAspect="1" noEditPoints="1"/>
          </p:cNvSpPr>
          <p:nvPr/>
        </p:nvSpPr>
        <p:spPr bwMode="auto">
          <a:xfrm>
            <a:off x="406847" y="1268760"/>
            <a:ext cx="448555" cy="432000"/>
          </a:xfrm>
          <a:custGeom>
            <a:avLst/>
            <a:gdLst>
              <a:gd name="T0" fmla="*/ 595 w 596"/>
              <a:gd name="T1" fmla="*/ 21 h 574"/>
              <a:gd name="T2" fmla="*/ 593 w 596"/>
              <a:gd name="T3" fmla="*/ 11 h 574"/>
              <a:gd name="T4" fmla="*/ 587 w 596"/>
              <a:gd name="T5" fmla="*/ 4 h 574"/>
              <a:gd name="T6" fmla="*/ 583 w 596"/>
              <a:gd name="T7" fmla="*/ 2 h 574"/>
              <a:gd name="T8" fmla="*/ 578 w 596"/>
              <a:gd name="T9" fmla="*/ 0 h 574"/>
              <a:gd name="T10" fmla="*/ 530 w 596"/>
              <a:gd name="T11" fmla="*/ 0 h 574"/>
              <a:gd name="T12" fmla="*/ 516 w 596"/>
              <a:gd name="T13" fmla="*/ 1 h 574"/>
              <a:gd name="T14" fmla="*/ 508 w 596"/>
              <a:gd name="T15" fmla="*/ 4 h 574"/>
              <a:gd name="T16" fmla="*/ 501 w 596"/>
              <a:gd name="T17" fmla="*/ 9 h 574"/>
              <a:gd name="T18" fmla="*/ 495 w 596"/>
              <a:gd name="T19" fmla="*/ 15 h 574"/>
              <a:gd name="T20" fmla="*/ 487 w 596"/>
              <a:gd name="T21" fmla="*/ 28 h 574"/>
              <a:gd name="T22" fmla="*/ 482 w 596"/>
              <a:gd name="T23" fmla="*/ 39 h 574"/>
              <a:gd name="T24" fmla="*/ 346 w 596"/>
              <a:gd name="T25" fmla="*/ 522 h 574"/>
              <a:gd name="T26" fmla="*/ 343 w 596"/>
              <a:gd name="T27" fmla="*/ 534 h 574"/>
              <a:gd name="T28" fmla="*/ 343 w 596"/>
              <a:gd name="T29" fmla="*/ 544 h 574"/>
              <a:gd name="T30" fmla="*/ 345 w 596"/>
              <a:gd name="T31" fmla="*/ 557 h 574"/>
              <a:gd name="T32" fmla="*/ 350 w 596"/>
              <a:gd name="T33" fmla="*/ 566 h 574"/>
              <a:gd name="T34" fmla="*/ 359 w 596"/>
              <a:gd name="T35" fmla="*/ 572 h 574"/>
              <a:gd name="T36" fmla="*/ 366 w 596"/>
              <a:gd name="T37" fmla="*/ 574 h 574"/>
              <a:gd name="T38" fmla="*/ 425 w 596"/>
              <a:gd name="T39" fmla="*/ 574 h 574"/>
              <a:gd name="T40" fmla="*/ 440 w 596"/>
              <a:gd name="T41" fmla="*/ 573 h 574"/>
              <a:gd name="T42" fmla="*/ 449 w 596"/>
              <a:gd name="T43" fmla="*/ 570 h 574"/>
              <a:gd name="T44" fmla="*/ 461 w 596"/>
              <a:gd name="T45" fmla="*/ 562 h 574"/>
              <a:gd name="T46" fmla="*/ 467 w 596"/>
              <a:gd name="T47" fmla="*/ 555 h 574"/>
              <a:gd name="T48" fmla="*/ 475 w 596"/>
              <a:gd name="T49" fmla="*/ 541 h 574"/>
              <a:gd name="T50" fmla="*/ 481 w 596"/>
              <a:gd name="T51" fmla="*/ 522 h 574"/>
              <a:gd name="T52" fmla="*/ 594 w 596"/>
              <a:gd name="T53" fmla="*/ 45 h 574"/>
              <a:gd name="T54" fmla="*/ 596 w 596"/>
              <a:gd name="T55" fmla="*/ 32 h 574"/>
              <a:gd name="T56" fmla="*/ 253 w 596"/>
              <a:gd name="T57" fmla="*/ 27 h 574"/>
              <a:gd name="T58" fmla="*/ 252 w 596"/>
              <a:gd name="T59" fmla="*/ 16 h 574"/>
              <a:gd name="T60" fmla="*/ 248 w 596"/>
              <a:gd name="T61" fmla="*/ 7 h 574"/>
              <a:gd name="T62" fmla="*/ 242 w 596"/>
              <a:gd name="T63" fmla="*/ 3 h 574"/>
              <a:gd name="T64" fmla="*/ 238 w 596"/>
              <a:gd name="T65" fmla="*/ 1 h 574"/>
              <a:gd name="T66" fmla="*/ 228 w 596"/>
              <a:gd name="T67" fmla="*/ 0 h 574"/>
              <a:gd name="T68" fmla="*/ 178 w 596"/>
              <a:gd name="T69" fmla="*/ 0 h 574"/>
              <a:gd name="T70" fmla="*/ 169 w 596"/>
              <a:gd name="T71" fmla="*/ 3 h 574"/>
              <a:gd name="T72" fmla="*/ 162 w 596"/>
              <a:gd name="T73" fmla="*/ 6 h 574"/>
              <a:gd name="T74" fmla="*/ 155 w 596"/>
              <a:gd name="T75" fmla="*/ 11 h 574"/>
              <a:gd name="T76" fmla="*/ 149 w 596"/>
              <a:gd name="T77" fmla="*/ 18 h 574"/>
              <a:gd name="T78" fmla="*/ 141 w 596"/>
              <a:gd name="T79" fmla="*/ 33 h 574"/>
              <a:gd name="T80" fmla="*/ 134 w 596"/>
              <a:gd name="T81" fmla="*/ 52 h 574"/>
              <a:gd name="T82" fmla="*/ 2 w 596"/>
              <a:gd name="T83" fmla="*/ 528 h 574"/>
              <a:gd name="T84" fmla="*/ 0 w 596"/>
              <a:gd name="T85" fmla="*/ 539 h 574"/>
              <a:gd name="T86" fmla="*/ 1 w 596"/>
              <a:gd name="T87" fmla="*/ 551 h 574"/>
              <a:gd name="T88" fmla="*/ 4 w 596"/>
              <a:gd name="T89" fmla="*/ 562 h 574"/>
              <a:gd name="T90" fmla="*/ 11 w 596"/>
              <a:gd name="T91" fmla="*/ 570 h 574"/>
              <a:gd name="T92" fmla="*/ 19 w 596"/>
              <a:gd name="T93" fmla="*/ 573 h 574"/>
              <a:gd name="T94" fmla="*/ 30 w 596"/>
              <a:gd name="T95" fmla="*/ 574 h 574"/>
              <a:gd name="T96" fmla="*/ 92 w 596"/>
              <a:gd name="T97" fmla="*/ 574 h 574"/>
              <a:gd name="T98" fmla="*/ 101 w 596"/>
              <a:gd name="T99" fmla="*/ 571 h 574"/>
              <a:gd name="T100" fmla="*/ 109 w 596"/>
              <a:gd name="T101" fmla="*/ 568 h 574"/>
              <a:gd name="T102" fmla="*/ 120 w 596"/>
              <a:gd name="T103" fmla="*/ 559 h 574"/>
              <a:gd name="T104" fmla="*/ 129 w 596"/>
              <a:gd name="T105" fmla="*/ 546 h 574"/>
              <a:gd name="T106" fmla="*/ 133 w 596"/>
              <a:gd name="T107" fmla="*/ 535 h 574"/>
              <a:gd name="T108" fmla="*/ 250 w 596"/>
              <a:gd name="T109" fmla="*/ 52 h 574"/>
              <a:gd name="T110" fmla="*/ 252 w 596"/>
              <a:gd name="T111" fmla="*/ 38 h 574"/>
              <a:gd name="T112" fmla="*/ 253 w 596"/>
              <a:gd name="T113" fmla="*/ 27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6" h="574">
                <a:moveTo>
                  <a:pt x="596" y="27"/>
                </a:moveTo>
                <a:lnTo>
                  <a:pt x="595" y="21"/>
                </a:lnTo>
                <a:lnTo>
                  <a:pt x="594" y="16"/>
                </a:lnTo>
                <a:lnTo>
                  <a:pt x="593" y="11"/>
                </a:lnTo>
                <a:lnTo>
                  <a:pt x="591" y="7"/>
                </a:lnTo>
                <a:lnTo>
                  <a:pt x="587" y="4"/>
                </a:lnTo>
                <a:lnTo>
                  <a:pt x="585" y="3"/>
                </a:lnTo>
                <a:lnTo>
                  <a:pt x="583" y="2"/>
                </a:lnTo>
                <a:lnTo>
                  <a:pt x="580" y="1"/>
                </a:lnTo>
                <a:lnTo>
                  <a:pt x="578" y="0"/>
                </a:lnTo>
                <a:lnTo>
                  <a:pt x="571" y="0"/>
                </a:lnTo>
                <a:lnTo>
                  <a:pt x="530" y="0"/>
                </a:lnTo>
                <a:lnTo>
                  <a:pt x="520" y="0"/>
                </a:lnTo>
                <a:lnTo>
                  <a:pt x="516" y="1"/>
                </a:lnTo>
                <a:lnTo>
                  <a:pt x="512" y="3"/>
                </a:lnTo>
                <a:lnTo>
                  <a:pt x="508" y="4"/>
                </a:lnTo>
                <a:lnTo>
                  <a:pt x="504" y="6"/>
                </a:lnTo>
                <a:lnTo>
                  <a:pt x="501" y="9"/>
                </a:lnTo>
                <a:lnTo>
                  <a:pt x="498" y="11"/>
                </a:lnTo>
                <a:lnTo>
                  <a:pt x="495" y="15"/>
                </a:lnTo>
                <a:lnTo>
                  <a:pt x="492" y="18"/>
                </a:lnTo>
                <a:lnTo>
                  <a:pt x="487" y="28"/>
                </a:lnTo>
                <a:lnTo>
                  <a:pt x="485" y="33"/>
                </a:lnTo>
                <a:lnTo>
                  <a:pt x="482" y="39"/>
                </a:lnTo>
                <a:lnTo>
                  <a:pt x="478" y="52"/>
                </a:lnTo>
                <a:lnTo>
                  <a:pt x="346" y="522"/>
                </a:lnTo>
                <a:lnTo>
                  <a:pt x="344" y="528"/>
                </a:lnTo>
                <a:lnTo>
                  <a:pt x="343" y="534"/>
                </a:lnTo>
                <a:lnTo>
                  <a:pt x="343" y="539"/>
                </a:lnTo>
                <a:lnTo>
                  <a:pt x="343" y="544"/>
                </a:lnTo>
                <a:lnTo>
                  <a:pt x="343" y="551"/>
                </a:lnTo>
                <a:lnTo>
                  <a:pt x="345" y="557"/>
                </a:lnTo>
                <a:lnTo>
                  <a:pt x="347" y="562"/>
                </a:lnTo>
                <a:lnTo>
                  <a:pt x="350" y="566"/>
                </a:lnTo>
                <a:lnTo>
                  <a:pt x="354" y="570"/>
                </a:lnTo>
                <a:lnTo>
                  <a:pt x="359" y="572"/>
                </a:lnTo>
                <a:lnTo>
                  <a:pt x="362" y="573"/>
                </a:lnTo>
                <a:lnTo>
                  <a:pt x="366" y="574"/>
                </a:lnTo>
                <a:lnTo>
                  <a:pt x="373" y="574"/>
                </a:lnTo>
                <a:lnTo>
                  <a:pt x="425" y="574"/>
                </a:lnTo>
                <a:lnTo>
                  <a:pt x="435" y="574"/>
                </a:lnTo>
                <a:lnTo>
                  <a:pt x="440" y="573"/>
                </a:lnTo>
                <a:lnTo>
                  <a:pt x="444" y="571"/>
                </a:lnTo>
                <a:lnTo>
                  <a:pt x="449" y="570"/>
                </a:lnTo>
                <a:lnTo>
                  <a:pt x="453" y="568"/>
                </a:lnTo>
                <a:lnTo>
                  <a:pt x="461" y="562"/>
                </a:lnTo>
                <a:lnTo>
                  <a:pt x="464" y="559"/>
                </a:lnTo>
                <a:lnTo>
                  <a:pt x="467" y="555"/>
                </a:lnTo>
                <a:lnTo>
                  <a:pt x="473" y="546"/>
                </a:lnTo>
                <a:lnTo>
                  <a:pt x="475" y="541"/>
                </a:lnTo>
                <a:lnTo>
                  <a:pt x="477" y="535"/>
                </a:lnTo>
                <a:lnTo>
                  <a:pt x="481" y="522"/>
                </a:lnTo>
                <a:lnTo>
                  <a:pt x="593" y="52"/>
                </a:lnTo>
                <a:lnTo>
                  <a:pt x="594" y="45"/>
                </a:lnTo>
                <a:lnTo>
                  <a:pt x="595" y="38"/>
                </a:lnTo>
                <a:lnTo>
                  <a:pt x="596" y="32"/>
                </a:lnTo>
                <a:lnTo>
                  <a:pt x="596" y="27"/>
                </a:lnTo>
                <a:close/>
                <a:moveTo>
                  <a:pt x="253" y="27"/>
                </a:moveTo>
                <a:lnTo>
                  <a:pt x="253" y="21"/>
                </a:lnTo>
                <a:lnTo>
                  <a:pt x="252" y="16"/>
                </a:lnTo>
                <a:lnTo>
                  <a:pt x="250" y="11"/>
                </a:lnTo>
                <a:lnTo>
                  <a:pt x="248" y="7"/>
                </a:lnTo>
                <a:lnTo>
                  <a:pt x="244" y="4"/>
                </a:lnTo>
                <a:lnTo>
                  <a:pt x="242" y="3"/>
                </a:lnTo>
                <a:lnTo>
                  <a:pt x="240" y="2"/>
                </a:lnTo>
                <a:lnTo>
                  <a:pt x="238" y="1"/>
                </a:lnTo>
                <a:lnTo>
                  <a:pt x="235" y="0"/>
                </a:lnTo>
                <a:lnTo>
                  <a:pt x="228" y="0"/>
                </a:lnTo>
                <a:lnTo>
                  <a:pt x="187" y="0"/>
                </a:lnTo>
                <a:lnTo>
                  <a:pt x="178" y="0"/>
                </a:lnTo>
                <a:lnTo>
                  <a:pt x="173" y="1"/>
                </a:lnTo>
                <a:lnTo>
                  <a:pt x="169" y="3"/>
                </a:lnTo>
                <a:lnTo>
                  <a:pt x="165" y="4"/>
                </a:lnTo>
                <a:lnTo>
                  <a:pt x="162" y="6"/>
                </a:lnTo>
                <a:lnTo>
                  <a:pt x="158" y="9"/>
                </a:lnTo>
                <a:lnTo>
                  <a:pt x="155" y="11"/>
                </a:lnTo>
                <a:lnTo>
                  <a:pt x="152" y="15"/>
                </a:lnTo>
                <a:lnTo>
                  <a:pt x="149" y="18"/>
                </a:lnTo>
                <a:lnTo>
                  <a:pt x="143" y="28"/>
                </a:lnTo>
                <a:lnTo>
                  <a:pt x="141" y="33"/>
                </a:lnTo>
                <a:lnTo>
                  <a:pt x="138" y="39"/>
                </a:lnTo>
                <a:lnTo>
                  <a:pt x="134" y="52"/>
                </a:lnTo>
                <a:lnTo>
                  <a:pt x="3" y="522"/>
                </a:lnTo>
                <a:lnTo>
                  <a:pt x="2" y="528"/>
                </a:lnTo>
                <a:lnTo>
                  <a:pt x="1" y="534"/>
                </a:lnTo>
                <a:lnTo>
                  <a:pt x="0" y="539"/>
                </a:lnTo>
                <a:lnTo>
                  <a:pt x="0" y="544"/>
                </a:lnTo>
                <a:lnTo>
                  <a:pt x="1" y="551"/>
                </a:lnTo>
                <a:lnTo>
                  <a:pt x="2" y="557"/>
                </a:lnTo>
                <a:lnTo>
                  <a:pt x="4" y="562"/>
                </a:lnTo>
                <a:lnTo>
                  <a:pt x="7" y="566"/>
                </a:lnTo>
                <a:lnTo>
                  <a:pt x="11" y="570"/>
                </a:lnTo>
                <a:lnTo>
                  <a:pt x="16" y="572"/>
                </a:lnTo>
                <a:lnTo>
                  <a:pt x="19" y="573"/>
                </a:lnTo>
                <a:lnTo>
                  <a:pt x="23" y="574"/>
                </a:lnTo>
                <a:lnTo>
                  <a:pt x="30" y="574"/>
                </a:lnTo>
                <a:lnTo>
                  <a:pt x="82" y="574"/>
                </a:lnTo>
                <a:lnTo>
                  <a:pt x="92" y="574"/>
                </a:lnTo>
                <a:lnTo>
                  <a:pt x="97" y="573"/>
                </a:lnTo>
                <a:lnTo>
                  <a:pt x="101" y="571"/>
                </a:lnTo>
                <a:lnTo>
                  <a:pt x="105" y="570"/>
                </a:lnTo>
                <a:lnTo>
                  <a:pt x="109" y="568"/>
                </a:lnTo>
                <a:lnTo>
                  <a:pt x="117" y="562"/>
                </a:lnTo>
                <a:lnTo>
                  <a:pt x="120" y="559"/>
                </a:lnTo>
                <a:lnTo>
                  <a:pt x="123" y="555"/>
                </a:lnTo>
                <a:lnTo>
                  <a:pt x="129" y="546"/>
                </a:lnTo>
                <a:lnTo>
                  <a:pt x="131" y="541"/>
                </a:lnTo>
                <a:lnTo>
                  <a:pt x="133" y="535"/>
                </a:lnTo>
                <a:lnTo>
                  <a:pt x="137" y="522"/>
                </a:lnTo>
                <a:lnTo>
                  <a:pt x="250" y="52"/>
                </a:lnTo>
                <a:lnTo>
                  <a:pt x="252" y="45"/>
                </a:lnTo>
                <a:lnTo>
                  <a:pt x="252" y="38"/>
                </a:lnTo>
                <a:lnTo>
                  <a:pt x="253" y="32"/>
                </a:lnTo>
                <a:lnTo>
                  <a:pt x="253" y="27"/>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231083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554399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1844675"/>
            <a:ext cx="554399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BE20E1-9C17-4699-92BB-D9C9F8E0BC6C}"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Tree>
    <p:extLst>
      <p:ext uri="{BB962C8B-B14F-4D97-AF65-F5344CB8AC3E}">
        <p14:creationId xmlns:p14="http://schemas.microsoft.com/office/powerpoint/2010/main" val="6947645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5543992"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2420888"/>
            <a:ext cx="5543993"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5542983"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6240488" y="1844675"/>
            <a:ext cx="55435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1" name="Straight Connector 10">
            <a:extLst>
              <a:ext uri="{FF2B5EF4-FFF2-40B4-BE49-F238E27FC236}">
                <a16:creationId xmlns:a16="http://schemas.microsoft.com/office/drawing/2014/main" id="{E3312D50-F15E-3EC8-DA94-32D5A9D1EBA4}"/>
              </a:ext>
            </a:extLst>
          </p:cNvPr>
          <p:cNvCxnSpPr>
            <a:cxnSpLocks/>
          </p:cNvCxnSpPr>
          <p:nvPr/>
        </p:nvCxnSpPr>
        <p:spPr>
          <a:xfrm>
            <a:off x="6096000"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312287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359978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95801" y="2420888"/>
            <a:ext cx="360040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35991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4296433" y="1844675"/>
            <a:ext cx="3600096"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0" name="Straight Connector 9">
            <a:extLst>
              <a:ext uri="{FF2B5EF4-FFF2-40B4-BE49-F238E27FC236}">
                <a16:creationId xmlns:a16="http://schemas.microsoft.com/office/drawing/2014/main" id="{718E971A-6710-C2BB-F744-7619ED66F7A1}"/>
              </a:ext>
            </a:extLst>
          </p:cNvPr>
          <p:cNvCxnSpPr>
            <a:cxnSpLocks/>
          </p:cNvCxnSpPr>
          <p:nvPr userDrawn="1"/>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E3ADCF-3508-E6D9-DD76-0D136F2DF6EE}"/>
              </a:ext>
            </a:extLst>
          </p:cNvPr>
          <p:cNvCxnSpPr>
            <a:cxnSpLocks/>
          </p:cNvCxnSpPr>
          <p:nvPr userDrawn="1"/>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Content Placeholder 3">
            <a:extLst>
              <a:ext uri="{FF2B5EF4-FFF2-40B4-BE49-F238E27FC236}">
                <a16:creationId xmlns:a16="http://schemas.microsoft.com/office/drawing/2014/main" id="{6FE21C01-8778-92CB-6C3B-855251BB171F}"/>
              </a:ext>
            </a:extLst>
          </p:cNvPr>
          <p:cNvSpPr>
            <a:spLocks noGrp="1"/>
          </p:cNvSpPr>
          <p:nvPr>
            <p:ph sz="half" idx="14"/>
          </p:nvPr>
        </p:nvSpPr>
        <p:spPr>
          <a:xfrm>
            <a:off x="8184232" y="2420888"/>
            <a:ext cx="3599781"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4">
            <a:extLst>
              <a:ext uri="{FF2B5EF4-FFF2-40B4-BE49-F238E27FC236}">
                <a16:creationId xmlns:a16="http://schemas.microsoft.com/office/drawing/2014/main" id="{493E4F3A-8AAD-E825-C637-245CC58A74DE}"/>
              </a:ext>
            </a:extLst>
          </p:cNvPr>
          <p:cNvSpPr>
            <a:spLocks noGrp="1"/>
          </p:cNvSpPr>
          <p:nvPr>
            <p:ph type="body" sz="quarter" idx="15"/>
          </p:nvPr>
        </p:nvSpPr>
        <p:spPr>
          <a:xfrm>
            <a:off x="8184866" y="1844675"/>
            <a:ext cx="3599477"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6751835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and Highl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84EBF8-A38E-45A0-95D7-945283F1E2FE}"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8184234" y="1844675"/>
            <a:ext cx="359978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cxnSp>
        <p:nvCxnSpPr>
          <p:cNvPr id="4" name="Straight Connector 3">
            <a:extLst>
              <a:ext uri="{FF2B5EF4-FFF2-40B4-BE49-F238E27FC236}">
                <a16:creationId xmlns:a16="http://schemas.microsoft.com/office/drawing/2014/main" id="{87DD12A4-CAAA-276A-3515-43F04C708942}"/>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1038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and Highligh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5801"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00731F-9916-473B-AC82-AC8750A47D63}" type="datetime3">
              <a:rPr lang="en-US" smtClean="0"/>
              <a:t>1 October 2026</a:t>
            </a:fld>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407988" y="1844675"/>
            <a:ext cx="360045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23435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ACA3FAB0-2B33-4026-8022-FB4BDB72EDB3}"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3" name="Text Placeholder 2">
            <a:extLst>
              <a:ext uri="{FF2B5EF4-FFF2-40B4-BE49-F238E27FC236}">
                <a16:creationId xmlns:a16="http://schemas.microsoft.com/office/drawing/2014/main" id="{F89566B9-12F8-284C-8FF9-6FDC1AED19A4}"/>
              </a:ext>
            </a:extLst>
          </p:cNvPr>
          <p:cNvSpPr>
            <a:spLocks noGrp="1"/>
          </p:cNvSpPr>
          <p:nvPr>
            <p:ph type="body" sz="quarter" idx="16"/>
          </p:nvPr>
        </p:nvSpPr>
        <p:spPr>
          <a:xfrm>
            <a:off x="407988"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0" name="Text Placeholder 2">
            <a:extLst>
              <a:ext uri="{FF2B5EF4-FFF2-40B4-BE49-F238E27FC236}">
                <a16:creationId xmlns:a16="http://schemas.microsoft.com/office/drawing/2014/main" id="{8007EE78-B21B-23A7-54BF-B521D91B2AA9}"/>
              </a:ext>
            </a:extLst>
          </p:cNvPr>
          <p:cNvSpPr>
            <a:spLocks noGrp="1"/>
          </p:cNvSpPr>
          <p:nvPr>
            <p:ph type="body" sz="quarter" idx="17"/>
          </p:nvPr>
        </p:nvSpPr>
        <p:spPr>
          <a:xfrm>
            <a:off x="4295801" y="3429000"/>
            <a:ext cx="3600398" cy="2592388"/>
          </a:xfrm>
        </p:spPr>
        <p:txBody>
          <a:bodyPr/>
          <a:lstStyle/>
          <a:p>
            <a:pPr lvl="0"/>
            <a:r>
              <a:rPr lang="en-US"/>
              <a:t>Click to edit Master text styles</a:t>
            </a:r>
          </a:p>
          <a:p>
            <a:pPr lvl="1"/>
            <a:r>
              <a:rPr lang="en-US"/>
              <a:t>Second level</a:t>
            </a:r>
          </a:p>
          <a:p>
            <a:pPr lvl="2"/>
            <a:r>
              <a:rPr lang="en-US"/>
              <a:t>Third level</a:t>
            </a:r>
          </a:p>
        </p:txBody>
      </p:sp>
      <p:sp>
        <p:nvSpPr>
          <p:cNvPr id="11" name="Text Placeholder 2">
            <a:extLst>
              <a:ext uri="{FF2B5EF4-FFF2-40B4-BE49-F238E27FC236}">
                <a16:creationId xmlns:a16="http://schemas.microsoft.com/office/drawing/2014/main" id="{CA93C399-907E-C5BB-591E-631455558992}"/>
              </a:ext>
            </a:extLst>
          </p:cNvPr>
          <p:cNvSpPr>
            <a:spLocks noGrp="1"/>
          </p:cNvSpPr>
          <p:nvPr>
            <p:ph type="body" sz="quarter" idx="18"/>
          </p:nvPr>
        </p:nvSpPr>
        <p:spPr>
          <a:xfrm>
            <a:off x="8183564"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2" name="Text Placeholder 2">
            <a:extLst>
              <a:ext uri="{FF2B5EF4-FFF2-40B4-BE49-F238E27FC236}">
                <a16:creationId xmlns:a16="http://schemas.microsoft.com/office/drawing/2014/main" id="{3CA9FCC5-FDD9-DC9F-FD7E-DC299FDA37D0}"/>
              </a:ext>
            </a:extLst>
          </p:cNvPr>
          <p:cNvSpPr>
            <a:spLocks noGrp="1"/>
          </p:cNvSpPr>
          <p:nvPr>
            <p:ph type="body" idx="1"/>
          </p:nvPr>
        </p:nvSpPr>
        <p:spPr>
          <a:xfrm>
            <a:off x="407988" y="1844675"/>
            <a:ext cx="359978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4">
            <a:extLst>
              <a:ext uri="{FF2B5EF4-FFF2-40B4-BE49-F238E27FC236}">
                <a16:creationId xmlns:a16="http://schemas.microsoft.com/office/drawing/2014/main" id="{EFAA3442-C32E-C521-1F86-60CC0A49B347}"/>
              </a:ext>
            </a:extLst>
          </p:cNvPr>
          <p:cNvSpPr>
            <a:spLocks noGrp="1"/>
          </p:cNvSpPr>
          <p:nvPr>
            <p:ph type="body" sz="quarter" idx="3"/>
          </p:nvPr>
        </p:nvSpPr>
        <p:spPr>
          <a:xfrm>
            <a:off x="4295800" y="1844675"/>
            <a:ext cx="360040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2A73817A-8DA0-A644-79C7-07F500AD431C}"/>
              </a:ext>
            </a:extLst>
          </p:cNvPr>
          <p:cNvSpPr>
            <a:spLocks noGrp="1"/>
          </p:cNvSpPr>
          <p:nvPr>
            <p:ph type="body" sz="quarter" idx="19"/>
          </p:nvPr>
        </p:nvSpPr>
        <p:spPr>
          <a:xfrm>
            <a:off x="8184232" y="1844675"/>
            <a:ext cx="3599781"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6" name="Straight Connector 15">
            <a:extLst>
              <a:ext uri="{FF2B5EF4-FFF2-40B4-BE49-F238E27FC236}">
                <a16:creationId xmlns:a16="http://schemas.microsoft.com/office/drawing/2014/main" id="{F5691066-5FF3-2B0D-FA81-A572DB654937}"/>
              </a:ext>
            </a:extLst>
          </p:cNvPr>
          <p:cNvCxnSpPr>
            <a:cxnSpLocks/>
          </p:cNvCxnSpPr>
          <p:nvPr/>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1E8CBD-88AD-3DB4-D8FB-969D10AE3B5F}"/>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18778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7642BECA-EF0C-BD72-6F7D-E1F5C6BCE1B6}"/>
              </a:ext>
            </a:extLst>
          </p:cNvPr>
          <p:cNvSpPr>
            <a:spLocks noGrp="1"/>
          </p:cNvSpPr>
          <p:nvPr>
            <p:ph type="pic" sz="quarter" idx="1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BA7DE626-2ACE-F5B9-6AEB-1372D3578784}"/>
              </a:ext>
            </a:extLst>
          </p:cNvPr>
          <p:cNvSpPr>
            <a:spLocks noGrp="1"/>
          </p:cNvSpPr>
          <p:nvPr>
            <p:ph type="body" sz="quarter" idx="19"/>
          </p:nvPr>
        </p:nvSpPr>
        <p:spPr>
          <a:xfrm>
            <a:off x="10639821" y="6236625"/>
            <a:ext cx="1130400" cy="288000"/>
          </a:xfrm>
          <a:blipFill>
            <a:blip r:embed="rId2" cstate="screen">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
        <p:nvSpPr>
          <p:cNvPr id="13" name="Title 12">
            <a:extLst>
              <a:ext uri="{FF2B5EF4-FFF2-40B4-BE49-F238E27FC236}">
                <a16:creationId xmlns:a16="http://schemas.microsoft.com/office/drawing/2014/main" id="{B136D86C-C951-D3DD-DC58-A2F034437F3C}"/>
              </a:ext>
            </a:extLst>
          </p:cNvPr>
          <p:cNvSpPr>
            <a:spLocks noGrp="1"/>
          </p:cNvSpPr>
          <p:nvPr>
            <p:ph type="title"/>
          </p:nvPr>
        </p:nvSpPr>
        <p:spPr>
          <a:xfrm>
            <a:off x="407989" y="548680"/>
            <a:ext cx="5543995" cy="1008112"/>
          </a:xfrm>
        </p:spPr>
        <p:txBody>
          <a:bodyPr/>
          <a:lstStyle/>
          <a:p>
            <a:r>
              <a:rPr lang="en-US"/>
              <a:t>Click to edit Master title style</a:t>
            </a:r>
            <a:endParaRPr lang="en-GB" dirty="0"/>
          </a:p>
        </p:txBody>
      </p:sp>
      <p:sp>
        <p:nvSpPr>
          <p:cNvPr id="14" name="Date Placeholder 13">
            <a:extLst>
              <a:ext uri="{FF2B5EF4-FFF2-40B4-BE49-F238E27FC236}">
                <a16:creationId xmlns:a16="http://schemas.microsoft.com/office/drawing/2014/main" id="{DCDF58FA-8C3D-B675-9126-F1692CC7A0BE}"/>
              </a:ext>
            </a:extLst>
          </p:cNvPr>
          <p:cNvSpPr>
            <a:spLocks noGrp="1"/>
          </p:cNvSpPr>
          <p:nvPr>
            <p:ph type="dt" sz="half" idx="20"/>
          </p:nvPr>
        </p:nvSpPr>
        <p:spPr/>
        <p:txBody>
          <a:bodyPr/>
          <a:lstStyle/>
          <a:p>
            <a:fld id="{46F98249-4418-430D-BC85-CBEB2C55707B}" type="datetime3">
              <a:rPr lang="en-US" smtClean="0"/>
              <a:t>1 October 2026</a:t>
            </a:fld>
            <a:endParaRPr lang="en-US" dirty="0"/>
          </a:p>
        </p:txBody>
      </p:sp>
      <p:sp>
        <p:nvSpPr>
          <p:cNvPr id="15" name="Footer Placeholder 14">
            <a:extLst>
              <a:ext uri="{FF2B5EF4-FFF2-40B4-BE49-F238E27FC236}">
                <a16:creationId xmlns:a16="http://schemas.microsoft.com/office/drawing/2014/main" id="{B9E7EBBE-A29B-487A-342B-20BED545D032}"/>
              </a:ext>
            </a:extLst>
          </p:cNvPr>
          <p:cNvSpPr>
            <a:spLocks noGrp="1"/>
          </p:cNvSpPr>
          <p:nvPr>
            <p:ph type="ftr" sz="quarter" idx="21"/>
          </p:nvPr>
        </p:nvSpPr>
        <p:spPr/>
        <p:txBody>
          <a:bodyPr/>
          <a:lstStyle/>
          <a:p>
            <a:endParaRPr lang="en-US" dirty="0"/>
          </a:p>
        </p:txBody>
      </p:sp>
      <p:sp>
        <p:nvSpPr>
          <p:cNvPr id="16" name="Slide Number Placeholder 15">
            <a:extLst>
              <a:ext uri="{FF2B5EF4-FFF2-40B4-BE49-F238E27FC236}">
                <a16:creationId xmlns:a16="http://schemas.microsoft.com/office/drawing/2014/main" id="{4C8549BF-7C39-73C0-AAC2-4716780B4413}"/>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9227847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and Picture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D09D38C-52A6-5776-24AC-CFA5EDE05C6E}"/>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890A3BEA-E991-BB69-13DF-37F81DC12291}"/>
              </a:ext>
            </a:extLst>
          </p:cNvPr>
          <p:cNvSpPr>
            <a:spLocks noGrp="1"/>
          </p:cNvSpPr>
          <p:nvPr>
            <p:ph type="dt" sz="half" idx="14"/>
          </p:nvPr>
        </p:nvSpPr>
        <p:spPr/>
        <p:txBody>
          <a:bodyPr/>
          <a:lstStyle/>
          <a:p>
            <a:fld id="{30F635E9-B524-4054-960B-A142DA44153E}" type="datetime3">
              <a:rPr lang="en-US" smtClean="0"/>
              <a:t>1 October 2026</a:t>
            </a:fld>
            <a:endParaRPr lang="en-US" dirty="0"/>
          </a:p>
        </p:txBody>
      </p:sp>
      <p:sp>
        <p:nvSpPr>
          <p:cNvPr id="11" name="Footer Placeholder 10">
            <a:extLst>
              <a:ext uri="{FF2B5EF4-FFF2-40B4-BE49-F238E27FC236}">
                <a16:creationId xmlns:a16="http://schemas.microsoft.com/office/drawing/2014/main" id="{84538942-38C8-91EC-489B-EFBBFE80BBD3}"/>
              </a:ext>
            </a:extLst>
          </p:cNvPr>
          <p:cNvSpPr>
            <a:spLocks noGrp="1"/>
          </p:cNvSpPr>
          <p:nvPr>
            <p:ph type="ftr" sz="quarter" idx="15"/>
          </p:nvPr>
        </p:nvSpPr>
        <p:spPr/>
        <p:txBody>
          <a:bodyPr/>
          <a:lstStyle/>
          <a:p>
            <a:endParaRPr lang="en-US" dirty="0"/>
          </a:p>
        </p:txBody>
      </p:sp>
      <p:sp>
        <p:nvSpPr>
          <p:cNvPr id="12" name="Slide Number Placeholder 11">
            <a:extLst>
              <a:ext uri="{FF2B5EF4-FFF2-40B4-BE49-F238E27FC236}">
                <a16:creationId xmlns:a16="http://schemas.microsoft.com/office/drawing/2014/main" id="{F730571B-A724-50EC-034C-E271DC6477D1}"/>
              </a:ext>
            </a:extLst>
          </p:cNvPr>
          <p:cNvSpPr>
            <a:spLocks noGrp="1"/>
          </p:cNvSpPr>
          <p:nvPr>
            <p:ph type="sldNum" sz="quarter" idx="16"/>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4596845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and 2 Picture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62C22325-F61C-98FA-19DF-99B544D06B1B}"/>
              </a:ext>
            </a:extLst>
          </p:cNvPr>
          <p:cNvSpPr>
            <a:spLocks noGrp="1"/>
          </p:cNvSpPr>
          <p:nvPr>
            <p:ph type="pic" sz="quarter" idx="13"/>
          </p:nvPr>
        </p:nvSpPr>
        <p:spPr>
          <a:xfrm>
            <a:off x="6240016" y="0"/>
            <a:ext cx="5951984" cy="3356992"/>
          </a:xfrm>
          <a:custGeom>
            <a:avLst/>
            <a:gdLst>
              <a:gd name="connsiteX0" fmla="*/ 0 w 5951984"/>
              <a:gd name="connsiteY0" fmla="*/ 0 h 3356992"/>
              <a:gd name="connsiteX1" fmla="*/ 5951984 w 5951984"/>
              <a:gd name="connsiteY1" fmla="*/ 0 h 3356992"/>
              <a:gd name="connsiteX2" fmla="*/ 5951984 w 5951984"/>
              <a:gd name="connsiteY2" fmla="*/ 3356992 h 3356992"/>
              <a:gd name="connsiteX3" fmla="*/ 1689711 w 5951984"/>
              <a:gd name="connsiteY3" fmla="*/ 3356992 h 3356992"/>
              <a:gd name="connsiteX4" fmla="*/ 1286149 w 5951984"/>
              <a:gd name="connsiteY4" fmla="*/ 2570260 h 3356992"/>
              <a:gd name="connsiteX5" fmla="*/ 845854 w 5951984"/>
              <a:gd name="connsiteY5" fmla="*/ 1713507 h 3356992"/>
              <a:gd name="connsiteX6" fmla="*/ 405558 w 5951984"/>
              <a:gd name="connsiteY6" fmla="*/ 856753 h 3356992"/>
              <a:gd name="connsiteX7" fmla="*/ 0 w 5951984"/>
              <a:gd name="connsiteY7" fmla="*/ 6473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4" h="3356992">
                <a:moveTo>
                  <a:pt x="0" y="0"/>
                </a:moveTo>
                <a:lnTo>
                  <a:pt x="5951984" y="0"/>
                </a:lnTo>
                <a:lnTo>
                  <a:pt x="5951984" y="3356992"/>
                </a:lnTo>
                <a:lnTo>
                  <a:pt x="1689711" y="3356992"/>
                </a:lnTo>
                <a:lnTo>
                  <a:pt x="1286149" y="2570260"/>
                </a:lnTo>
                <a:lnTo>
                  <a:pt x="845854" y="1713507"/>
                </a:lnTo>
                <a:lnTo>
                  <a:pt x="405558" y="856753"/>
                </a:lnTo>
                <a:lnTo>
                  <a:pt x="0" y="6473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4" name="Picture Placeholder 13">
            <a:extLst>
              <a:ext uri="{FF2B5EF4-FFF2-40B4-BE49-F238E27FC236}">
                <a16:creationId xmlns:a16="http://schemas.microsoft.com/office/drawing/2014/main" id="{2919189E-A891-5B5C-F128-8A0C3DA03DBB}"/>
              </a:ext>
            </a:extLst>
          </p:cNvPr>
          <p:cNvSpPr>
            <a:spLocks noGrp="1"/>
          </p:cNvSpPr>
          <p:nvPr>
            <p:ph type="pic" sz="quarter" idx="14"/>
          </p:nvPr>
        </p:nvSpPr>
        <p:spPr>
          <a:xfrm>
            <a:off x="8003568" y="3501008"/>
            <a:ext cx="4188432" cy="3356992"/>
          </a:xfrm>
          <a:custGeom>
            <a:avLst/>
            <a:gdLst>
              <a:gd name="connsiteX0" fmla="*/ 0 w 4188432"/>
              <a:gd name="connsiteY0" fmla="*/ 0 h 3356992"/>
              <a:gd name="connsiteX1" fmla="*/ 4188432 w 4188432"/>
              <a:gd name="connsiteY1" fmla="*/ 0 h 3356992"/>
              <a:gd name="connsiteX2" fmla="*/ 4188432 w 4188432"/>
              <a:gd name="connsiteY2" fmla="*/ 3356992 h 3356992"/>
              <a:gd name="connsiteX3" fmla="*/ 1723278 w 4188432"/>
              <a:gd name="connsiteY3" fmla="*/ 3356992 h 3356992"/>
              <a:gd name="connsiteX4" fmla="*/ 1282983 w 4188432"/>
              <a:gd name="connsiteY4" fmla="*/ 2498649 h 3356992"/>
              <a:gd name="connsiteX5" fmla="*/ 842688 w 4188432"/>
              <a:gd name="connsiteY5" fmla="*/ 1641896 h 3356992"/>
              <a:gd name="connsiteX6" fmla="*/ 402392 w 4188432"/>
              <a:gd name="connsiteY6" fmla="*/ 78514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8432" h="3356992">
                <a:moveTo>
                  <a:pt x="0" y="0"/>
                </a:moveTo>
                <a:lnTo>
                  <a:pt x="4188432" y="0"/>
                </a:lnTo>
                <a:lnTo>
                  <a:pt x="4188432" y="3356992"/>
                </a:lnTo>
                <a:lnTo>
                  <a:pt x="1723278" y="3356992"/>
                </a:lnTo>
                <a:lnTo>
                  <a:pt x="1282983" y="2498649"/>
                </a:lnTo>
                <a:lnTo>
                  <a:pt x="842688" y="1641896"/>
                </a:lnTo>
                <a:lnTo>
                  <a:pt x="402392" y="78514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p>
            <a:fld id="{532575C0-E963-4395-BF39-327DB8FF1C92}"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5" name="Title 14">
            <a:extLst>
              <a:ext uri="{FF2B5EF4-FFF2-40B4-BE49-F238E27FC236}">
                <a16:creationId xmlns:a16="http://schemas.microsoft.com/office/drawing/2014/main" id="{D731E667-4044-2045-3ABD-D2986698F082}"/>
              </a:ext>
            </a:extLst>
          </p:cNvPr>
          <p:cNvSpPr>
            <a:spLocks noGrp="1"/>
          </p:cNvSpPr>
          <p:nvPr>
            <p:ph type="title"/>
          </p:nvPr>
        </p:nvSpPr>
        <p:spPr>
          <a:xfrm>
            <a:off x="407989" y="548680"/>
            <a:ext cx="5543996" cy="1008112"/>
          </a:xfrm>
        </p:spPr>
        <p:txBody>
          <a:bodyPr/>
          <a:lstStyle/>
          <a:p>
            <a:r>
              <a:rPr lang="en-US"/>
              <a:t>Click to edit Master title style</a:t>
            </a:r>
            <a:endParaRPr lang="en-GB" dirty="0"/>
          </a:p>
        </p:txBody>
      </p:sp>
    </p:spTree>
    <p:extLst>
      <p:ext uri="{BB962C8B-B14F-4D97-AF65-F5344CB8AC3E}">
        <p14:creationId xmlns:p14="http://schemas.microsoft.com/office/powerpoint/2010/main" val="26686212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and 2 Pictures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05B91F3-75BC-1093-B8F2-91DBFB5E7AB8}"/>
              </a:ext>
            </a:extLst>
          </p:cNvPr>
          <p:cNvSpPr>
            <a:spLocks noGrp="1"/>
          </p:cNvSpPr>
          <p:nvPr>
            <p:ph type="pic" sz="quarter" idx="13"/>
          </p:nvPr>
        </p:nvSpPr>
        <p:spPr>
          <a:xfrm>
            <a:off x="1" y="0"/>
            <a:ext cx="4180197" cy="3356992"/>
          </a:xfrm>
          <a:custGeom>
            <a:avLst/>
            <a:gdLst>
              <a:gd name="connsiteX0" fmla="*/ 0 w 4180197"/>
              <a:gd name="connsiteY0" fmla="*/ 0 h 3356992"/>
              <a:gd name="connsiteX1" fmla="*/ 2465154 w 4180197"/>
              <a:gd name="connsiteY1" fmla="*/ 0 h 3356992"/>
              <a:gd name="connsiteX2" fmla="*/ 2903065 w 4180197"/>
              <a:gd name="connsiteY2" fmla="*/ 856753 h 3356992"/>
              <a:gd name="connsiteX3" fmla="*/ 3340181 w 4180197"/>
              <a:gd name="connsiteY3" fmla="*/ 1713507 h 3356992"/>
              <a:gd name="connsiteX4" fmla="*/ 3778092 w 4180197"/>
              <a:gd name="connsiteY4" fmla="*/ 2570260 h 3356992"/>
              <a:gd name="connsiteX5" fmla="*/ 4180197 w 4180197"/>
              <a:gd name="connsiteY5" fmla="*/ 3356992 h 3356992"/>
              <a:gd name="connsiteX6" fmla="*/ 0 w 4180197"/>
              <a:gd name="connsiteY6"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97" h="3356992">
                <a:moveTo>
                  <a:pt x="0" y="0"/>
                </a:moveTo>
                <a:lnTo>
                  <a:pt x="2465154" y="0"/>
                </a:lnTo>
                <a:lnTo>
                  <a:pt x="2903065" y="856753"/>
                </a:lnTo>
                <a:lnTo>
                  <a:pt x="3340181" y="1713507"/>
                </a:lnTo>
                <a:lnTo>
                  <a:pt x="3778092" y="2570260"/>
                </a:lnTo>
                <a:lnTo>
                  <a:pt x="4180197"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8" name="Picture Placeholder 7">
            <a:extLst>
              <a:ext uri="{FF2B5EF4-FFF2-40B4-BE49-F238E27FC236}">
                <a16:creationId xmlns:a16="http://schemas.microsoft.com/office/drawing/2014/main" id="{B45109F2-ACF6-9853-75E4-3A604379021C}"/>
              </a:ext>
            </a:extLst>
          </p:cNvPr>
          <p:cNvSpPr>
            <a:spLocks noGrp="1"/>
          </p:cNvSpPr>
          <p:nvPr>
            <p:ph type="pic" sz="quarter" idx="14"/>
          </p:nvPr>
        </p:nvSpPr>
        <p:spPr>
          <a:xfrm>
            <a:off x="0" y="3501008"/>
            <a:ext cx="5951985" cy="3356992"/>
          </a:xfrm>
          <a:custGeom>
            <a:avLst/>
            <a:gdLst>
              <a:gd name="connsiteX0" fmla="*/ 0 w 5951985"/>
              <a:gd name="connsiteY0" fmla="*/ 0 h 3356992"/>
              <a:gd name="connsiteX1" fmla="*/ 4253705 w 5951985"/>
              <a:gd name="connsiteY1" fmla="*/ 0 h 3356992"/>
              <a:gd name="connsiteX2" fmla="*/ 4653914 w 5951985"/>
              <a:gd name="connsiteY2" fmla="*/ 785143 h 3356992"/>
              <a:gd name="connsiteX3" fmla="*/ 5091825 w 5951985"/>
              <a:gd name="connsiteY3" fmla="*/ 1641896 h 3356992"/>
              <a:gd name="connsiteX4" fmla="*/ 5528941 w 5951985"/>
              <a:gd name="connsiteY4" fmla="*/ 2498649 h 3356992"/>
              <a:gd name="connsiteX5" fmla="*/ 5951985 w 5951985"/>
              <a:gd name="connsiteY5" fmla="*/ 3324852 h 3356992"/>
              <a:gd name="connsiteX6" fmla="*/ 5951985 w 5951985"/>
              <a:gd name="connsiteY6" fmla="*/ 3356992 h 3356992"/>
              <a:gd name="connsiteX7" fmla="*/ 0 w 5951985"/>
              <a:gd name="connsiteY7"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5" h="3356992">
                <a:moveTo>
                  <a:pt x="0" y="0"/>
                </a:moveTo>
                <a:lnTo>
                  <a:pt x="4253705" y="0"/>
                </a:lnTo>
                <a:lnTo>
                  <a:pt x="4653914" y="785143"/>
                </a:lnTo>
                <a:lnTo>
                  <a:pt x="5091825" y="1641896"/>
                </a:lnTo>
                <a:lnTo>
                  <a:pt x="5528941" y="2498649"/>
                </a:lnTo>
                <a:lnTo>
                  <a:pt x="5951985" y="3324852"/>
                </a:lnTo>
                <a:lnTo>
                  <a:pt x="5951985"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lvl1pPr>
              <a:defRPr>
                <a:noFill/>
              </a:defRPr>
            </a:lvl1pPr>
          </a:lstStyle>
          <a:p>
            <a:fld id="{E97F5548-2E80-4CB4-808D-BEB3B069CB39}"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lvl1pPr>
              <a:defRPr>
                <a:noFill/>
              </a:defRPr>
            </a:lvl1p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0" name="Title 1">
            <a:extLst>
              <a:ext uri="{FF2B5EF4-FFF2-40B4-BE49-F238E27FC236}">
                <a16:creationId xmlns:a16="http://schemas.microsoft.com/office/drawing/2014/main" id="{D7E8B995-1ABB-3245-C387-C00382E4F285}"/>
              </a:ext>
            </a:extLst>
          </p:cNvPr>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483C0AA4-E938-3FAA-F3D2-A3F52C494FC3}"/>
              </a:ext>
            </a:extLst>
          </p:cNvPr>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129407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1844675"/>
            <a:ext cx="3600400"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4581128"/>
            <a:ext cx="3600398"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4743261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7488212"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7488212"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BE1A5B5C-BBAF-F795-1A7F-1967E5CA290F}"/>
              </a:ext>
            </a:extLst>
          </p:cNvPr>
          <p:cNvSpPr>
            <a:spLocks noGrp="1"/>
          </p:cNvSpPr>
          <p:nvPr>
            <p:ph type="dt" sz="half" idx="19"/>
          </p:nvPr>
        </p:nvSpPr>
        <p:spPr/>
        <p:txBody>
          <a:bodyPr/>
          <a:lstStyle/>
          <a:p>
            <a:fld id="{BCCB0CE9-E652-4BB4-93FD-75095B774744}" type="datetime3">
              <a:rPr lang="en-US" smtClean="0"/>
              <a:t>1 October 2026</a:t>
            </a:fld>
            <a:endParaRPr lang="en-US" dirty="0"/>
          </a:p>
        </p:txBody>
      </p:sp>
      <p:sp>
        <p:nvSpPr>
          <p:cNvPr id="4" name="Footer Placeholder 3">
            <a:extLst>
              <a:ext uri="{FF2B5EF4-FFF2-40B4-BE49-F238E27FC236}">
                <a16:creationId xmlns:a16="http://schemas.microsoft.com/office/drawing/2014/main" id="{57C1213D-C2FD-6A4D-0F06-3F804BDCFDA3}"/>
              </a:ext>
            </a:extLst>
          </p:cNvPr>
          <p:cNvSpPr>
            <a:spLocks noGrp="1"/>
          </p:cNvSpPr>
          <p:nvPr>
            <p:ph type="ftr" sz="quarter" idx="20"/>
          </p:nvPr>
        </p:nvSpPr>
        <p:spPr/>
        <p:txBody>
          <a:bodyPr/>
          <a:lstStyle/>
          <a:p>
            <a:endParaRPr lang="en-US" dirty="0"/>
          </a:p>
        </p:txBody>
      </p:sp>
      <p:sp>
        <p:nvSpPr>
          <p:cNvPr id="10" name="Slide Number Placeholder 9">
            <a:extLst>
              <a:ext uri="{FF2B5EF4-FFF2-40B4-BE49-F238E27FC236}">
                <a16:creationId xmlns:a16="http://schemas.microsoft.com/office/drawing/2014/main" id="{56241C6F-251A-D6C9-DF18-C7E7EE07BD88}"/>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30783846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roduct Cas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295800" y="1844675"/>
            <a:ext cx="748821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3E3964F-AFAC-891A-5214-28B0F7BCE156}"/>
              </a:ext>
            </a:extLst>
          </p:cNvPr>
          <p:cNvSpPr>
            <a:spLocks noGrp="1"/>
          </p:cNvSpPr>
          <p:nvPr>
            <p:ph type="dt" sz="half" idx="17"/>
          </p:nvPr>
        </p:nvSpPr>
        <p:spPr/>
        <p:txBody>
          <a:bodyPr/>
          <a:lstStyle/>
          <a:p>
            <a:fld id="{328097AE-0DA7-4A45-BC38-5313283E2D9D}" type="datetime3">
              <a:rPr lang="en-US" smtClean="0"/>
              <a:t>1 October 2026</a:t>
            </a:fld>
            <a:endParaRPr lang="en-US" dirty="0"/>
          </a:p>
        </p:txBody>
      </p:sp>
      <p:sp>
        <p:nvSpPr>
          <p:cNvPr id="8" name="Footer Placeholder 7">
            <a:extLst>
              <a:ext uri="{FF2B5EF4-FFF2-40B4-BE49-F238E27FC236}">
                <a16:creationId xmlns:a16="http://schemas.microsoft.com/office/drawing/2014/main" id="{7A359FB3-5363-BBD7-8294-1DE1329EE694}"/>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DAA5D0B9-447A-F3D5-F8F2-07B039C7633B}"/>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2821055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roduct Cas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8184234" y="1844675"/>
            <a:ext cx="3599780" cy="2592437"/>
          </a:xfrm>
          <a:solidFill>
            <a:schemeClr val="bg2"/>
          </a:solidFill>
        </p:spPr>
        <p:txBody>
          <a:bodyPr/>
          <a:lstStyle>
            <a:lvl1pPr>
              <a:defRPr sz="1000"/>
            </a:lvl1pPr>
          </a:lstStyle>
          <a:p>
            <a:r>
              <a:rPr lang="en-US"/>
              <a:t>Click icon to add picture</a:t>
            </a:r>
            <a:endParaRPr lang="en-GB" dirty="0"/>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8184234" y="4581128"/>
            <a:ext cx="359978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07988" y="1844675"/>
            <a:ext cx="7495828"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9CAC5B-0885-5983-A752-B7772C6BE75E}"/>
              </a:ext>
            </a:extLst>
          </p:cNvPr>
          <p:cNvSpPr>
            <a:spLocks noGrp="1"/>
          </p:cNvSpPr>
          <p:nvPr>
            <p:ph type="dt" sz="half" idx="17"/>
          </p:nvPr>
        </p:nvSpPr>
        <p:spPr/>
        <p:txBody>
          <a:bodyPr/>
          <a:lstStyle/>
          <a:p>
            <a:fld id="{71B795A0-B0DD-48F7-89AE-E7B093DA61B2}" type="datetime3">
              <a:rPr lang="en-US" smtClean="0"/>
              <a:t>1 October 2026</a:t>
            </a:fld>
            <a:endParaRPr lang="en-US" dirty="0"/>
          </a:p>
        </p:txBody>
      </p:sp>
      <p:sp>
        <p:nvSpPr>
          <p:cNvPr id="8" name="Footer Placeholder 7">
            <a:extLst>
              <a:ext uri="{FF2B5EF4-FFF2-40B4-BE49-F238E27FC236}">
                <a16:creationId xmlns:a16="http://schemas.microsoft.com/office/drawing/2014/main" id="{B14670D1-B039-76C6-4937-2BADDC7351D3}"/>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62400DED-003B-82AF-556C-66F7300463D3}"/>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7508403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9" y="3717033"/>
            <a:ext cx="3599780"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3717033"/>
            <a:ext cx="3600400"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2" y="3717033"/>
            <a:ext cx="3599781"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CD684454-A390-CDC0-AD9B-DFA0DB463D1D}"/>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Date Placeholder 15">
            <a:extLst>
              <a:ext uri="{FF2B5EF4-FFF2-40B4-BE49-F238E27FC236}">
                <a16:creationId xmlns:a16="http://schemas.microsoft.com/office/drawing/2014/main" id="{EB006A7F-B34E-D6DA-D234-2F2B4DD705EB}"/>
              </a:ext>
            </a:extLst>
          </p:cNvPr>
          <p:cNvSpPr>
            <a:spLocks noGrp="1"/>
          </p:cNvSpPr>
          <p:nvPr>
            <p:ph type="dt" sz="half" idx="20"/>
          </p:nvPr>
        </p:nvSpPr>
        <p:spPr/>
        <p:txBody>
          <a:bodyPr/>
          <a:lstStyle/>
          <a:p>
            <a:fld id="{AE315EC7-3CFD-4AA5-BEA7-F82871B312A9}" type="datetime3">
              <a:rPr lang="en-US" smtClean="0"/>
              <a:t>1 October 2026</a:t>
            </a:fld>
            <a:endParaRPr lang="en-US" dirty="0"/>
          </a:p>
        </p:txBody>
      </p:sp>
      <p:sp>
        <p:nvSpPr>
          <p:cNvPr id="17" name="Footer Placeholder 16">
            <a:extLst>
              <a:ext uri="{FF2B5EF4-FFF2-40B4-BE49-F238E27FC236}">
                <a16:creationId xmlns:a16="http://schemas.microsoft.com/office/drawing/2014/main" id="{970AC6FC-E815-5471-6B70-56AD786B26E5}"/>
              </a:ext>
            </a:extLst>
          </p:cNvPr>
          <p:cNvSpPr>
            <a:spLocks noGrp="1"/>
          </p:cNvSpPr>
          <p:nvPr>
            <p:ph type="ftr" sz="quarter" idx="21"/>
          </p:nvPr>
        </p:nvSpPr>
        <p:spPr/>
        <p:txBody>
          <a:bodyPr/>
          <a:lstStyle/>
          <a:p>
            <a:endParaRPr lang="en-US" dirty="0"/>
          </a:p>
        </p:txBody>
      </p:sp>
      <p:sp>
        <p:nvSpPr>
          <p:cNvPr id="18" name="Slide Number Placeholder 17">
            <a:extLst>
              <a:ext uri="{FF2B5EF4-FFF2-40B4-BE49-F238E27FC236}">
                <a16:creationId xmlns:a16="http://schemas.microsoft.com/office/drawing/2014/main" id="{7A437C13-C2D7-2FA5-A9B3-F32577BB741A}"/>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8955904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3717033"/>
            <a:ext cx="5543996"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6240016" y="3717033"/>
            <a:ext cx="5543997"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5543996"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6240488" y="2420888"/>
            <a:ext cx="5543525"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5" y="1844675"/>
            <a:ext cx="5542983"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6240488" y="1844675"/>
            <a:ext cx="5543528"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Date Placeholder 11">
            <a:extLst>
              <a:ext uri="{FF2B5EF4-FFF2-40B4-BE49-F238E27FC236}">
                <a16:creationId xmlns:a16="http://schemas.microsoft.com/office/drawing/2014/main" id="{C007422C-D740-116D-D816-DEF4F0D4B3A0}"/>
              </a:ext>
            </a:extLst>
          </p:cNvPr>
          <p:cNvSpPr>
            <a:spLocks noGrp="1"/>
          </p:cNvSpPr>
          <p:nvPr>
            <p:ph type="dt" sz="half" idx="18"/>
          </p:nvPr>
        </p:nvSpPr>
        <p:spPr/>
        <p:txBody>
          <a:bodyPr/>
          <a:lstStyle/>
          <a:p>
            <a:fld id="{7C84BE1F-F46C-40EE-8DA5-E59052F3E046}" type="datetime3">
              <a:rPr lang="en-US" smtClean="0"/>
              <a:t>1 October 2026</a:t>
            </a:fld>
            <a:endParaRPr lang="en-US" dirty="0"/>
          </a:p>
        </p:txBody>
      </p:sp>
      <p:sp>
        <p:nvSpPr>
          <p:cNvPr id="16" name="Footer Placeholder 15">
            <a:extLst>
              <a:ext uri="{FF2B5EF4-FFF2-40B4-BE49-F238E27FC236}">
                <a16:creationId xmlns:a16="http://schemas.microsoft.com/office/drawing/2014/main" id="{B4363070-C085-5DB0-0026-7423B2184E8E}"/>
              </a:ext>
            </a:extLst>
          </p:cNvPr>
          <p:cNvSpPr>
            <a:spLocks noGrp="1"/>
          </p:cNvSpPr>
          <p:nvPr>
            <p:ph type="ftr" sz="quarter" idx="19"/>
          </p:nvPr>
        </p:nvSpPr>
        <p:spPr/>
        <p:txBody>
          <a:bodyPr/>
          <a:lstStyle/>
          <a:p>
            <a:endParaRPr lang="en-US" dirty="0"/>
          </a:p>
        </p:txBody>
      </p:sp>
      <p:sp>
        <p:nvSpPr>
          <p:cNvPr id="17" name="Slide Number Placeholder 16">
            <a:extLst>
              <a:ext uri="{FF2B5EF4-FFF2-40B4-BE49-F238E27FC236}">
                <a16:creationId xmlns:a16="http://schemas.microsoft.com/office/drawing/2014/main" id="{AF017768-2CF7-CF02-1F85-8C493C73605F}"/>
              </a:ext>
            </a:extLst>
          </p:cNvPr>
          <p:cNvSpPr>
            <a:spLocks noGrp="1"/>
          </p:cNvSpPr>
          <p:nvPr>
            <p:ph type="sldNum" sz="quarter" idx="20"/>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5450419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ighlight Products">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0E88811A-4106-5F88-85E8-CA5D41690973}"/>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151313" y="3717033"/>
            <a:ext cx="3889376"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040688" y="3717033"/>
            <a:ext cx="4151311" cy="2304356"/>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7090D65D-B2E9-4770-A040-75AF7CEB5FA2}"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1844A489-5310-AED1-FF20-D1A7F90F44A4}"/>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9BB1B909-B5A3-BBF7-75F3-FA140F15118D}"/>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E4343A6-B33B-138E-E8B4-4C946F748B8D}"/>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9" name="Text Placeholder 2">
            <a:extLst>
              <a:ext uri="{FF2B5EF4-FFF2-40B4-BE49-F238E27FC236}">
                <a16:creationId xmlns:a16="http://schemas.microsoft.com/office/drawing/2014/main" id="{CD19BF13-29DD-3B32-68D0-2F6B1EDA3DA5}"/>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4">
            <a:extLst>
              <a:ext uri="{FF2B5EF4-FFF2-40B4-BE49-F238E27FC236}">
                <a16:creationId xmlns:a16="http://schemas.microsoft.com/office/drawing/2014/main" id="{1EF62AE2-C920-CA6F-1970-443612A89CE6}"/>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80921090-7B13-C9B0-82BC-21F9143B7FC3}"/>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20836908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ighlight Produc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B69BD66C-8504-C5E2-02E7-AD28D2F668CB}"/>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09062606-FC0F-D5E4-EB60-021D2095A4CF}"/>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0965D103-B908-7B7F-C79C-1E0B98028F4B}"/>
              </a:ext>
            </a:extLst>
          </p:cNvPr>
          <p:cNvSpPr>
            <a:spLocks noGrp="1"/>
          </p:cNvSpPr>
          <p:nvPr>
            <p:ph type="dt" sz="half" idx="21"/>
          </p:nvPr>
        </p:nvSpPr>
        <p:spPr/>
        <p:txBody>
          <a:bodyPr/>
          <a:lstStyle/>
          <a:p>
            <a:fld id="{6CE1CB92-3E35-4AE1-875F-6EF1029AF5E6}" type="datetime3">
              <a:rPr lang="en-US" smtClean="0"/>
              <a:t>1 October 2026</a:t>
            </a:fld>
            <a:endParaRPr lang="en-US" dirty="0"/>
          </a:p>
        </p:txBody>
      </p:sp>
      <p:sp>
        <p:nvSpPr>
          <p:cNvPr id="18" name="Footer Placeholder 17">
            <a:extLst>
              <a:ext uri="{FF2B5EF4-FFF2-40B4-BE49-F238E27FC236}">
                <a16:creationId xmlns:a16="http://schemas.microsoft.com/office/drawing/2014/main" id="{5ECFFF64-9053-8CAF-B91A-A58860DE4B65}"/>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880FD83C-8535-12BF-91BB-1BEA6EE5AFDF}"/>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AF641EC9-568A-C3ED-22B2-34FE3A21505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4DC71462-AE8F-2A78-EE2E-9B7954AB7806}"/>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1AA0BC4-4755-1068-B70D-EFC35B72392B}"/>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3435487D-09DB-FC17-5B16-37374D0EDF07}"/>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F4C8225A-31CF-1C00-D728-989A398AB890}"/>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39016365-5CB4-F7DB-E49C-618FD9E1FE81}"/>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2">
            <a:extLst>
              <a:ext uri="{FF2B5EF4-FFF2-40B4-BE49-F238E27FC236}">
                <a16:creationId xmlns:a16="http://schemas.microsoft.com/office/drawing/2014/main" id="{8DFCAB70-F4D3-E367-D96D-6DAA05629250}"/>
              </a:ext>
            </a:extLst>
          </p:cNvPr>
          <p:cNvSpPr>
            <a:spLocks noGrp="1"/>
          </p:cNvSpPr>
          <p:nvPr>
            <p:ph type="body" sz="quarter" idx="20"/>
          </p:nvPr>
        </p:nvSpPr>
        <p:spPr>
          <a:xfrm>
            <a:off x="4151313" y="3717032"/>
            <a:ext cx="3889375"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759078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Highlight Products 3">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613B908F-1DDF-F0DD-37D0-77FEF89ECE40}"/>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A50D2020-AD18-BC80-A346-B86B9969518D}"/>
              </a:ext>
            </a:extLst>
          </p:cNvPr>
          <p:cNvSpPr>
            <a:spLocks noGrp="1"/>
          </p:cNvSpPr>
          <p:nvPr>
            <p:ph type="pic" sz="quarter" idx="14"/>
          </p:nvPr>
        </p:nvSpPr>
        <p:spPr>
          <a:xfrm>
            <a:off x="4151313" y="3717033"/>
            <a:ext cx="3889375"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D2F94CBA-C235-D825-991F-45AEA9EFC72E}"/>
              </a:ext>
            </a:extLst>
          </p:cNvPr>
          <p:cNvSpPr>
            <a:spLocks noGrp="1"/>
          </p:cNvSpPr>
          <p:nvPr>
            <p:ph type="dt" sz="half" idx="21"/>
          </p:nvPr>
        </p:nvSpPr>
        <p:spPr/>
        <p:txBody>
          <a:bodyPr/>
          <a:lstStyle/>
          <a:p>
            <a:fld id="{84EE040F-A63B-4B0E-991C-38B9BE5F62A2}" type="datetime3">
              <a:rPr lang="en-US" smtClean="0"/>
              <a:t>1 October 2026</a:t>
            </a:fld>
            <a:endParaRPr lang="en-US" dirty="0"/>
          </a:p>
        </p:txBody>
      </p:sp>
      <p:sp>
        <p:nvSpPr>
          <p:cNvPr id="18" name="Footer Placeholder 17">
            <a:extLst>
              <a:ext uri="{FF2B5EF4-FFF2-40B4-BE49-F238E27FC236}">
                <a16:creationId xmlns:a16="http://schemas.microsoft.com/office/drawing/2014/main" id="{04D3B586-DB38-4818-19BE-97449162CCF6}"/>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D3413A37-40BD-0523-4B42-385FF45DA098}"/>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D68911FD-CD79-8C48-FD1F-4C922DB7732B}"/>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62B85062-EDAD-B73B-7B0A-8F5974B79CE9}"/>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7D294A7C-D273-7C5B-A651-1644BE0BEBE7}"/>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8E66B095-EC91-2239-78D8-80D89F75AF92}"/>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3299F341-3B2B-8196-9440-46124FB7E694}"/>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115ECE21-176F-F115-65BA-E2ABBE4BF7EE}"/>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ext Placeholder 2">
            <a:extLst>
              <a:ext uri="{FF2B5EF4-FFF2-40B4-BE49-F238E27FC236}">
                <a16:creationId xmlns:a16="http://schemas.microsoft.com/office/drawing/2014/main" id="{09458398-2856-3067-5F28-8F764090A240}"/>
              </a:ext>
            </a:extLst>
          </p:cNvPr>
          <p:cNvSpPr>
            <a:spLocks noGrp="1"/>
          </p:cNvSpPr>
          <p:nvPr>
            <p:ph type="body" sz="quarter" idx="20"/>
          </p:nvPr>
        </p:nvSpPr>
        <p:spPr>
          <a:xfrm>
            <a:off x="8040688" y="3717032"/>
            <a:ext cx="4151312"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25548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ighlights">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E1EDE74A-AD64-43AB-880A-469989077659}"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C9A81D43-2A87-7D8B-3084-7FAC51173A12}"/>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9" name="Text Placeholder 8">
            <a:extLst>
              <a:ext uri="{FF2B5EF4-FFF2-40B4-BE49-F238E27FC236}">
                <a16:creationId xmlns:a16="http://schemas.microsoft.com/office/drawing/2014/main" id="{F1E9A983-C184-292C-FCB8-B134DA776E2A}"/>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ext Placeholder 2">
            <a:extLst>
              <a:ext uri="{FF2B5EF4-FFF2-40B4-BE49-F238E27FC236}">
                <a16:creationId xmlns:a16="http://schemas.microsoft.com/office/drawing/2014/main" id="{17FC383E-DDB5-9BEB-7303-367FE2E3A177}"/>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AEAD5233-7D78-5DD0-DE62-AB65FAFA59F7}"/>
              </a:ext>
            </a:extLst>
          </p:cNvPr>
          <p:cNvSpPr>
            <a:spLocks noGrp="1"/>
          </p:cNvSpPr>
          <p:nvPr>
            <p:ph type="body" sz="quarter" idx="27"/>
          </p:nvPr>
        </p:nvSpPr>
        <p:spPr>
          <a:xfrm>
            <a:off x="8040688" y="3717032"/>
            <a:ext cx="4151312" cy="2304356"/>
          </a:xfrm>
          <a:solidFill>
            <a:srgbClr val="115EFA"/>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782193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ighligh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4F5CC819-B43B-41E5-A010-0A27490D97B1}"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2" name="Text Placeholder 8">
            <a:extLst>
              <a:ext uri="{FF2B5EF4-FFF2-40B4-BE49-F238E27FC236}">
                <a16:creationId xmlns:a16="http://schemas.microsoft.com/office/drawing/2014/main" id="{415694B7-E753-7533-97B2-CE82DA66B371}"/>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8">
            <a:extLst>
              <a:ext uri="{FF2B5EF4-FFF2-40B4-BE49-F238E27FC236}">
                <a16:creationId xmlns:a16="http://schemas.microsoft.com/office/drawing/2014/main" id="{F6C549E9-7222-5C4C-2FD1-B2A978BC03AB}"/>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5CB240BB-DFBB-B457-BCE9-B77029C6B204}"/>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CECAE5DB-B563-0FA0-58DA-78BFCC985920}"/>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8383891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ntent Picture Background">
    <p:bg>
      <p:bgPr>
        <a:solidFill>
          <a:schemeClr val="bg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7E58B3B-4D6E-375D-E8F7-083ED84956BB}"/>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2">
            <a:extLst>
              <a:ext uri="{FF2B5EF4-FFF2-40B4-BE49-F238E27FC236}">
                <a16:creationId xmlns:a16="http://schemas.microsoft.com/office/drawing/2014/main" id="{FC04CCAA-3C3C-6391-BC98-7CBE819B797F}"/>
              </a:ext>
            </a:extLst>
          </p:cNvPr>
          <p:cNvSpPr>
            <a:spLocks noGrp="1"/>
          </p:cNvSpPr>
          <p:nvPr>
            <p:ph type="body" sz="quarter" idx="19"/>
          </p:nvPr>
        </p:nvSpPr>
        <p:spPr>
          <a:xfrm>
            <a:off x="10639821" y="6236625"/>
            <a:ext cx="1130400" cy="288000"/>
          </a:xfrm>
          <a:blipFill>
            <a:blip r:embed="rId2" cstate="screen">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42941154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noChangeAspect="1"/>
          </p:cNvSpPr>
          <p:nvPr>
            <p:ph type="pic" sz="quarter" idx="13"/>
          </p:nvPr>
        </p:nvSpPr>
        <p:spPr>
          <a:xfrm>
            <a:off x="767919" y="1844675"/>
            <a:ext cx="2879821" cy="2880000"/>
          </a:xfrm>
          <a:prstGeom prst="ellipse">
            <a:avLst/>
          </a:prstGeom>
          <a:solidFill>
            <a:schemeClr val="bg2"/>
          </a:solidFill>
        </p:spPr>
        <p:txBody>
          <a:bodyPr/>
          <a:lstStyle>
            <a:lvl1pPr algn="ctr">
              <a:defRPr sz="1000"/>
            </a:lvl1pPr>
          </a:lstStyle>
          <a:p>
            <a:r>
              <a:rPr lang="en-US"/>
              <a:t>Click icon to add picture</a:t>
            </a:r>
            <a:endParaRPr lang="en-GB" dirty="0"/>
          </a:p>
        </p:txBody>
      </p:sp>
      <p:sp>
        <p:nvSpPr>
          <p:cNvPr id="13" name="Picture Placeholder 8">
            <a:extLst>
              <a:ext uri="{FF2B5EF4-FFF2-40B4-BE49-F238E27FC236}">
                <a16:creationId xmlns:a16="http://schemas.microsoft.com/office/drawing/2014/main" id="{77D5736D-2F13-0DB0-3DBC-A4313B7EFC19}"/>
              </a:ext>
            </a:extLst>
          </p:cNvPr>
          <p:cNvSpPr>
            <a:spLocks noGrp="1" noChangeAspect="1"/>
          </p:cNvSpPr>
          <p:nvPr>
            <p:ph type="pic" sz="quarter" idx="14"/>
          </p:nvPr>
        </p:nvSpPr>
        <p:spPr>
          <a:xfrm>
            <a:off x="4656000"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noChangeAspect="1"/>
          </p:cNvSpPr>
          <p:nvPr>
            <p:ph type="pic" sz="quarter" idx="15"/>
          </p:nvPr>
        </p:nvSpPr>
        <p:spPr>
          <a:xfrm>
            <a:off x="8544592"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BD0121CD-9C45-66A8-CB74-5C6A1A188F92}"/>
              </a:ext>
            </a:extLst>
          </p:cNvPr>
          <p:cNvSpPr>
            <a:spLocks noGrp="1"/>
          </p:cNvSpPr>
          <p:nvPr>
            <p:ph type="body" sz="quarter" idx="22"/>
          </p:nvPr>
        </p:nvSpPr>
        <p:spPr>
          <a:xfrm>
            <a:off x="4295775"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9F784041-EB67-20AA-7E7F-F57ED6BC8352}"/>
              </a:ext>
            </a:extLst>
          </p:cNvPr>
          <p:cNvSpPr>
            <a:spLocks noGrp="1"/>
          </p:cNvSpPr>
          <p:nvPr>
            <p:ph type="body" sz="quarter" idx="23"/>
          </p:nvPr>
        </p:nvSpPr>
        <p:spPr>
          <a:xfrm>
            <a:off x="8183563"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17745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Just Tit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3559273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Just Title ">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3642BD39-5254-4AD2-A52B-320CB9D47118}"/>
              </a:ext>
            </a:extLst>
          </p:cNvPr>
          <p:cNvSpPr>
            <a:spLocks noGrp="1"/>
          </p:cNvSpPr>
          <p:nvPr>
            <p:ph type="pic" sz="quarter" idx="15"/>
          </p:nvPr>
        </p:nvSpPr>
        <p:spPr>
          <a:xfrm>
            <a:off x="767409" y="3613150"/>
            <a:ext cx="5423842" cy="2408238"/>
          </a:xfrm>
          <a:custGeom>
            <a:avLst/>
            <a:gdLst>
              <a:gd name="connsiteX0" fmla="*/ 0 w 5423842"/>
              <a:gd name="connsiteY0" fmla="*/ 0 h 2408238"/>
              <a:gd name="connsiteX1" fmla="*/ 5423842 w 5423842"/>
              <a:gd name="connsiteY1" fmla="*/ 0 h 2408238"/>
              <a:gd name="connsiteX2" fmla="*/ 5423842 w 5423842"/>
              <a:gd name="connsiteY2" fmla="*/ 2408238 h 2408238"/>
              <a:gd name="connsiteX3" fmla="*/ 0 w 5423842"/>
              <a:gd name="connsiteY3" fmla="*/ 2408238 h 2408238"/>
            </a:gdLst>
            <a:ahLst/>
            <a:cxnLst>
              <a:cxn ang="0">
                <a:pos x="connsiteX0" y="connsiteY0"/>
              </a:cxn>
              <a:cxn ang="0">
                <a:pos x="connsiteX1" y="connsiteY1"/>
              </a:cxn>
              <a:cxn ang="0">
                <a:pos x="connsiteX2" y="connsiteY2"/>
              </a:cxn>
              <a:cxn ang="0">
                <a:pos x="connsiteX3" y="connsiteY3"/>
              </a:cxn>
            </a:cxnLst>
            <a:rect l="l" t="t" r="r" b="b"/>
            <a:pathLst>
              <a:path w="5423842" h="2408238">
                <a:moveTo>
                  <a:pt x="0" y="0"/>
                </a:moveTo>
                <a:lnTo>
                  <a:pt x="5423842" y="0"/>
                </a:lnTo>
                <a:lnTo>
                  <a:pt x="5423842" y="2408238"/>
                </a:lnTo>
                <a:lnTo>
                  <a:pt x="0" y="2408238"/>
                </a:ln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4CA7C9A8-E474-4E5D-BBE2-5D88396226EE}"/>
              </a:ext>
            </a:extLst>
          </p:cNvPr>
          <p:cNvSpPr>
            <a:spLocks noGrp="1"/>
          </p:cNvSpPr>
          <p:nvPr>
            <p:ph type="pic" sz="quarter" idx="14"/>
          </p:nvPr>
        </p:nvSpPr>
        <p:spPr>
          <a:xfrm>
            <a:off x="191344" y="188640"/>
            <a:ext cx="5400600" cy="3281391"/>
          </a:xfrm>
          <a:custGeom>
            <a:avLst/>
            <a:gdLst>
              <a:gd name="connsiteX0" fmla="*/ 0 w 5400600"/>
              <a:gd name="connsiteY0" fmla="*/ 0 h 3281391"/>
              <a:gd name="connsiteX1" fmla="*/ 5400600 w 5400600"/>
              <a:gd name="connsiteY1" fmla="*/ 0 h 3281391"/>
              <a:gd name="connsiteX2" fmla="*/ 5400600 w 5400600"/>
              <a:gd name="connsiteY2" fmla="*/ 3281391 h 3281391"/>
              <a:gd name="connsiteX3" fmla="*/ 0 w 5400600"/>
              <a:gd name="connsiteY3" fmla="*/ 3281391 h 3281391"/>
            </a:gdLst>
            <a:ahLst/>
            <a:cxnLst>
              <a:cxn ang="0">
                <a:pos x="connsiteX0" y="connsiteY0"/>
              </a:cxn>
              <a:cxn ang="0">
                <a:pos x="connsiteX1" y="connsiteY1"/>
              </a:cxn>
              <a:cxn ang="0">
                <a:pos x="connsiteX2" y="connsiteY2"/>
              </a:cxn>
              <a:cxn ang="0">
                <a:pos x="connsiteX3" y="connsiteY3"/>
              </a:cxn>
            </a:cxnLst>
            <a:rect l="l" t="t" r="r" b="b"/>
            <a:pathLst>
              <a:path w="5400600" h="3281391">
                <a:moveTo>
                  <a:pt x="0" y="0"/>
                </a:moveTo>
                <a:lnTo>
                  <a:pt x="5400600" y="0"/>
                </a:lnTo>
                <a:lnTo>
                  <a:pt x="5400600" y="3281391"/>
                </a:lnTo>
                <a:lnTo>
                  <a:pt x="0" y="3281391"/>
                </a:lnTo>
                <a:close/>
              </a:path>
            </a:pathLst>
          </a:custGeom>
        </p:spPr>
        <p:txBody>
          <a:bodyPr wrap="square">
            <a:noAutofit/>
          </a:bodyPr>
          <a:lstStyle/>
          <a:p>
            <a:endParaRPr lang="en-US"/>
          </a:p>
        </p:txBody>
      </p:sp>
      <p:sp>
        <p:nvSpPr>
          <p:cNvPr id="12" name="Picture Placeholder 11">
            <a:extLst>
              <a:ext uri="{FF2B5EF4-FFF2-40B4-BE49-F238E27FC236}">
                <a16:creationId xmlns:a16="http://schemas.microsoft.com/office/drawing/2014/main" id="{476203C4-8626-4608-8540-F7B37BED2A10}"/>
              </a:ext>
            </a:extLst>
          </p:cNvPr>
          <p:cNvSpPr>
            <a:spLocks noGrp="1"/>
          </p:cNvSpPr>
          <p:nvPr>
            <p:ph type="pic" sz="quarter" idx="13"/>
          </p:nvPr>
        </p:nvSpPr>
        <p:spPr>
          <a:xfrm>
            <a:off x="5735960" y="188640"/>
            <a:ext cx="6264696" cy="4320480"/>
          </a:xfrm>
          <a:custGeom>
            <a:avLst/>
            <a:gdLst>
              <a:gd name="connsiteX0" fmla="*/ 0 w 6264696"/>
              <a:gd name="connsiteY0" fmla="*/ 0 h 4320480"/>
              <a:gd name="connsiteX1" fmla="*/ 6264696 w 6264696"/>
              <a:gd name="connsiteY1" fmla="*/ 0 h 4320480"/>
              <a:gd name="connsiteX2" fmla="*/ 6264696 w 6264696"/>
              <a:gd name="connsiteY2" fmla="*/ 4320480 h 4320480"/>
              <a:gd name="connsiteX3" fmla="*/ 629671 w 6264696"/>
              <a:gd name="connsiteY3" fmla="*/ 4320480 h 4320480"/>
              <a:gd name="connsiteX4" fmla="*/ 629671 w 6264696"/>
              <a:gd name="connsiteY4" fmla="*/ 3281391 h 4320480"/>
              <a:gd name="connsiteX5" fmla="*/ 0 w 6264696"/>
              <a:gd name="connsiteY5" fmla="*/ 3281391 h 432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696" h="4320480">
                <a:moveTo>
                  <a:pt x="0" y="0"/>
                </a:moveTo>
                <a:lnTo>
                  <a:pt x="6264696" y="0"/>
                </a:lnTo>
                <a:lnTo>
                  <a:pt x="6264696" y="4320480"/>
                </a:lnTo>
                <a:lnTo>
                  <a:pt x="629671" y="4320480"/>
                </a:lnTo>
                <a:lnTo>
                  <a:pt x="629671" y="3281391"/>
                </a:lnTo>
                <a:lnTo>
                  <a:pt x="0" y="3281391"/>
                </a:ln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a:xfrm>
            <a:off x="6670204" y="5229200"/>
            <a:ext cx="5188296" cy="430887"/>
          </a:xfrm>
        </p:spPr>
        <p:txBody>
          <a:bodyPr vert="horz" wrap="square" lIns="0" tIns="0" rIns="0" bIns="0" rtlCol="0" anchor="t" anchorCtr="0">
            <a:spAutoFit/>
          </a:bodyPr>
          <a:lstStyle>
            <a:lvl1pPr>
              <a:defRPr lang="en-GB" sz="2800"/>
            </a:lvl1pPr>
          </a:lstStyle>
          <a:p>
            <a:pPr marL="0" lvl="0" algn="ctr"/>
            <a:r>
              <a:rPr lang="en-US" dirty="0"/>
              <a:t>Click to edit Master title style</a:t>
            </a:r>
            <a:endParaRPr lang="en-GB" dirty="0"/>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783051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o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9675615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hank You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0119524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1919145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hank You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499773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Picture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450BC700-0ECE-F0AF-38D7-0264B58D1D6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875453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Picture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251870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Picture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5320830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Logo Yell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2BF987D3-94ED-4346-BA0E-C2418F3A4535}"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grpSp>
        <p:nvGrpSpPr>
          <p:cNvPr id="7" name="Group 6">
            <a:extLst>
              <a:ext uri="{FF2B5EF4-FFF2-40B4-BE49-F238E27FC236}">
                <a16:creationId xmlns:a16="http://schemas.microsoft.com/office/drawing/2014/main" id="{5122DD8F-06C8-6092-4AEE-6F419E6AE39C}"/>
              </a:ext>
            </a:extLst>
          </p:cNvPr>
          <p:cNvGrpSpPr>
            <a:grpSpLocks noChangeAspect="1"/>
          </p:cNvGrpSpPr>
          <p:nvPr/>
        </p:nvGrpSpPr>
        <p:grpSpPr>
          <a:xfrm>
            <a:off x="4237590" y="2709000"/>
            <a:ext cx="3716820" cy="1440000"/>
            <a:chOff x="2389188" y="1992313"/>
            <a:chExt cx="7424738" cy="2876551"/>
          </a:xfrm>
          <a:solidFill>
            <a:schemeClr val="accent2"/>
          </a:solidFill>
        </p:grpSpPr>
        <p:sp>
          <p:nvSpPr>
            <p:cNvPr id="8" name="Freeform 5">
              <a:extLst>
                <a:ext uri="{FF2B5EF4-FFF2-40B4-BE49-F238E27FC236}">
                  <a16:creationId xmlns:a16="http://schemas.microsoft.com/office/drawing/2014/main" id="{DBDC538C-CF08-240D-31FC-42D67CB83C3E}"/>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4F9087B9-0E76-AC2F-A2C4-3D31D17FBFF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5764076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Logo Blue">
    <p:bg>
      <p:bgPr>
        <a:solidFill>
          <a:schemeClr val="accent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791137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Logo Light Blue">
    <p:bg>
      <p:bgPr>
        <a:solidFill>
          <a:schemeClr val="accent6"/>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9484798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Section Header Blue">
  <p:cSld name="1_Section Header Blue">
    <p:bg>
      <p:bgPr>
        <a:solidFill>
          <a:schemeClr val="accent2"/>
        </a:solidFill>
        <a:effectLst/>
      </p:bgPr>
    </p:bg>
    <p:spTree>
      <p:nvGrpSpPr>
        <p:cNvPr id="1" name="Shape 35"/>
        <p:cNvGrpSpPr/>
        <p:nvPr/>
      </p:nvGrpSpPr>
      <p:grpSpPr>
        <a:xfrm>
          <a:off x="0" y="0"/>
          <a:ext cx="0" cy="0"/>
          <a:chOff x="0" y="0"/>
          <a:chExt cx="0" cy="0"/>
        </a:xfrm>
      </p:grpSpPr>
      <p:sp>
        <p:nvSpPr>
          <p:cNvPr id="36" name="Google Shape;36;p2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8"/>
          <p:cNvSpPr>
            <a:spLocks noGrp="1"/>
          </p:cNvSpPr>
          <p:nvPr>
            <p:ph type="sldNum" idx="12"/>
          </p:nvPr>
        </p:nvSpPr>
        <p:spPr>
          <a:xfrm flipH="1">
            <a:off x="407989"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1pPr>
            <a:lvl2pPr marL="0" lvl="1"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2pPr>
            <a:lvl3pPr marL="0" lvl="2"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3pPr>
            <a:lvl4pPr marL="0" lvl="3"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4pPr>
            <a:lvl5pPr marL="0" lvl="4"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5pPr>
            <a:lvl6pPr marL="0" lvl="5"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6pPr>
            <a:lvl7pPr marL="0" lvl="6"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7pPr>
            <a:lvl8pPr marL="0" lvl="7"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8pPr>
            <a:lvl9pPr marL="0" lvl="8"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9pPr>
          </a:lstStyle>
          <a:p>
            <a:fld id="{00000000-1234-1234-1234-123412341234}" type="slidenum">
              <a:rPr lang="en-US" smtClean="0"/>
              <a:pPr/>
              <a:t>‹#›</a:t>
            </a:fld>
            <a:endParaRPr lang="en-US"/>
          </a:p>
        </p:txBody>
      </p:sp>
      <p:sp>
        <p:nvSpPr>
          <p:cNvPr id="39" name="Google Shape;39;p28"/>
          <p:cNvSpPr txBox="1">
            <a:spLocks noGrp="1"/>
          </p:cNvSpPr>
          <p:nvPr>
            <p:ph type="title"/>
          </p:nvPr>
        </p:nvSpPr>
        <p:spPr>
          <a:xfrm>
            <a:off x="407989"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8"/>
          <p:cNvSpPr txBox="1">
            <a:spLocks noGrp="1"/>
          </p:cNvSpPr>
          <p:nvPr>
            <p:ph type="subTitle" idx="1"/>
          </p:nvPr>
        </p:nvSpPr>
        <p:spPr>
          <a:xfrm>
            <a:off x="407989"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150"/>
              </a:spcBef>
              <a:spcAft>
                <a:spcPts val="0"/>
              </a:spcAft>
              <a:buClr>
                <a:schemeClr val="lt1"/>
              </a:buClr>
              <a:buSzPts val="1350"/>
              <a:buFont typeface="Arial"/>
              <a:buNone/>
              <a:defRPr sz="1350" b="0">
                <a:solidFill>
                  <a:schemeClr val="lt1"/>
                </a:solidFill>
              </a:defRPr>
            </a:lvl1pPr>
            <a:lvl2pPr lvl="1" algn="ctr">
              <a:lnSpc>
                <a:spcPct val="120000"/>
              </a:lnSpc>
              <a:spcBef>
                <a:spcPts val="450"/>
              </a:spcBef>
              <a:spcAft>
                <a:spcPts val="0"/>
              </a:spcAft>
              <a:buClr>
                <a:schemeClr val="accent2"/>
              </a:buClr>
              <a:buSzPts val="1500"/>
              <a:buNone/>
              <a:defRPr sz="1500"/>
            </a:lvl2pPr>
            <a:lvl3pPr lvl="2" algn="ctr">
              <a:lnSpc>
                <a:spcPct val="120000"/>
              </a:lnSpc>
              <a:spcBef>
                <a:spcPts val="450"/>
              </a:spcBef>
              <a:spcAft>
                <a:spcPts val="0"/>
              </a:spcAft>
              <a:buClr>
                <a:schemeClr val="accent2"/>
              </a:buClr>
              <a:buSzPts val="1350"/>
              <a:buNone/>
              <a:defRPr sz="1350"/>
            </a:lvl3pPr>
            <a:lvl4pPr lvl="3" algn="ctr">
              <a:lnSpc>
                <a:spcPct val="120000"/>
              </a:lnSpc>
              <a:spcBef>
                <a:spcPts val="450"/>
              </a:spcBef>
              <a:spcAft>
                <a:spcPts val="0"/>
              </a:spcAft>
              <a:buClr>
                <a:schemeClr val="accent2"/>
              </a:buClr>
              <a:buSzPts val="1200"/>
              <a:buNone/>
              <a:defRPr sz="1200"/>
            </a:lvl4pPr>
            <a:lvl5pPr lvl="4" algn="ctr">
              <a:lnSpc>
                <a:spcPct val="120000"/>
              </a:lnSpc>
              <a:spcBef>
                <a:spcPts val="450"/>
              </a:spcBef>
              <a:spcAft>
                <a:spcPts val="0"/>
              </a:spcAft>
              <a:buClr>
                <a:schemeClr val="accent2"/>
              </a:buClr>
              <a:buSzPts val="1200"/>
              <a:buNone/>
              <a:defRPr sz="1200"/>
            </a:lvl5pPr>
            <a:lvl6pPr lvl="5" algn="ctr">
              <a:lnSpc>
                <a:spcPct val="120000"/>
              </a:lnSpc>
              <a:spcBef>
                <a:spcPts val="450"/>
              </a:spcBef>
              <a:spcAft>
                <a:spcPts val="0"/>
              </a:spcAft>
              <a:buClr>
                <a:schemeClr val="accent2"/>
              </a:buClr>
              <a:buSzPts val="1200"/>
              <a:buNone/>
              <a:defRPr sz="1200"/>
            </a:lvl6pPr>
            <a:lvl7pPr lvl="6" algn="ctr">
              <a:lnSpc>
                <a:spcPct val="120000"/>
              </a:lnSpc>
              <a:spcBef>
                <a:spcPts val="450"/>
              </a:spcBef>
              <a:spcAft>
                <a:spcPts val="0"/>
              </a:spcAft>
              <a:buClr>
                <a:schemeClr val="accent2"/>
              </a:buClr>
              <a:buSzPts val="1200"/>
              <a:buNone/>
              <a:defRPr sz="1200"/>
            </a:lvl7pPr>
            <a:lvl8pPr lvl="7" algn="ctr">
              <a:lnSpc>
                <a:spcPct val="120000"/>
              </a:lnSpc>
              <a:spcBef>
                <a:spcPts val="450"/>
              </a:spcBef>
              <a:spcAft>
                <a:spcPts val="0"/>
              </a:spcAft>
              <a:buClr>
                <a:schemeClr val="accent2"/>
              </a:buClr>
              <a:buSzPts val="1200"/>
              <a:buNone/>
              <a:defRPr sz="1200"/>
            </a:lvl8pPr>
            <a:lvl9pPr lvl="8" algn="ctr">
              <a:lnSpc>
                <a:spcPct val="120000"/>
              </a:lnSpc>
              <a:spcBef>
                <a:spcPts val="450"/>
              </a:spcBef>
              <a:spcAft>
                <a:spcPts val="0"/>
              </a:spcAft>
              <a:buClr>
                <a:schemeClr val="accent2"/>
              </a:buClr>
              <a:buSzPts val="1200"/>
              <a:buNone/>
              <a:defRPr sz="1200"/>
            </a:lvl9pPr>
          </a:lstStyle>
          <a:p>
            <a:endParaRPr/>
          </a:p>
        </p:txBody>
      </p:sp>
      <p:sp>
        <p:nvSpPr>
          <p:cNvPr id="41" name="Google Shape;41;p28"/>
          <p:cNvSpPr/>
          <p:nvPr/>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3866142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_Custom Layout_22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57D83A1-7274-44C3-BF1F-5161402DC4FF}"/>
              </a:ext>
            </a:extLst>
          </p:cNvPr>
          <p:cNvSpPr/>
          <p:nvPr userDrawn="1"/>
        </p:nvSpPr>
        <p:spPr bwMode="auto">
          <a:xfrm>
            <a:off x="0" y="2196657"/>
            <a:ext cx="12192000" cy="2880469"/>
          </a:xfrm>
          <a:prstGeom prst="rect">
            <a:avLst/>
          </a:prstGeom>
          <a:gradFill>
            <a:gsLst>
              <a:gs pos="0">
                <a:srgbClr val="002F5F">
                  <a:alpha val="10000"/>
                </a:srgbClr>
              </a:gs>
              <a:gs pos="15000">
                <a:srgbClr val="002F5F">
                  <a:alpha val="0"/>
                </a:srgbClr>
              </a:gs>
              <a:gs pos="85000">
                <a:srgbClr val="002F5F">
                  <a:alpha val="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1" name="Rectangle 20">
            <a:extLst>
              <a:ext uri="{FF2B5EF4-FFF2-40B4-BE49-F238E27FC236}">
                <a16:creationId xmlns:a16="http://schemas.microsoft.com/office/drawing/2014/main" id="{33208688-A652-43FE-BAD8-2095E90E56AB}"/>
              </a:ext>
            </a:extLst>
          </p:cNvPr>
          <p:cNvSpPr/>
          <p:nvPr userDrawn="1"/>
        </p:nvSpPr>
        <p:spPr bwMode="auto">
          <a:xfrm>
            <a:off x="1631504" y="1863970"/>
            <a:ext cx="8928992" cy="4245592"/>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 name="Title 1">
            <a:extLst>
              <a:ext uri="{FF2B5EF4-FFF2-40B4-BE49-F238E27FC236}">
                <a16:creationId xmlns:a16="http://schemas.microsoft.com/office/drawing/2014/main" id="{942A490B-CD40-4B52-8FE8-3B032E070369}"/>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01CD1A69-4107-490F-A96E-2C3F93980E12}"/>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46988498-2F73-4CA8-8DC3-C12EFE474D9B}"/>
              </a:ext>
            </a:extLst>
          </p:cNvPr>
          <p:cNvSpPr>
            <a:spLocks noGrp="1"/>
          </p:cNvSpPr>
          <p:nvPr>
            <p:ph type="dt" sz="half" idx="11"/>
          </p:nvPr>
        </p:nvSpPr>
        <p:spPr/>
        <p:txBody>
          <a:bodyPr/>
          <a:lstStyle/>
          <a:p>
            <a:fld id="{2E20529A-90EB-4048-BC6B-10DAA6433D55}" type="datetime3">
              <a:rPr lang="en-US" smtClean="0"/>
              <a:t>1 October 2026</a:t>
            </a:fld>
            <a:endParaRPr lang="en-US" dirty="0"/>
          </a:p>
        </p:txBody>
      </p:sp>
      <p:sp>
        <p:nvSpPr>
          <p:cNvPr id="5" name="Footer Placeholder 4">
            <a:extLst>
              <a:ext uri="{FF2B5EF4-FFF2-40B4-BE49-F238E27FC236}">
                <a16:creationId xmlns:a16="http://schemas.microsoft.com/office/drawing/2014/main" id="{C9A4B748-88DE-4725-9A1B-D5B12C4FF6CD}"/>
              </a:ext>
            </a:extLst>
          </p:cNvPr>
          <p:cNvSpPr>
            <a:spLocks noGrp="1"/>
          </p:cNvSpPr>
          <p:nvPr>
            <p:ph type="ftr" sz="quarter" idx="12"/>
          </p:nvPr>
        </p:nvSpPr>
        <p:spPr/>
        <p:txBody>
          <a:bodyPr/>
          <a:lstStyle/>
          <a:p>
            <a:endParaRPr lang="en-US" dirty="0"/>
          </a:p>
        </p:txBody>
      </p:sp>
      <p:sp>
        <p:nvSpPr>
          <p:cNvPr id="22" name="Picture Placeholder 11">
            <a:extLst>
              <a:ext uri="{FF2B5EF4-FFF2-40B4-BE49-F238E27FC236}">
                <a16:creationId xmlns:a16="http://schemas.microsoft.com/office/drawing/2014/main" id="{A969B5EC-C2AF-45C2-A10C-E81C982816E8}"/>
              </a:ext>
            </a:extLst>
          </p:cNvPr>
          <p:cNvSpPr>
            <a:spLocks noGrp="1"/>
          </p:cNvSpPr>
          <p:nvPr>
            <p:ph type="pic" sz="quarter" idx="13"/>
          </p:nvPr>
        </p:nvSpPr>
        <p:spPr>
          <a:xfrm>
            <a:off x="1775520" y="1980960"/>
            <a:ext cx="8640960" cy="4011613"/>
          </a:xfrm>
          <a:custGeom>
            <a:avLst/>
            <a:gdLst>
              <a:gd name="connsiteX0" fmla="*/ 0 w 4816088"/>
              <a:gd name="connsiteY0" fmla="*/ 0 h 2175404"/>
              <a:gd name="connsiteX1" fmla="*/ 4816088 w 4816088"/>
              <a:gd name="connsiteY1" fmla="*/ 0 h 2175404"/>
              <a:gd name="connsiteX2" fmla="*/ 4816088 w 4816088"/>
              <a:gd name="connsiteY2" fmla="*/ 2175404 h 2175404"/>
              <a:gd name="connsiteX3" fmla="*/ 0 w 4816088"/>
              <a:gd name="connsiteY3" fmla="*/ 2175404 h 2175404"/>
            </a:gdLst>
            <a:ahLst/>
            <a:cxnLst>
              <a:cxn ang="0">
                <a:pos x="connsiteX0" y="connsiteY0"/>
              </a:cxn>
              <a:cxn ang="0">
                <a:pos x="connsiteX1" y="connsiteY1"/>
              </a:cxn>
              <a:cxn ang="0">
                <a:pos x="connsiteX2" y="connsiteY2"/>
              </a:cxn>
              <a:cxn ang="0">
                <a:pos x="connsiteX3" y="connsiteY3"/>
              </a:cxn>
            </a:cxnLst>
            <a:rect l="l" t="t" r="r" b="b"/>
            <a:pathLst>
              <a:path w="4816088" h="2175404">
                <a:moveTo>
                  <a:pt x="0" y="0"/>
                </a:moveTo>
                <a:lnTo>
                  <a:pt x="4816088" y="0"/>
                </a:lnTo>
                <a:lnTo>
                  <a:pt x="4816088" y="2175404"/>
                </a:lnTo>
                <a:lnTo>
                  <a:pt x="0" y="2175404"/>
                </a:lnTo>
                <a:close/>
              </a:path>
            </a:pathLst>
          </a:custGeom>
        </p:spPr>
        <p:txBody>
          <a:bodyPr wrap="square">
            <a:noAutofit/>
          </a:bodyPr>
          <a:lstStyle/>
          <a:p>
            <a:endParaRPr lang="en-US"/>
          </a:p>
        </p:txBody>
      </p:sp>
    </p:spTree>
    <p:extLst>
      <p:ext uri="{BB962C8B-B14F-4D97-AF65-F5344CB8AC3E}">
        <p14:creationId xmlns:p14="http://schemas.microsoft.com/office/powerpoint/2010/main" val="20033076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Custom Layout_222">
    <p:bg>
      <p:bgPr>
        <a:solidFill>
          <a:srgbClr val="002F5F"/>
        </a:solidFill>
        <a:effectLst/>
      </p:bgPr>
    </p:bg>
    <p:spTree>
      <p:nvGrpSpPr>
        <p:cNvPr id="1" name=""/>
        <p:cNvGrpSpPr/>
        <p:nvPr/>
      </p:nvGrpSpPr>
      <p:grpSpPr>
        <a:xfrm>
          <a:off x="0" y="0"/>
          <a:ext cx="0" cy="0"/>
          <a:chOff x="0" y="0"/>
          <a:chExt cx="0" cy="0"/>
        </a:xfrm>
      </p:grpSpPr>
      <p:sp>
        <p:nvSpPr>
          <p:cNvPr id="9" name="Date Placeholder 2">
            <a:extLst>
              <a:ext uri="{FF2B5EF4-FFF2-40B4-BE49-F238E27FC236}">
                <a16:creationId xmlns:a16="http://schemas.microsoft.com/office/drawing/2014/main" id="{779B76E5-434D-40BF-80E2-60FAC10AD7C4}"/>
              </a:ext>
            </a:extLst>
          </p:cNvPr>
          <p:cNvSpPr>
            <a:spLocks noGrp="1"/>
          </p:cNvSpPr>
          <p:nvPr>
            <p:ph type="dt" sz="half" idx="10"/>
          </p:nvPr>
        </p:nvSpPr>
        <p:spPr>
          <a:xfrm>
            <a:off x="911424" y="6381328"/>
            <a:ext cx="1224136" cy="143296"/>
          </a:xfrm>
        </p:spPr>
        <p:txBody>
          <a:bodyPr/>
          <a:lstStyle>
            <a:lvl1pPr>
              <a:defRPr>
                <a:noFill/>
              </a:defRPr>
            </a:lvl1pPr>
          </a:lstStyle>
          <a:p>
            <a:fld id="{9F5B65EA-EE44-45C4-A4B8-0C6C07CC8D04}" type="datetime3">
              <a:rPr lang="en-US" smtClean="0"/>
              <a:t>1 October 2026</a:t>
            </a:fld>
            <a:endParaRPr lang="en-US" dirty="0"/>
          </a:p>
        </p:txBody>
      </p:sp>
      <p:sp>
        <p:nvSpPr>
          <p:cNvPr id="10" name="Footer Placeholder 3">
            <a:extLst>
              <a:ext uri="{FF2B5EF4-FFF2-40B4-BE49-F238E27FC236}">
                <a16:creationId xmlns:a16="http://schemas.microsoft.com/office/drawing/2014/main" id="{8F08D627-1D7A-40F4-ADD3-84A46503694E}"/>
              </a:ext>
            </a:extLst>
          </p:cNvPr>
          <p:cNvSpPr>
            <a:spLocks noGrp="1"/>
          </p:cNvSpPr>
          <p:nvPr>
            <p:ph type="ftr" sz="quarter" idx="11"/>
          </p:nvPr>
        </p:nvSpPr>
        <p:spPr>
          <a:xfrm>
            <a:off x="2279576" y="6381328"/>
            <a:ext cx="7632848" cy="144016"/>
          </a:xfrm>
        </p:spPr>
        <p:txBody>
          <a:bodyPr/>
          <a:lstStyle>
            <a:lvl1pPr>
              <a:defRPr>
                <a:noFill/>
              </a:defRPr>
            </a:lvl1pPr>
          </a:lstStyle>
          <a:p>
            <a:endParaRPr lang="en-US" dirty="0"/>
          </a:p>
        </p:txBody>
      </p:sp>
      <p:sp>
        <p:nvSpPr>
          <p:cNvPr id="11" name="Slide Number Placeholder 4">
            <a:extLst>
              <a:ext uri="{FF2B5EF4-FFF2-40B4-BE49-F238E27FC236}">
                <a16:creationId xmlns:a16="http://schemas.microsoft.com/office/drawing/2014/main" id="{8C6BCD1E-3FC4-4AA6-85F0-135C8F126E19}"/>
              </a:ext>
            </a:extLst>
          </p:cNvPr>
          <p:cNvSpPr>
            <a:spLocks noGrp="1"/>
          </p:cNvSpPr>
          <p:nvPr>
            <p:ph type="sldNum" sz="quarter" idx="12"/>
          </p:nvPr>
        </p:nvSpPr>
        <p:spPr>
          <a:xfrm flipH="1">
            <a:off x="407988" y="6381328"/>
            <a:ext cx="359420" cy="143296"/>
          </a:xfrm>
        </p:spPr>
        <p:txBody>
          <a:bodyPr/>
          <a:lstStyle>
            <a:lvl1pPr>
              <a:defRPr>
                <a:noFill/>
              </a:defRPr>
            </a:lvl1pPr>
          </a:lstStyle>
          <a:p>
            <a:fld id="{5B16D1FE-3A35-41BA-8EBE-413702045235}" type="slidenum">
              <a:rPr lang="en-US" smtClean="0"/>
              <a:pPr/>
              <a:t>‹#›</a:t>
            </a:fld>
            <a:endParaRPr lang="en-US" dirty="0"/>
          </a:p>
        </p:txBody>
      </p:sp>
      <p:sp>
        <p:nvSpPr>
          <p:cNvPr id="12" name="Google Shape;41;p28">
            <a:extLst>
              <a:ext uri="{FF2B5EF4-FFF2-40B4-BE49-F238E27FC236}">
                <a16:creationId xmlns:a16="http://schemas.microsoft.com/office/drawing/2014/main" id="{FCFA4EE5-3F7E-40D7-98F3-B1BE93B13E57}"/>
              </a:ext>
            </a:extLst>
          </p:cNvPr>
          <p:cNvSpPr/>
          <p:nvPr userDrawn="1"/>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6289145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_Custom Layout_222">
    <p:spTree>
      <p:nvGrpSpPr>
        <p:cNvPr id="1" name=""/>
        <p:cNvGrpSpPr/>
        <p:nvPr/>
      </p:nvGrpSpPr>
      <p:grpSpPr>
        <a:xfrm>
          <a:off x="0" y="0"/>
          <a:ext cx="0" cy="0"/>
          <a:chOff x="0" y="0"/>
          <a:chExt cx="0" cy="0"/>
        </a:xfrm>
      </p:grpSpPr>
      <p:sp>
        <p:nvSpPr>
          <p:cNvPr id="6" name="Date Placeholder 2">
            <a:extLst>
              <a:ext uri="{FF2B5EF4-FFF2-40B4-BE49-F238E27FC236}">
                <a16:creationId xmlns:a16="http://schemas.microsoft.com/office/drawing/2014/main" id="{0854C7D2-4E58-4D8F-9F89-89C256BD159D}"/>
              </a:ext>
            </a:extLst>
          </p:cNvPr>
          <p:cNvSpPr>
            <a:spLocks noGrp="1"/>
          </p:cNvSpPr>
          <p:nvPr>
            <p:ph type="dt" sz="half" idx="10"/>
          </p:nvPr>
        </p:nvSpPr>
        <p:spPr>
          <a:xfrm>
            <a:off x="911424" y="6381328"/>
            <a:ext cx="1224136" cy="143296"/>
          </a:xfrm>
        </p:spPr>
        <p:txBody>
          <a:bodyPr/>
          <a:lstStyle/>
          <a:p>
            <a:fld id="{D993E4D4-F507-4C81-A003-C45002AC76A0}" type="datetime3">
              <a:rPr lang="en-US" smtClean="0"/>
              <a:t>1 October 2026</a:t>
            </a:fld>
            <a:endParaRPr lang="en-US" dirty="0"/>
          </a:p>
        </p:txBody>
      </p:sp>
      <p:sp>
        <p:nvSpPr>
          <p:cNvPr id="7" name="Footer Placeholder 3">
            <a:extLst>
              <a:ext uri="{FF2B5EF4-FFF2-40B4-BE49-F238E27FC236}">
                <a16:creationId xmlns:a16="http://schemas.microsoft.com/office/drawing/2014/main" id="{0C04DA3E-C572-4F89-A3B3-7E070BBC9A93}"/>
              </a:ext>
            </a:extLst>
          </p:cNvPr>
          <p:cNvSpPr>
            <a:spLocks noGrp="1"/>
          </p:cNvSpPr>
          <p:nvPr>
            <p:ph type="ftr" sz="quarter" idx="11"/>
          </p:nvPr>
        </p:nvSpPr>
        <p:spPr>
          <a:xfrm>
            <a:off x="2279576" y="6381328"/>
            <a:ext cx="7632848" cy="144016"/>
          </a:xfrm>
        </p:spPr>
        <p:txBody>
          <a:bodyPr/>
          <a:lstStyle/>
          <a:p>
            <a:endParaRPr lang="en-US" dirty="0"/>
          </a:p>
        </p:txBody>
      </p:sp>
      <p:sp>
        <p:nvSpPr>
          <p:cNvPr id="8" name="Slide Number Placeholder 4">
            <a:extLst>
              <a:ext uri="{FF2B5EF4-FFF2-40B4-BE49-F238E27FC236}">
                <a16:creationId xmlns:a16="http://schemas.microsoft.com/office/drawing/2014/main" id="{6BC78B06-0492-4E3F-8730-4402A2820FB3}"/>
              </a:ext>
            </a:extLst>
          </p:cNvPr>
          <p:cNvSpPr>
            <a:spLocks noGrp="1"/>
          </p:cNvSpPr>
          <p:nvPr>
            <p:ph type="sldNum" sz="quarter" idx="12"/>
          </p:nvPr>
        </p:nvSpPr>
        <p:spPr>
          <a:xfrm flipH="1">
            <a:off x="407988" y="6381328"/>
            <a:ext cx="359420" cy="143296"/>
          </a:xfrm>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77608359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ustom Layout_New">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389980F1-5FEC-4881-B862-B78BCB6E788D}"/>
              </a:ext>
            </a:extLst>
          </p:cNvPr>
          <p:cNvSpPr>
            <a:spLocks noGrp="1"/>
          </p:cNvSpPr>
          <p:nvPr>
            <p:ph type="pic" sz="quarter" idx="15"/>
          </p:nvPr>
        </p:nvSpPr>
        <p:spPr>
          <a:xfrm>
            <a:off x="9099550" y="3960814"/>
            <a:ext cx="2691260" cy="1995823"/>
          </a:xfrm>
          <a:custGeom>
            <a:avLst/>
            <a:gdLst>
              <a:gd name="connsiteX0" fmla="*/ 0 w 2691260"/>
              <a:gd name="connsiteY0" fmla="*/ 0 h 1995823"/>
              <a:gd name="connsiteX1" fmla="*/ 2691260 w 2691260"/>
              <a:gd name="connsiteY1" fmla="*/ 0 h 1995823"/>
              <a:gd name="connsiteX2" fmla="*/ 2691260 w 2691260"/>
              <a:gd name="connsiteY2" fmla="*/ 1995823 h 1995823"/>
              <a:gd name="connsiteX3" fmla="*/ 0 w 2691260"/>
              <a:gd name="connsiteY3" fmla="*/ 1995823 h 1995823"/>
            </a:gdLst>
            <a:ahLst/>
            <a:cxnLst>
              <a:cxn ang="0">
                <a:pos x="connsiteX0" y="connsiteY0"/>
              </a:cxn>
              <a:cxn ang="0">
                <a:pos x="connsiteX1" y="connsiteY1"/>
              </a:cxn>
              <a:cxn ang="0">
                <a:pos x="connsiteX2" y="connsiteY2"/>
              </a:cxn>
              <a:cxn ang="0">
                <a:pos x="connsiteX3" y="connsiteY3"/>
              </a:cxn>
            </a:cxnLst>
            <a:rect l="l" t="t" r="r" b="b"/>
            <a:pathLst>
              <a:path w="2691260" h="1995823">
                <a:moveTo>
                  <a:pt x="0" y="0"/>
                </a:moveTo>
                <a:lnTo>
                  <a:pt x="2691260" y="0"/>
                </a:lnTo>
                <a:lnTo>
                  <a:pt x="2691260" y="1995823"/>
                </a:lnTo>
                <a:lnTo>
                  <a:pt x="0" y="1995823"/>
                </a:lnTo>
                <a:close/>
              </a:path>
            </a:pathLst>
          </a:custGeom>
        </p:spPr>
        <p:txBody>
          <a:bodyPr wrap="square">
            <a:noAutofit/>
          </a:bodyPr>
          <a:lstStyle/>
          <a:p>
            <a:endParaRPr lang="en-US" dirty="0"/>
          </a:p>
        </p:txBody>
      </p:sp>
      <p:sp>
        <p:nvSpPr>
          <p:cNvPr id="26" name="Picture Placeholder 25">
            <a:extLst>
              <a:ext uri="{FF2B5EF4-FFF2-40B4-BE49-F238E27FC236}">
                <a16:creationId xmlns:a16="http://schemas.microsoft.com/office/drawing/2014/main" id="{5EEA9F09-0485-4961-8597-A0349EEAF3BD}"/>
              </a:ext>
            </a:extLst>
          </p:cNvPr>
          <p:cNvSpPr>
            <a:spLocks noGrp="1"/>
          </p:cNvSpPr>
          <p:nvPr>
            <p:ph type="pic" sz="quarter" idx="14"/>
          </p:nvPr>
        </p:nvSpPr>
        <p:spPr>
          <a:xfrm>
            <a:off x="6240464" y="3960814"/>
            <a:ext cx="2732087" cy="1995487"/>
          </a:xfrm>
          <a:custGeom>
            <a:avLst/>
            <a:gdLst>
              <a:gd name="connsiteX0" fmla="*/ 0 w 2732087"/>
              <a:gd name="connsiteY0" fmla="*/ 0 h 1995487"/>
              <a:gd name="connsiteX1" fmla="*/ 2732087 w 2732087"/>
              <a:gd name="connsiteY1" fmla="*/ 0 h 1995487"/>
              <a:gd name="connsiteX2" fmla="*/ 2732087 w 2732087"/>
              <a:gd name="connsiteY2" fmla="*/ 1995487 h 1995487"/>
              <a:gd name="connsiteX3" fmla="*/ 0 w 2732087"/>
              <a:gd name="connsiteY3" fmla="*/ 1995487 h 1995487"/>
            </a:gdLst>
            <a:ahLst/>
            <a:cxnLst>
              <a:cxn ang="0">
                <a:pos x="connsiteX0" y="connsiteY0"/>
              </a:cxn>
              <a:cxn ang="0">
                <a:pos x="connsiteX1" y="connsiteY1"/>
              </a:cxn>
              <a:cxn ang="0">
                <a:pos x="connsiteX2" y="connsiteY2"/>
              </a:cxn>
              <a:cxn ang="0">
                <a:pos x="connsiteX3" y="connsiteY3"/>
              </a:cxn>
            </a:cxnLst>
            <a:rect l="l" t="t" r="r" b="b"/>
            <a:pathLst>
              <a:path w="2732087" h="1995487">
                <a:moveTo>
                  <a:pt x="0" y="0"/>
                </a:moveTo>
                <a:lnTo>
                  <a:pt x="2732087" y="0"/>
                </a:lnTo>
                <a:lnTo>
                  <a:pt x="2732087" y="1995487"/>
                </a:lnTo>
                <a:lnTo>
                  <a:pt x="0" y="1995487"/>
                </a:lnTo>
                <a:close/>
              </a:path>
            </a:pathLst>
          </a:custGeom>
        </p:spPr>
        <p:txBody>
          <a:bodyPr wrap="square">
            <a:noAutofit/>
          </a:bodyPr>
          <a:lstStyle/>
          <a:p>
            <a:endParaRPr lang="en-US" dirty="0"/>
          </a:p>
        </p:txBody>
      </p:sp>
      <p:sp>
        <p:nvSpPr>
          <p:cNvPr id="24" name="Picture Placeholder 23">
            <a:extLst>
              <a:ext uri="{FF2B5EF4-FFF2-40B4-BE49-F238E27FC236}">
                <a16:creationId xmlns:a16="http://schemas.microsoft.com/office/drawing/2014/main" id="{DB482EED-7F05-4532-90C4-22F6062A94C2}"/>
              </a:ext>
            </a:extLst>
          </p:cNvPr>
          <p:cNvSpPr>
            <a:spLocks noGrp="1"/>
          </p:cNvSpPr>
          <p:nvPr>
            <p:ph type="pic" sz="quarter" idx="13"/>
          </p:nvPr>
        </p:nvSpPr>
        <p:spPr>
          <a:xfrm>
            <a:off x="6240016" y="1410720"/>
            <a:ext cx="5550884" cy="2399280"/>
          </a:xfrm>
          <a:custGeom>
            <a:avLst/>
            <a:gdLst>
              <a:gd name="connsiteX0" fmla="*/ 0 w 5550884"/>
              <a:gd name="connsiteY0" fmla="*/ 0 h 2399280"/>
              <a:gd name="connsiteX1" fmla="*/ 5550884 w 5550884"/>
              <a:gd name="connsiteY1" fmla="*/ 0 h 2399280"/>
              <a:gd name="connsiteX2" fmla="*/ 5550884 w 5550884"/>
              <a:gd name="connsiteY2" fmla="*/ 2399280 h 2399280"/>
              <a:gd name="connsiteX3" fmla="*/ 0 w 5550884"/>
              <a:gd name="connsiteY3" fmla="*/ 2399280 h 2399280"/>
            </a:gdLst>
            <a:ahLst/>
            <a:cxnLst>
              <a:cxn ang="0">
                <a:pos x="connsiteX0" y="connsiteY0"/>
              </a:cxn>
              <a:cxn ang="0">
                <a:pos x="connsiteX1" y="connsiteY1"/>
              </a:cxn>
              <a:cxn ang="0">
                <a:pos x="connsiteX2" y="connsiteY2"/>
              </a:cxn>
              <a:cxn ang="0">
                <a:pos x="connsiteX3" y="connsiteY3"/>
              </a:cxn>
            </a:cxnLst>
            <a:rect l="l" t="t" r="r" b="b"/>
            <a:pathLst>
              <a:path w="5550884" h="2399280">
                <a:moveTo>
                  <a:pt x="0" y="0"/>
                </a:moveTo>
                <a:lnTo>
                  <a:pt x="5550884" y="0"/>
                </a:lnTo>
                <a:lnTo>
                  <a:pt x="5550884" y="2399280"/>
                </a:lnTo>
                <a:lnTo>
                  <a:pt x="0" y="2399280"/>
                </a:ln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478DE7B9-6983-409D-94DA-D9B6A0974550}"/>
              </a:ext>
            </a:extLst>
          </p:cNvPr>
          <p:cNvSpPr>
            <a:spLocks noGrp="1"/>
          </p:cNvSpPr>
          <p:nvPr>
            <p:ph type="title"/>
          </p:nvPr>
        </p:nvSpPr>
        <p:spPr>
          <a:xfrm>
            <a:off x="2567919" y="548680"/>
            <a:ext cx="7056163" cy="492443"/>
          </a:xfrm>
        </p:spPr>
        <p:txBody>
          <a:bodyPr wrap="square">
            <a:spAutoFit/>
          </a:bodyPr>
          <a:lstStyle>
            <a:lvl1pPr algn="ctr">
              <a:defRPr/>
            </a:lvl1pPr>
          </a:lstStyle>
          <a:p>
            <a:r>
              <a:rPr lang="en-US"/>
              <a:t>Click to edit Master title style</a:t>
            </a:r>
          </a:p>
        </p:txBody>
      </p:sp>
      <p:sp>
        <p:nvSpPr>
          <p:cNvPr id="3" name="Slide Number Placeholder 2">
            <a:extLst>
              <a:ext uri="{FF2B5EF4-FFF2-40B4-BE49-F238E27FC236}">
                <a16:creationId xmlns:a16="http://schemas.microsoft.com/office/drawing/2014/main" id="{8765734B-D8A2-4DF6-A375-0EFE5A1AEA9C}"/>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BA98E704-81FA-452E-B1F7-78057D96C935}"/>
              </a:ext>
            </a:extLst>
          </p:cNvPr>
          <p:cNvSpPr>
            <a:spLocks noGrp="1"/>
          </p:cNvSpPr>
          <p:nvPr>
            <p:ph type="dt" sz="half" idx="11"/>
          </p:nvPr>
        </p:nvSpPr>
        <p:spPr/>
        <p:txBody>
          <a:bodyPr/>
          <a:lstStyle/>
          <a:p>
            <a:fld id="{14C37123-A8A4-49EF-8DC8-3A6BB0483B8B}" type="datetime3">
              <a:rPr lang="en-US" smtClean="0"/>
              <a:t>1 October 2026</a:t>
            </a:fld>
            <a:endParaRPr lang="en-US" dirty="0"/>
          </a:p>
        </p:txBody>
      </p:sp>
      <p:sp>
        <p:nvSpPr>
          <p:cNvPr id="5" name="Footer Placeholder 4">
            <a:extLst>
              <a:ext uri="{FF2B5EF4-FFF2-40B4-BE49-F238E27FC236}">
                <a16:creationId xmlns:a16="http://schemas.microsoft.com/office/drawing/2014/main" id="{ABD0B83D-2235-4F28-BD01-37357E349883}"/>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8499266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noChangeAspect="1"/>
          </p:cNvSpPr>
          <p:nvPr>
            <p:ph type="sldNum" sz="quarter" idx="4"/>
          </p:nvPr>
        </p:nvSpPr>
        <p:spPr>
          <a:xfrm flipH="1">
            <a:off x="407988" y="6381328"/>
            <a:ext cx="359420" cy="143296"/>
          </a:xfrm>
          <a:prstGeom prst="parallelogram">
            <a:avLst>
              <a:gd name="adj" fmla="val 51419"/>
            </a:avLst>
          </a:prstGeom>
          <a:solidFill>
            <a:schemeClr val="accent1"/>
          </a:solidFill>
          <a:ln>
            <a:noFill/>
          </a:ln>
        </p:spPr>
        <p:txBody>
          <a:bodyPr vert="horz" wrap="none" lIns="0" tIns="0" rIns="0" bIns="0" rtlCol="0" anchor="ctr" anchorCtr="0"/>
          <a:lstStyle>
            <a:lvl1pPr algn="ctr">
              <a:defRPr sz="600" b="0" cap="all" spc="100" baseline="0">
                <a:solidFill>
                  <a:schemeClr val="accent2"/>
                </a:solidFill>
              </a:defRPr>
            </a:lvl1pPr>
          </a:lstStyle>
          <a:p>
            <a:fld id="{5B16D1FE-3A35-41BA-8EBE-413702045235}" type="slidenum">
              <a:rPr lang="en-US" smtClean="0"/>
              <a:pPr/>
              <a:t>‹#›</a:t>
            </a:fld>
            <a:endParaRPr lang="en-US" dirty="0"/>
          </a:p>
        </p:txBody>
      </p:sp>
      <p:sp>
        <p:nvSpPr>
          <p:cNvPr id="2" name="Title Placeholder 1"/>
          <p:cNvSpPr>
            <a:spLocks noGrp="1"/>
          </p:cNvSpPr>
          <p:nvPr>
            <p:ph type="title"/>
          </p:nvPr>
        </p:nvSpPr>
        <p:spPr>
          <a:xfrm>
            <a:off x="407989" y="548680"/>
            <a:ext cx="11376024" cy="1008112"/>
          </a:xfrm>
          <a:prstGeom prst="rect">
            <a:avLst/>
          </a:prstGeom>
        </p:spPr>
        <p:txBody>
          <a:bodyPr vert="horz" wrap="square"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407988" y="1844823"/>
            <a:ext cx="11376025" cy="4176565"/>
          </a:xfrm>
          <a:prstGeom prst="rect">
            <a:avLst/>
          </a:prstGeom>
        </p:spPr>
        <p:txBody>
          <a:bodyPr vert="horz" wrap="square" lIns="0" tIns="0" rIns="0" bIns="0" rtlCol="0" anchor="t" anchorCtr="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2"/>
          </p:nvPr>
        </p:nvSpPr>
        <p:spPr>
          <a:xfrm>
            <a:off x="911424" y="6381328"/>
            <a:ext cx="1224136" cy="143296"/>
          </a:xfrm>
          <a:prstGeom prst="rect">
            <a:avLst/>
          </a:prstGeom>
        </p:spPr>
        <p:txBody>
          <a:bodyPr vert="horz" wrap="none" lIns="0" tIns="0" rIns="0" bIns="0" rtlCol="0" anchor="ctr" anchorCtr="0">
            <a:noAutofit/>
          </a:bodyPr>
          <a:lstStyle>
            <a:lvl1pPr algn="l">
              <a:defRPr sz="600" b="0" cap="all" spc="200" baseline="0">
                <a:solidFill>
                  <a:schemeClr val="accent2"/>
                </a:solidFill>
              </a:defRPr>
            </a:lvl1pPr>
          </a:lstStyle>
          <a:p>
            <a:fld id="{07146E88-7547-413C-92A8-02673B838C07}" type="datetime3">
              <a:rPr lang="en-US" smtClean="0"/>
              <a:t>1 October 2026</a:t>
            </a:fld>
            <a:endParaRPr lang="en-US" dirty="0"/>
          </a:p>
        </p:txBody>
      </p:sp>
      <p:sp>
        <p:nvSpPr>
          <p:cNvPr id="5" name="Footer Placeholder 4"/>
          <p:cNvSpPr>
            <a:spLocks noGrp="1"/>
          </p:cNvSpPr>
          <p:nvPr>
            <p:ph type="ftr" sz="quarter" idx="3"/>
          </p:nvPr>
        </p:nvSpPr>
        <p:spPr>
          <a:xfrm>
            <a:off x="2279576" y="6381328"/>
            <a:ext cx="7632848" cy="144016"/>
          </a:xfrm>
          <a:prstGeom prst="rect">
            <a:avLst/>
          </a:prstGeom>
        </p:spPr>
        <p:txBody>
          <a:bodyPr vert="horz" wrap="square" lIns="0" tIns="0" rIns="0" bIns="0" rtlCol="0" anchor="ctr" anchorCtr="0">
            <a:noAutofit/>
          </a:bodyPr>
          <a:lstStyle>
            <a:lvl1pPr algn="l">
              <a:defRPr sz="600" b="0" cap="all" spc="200" baseline="0">
                <a:solidFill>
                  <a:schemeClr val="accent2"/>
                </a:solidFill>
              </a:defRPr>
            </a:lvl1pPr>
          </a:lstStyle>
          <a:p>
            <a:endParaRPr lang="en-US" dirty="0"/>
          </a:p>
        </p:txBody>
      </p:sp>
      <p:sp>
        <p:nvSpPr>
          <p:cNvPr id="14" name="(c)" hidden="1"/>
          <p:cNvSpPr txBox="1"/>
          <p:nvPr/>
        </p:nvSpPr>
        <p:spPr>
          <a:xfrm>
            <a:off x="11997738" y="6891795"/>
            <a:ext cx="187552" cy="30778"/>
          </a:xfrm>
          <a:prstGeom prst="rect">
            <a:avLst/>
          </a:prstGeom>
          <a:noFill/>
        </p:spPr>
        <p:txBody>
          <a:bodyPr wrap="none" lIns="0" tIns="0" rIns="0" bIns="0" rtlCol="0">
            <a:spAutoFit/>
          </a:bodyPr>
          <a:lstStyle/>
          <a:p>
            <a:pPr algn="r"/>
            <a:r>
              <a:rPr lang="fi-FI" sz="200" dirty="0">
                <a:solidFill>
                  <a:schemeClr val="bg1"/>
                </a:solidFill>
                <a:latin typeface="+mn-lt"/>
              </a:rPr>
              <a:t>©grow. for</a:t>
            </a:r>
            <a:r>
              <a:rPr lang="fi-FI" sz="200" baseline="0" dirty="0">
                <a:solidFill>
                  <a:schemeClr val="bg1"/>
                </a:solidFill>
                <a:latin typeface="+mn-lt"/>
              </a:rPr>
              <a:t> </a:t>
            </a:r>
            <a:r>
              <a:rPr lang="fi-FI" sz="200" baseline="0" dirty="0" err="1">
                <a:solidFill>
                  <a:schemeClr val="bg1"/>
                </a:solidFill>
                <a:latin typeface="+mn-lt"/>
              </a:rPr>
              <a:t>lamor</a:t>
            </a:r>
            <a:endParaRPr lang="en-GB" sz="200" dirty="0" err="1">
              <a:solidFill>
                <a:schemeClr val="bg1"/>
              </a:solidFill>
              <a:latin typeface="+mn-lt"/>
            </a:endParaRPr>
          </a:p>
        </p:txBody>
      </p:sp>
      <p:pic>
        <p:nvPicPr>
          <p:cNvPr id="15" name="(logo)" descr="Z:\GRW (grow)\logot\copyright_grow.png" hidden="1"/>
          <p:cNvPicPr>
            <a:picLocks noChangeAspect="1" noChangeArrowheads="1"/>
          </p:cNvPicPr>
          <p:nvPr/>
        </p:nvPicPr>
        <p:blipFill>
          <a:blip r:embed="rId64" cstate="screen">
            <a:extLst>
              <a:ext uri="{28A0092B-C50C-407E-A947-70E740481C1C}">
                <a14:useLocalDpi xmlns:a14="http://schemas.microsoft.com/office/drawing/2010/main"/>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6">
            <a:extLst>
              <a:ext uri="{FF2B5EF4-FFF2-40B4-BE49-F238E27FC236}">
                <a16:creationId xmlns:a16="http://schemas.microsoft.com/office/drawing/2014/main" id="{E86E414C-BDA4-6235-036B-2F3BB126709C}"/>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48088419"/>
      </p:ext>
    </p:extLst>
  </p:cSld>
  <p:clrMap bg1="lt1" tx1="dk1" bg2="lt2" tx2="dk2" accent1="accent1" accent2="accent2" accent3="accent3" accent4="accent4" accent5="accent5" accent6="accent6" hlink="hlink" folHlink="folHlink"/>
  <p:sldLayoutIdLst>
    <p:sldLayoutId id="2147483743" r:id="rId1"/>
    <p:sldLayoutId id="2147483742" r:id="rId2"/>
    <p:sldLayoutId id="2147483762" r:id="rId3"/>
    <p:sldLayoutId id="2147483760" r:id="rId4"/>
    <p:sldLayoutId id="2147483759" r:id="rId5"/>
    <p:sldLayoutId id="2147483747" r:id="rId6"/>
    <p:sldLayoutId id="2147483709" r:id="rId7"/>
    <p:sldLayoutId id="2147483763" r:id="rId8"/>
    <p:sldLayoutId id="2147483746" r:id="rId9"/>
    <p:sldLayoutId id="2147483735" r:id="rId10"/>
    <p:sldLayoutId id="2147483764" r:id="rId11"/>
    <p:sldLayoutId id="2147483650" r:id="rId12"/>
    <p:sldLayoutId id="2147483706" r:id="rId13"/>
    <p:sldLayoutId id="2147483755" r:id="rId14"/>
    <p:sldLayoutId id="2147483769" r:id="rId15"/>
    <p:sldLayoutId id="2147483750" r:id="rId16"/>
    <p:sldLayoutId id="2147483663" r:id="rId17"/>
    <p:sldLayoutId id="2147483765" r:id="rId18"/>
    <p:sldLayoutId id="2147483761" r:id="rId19"/>
    <p:sldLayoutId id="2147483753" r:id="rId20"/>
    <p:sldLayoutId id="2147483752" r:id="rId21"/>
    <p:sldLayoutId id="2147483713" r:id="rId22"/>
    <p:sldLayoutId id="2147483652" r:id="rId23"/>
    <p:sldLayoutId id="2147483741" r:id="rId24"/>
    <p:sldLayoutId id="2147483771" r:id="rId25"/>
    <p:sldLayoutId id="2147483710" r:id="rId26"/>
    <p:sldLayoutId id="2147483711" r:id="rId27"/>
    <p:sldLayoutId id="2147483712" r:id="rId28"/>
    <p:sldLayoutId id="2147483700" r:id="rId29"/>
    <p:sldLayoutId id="2147483701" r:id="rId30"/>
    <p:sldLayoutId id="2147483728" r:id="rId31"/>
    <p:sldLayoutId id="2147483744" r:id="rId32"/>
    <p:sldLayoutId id="2147483703" r:id="rId33"/>
    <p:sldLayoutId id="2147483720" r:id="rId34"/>
    <p:sldLayoutId id="2147483704" r:id="rId35"/>
    <p:sldLayoutId id="2147483705" r:id="rId36"/>
    <p:sldLayoutId id="2147483721" r:id="rId37"/>
    <p:sldLayoutId id="2147483722" r:id="rId38"/>
    <p:sldLayoutId id="2147483723" r:id="rId39"/>
    <p:sldLayoutId id="2147483725" r:id="rId40"/>
    <p:sldLayoutId id="2147483724" r:id="rId41"/>
    <p:sldLayoutId id="2147483727" r:id="rId42"/>
    <p:sldLayoutId id="2147483726" r:id="rId43"/>
    <p:sldLayoutId id="2147483756" r:id="rId44"/>
    <p:sldLayoutId id="2147483770" r:id="rId45"/>
    <p:sldLayoutId id="2147483714" r:id="rId46"/>
    <p:sldLayoutId id="2147483773" r:id="rId47"/>
    <p:sldLayoutId id="2147483754" r:id="rId48"/>
    <p:sldLayoutId id="2147483732" r:id="rId49"/>
    <p:sldLayoutId id="2147483731" r:id="rId50"/>
    <p:sldLayoutId id="2147483766" r:id="rId51"/>
    <p:sldLayoutId id="2147483757" r:id="rId52"/>
    <p:sldLayoutId id="2147483758" r:id="rId53"/>
    <p:sldLayoutId id="2147483767" r:id="rId54"/>
    <p:sldLayoutId id="2147483715" r:id="rId55"/>
    <p:sldLayoutId id="2147483716" r:id="rId56"/>
    <p:sldLayoutId id="2147483768" r:id="rId57"/>
    <p:sldLayoutId id="2147483772" r:id="rId58"/>
    <p:sldLayoutId id="2147483776" r:id="rId59"/>
    <p:sldLayoutId id="2147483777" r:id="rId60"/>
    <p:sldLayoutId id="2147483778" r:id="rId61"/>
    <p:sldLayoutId id="2147483779" r:id="rId62"/>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p:txStyles>
    <p:title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p:titleStyle>
    <p:body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61.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6.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11" name="Rectangle 10">
            <a:extLst>
              <a:ext uri="{FF2B5EF4-FFF2-40B4-BE49-F238E27FC236}">
                <a16:creationId xmlns:a16="http://schemas.microsoft.com/office/drawing/2014/main" id="{7F15F2E0-2963-48E0-84B6-539D34E4EDC2}"/>
              </a:ext>
            </a:extLst>
          </p:cNvPr>
          <p:cNvSpPr/>
          <p:nvPr/>
        </p:nvSpPr>
        <p:spPr bwMode="auto">
          <a:xfrm>
            <a:off x="0" y="2456892"/>
            <a:ext cx="7608168" cy="1944216"/>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A165B7CF-2C43-4EB0-96BD-4AED632DDBE7}"/>
              </a:ext>
            </a:extLst>
          </p:cNvPr>
          <p:cNvSpPr/>
          <p:nvPr/>
        </p:nvSpPr>
        <p:spPr bwMode="auto">
          <a:xfrm>
            <a:off x="0" y="2456892"/>
            <a:ext cx="70338" cy="1944216"/>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42" name="Google Shape;542;p1"/>
          <p:cNvSpPr txBox="1">
            <a:spLocks noGrp="1"/>
          </p:cNvSpPr>
          <p:nvPr>
            <p:ph type="title"/>
          </p:nvPr>
        </p:nvSpPr>
        <p:spPr>
          <a:xfrm>
            <a:off x="357188" y="3213558"/>
            <a:ext cx="6408092" cy="677108"/>
          </a:xfrm>
          <a:prstGeom prst="rect">
            <a:avLst/>
          </a:prstGeom>
          <a:noFill/>
          <a:ln>
            <a:noFill/>
          </a:ln>
        </p:spPr>
        <p:txBody>
          <a:bodyPr spcFirstLastPara="1" vert="horz" wrap="square" lIns="0" tIns="0" rIns="0" bIns="0" rtlCol="0" anchor="b" anchorCtr="0">
            <a:spAutoFit/>
          </a:bodyPr>
          <a:lstStyle/>
          <a:p>
            <a:pPr>
              <a:buSzPts val="4100"/>
            </a:pPr>
            <a:r>
              <a:rPr lang="en-GB" sz="4400" dirty="0"/>
              <a:t>Managing a Response</a:t>
            </a:r>
            <a:endParaRPr sz="4400" dirty="0"/>
          </a:p>
        </p:txBody>
      </p:sp>
      <p:pic>
        <p:nvPicPr>
          <p:cNvPr id="8" name="Picture Placeholder 7">
            <a:extLst>
              <a:ext uri="{FF2B5EF4-FFF2-40B4-BE49-F238E27FC236}">
                <a16:creationId xmlns:a16="http://schemas.microsoft.com/office/drawing/2014/main" id="{BAFFEC8C-4273-4FF8-A54D-6131F06DBBF6}"/>
              </a:ext>
            </a:extLst>
          </p:cNvPr>
          <p:cNvPicPr>
            <a:picLocks noGrp="1" noChangeAspect="1"/>
          </p:cNvPicPr>
          <p:nvPr>
            <p:ph type="pic" sz="quarter" idx="20"/>
          </p:nvPr>
        </p:nvPicPr>
        <p:blipFill rotWithShape="1">
          <a:blip r:embed="rId3" cstate="screen">
            <a:extLst>
              <a:ext uri="{28A0092B-C50C-407E-A947-70E740481C1C}">
                <a14:useLocalDpi xmlns:a14="http://schemas.microsoft.com/office/drawing/2010/main"/>
              </a:ext>
            </a:extLst>
          </a:blip>
          <a:srcRect/>
          <a:stretch/>
        </p:blipFill>
        <p:spPr>
          <a:xfrm>
            <a:off x="5879976" y="0"/>
            <a:ext cx="6312024" cy="6858000"/>
          </a:xfrm>
          <a:ln w="38100">
            <a:solidFill>
              <a:schemeClr val="bg1"/>
            </a:solid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38180-D45B-F132-130A-0596A1A770C4}"/>
              </a:ext>
            </a:extLst>
          </p:cNvPr>
          <p:cNvSpPr>
            <a:spLocks noGrp="1"/>
          </p:cNvSpPr>
          <p:nvPr>
            <p:ph type="title"/>
          </p:nvPr>
        </p:nvSpPr>
        <p:spPr>
          <a:xfrm>
            <a:off x="1056060" y="1556792"/>
            <a:ext cx="5543995" cy="492443"/>
          </a:xfrm>
        </p:spPr>
        <p:txBody>
          <a:bodyPr>
            <a:spAutoFit/>
          </a:bodyPr>
          <a:lstStyle/>
          <a:p>
            <a:r>
              <a:rPr lang="en-GB" sz="3200" dirty="0"/>
              <a:t>Managing a Response</a:t>
            </a:r>
            <a:endParaRPr lang="en-GB" dirty="0"/>
          </a:p>
        </p:txBody>
      </p:sp>
      <p:sp>
        <p:nvSpPr>
          <p:cNvPr id="3" name="Date Placeholder 2">
            <a:extLst>
              <a:ext uri="{FF2B5EF4-FFF2-40B4-BE49-F238E27FC236}">
                <a16:creationId xmlns:a16="http://schemas.microsoft.com/office/drawing/2014/main" id="{EDEFCC5D-E676-754E-1FC6-3D3E83A383D2}"/>
              </a:ext>
            </a:extLst>
          </p:cNvPr>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5" name="Slide Number Placeholder 4">
            <a:extLst>
              <a:ext uri="{FF2B5EF4-FFF2-40B4-BE49-F238E27FC236}">
                <a16:creationId xmlns:a16="http://schemas.microsoft.com/office/drawing/2014/main" id="{84423494-B9BD-A765-E194-4C79CDF1CF7D}"/>
              </a:ext>
            </a:extLst>
          </p:cNvPr>
          <p:cNvSpPr>
            <a:spLocks noGrp="1"/>
          </p:cNvSpPr>
          <p:nvPr>
            <p:ph type="sldNum" sz="quarter" idx="12"/>
          </p:nvPr>
        </p:nvSpPr>
        <p:spPr/>
        <p:txBody>
          <a:bodyPr/>
          <a:lstStyle/>
          <a:p>
            <a:fld id="{5B16D1FE-3A35-41BA-8EBE-413702045235}" type="slidenum">
              <a:rPr lang="en-US" smtClean="0"/>
              <a:pPr/>
              <a:t>2</a:t>
            </a:fld>
            <a:endParaRPr lang="en-US" dirty="0"/>
          </a:p>
        </p:txBody>
      </p:sp>
      <p:sp>
        <p:nvSpPr>
          <p:cNvPr id="6" name="Text Placeholder 5">
            <a:extLst>
              <a:ext uri="{FF2B5EF4-FFF2-40B4-BE49-F238E27FC236}">
                <a16:creationId xmlns:a16="http://schemas.microsoft.com/office/drawing/2014/main" id="{83612422-C49A-15AA-9B4A-92F9E5AFC824}"/>
              </a:ext>
            </a:extLst>
          </p:cNvPr>
          <p:cNvSpPr>
            <a:spLocks noGrp="1"/>
          </p:cNvSpPr>
          <p:nvPr>
            <p:ph type="body" sz="quarter" idx="13"/>
          </p:nvPr>
        </p:nvSpPr>
        <p:spPr>
          <a:xfrm>
            <a:off x="1775520" y="3060725"/>
            <a:ext cx="5760640" cy="553998"/>
          </a:xfrm>
        </p:spPr>
        <p:txBody>
          <a:bodyPr wrap="square">
            <a:spAutoFit/>
          </a:bodyPr>
          <a:lstStyle/>
          <a:p>
            <a:pPr algn="just" fontAlgn="ctr"/>
            <a:r>
              <a:rPr lang="en-GB" sz="1800" u="none" strike="noStrike" dirty="0">
                <a:effectLst/>
              </a:rPr>
              <a:t>Understand the incident management system structure within your country at Tier 2 and Tier 3 levels</a:t>
            </a:r>
            <a:endParaRPr lang="en-GB" sz="1800" b="0" i="0" u="none" strike="noStrike" dirty="0">
              <a:solidFill>
                <a:srgbClr val="000000"/>
              </a:solidFill>
              <a:effectLst/>
              <a:latin typeface="Calibri" panose="020F0502020204030204" pitchFamily="34" charset="0"/>
            </a:endParaRPr>
          </a:p>
        </p:txBody>
      </p:sp>
      <p:sp>
        <p:nvSpPr>
          <p:cNvPr id="7" name="Text Placeholder 6">
            <a:extLst>
              <a:ext uri="{FF2B5EF4-FFF2-40B4-BE49-F238E27FC236}">
                <a16:creationId xmlns:a16="http://schemas.microsoft.com/office/drawing/2014/main" id="{5C2901CA-A2E8-F85B-662A-C5D9E9F97C7F}"/>
              </a:ext>
            </a:extLst>
          </p:cNvPr>
          <p:cNvSpPr>
            <a:spLocks noGrp="1"/>
          </p:cNvSpPr>
          <p:nvPr>
            <p:ph type="body" sz="quarter" idx="14"/>
          </p:nvPr>
        </p:nvSpPr>
        <p:spPr>
          <a:xfrm>
            <a:off x="1032048" y="2983224"/>
            <a:ext cx="432000" cy="432000"/>
          </a:xfrm>
        </p:spPr>
        <p:txBody>
          <a:bodyPr/>
          <a:lstStyle/>
          <a:p>
            <a:r>
              <a:rPr lang="en-GB" dirty="0"/>
              <a:t>1</a:t>
            </a:r>
          </a:p>
        </p:txBody>
      </p:sp>
      <p:sp>
        <p:nvSpPr>
          <p:cNvPr id="8" name="Text Placeholder 7">
            <a:extLst>
              <a:ext uri="{FF2B5EF4-FFF2-40B4-BE49-F238E27FC236}">
                <a16:creationId xmlns:a16="http://schemas.microsoft.com/office/drawing/2014/main" id="{E46C2235-417A-F054-BCC5-A37210CE6A17}"/>
              </a:ext>
            </a:extLst>
          </p:cNvPr>
          <p:cNvSpPr>
            <a:spLocks noGrp="1"/>
          </p:cNvSpPr>
          <p:nvPr>
            <p:ph type="body" sz="quarter" idx="15"/>
          </p:nvPr>
        </p:nvSpPr>
        <p:spPr>
          <a:xfrm>
            <a:off x="1032048" y="3717914"/>
            <a:ext cx="432000" cy="432000"/>
          </a:xfrm>
        </p:spPr>
        <p:txBody>
          <a:bodyPr/>
          <a:lstStyle/>
          <a:p>
            <a:r>
              <a:rPr lang="en-GB" dirty="0"/>
              <a:t>2</a:t>
            </a:r>
          </a:p>
        </p:txBody>
      </p:sp>
      <p:sp>
        <p:nvSpPr>
          <p:cNvPr id="9" name="Text Placeholder 8">
            <a:extLst>
              <a:ext uri="{FF2B5EF4-FFF2-40B4-BE49-F238E27FC236}">
                <a16:creationId xmlns:a16="http://schemas.microsoft.com/office/drawing/2014/main" id="{AA59FF4E-0DBC-6FA7-0CE5-000B3C392CE2}"/>
              </a:ext>
            </a:extLst>
          </p:cNvPr>
          <p:cNvSpPr>
            <a:spLocks noGrp="1"/>
          </p:cNvSpPr>
          <p:nvPr>
            <p:ph type="body" sz="quarter" idx="16"/>
          </p:nvPr>
        </p:nvSpPr>
        <p:spPr>
          <a:xfrm>
            <a:off x="1032048" y="4437994"/>
            <a:ext cx="432000" cy="432000"/>
          </a:xfrm>
        </p:spPr>
        <p:txBody>
          <a:bodyPr/>
          <a:lstStyle/>
          <a:p>
            <a:r>
              <a:rPr lang="en-GB" dirty="0"/>
              <a:t>3</a:t>
            </a:r>
          </a:p>
        </p:txBody>
      </p:sp>
      <p:sp>
        <p:nvSpPr>
          <p:cNvPr id="12" name="Text Placeholder 11">
            <a:extLst>
              <a:ext uri="{FF2B5EF4-FFF2-40B4-BE49-F238E27FC236}">
                <a16:creationId xmlns:a16="http://schemas.microsoft.com/office/drawing/2014/main" id="{F7D4A129-BC27-BFFC-EA57-B8FDDCBFA0FD}"/>
              </a:ext>
            </a:extLst>
          </p:cNvPr>
          <p:cNvSpPr>
            <a:spLocks noGrp="1"/>
          </p:cNvSpPr>
          <p:nvPr>
            <p:ph type="body" sz="quarter" idx="19"/>
          </p:nvPr>
        </p:nvSpPr>
        <p:spPr>
          <a:xfrm>
            <a:off x="1775520" y="3795415"/>
            <a:ext cx="4968552" cy="276999"/>
          </a:xfrm>
        </p:spPr>
        <p:txBody>
          <a:bodyPr>
            <a:spAutoFit/>
          </a:bodyPr>
          <a:lstStyle/>
          <a:p>
            <a:pPr algn="just" fontAlgn="ctr"/>
            <a:r>
              <a:rPr lang="en-GB" sz="1800" u="none" strike="noStrike" dirty="0">
                <a:effectLst/>
              </a:rPr>
              <a:t>List the challenges of a multi country response</a:t>
            </a:r>
            <a:endParaRPr lang="en-GB" sz="1800" b="0" i="0" u="none" strike="noStrike" dirty="0">
              <a:solidFill>
                <a:srgbClr val="000000"/>
              </a:solidFill>
              <a:effectLst/>
              <a:latin typeface="Calibri" panose="020F0502020204030204" pitchFamily="34" charset="0"/>
            </a:endParaRPr>
          </a:p>
        </p:txBody>
      </p:sp>
      <p:sp>
        <p:nvSpPr>
          <p:cNvPr id="13" name="Text Placeholder 12">
            <a:extLst>
              <a:ext uri="{FF2B5EF4-FFF2-40B4-BE49-F238E27FC236}">
                <a16:creationId xmlns:a16="http://schemas.microsoft.com/office/drawing/2014/main" id="{AA524D6C-3B2C-E5AF-7E54-EC2F866458FD}"/>
              </a:ext>
            </a:extLst>
          </p:cNvPr>
          <p:cNvSpPr>
            <a:spLocks noGrp="1"/>
          </p:cNvSpPr>
          <p:nvPr>
            <p:ph type="body" sz="quarter" idx="20"/>
          </p:nvPr>
        </p:nvSpPr>
        <p:spPr>
          <a:xfrm>
            <a:off x="1775520" y="4515495"/>
            <a:ext cx="5985130" cy="553998"/>
          </a:xfrm>
        </p:spPr>
        <p:txBody>
          <a:bodyPr wrap="square">
            <a:spAutoFit/>
          </a:bodyPr>
          <a:lstStyle/>
          <a:p>
            <a:r>
              <a:rPr lang="en-US" dirty="0">
                <a:sym typeface="Arial" charset="0"/>
              </a:rPr>
              <a:t>Highlight differences between </a:t>
            </a:r>
            <a:r>
              <a:rPr lang="en-US" sz="1600" dirty="0"/>
              <a:t>Reactive vs Proactive spill </a:t>
            </a:r>
            <a:r>
              <a:rPr lang="en-US" dirty="0"/>
              <a:t>management</a:t>
            </a:r>
            <a:endParaRPr lang="en-US" sz="1600" dirty="0"/>
          </a:p>
        </p:txBody>
      </p:sp>
      <p:pic>
        <p:nvPicPr>
          <p:cNvPr id="19" name="Picture 18" descr="A blue letter on a black background&#10;&#10;Description automatically generated">
            <a:extLst>
              <a:ext uri="{FF2B5EF4-FFF2-40B4-BE49-F238E27FC236}">
                <a16:creationId xmlns:a16="http://schemas.microsoft.com/office/drawing/2014/main" id="{75B3B56A-3C7C-B1FD-F89E-7D77D97DAF9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83549" y="6225979"/>
            <a:ext cx="1194054" cy="310698"/>
          </a:xfrm>
          <a:prstGeom prst="rect">
            <a:avLst/>
          </a:prstGeom>
        </p:spPr>
      </p:pic>
      <p:sp>
        <p:nvSpPr>
          <p:cNvPr id="18" name="Google Shape;571;p16">
            <a:extLst>
              <a:ext uri="{FF2B5EF4-FFF2-40B4-BE49-F238E27FC236}">
                <a16:creationId xmlns:a16="http://schemas.microsoft.com/office/drawing/2014/main" id="{A00FA8F2-1191-43A0-9103-B5E40C6BB19B}"/>
              </a:ext>
            </a:extLst>
          </p:cNvPr>
          <p:cNvSpPr txBox="1">
            <a:spLocks/>
          </p:cNvSpPr>
          <p:nvPr/>
        </p:nvSpPr>
        <p:spPr>
          <a:xfrm>
            <a:off x="1056060" y="2251762"/>
            <a:ext cx="3383755" cy="369332"/>
          </a:xfrm>
          <a:prstGeom prst="rect">
            <a:avLst/>
          </a:prstGeom>
          <a:noFill/>
          <a:ln>
            <a:noFill/>
          </a:ln>
        </p:spPr>
        <p:txBody>
          <a:bodyPr spcFirstLastPara="1" vert="horz" wrap="square" lIns="0" tIns="0" rIns="0" bIns="0" rtlCol="0" anchor="t" anchorCtr="0">
            <a:spAutoFit/>
          </a:bodyPr>
          <a:lstStyle>
            <a:lvl1pPr marL="0" indent="0" algn="l" defTabSz="914400" rtl="0" eaLnBrk="1" latinLnBrk="0" hangingPunct="1">
              <a:lnSpc>
                <a:spcPct val="100000"/>
              </a:lnSpc>
              <a:spcBef>
                <a:spcPts val="200"/>
              </a:spcBef>
              <a:buFontTx/>
              <a:buNone/>
              <a:defRPr sz="1800" b="0" kern="1200">
                <a:solidFill>
                  <a:schemeClr val="bg1"/>
                </a:solidFill>
                <a:latin typeface="+mn-lt"/>
                <a:ea typeface="+mn-ea"/>
                <a:cs typeface="+mn-cs"/>
              </a:defRPr>
            </a:lvl1pPr>
            <a:lvl2pPr marL="457200" indent="0" algn="ctr" defTabSz="914400" rtl="0" eaLnBrk="1" latinLnBrk="0" hangingPunct="1">
              <a:lnSpc>
                <a:spcPct val="120000"/>
              </a:lnSpc>
              <a:spcBef>
                <a:spcPts val="600"/>
              </a:spcBef>
              <a:buFont typeface="Arial" panose="020B0604020202020204" pitchFamily="34" charset="0"/>
              <a:buNone/>
              <a:defRPr sz="2000" kern="1200">
                <a:solidFill>
                  <a:schemeClr val="accent2"/>
                </a:solidFill>
                <a:latin typeface="+mn-lt"/>
                <a:ea typeface="+mn-ea"/>
                <a:cs typeface="+mn-cs"/>
              </a:defRPr>
            </a:lvl2pPr>
            <a:lvl3pPr marL="914400" indent="0" algn="ctr" defTabSz="914400" rtl="0" eaLnBrk="1" latinLnBrk="0" hangingPunct="1">
              <a:lnSpc>
                <a:spcPct val="120000"/>
              </a:lnSpc>
              <a:spcBef>
                <a:spcPts val="600"/>
              </a:spcBef>
              <a:buFont typeface="Arial" panose="020B0604020202020204" pitchFamily="34" charset="0"/>
              <a:buNone/>
              <a:defRPr sz="1800" kern="1200">
                <a:solidFill>
                  <a:schemeClr val="accent2"/>
                </a:solidFill>
                <a:latin typeface="+mn-lt"/>
                <a:ea typeface="+mn-ea"/>
                <a:cs typeface="+mn-cs"/>
              </a:defRPr>
            </a:lvl3pPr>
            <a:lvl4pPr marL="1371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4pPr>
            <a:lvl5pPr marL="18288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5pPr>
            <a:lvl6pPr marL="22860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6pPr>
            <a:lvl7pPr marL="27432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7pPr>
            <a:lvl8pPr marL="32004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8pPr>
            <a:lvl9pPr marL="3657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9pPr>
          </a:lstStyle>
          <a:p>
            <a:pPr>
              <a:spcBef>
                <a:spcPts val="0"/>
              </a:spcBef>
              <a:buSzPts val="1300"/>
            </a:pPr>
            <a:r>
              <a:rPr lang="en-US" sz="2400" dirty="0">
                <a:solidFill>
                  <a:srgbClr val="002F5F"/>
                </a:solidFill>
              </a:rPr>
              <a:t>Objectives</a:t>
            </a:r>
          </a:p>
        </p:txBody>
      </p:sp>
      <p:pic>
        <p:nvPicPr>
          <p:cNvPr id="34" name="Picture Placeholder 33">
            <a:extLst>
              <a:ext uri="{FF2B5EF4-FFF2-40B4-BE49-F238E27FC236}">
                <a16:creationId xmlns:a16="http://schemas.microsoft.com/office/drawing/2014/main" id="{FE365A8C-8337-4837-8903-95177F33F422}"/>
              </a:ext>
            </a:extLst>
          </p:cNvPr>
          <p:cNvPicPr>
            <a:picLocks noGrp="1" noChangeAspect="1"/>
          </p:cNvPicPr>
          <p:nvPr>
            <p:ph type="pic" sz="quarter" idx="23"/>
          </p:nvPr>
        </p:nvPicPr>
        <p:blipFill rotWithShape="1">
          <a:blip r:embed="rId4" cstate="screen">
            <a:extLst>
              <a:ext uri="{28A0092B-C50C-407E-A947-70E740481C1C}">
                <a14:useLocalDpi xmlns:a14="http://schemas.microsoft.com/office/drawing/2010/main"/>
              </a:ext>
            </a:extLst>
          </a:blip>
          <a:srcRect/>
          <a:stretch/>
        </p:blipFill>
        <p:spPr>
          <a:xfrm>
            <a:off x="6206870" y="0"/>
            <a:ext cx="5985131" cy="6858000"/>
          </a:xfrm>
        </p:spPr>
      </p:pic>
    </p:spTree>
    <p:extLst>
      <p:ext uri="{BB962C8B-B14F-4D97-AF65-F5344CB8AC3E}">
        <p14:creationId xmlns:p14="http://schemas.microsoft.com/office/powerpoint/2010/main" val="39829849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il Spill Response Plans | Bureau of Safety and Environmental Enforcement">
            <a:extLst>
              <a:ext uri="{FF2B5EF4-FFF2-40B4-BE49-F238E27FC236}">
                <a16:creationId xmlns:a16="http://schemas.microsoft.com/office/drawing/2014/main" id="{FA610FA3-41EC-4BF5-87D5-49325291CC96}"/>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0" y="10"/>
            <a:ext cx="12191980" cy="6857990"/>
          </a:xfrm>
          <a:prstGeom prst="rect">
            <a:avLst/>
          </a:prstGeom>
          <a:solidFill>
            <a:srgbClr val="FFFFFF"/>
          </a:solidFill>
        </p:spPr>
      </p:pic>
      <p:sp>
        <p:nvSpPr>
          <p:cNvPr id="2" name="Date Placeholder 1" hidden="1">
            <a:extLst>
              <a:ext uri="{FF2B5EF4-FFF2-40B4-BE49-F238E27FC236}">
                <a16:creationId xmlns:a16="http://schemas.microsoft.com/office/drawing/2014/main" id="{A46499E1-F580-1B1D-1714-AF59A25438A4}"/>
              </a:ext>
            </a:extLst>
          </p:cNvPr>
          <p:cNvSpPr>
            <a:spLocks noGrp="1"/>
          </p:cNvSpPr>
          <p:nvPr>
            <p:ph type="dt" sz="half" idx="10"/>
          </p:nvPr>
        </p:nvSpPr>
        <p:spPr/>
        <p:txBody>
          <a:bodyPr/>
          <a:lstStyle/>
          <a:p>
            <a:pPr>
              <a:spcAft>
                <a:spcPts val="600"/>
              </a:spcAft>
            </a:pPr>
            <a:fld id="{B0DE974C-B015-4960-9DAB-14E5D9F97D84}" type="datetime3">
              <a:rPr lang="en-US" smtClean="0"/>
              <a:pPr>
                <a:spcAft>
                  <a:spcPts val="600"/>
                </a:spcAft>
              </a:pPr>
              <a:t>1 October 2026</a:t>
            </a:fld>
            <a:endParaRPr lang="en-US"/>
          </a:p>
        </p:txBody>
      </p:sp>
      <p:sp>
        <p:nvSpPr>
          <p:cNvPr id="4" name="Slide Number Placeholder 3" hidden="1">
            <a:extLst>
              <a:ext uri="{FF2B5EF4-FFF2-40B4-BE49-F238E27FC236}">
                <a16:creationId xmlns:a16="http://schemas.microsoft.com/office/drawing/2014/main" id="{560A0DEB-FA8B-1DA8-EFD0-0B912C7B1DCB}"/>
              </a:ext>
            </a:extLst>
          </p:cNvPr>
          <p:cNvSpPr>
            <a:spLocks noGrp="1"/>
          </p:cNvSpPr>
          <p:nvPr>
            <p:ph type="sldNum" sz="quarter" idx="12"/>
          </p:nvPr>
        </p:nvSpPr>
        <p:spPr/>
        <p:txBody>
          <a:bodyPr/>
          <a:lstStyle/>
          <a:p>
            <a:pPr>
              <a:spcAft>
                <a:spcPts val="600"/>
              </a:spcAft>
            </a:pPr>
            <a:fld id="{5B16D1FE-3A35-41BA-8EBE-413702045235}" type="slidenum">
              <a:rPr lang="en-US" smtClean="0"/>
              <a:pPr>
                <a:spcAft>
                  <a:spcPts val="600"/>
                </a:spcAft>
              </a:pPr>
              <a:t>3</a:t>
            </a:fld>
            <a:endParaRPr lang="en-US"/>
          </a:p>
        </p:txBody>
      </p:sp>
    </p:spTree>
    <p:extLst>
      <p:ext uri="{BB962C8B-B14F-4D97-AF65-F5344CB8AC3E}">
        <p14:creationId xmlns:p14="http://schemas.microsoft.com/office/powerpoint/2010/main" val="6172113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EBBB83FD-81C1-494B-86FE-AC802CCDB553}"/>
              </a:ext>
            </a:extLst>
          </p:cNvPr>
          <p:cNvSpPr/>
          <p:nvPr/>
        </p:nvSpPr>
        <p:spPr bwMode="auto">
          <a:xfrm>
            <a:off x="6161658" y="1321717"/>
            <a:ext cx="5712251" cy="472665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4" name="Slide Number Placeholder 3">
            <a:extLst>
              <a:ext uri="{FF2B5EF4-FFF2-40B4-BE49-F238E27FC236}">
                <a16:creationId xmlns:a16="http://schemas.microsoft.com/office/drawing/2014/main" id="{7ED8EE1D-5D63-4DEF-A1AE-26B43371F4B2}"/>
              </a:ext>
            </a:extLst>
          </p:cNvPr>
          <p:cNvSpPr>
            <a:spLocks noGrp="1"/>
          </p:cNvSpPr>
          <p:nvPr>
            <p:ph type="sldNum" sz="quarter" idx="10"/>
          </p:nvPr>
        </p:nvSpPr>
        <p:spPr/>
        <p:txBody>
          <a:bodyPr/>
          <a:lstStyle/>
          <a:p>
            <a:fld id="{5B16D1FE-3A35-41BA-8EBE-413702045235}" type="slidenum">
              <a:rPr lang="en-US" smtClean="0"/>
              <a:pPr/>
              <a:t>4</a:t>
            </a:fld>
            <a:endParaRPr lang="en-US"/>
          </a:p>
        </p:txBody>
      </p:sp>
      <p:sp>
        <p:nvSpPr>
          <p:cNvPr id="2" name="Date Placeholder 1">
            <a:extLst>
              <a:ext uri="{FF2B5EF4-FFF2-40B4-BE49-F238E27FC236}">
                <a16:creationId xmlns:a16="http://schemas.microsoft.com/office/drawing/2014/main" id="{68D7ED68-FFBD-422D-94C4-1E0BE0346F0D}"/>
              </a:ext>
            </a:extLst>
          </p:cNvPr>
          <p:cNvSpPr>
            <a:spLocks noGrp="1"/>
          </p:cNvSpPr>
          <p:nvPr>
            <p:ph type="dt" sz="half" idx="11"/>
          </p:nvPr>
        </p:nvSpPr>
        <p:spPr/>
        <p:txBody>
          <a:bodyPr/>
          <a:lstStyle/>
          <a:p>
            <a:fld id="{C04D8C66-68A2-481E-9B7B-2266A5937B08}" type="datetime3">
              <a:rPr lang="en-US" smtClean="0"/>
              <a:t>1 October 2026</a:t>
            </a:fld>
            <a:endParaRPr lang="en-US"/>
          </a:p>
        </p:txBody>
      </p:sp>
      <p:sp>
        <p:nvSpPr>
          <p:cNvPr id="21" name="Rectangle 20">
            <a:extLst>
              <a:ext uri="{FF2B5EF4-FFF2-40B4-BE49-F238E27FC236}">
                <a16:creationId xmlns:a16="http://schemas.microsoft.com/office/drawing/2014/main" id="{E439CE42-22B2-41BB-A848-0F53DA0932A6}"/>
              </a:ext>
            </a:extLst>
          </p:cNvPr>
          <p:cNvSpPr/>
          <p:nvPr/>
        </p:nvSpPr>
        <p:spPr bwMode="auto">
          <a:xfrm>
            <a:off x="408133" y="1321717"/>
            <a:ext cx="5543852" cy="472665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9" name="TextBox 28">
            <a:extLst>
              <a:ext uri="{FF2B5EF4-FFF2-40B4-BE49-F238E27FC236}">
                <a16:creationId xmlns:a16="http://schemas.microsoft.com/office/drawing/2014/main" id="{6F54C81D-E325-4E91-BEE2-F48B30993671}"/>
              </a:ext>
            </a:extLst>
          </p:cNvPr>
          <p:cNvSpPr txBox="1"/>
          <p:nvPr/>
        </p:nvSpPr>
        <p:spPr>
          <a:xfrm>
            <a:off x="515763" y="1584181"/>
            <a:ext cx="5328592" cy="4201728"/>
          </a:xfrm>
          <a:prstGeom prst="rect">
            <a:avLst/>
          </a:prstGeom>
          <a:noFill/>
        </p:spPr>
        <p:txBody>
          <a:bodyPr vert="horz" wrap="square" rtlCol="0">
            <a:spAutoFit/>
          </a:bodyPr>
          <a:lstStyle/>
          <a:p>
            <a:pPr marL="342900" marR="0" lvl="0" indent="-342900" algn="l" defTabSz="914400" rtl="0" eaLnBrk="1" fontAlgn="auto" latinLnBrk="0" hangingPunct="1">
              <a:lnSpc>
                <a:spcPct val="114000"/>
              </a:lnSpc>
              <a:spcBef>
                <a:spcPts val="0"/>
              </a:spcBef>
              <a:spcAft>
                <a:spcPts val="9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Local Resources: Utilizes resources held and managed locally by the operator to address spills.</a:t>
            </a:r>
          </a:p>
          <a:p>
            <a:pPr marL="342900" marR="0" lvl="0" indent="-342900" algn="l" defTabSz="914400" rtl="0" eaLnBrk="1" fontAlgn="auto" latinLnBrk="0" hangingPunct="1">
              <a:lnSpc>
                <a:spcPct val="114000"/>
              </a:lnSpc>
              <a:spcBef>
                <a:spcPts val="0"/>
              </a:spcBef>
              <a:spcAft>
                <a:spcPts val="9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Operational Nature: Focuses on spills that occur on or near the operator's facility.</a:t>
            </a:r>
          </a:p>
          <a:p>
            <a:pPr marL="342900" marR="0" lvl="0" indent="-342900" algn="l" defTabSz="914400" rtl="0" eaLnBrk="1" fontAlgn="auto" latinLnBrk="0" hangingPunct="1">
              <a:lnSpc>
                <a:spcPct val="114000"/>
              </a:lnSpc>
              <a:spcBef>
                <a:spcPts val="0"/>
              </a:spcBef>
              <a:spcAft>
                <a:spcPts val="9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Initial Response: Acts as the first line of defense against spills, addressing immediate impacts.</a:t>
            </a:r>
          </a:p>
          <a:p>
            <a:pPr marL="342900" marR="0" lvl="0" indent="-342900" algn="l" defTabSz="914400" rtl="0" eaLnBrk="1" fontAlgn="auto" latinLnBrk="0" hangingPunct="1">
              <a:lnSpc>
                <a:spcPct val="114000"/>
              </a:lnSpc>
              <a:spcBef>
                <a:spcPts val="0"/>
              </a:spcBef>
              <a:spcAft>
                <a:spcPts val="9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Escalation Preparedness: Provides foundational actions and resources that can handle incidents potentially escalating beyond initial capabilities.</a:t>
            </a:r>
          </a:p>
        </p:txBody>
      </p:sp>
      <p:pic>
        <p:nvPicPr>
          <p:cNvPr id="6" name="Picture Placeholder 5">
            <a:extLst>
              <a:ext uri="{FF2B5EF4-FFF2-40B4-BE49-F238E27FC236}">
                <a16:creationId xmlns:a16="http://schemas.microsoft.com/office/drawing/2014/main" id="{1BE9B78D-9C06-4743-8DD0-2C5E03E6C18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prstGeom prst="rect">
            <a:avLst/>
          </a:prstGeom>
        </p:spPr>
      </p:pic>
      <p:pic>
        <p:nvPicPr>
          <p:cNvPr id="10" name="Picture Placeholder 9">
            <a:extLst>
              <a:ext uri="{FF2B5EF4-FFF2-40B4-BE49-F238E27FC236}">
                <a16:creationId xmlns:a16="http://schemas.microsoft.com/office/drawing/2014/main" id="{C8D36E88-B30F-40C4-BF08-D194699F9701}"/>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a:ext>
            </a:extLst>
          </a:blip>
          <a:srcRect/>
          <a:stretch/>
        </p:blipFill>
        <p:spPr>
          <a:prstGeom prst="rect">
            <a:avLst/>
          </a:prstGeom>
        </p:spPr>
      </p:pic>
      <p:pic>
        <p:nvPicPr>
          <p:cNvPr id="13" name="Picture Placeholder 12">
            <a:extLst>
              <a:ext uri="{FF2B5EF4-FFF2-40B4-BE49-F238E27FC236}">
                <a16:creationId xmlns:a16="http://schemas.microsoft.com/office/drawing/2014/main" id="{DFCCD6A1-2DEA-4BF8-AF68-CD1899C19E1E}"/>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a:ext>
            </a:extLst>
          </a:blip>
          <a:srcRect l="-20340" t="-1865" r="-23408" b="-4932"/>
          <a:stretch/>
        </p:blipFill>
        <p:spPr>
          <a:xfrm>
            <a:off x="9099550" y="3960814"/>
            <a:ext cx="2691260" cy="1995823"/>
          </a:xfrm>
          <a:prstGeom prst="rect">
            <a:avLst/>
          </a:prstGeom>
          <a:solidFill>
            <a:schemeClr val="bg1"/>
          </a:solidFill>
        </p:spPr>
      </p:pic>
      <p:sp>
        <p:nvSpPr>
          <p:cNvPr id="12" name="Title 8">
            <a:extLst>
              <a:ext uri="{FF2B5EF4-FFF2-40B4-BE49-F238E27FC236}">
                <a16:creationId xmlns:a16="http://schemas.microsoft.com/office/drawing/2014/main" id="{4DDAD6F6-5375-445C-A2E7-5103070B7B30}"/>
              </a:ext>
            </a:extLst>
          </p:cNvPr>
          <p:cNvSpPr txBox="1">
            <a:spLocks/>
          </p:cNvSpPr>
          <p:nvPr/>
        </p:nvSpPr>
        <p:spPr>
          <a:xfrm>
            <a:off x="407989" y="548680"/>
            <a:ext cx="11376024" cy="492443"/>
          </a:xfrm>
          <a:prstGeom prst="rect">
            <a:avLst/>
          </a:prstGeom>
        </p:spPr>
        <p:txBody>
          <a:bodyPr vert="horz" wrap="square" lIns="0" tIns="0" rIns="0" bIns="0" rtlCol="0" anchor="t" anchorCtr="0">
            <a:spAutoFit/>
          </a:bodyPr>
          <a:lstStyle>
            <a:lvl1pPr algn="ctr"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pPr algn="l"/>
            <a:r>
              <a:rPr lang="en-US" dirty="0"/>
              <a:t>Tiered Response Capability – Tier 1</a:t>
            </a:r>
          </a:p>
        </p:txBody>
      </p:sp>
    </p:spTree>
    <p:extLst>
      <p:ext uri="{BB962C8B-B14F-4D97-AF65-F5344CB8AC3E}">
        <p14:creationId xmlns:p14="http://schemas.microsoft.com/office/powerpoint/2010/main" val="42415252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EBBB83FD-81C1-494B-86FE-AC802CCDB553}"/>
              </a:ext>
            </a:extLst>
          </p:cNvPr>
          <p:cNvSpPr/>
          <p:nvPr/>
        </p:nvSpPr>
        <p:spPr bwMode="auto">
          <a:xfrm>
            <a:off x="6161658" y="1321717"/>
            <a:ext cx="5712251" cy="472665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4" name="Slide Number Placeholder 3">
            <a:extLst>
              <a:ext uri="{FF2B5EF4-FFF2-40B4-BE49-F238E27FC236}">
                <a16:creationId xmlns:a16="http://schemas.microsoft.com/office/drawing/2014/main" id="{7ED8EE1D-5D63-4DEF-A1AE-26B43371F4B2}"/>
              </a:ext>
            </a:extLst>
          </p:cNvPr>
          <p:cNvSpPr>
            <a:spLocks noGrp="1"/>
          </p:cNvSpPr>
          <p:nvPr>
            <p:ph type="sldNum" sz="quarter" idx="10"/>
          </p:nvPr>
        </p:nvSpPr>
        <p:spPr/>
        <p:txBody>
          <a:bodyPr/>
          <a:lstStyle/>
          <a:p>
            <a:fld id="{5B16D1FE-3A35-41BA-8EBE-413702045235}" type="slidenum">
              <a:rPr lang="en-US" smtClean="0"/>
              <a:pPr/>
              <a:t>5</a:t>
            </a:fld>
            <a:endParaRPr lang="en-US"/>
          </a:p>
        </p:txBody>
      </p:sp>
      <p:sp>
        <p:nvSpPr>
          <p:cNvPr id="2" name="Date Placeholder 1">
            <a:extLst>
              <a:ext uri="{FF2B5EF4-FFF2-40B4-BE49-F238E27FC236}">
                <a16:creationId xmlns:a16="http://schemas.microsoft.com/office/drawing/2014/main" id="{68D7ED68-FFBD-422D-94C4-1E0BE0346F0D}"/>
              </a:ext>
            </a:extLst>
          </p:cNvPr>
          <p:cNvSpPr>
            <a:spLocks noGrp="1"/>
          </p:cNvSpPr>
          <p:nvPr>
            <p:ph type="dt" sz="half" idx="11"/>
          </p:nvPr>
        </p:nvSpPr>
        <p:spPr/>
        <p:txBody>
          <a:bodyPr/>
          <a:lstStyle/>
          <a:p>
            <a:fld id="{C04D8C66-68A2-481E-9B7B-2266A5937B08}" type="datetime3">
              <a:rPr lang="en-US" smtClean="0"/>
              <a:t>1 October 2026</a:t>
            </a:fld>
            <a:endParaRPr lang="en-US"/>
          </a:p>
        </p:txBody>
      </p:sp>
      <p:sp>
        <p:nvSpPr>
          <p:cNvPr id="21" name="Rectangle 20">
            <a:extLst>
              <a:ext uri="{FF2B5EF4-FFF2-40B4-BE49-F238E27FC236}">
                <a16:creationId xmlns:a16="http://schemas.microsoft.com/office/drawing/2014/main" id="{E439CE42-22B2-41BB-A848-0F53DA0932A6}"/>
              </a:ext>
            </a:extLst>
          </p:cNvPr>
          <p:cNvSpPr/>
          <p:nvPr/>
        </p:nvSpPr>
        <p:spPr bwMode="auto">
          <a:xfrm>
            <a:off x="408133" y="1333359"/>
            <a:ext cx="5543852" cy="472665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9" name="TextBox 28">
            <a:extLst>
              <a:ext uri="{FF2B5EF4-FFF2-40B4-BE49-F238E27FC236}">
                <a16:creationId xmlns:a16="http://schemas.microsoft.com/office/drawing/2014/main" id="{6F54C81D-E325-4E91-BEE2-F48B30993671}"/>
              </a:ext>
            </a:extLst>
          </p:cNvPr>
          <p:cNvSpPr txBox="1"/>
          <p:nvPr/>
        </p:nvSpPr>
        <p:spPr>
          <a:xfrm>
            <a:off x="515763" y="1482812"/>
            <a:ext cx="5328592" cy="4427751"/>
          </a:xfrm>
          <a:prstGeom prst="rect">
            <a:avLst/>
          </a:prstGeom>
          <a:noFill/>
        </p:spPr>
        <p:txBody>
          <a:bodyPr vert="horz" wrap="square" rtlCol="0">
            <a:spAutoFit/>
          </a:bodyPr>
          <a:lstStyle/>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Supplementary Resources: Includes additional resources that supplement the Tier 1 response.</a:t>
            </a:r>
          </a:p>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Shared Resources: Often involves resources that are shared at a national or regional level.</a:t>
            </a:r>
          </a:p>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Escalating Response Support: Designed to support responses that escalate beyond the initial Tier 1 capabilities.</a:t>
            </a:r>
          </a:p>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Broad Equipment and Expertise: Features a wider selection of specialized equipment and expertise.</a:t>
            </a:r>
          </a:p>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Strategic Response Options: Suited for a variety of strategic responses to manage larger or more complex incidents.</a:t>
            </a:r>
          </a:p>
        </p:txBody>
      </p:sp>
      <p:pic>
        <p:nvPicPr>
          <p:cNvPr id="7" name="Picture Placeholder 6">
            <a:extLst>
              <a:ext uri="{FF2B5EF4-FFF2-40B4-BE49-F238E27FC236}">
                <a16:creationId xmlns:a16="http://schemas.microsoft.com/office/drawing/2014/main" id="{A186230C-B0E3-4087-A639-3305E54D3D0D}"/>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a:prstGeom prst="rect">
            <a:avLst/>
          </a:prstGeom>
        </p:spPr>
      </p:pic>
      <p:pic>
        <p:nvPicPr>
          <p:cNvPr id="12" name="Picture Placeholder 11">
            <a:extLst>
              <a:ext uri="{FF2B5EF4-FFF2-40B4-BE49-F238E27FC236}">
                <a16:creationId xmlns:a16="http://schemas.microsoft.com/office/drawing/2014/main" id="{696F14FE-AF4E-4F82-A339-C3C5D86925C9}"/>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a:ext>
            </a:extLst>
          </a:blip>
          <a:srcRect/>
          <a:stretch/>
        </p:blipFill>
        <p:spPr>
          <a:prstGeom prst="rect">
            <a:avLst/>
          </a:prstGeom>
        </p:spPr>
      </p:pic>
      <p:pic>
        <p:nvPicPr>
          <p:cNvPr id="18" name="Picture Placeholder 17">
            <a:extLst>
              <a:ext uri="{FF2B5EF4-FFF2-40B4-BE49-F238E27FC236}">
                <a16:creationId xmlns:a16="http://schemas.microsoft.com/office/drawing/2014/main" id="{B47252B3-0C0E-4B66-B2B0-C5BF00B41BD4}"/>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a:ext>
            </a:extLst>
          </a:blip>
          <a:srcRect/>
          <a:stretch/>
        </p:blipFill>
        <p:spPr>
          <a:prstGeom prst="rect">
            <a:avLst/>
          </a:prstGeom>
        </p:spPr>
      </p:pic>
      <p:sp>
        <p:nvSpPr>
          <p:cNvPr id="11" name="Title 8">
            <a:extLst>
              <a:ext uri="{FF2B5EF4-FFF2-40B4-BE49-F238E27FC236}">
                <a16:creationId xmlns:a16="http://schemas.microsoft.com/office/drawing/2014/main" id="{CA389630-0756-461E-8D7C-02C9F0671FF7}"/>
              </a:ext>
            </a:extLst>
          </p:cNvPr>
          <p:cNvSpPr txBox="1">
            <a:spLocks/>
          </p:cNvSpPr>
          <p:nvPr/>
        </p:nvSpPr>
        <p:spPr>
          <a:xfrm>
            <a:off x="407989" y="548680"/>
            <a:ext cx="11376024" cy="492443"/>
          </a:xfrm>
          <a:prstGeom prst="rect">
            <a:avLst/>
          </a:prstGeom>
        </p:spPr>
        <p:txBody>
          <a:bodyPr vert="horz" wrap="square" lIns="0" tIns="0" rIns="0" bIns="0" rtlCol="0" anchor="t" anchorCtr="0">
            <a:spAutoFit/>
          </a:bodyPr>
          <a:lstStyle>
            <a:lvl1pPr algn="ctr"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pPr algn="l"/>
            <a:r>
              <a:rPr lang="en-US" dirty="0"/>
              <a:t>Tiered Response Capability – Tier 2</a:t>
            </a:r>
          </a:p>
        </p:txBody>
      </p:sp>
    </p:spTree>
    <p:extLst>
      <p:ext uri="{BB962C8B-B14F-4D97-AF65-F5344CB8AC3E}">
        <p14:creationId xmlns:p14="http://schemas.microsoft.com/office/powerpoint/2010/main" val="38947505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EBBB83FD-81C1-494B-86FE-AC802CCDB553}"/>
              </a:ext>
            </a:extLst>
          </p:cNvPr>
          <p:cNvSpPr/>
          <p:nvPr/>
        </p:nvSpPr>
        <p:spPr bwMode="auto">
          <a:xfrm>
            <a:off x="6161658" y="1321717"/>
            <a:ext cx="5712251" cy="472665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4" name="Slide Number Placeholder 3">
            <a:extLst>
              <a:ext uri="{FF2B5EF4-FFF2-40B4-BE49-F238E27FC236}">
                <a16:creationId xmlns:a16="http://schemas.microsoft.com/office/drawing/2014/main" id="{7ED8EE1D-5D63-4DEF-A1AE-26B43371F4B2}"/>
              </a:ext>
            </a:extLst>
          </p:cNvPr>
          <p:cNvSpPr>
            <a:spLocks noGrp="1"/>
          </p:cNvSpPr>
          <p:nvPr>
            <p:ph type="sldNum" sz="quarter" idx="10"/>
          </p:nvPr>
        </p:nvSpPr>
        <p:spPr/>
        <p:txBody>
          <a:bodyPr/>
          <a:lstStyle/>
          <a:p>
            <a:fld id="{5B16D1FE-3A35-41BA-8EBE-413702045235}" type="slidenum">
              <a:rPr lang="en-US" smtClean="0"/>
              <a:pPr/>
              <a:t>6</a:t>
            </a:fld>
            <a:endParaRPr lang="en-US"/>
          </a:p>
        </p:txBody>
      </p:sp>
      <p:sp>
        <p:nvSpPr>
          <p:cNvPr id="2" name="Date Placeholder 1">
            <a:extLst>
              <a:ext uri="{FF2B5EF4-FFF2-40B4-BE49-F238E27FC236}">
                <a16:creationId xmlns:a16="http://schemas.microsoft.com/office/drawing/2014/main" id="{68D7ED68-FFBD-422D-94C4-1E0BE0346F0D}"/>
              </a:ext>
            </a:extLst>
          </p:cNvPr>
          <p:cNvSpPr>
            <a:spLocks noGrp="1"/>
          </p:cNvSpPr>
          <p:nvPr>
            <p:ph type="dt" sz="half" idx="11"/>
          </p:nvPr>
        </p:nvSpPr>
        <p:spPr/>
        <p:txBody>
          <a:bodyPr/>
          <a:lstStyle/>
          <a:p>
            <a:fld id="{C04D8C66-68A2-481E-9B7B-2266A5937B08}" type="datetime3">
              <a:rPr lang="en-US" smtClean="0"/>
              <a:t>1 October 2026</a:t>
            </a:fld>
            <a:endParaRPr lang="en-US"/>
          </a:p>
        </p:txBody>
      </p:sp>
      <p:sp>
        <p:nvSpPr>
          <p:cNvPr id="21" name="Rectangle 20">
            <a:extLst>
              <a:ext uri="{FF2B5EF4-FFF2-40B4-BE49-F238E27FC236}">
                <a16:creationId xmlns:a16="http://schemas.microsoft.com/office/drawing/2014/main" id="{E439CE42-22B2-41BB-A848-0F53DA0932A6}"/>
              </a:ext>
            </a:extLst>
          </p:cNvPr>
          <p:cNvSpPr/>
          <p:nvPr/>
        </p:nvSpPr>
        <p:spPr bwMode="auto">
          <a:xfrm>
            <a:off x="408133" y="1333359"/>
            <a:ext cx="5543852" cy="472665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29" name="TextBox 28">
            <a:extLst>
              <a:ext uri="{FF2B5EF4-FFF2-40B4-BE49-F238E27FC236}">
                <a16:creationId xmlns:a16="http://schemas.microsoft.com/office/drawing/2014/main" id="{6F54C81D-E325-4E91-BEE2-F48B30993671}"/>
              </a:ext>
            </a:extLst>
          </p:cNvPr>
          <p:cNvSpPr txBox="1"/>
          <p:nvPr/>
        </p:nvSpPr>
        <p:spPr>
          <a:xfrm>
            <a:off x="515763" y="2146455"/>
            <a:ext cx="5328592" cy="3100464"/>
          </a:xfrm>
          <a:prstGeom prst="rect">
            <a:avLst/>
          </a:prstGeom>
          <a:noFill/>
        </p:spPr>
        <p:txBody>
          <a:bodyPr vert="horz" wrap="square" rtlCol="0">
            <a:spAutoFit/>
          </a:bodyPr>
          <a:lstStyle/>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Global Resources: Comprise globally available resources.</a:t>
            </a:r>
          </a:p>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Supplements Tiers 1 and 2: Further supports and enhances the lower-tier responses.</a:t>
            </a:r>
          </a:p>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International Resources: Utilizes international resources for large-scale incidents.</a:t>
            </a:r>
          </a:p>
          <a:p>
            <a:pPr marL="342900" marR="0" lvl="0" indent="-342900" algn="l" defTabSz="914400" rtl="0" eaLnBrk="1" fontAlgn="auto" latinLnBrk="0" hangingPunct="1">
              <a:lnSpc>
                <a:spcPct val="114000"/>
              </a:lnSpc>
              <a:spcBef>
                <a:spcPts val="0"/>
              </a:spcBef>
              <a:spcAft>
                <a:spcPts val="5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accent2"/>
                </a:solidFill>
                <a:effectLst/>
                <a:uLnTx/>
                <a:uFillTx/>
                <a:latin typeface="Arial"/>
                <a:ea typeface="+mn-ea"/>
                <a:cs typeface="+mn-cs"/>
              </a:rPr>
              <a:t>Addressing Major Incidents: Necessary for handling spills with significant scale, complexity, or potential impact.</a:t>
            </a:r>
          </a:p>
        </p:txBody>
      </p:sp>
      <p:pic>
        <p:nvPicPr>
          <p:cNvPr id="6" name="Picture Placeholder 5">
            <a:extLst>
              <a:ext uri="{FF2B5EF4-FFF2-40B4-BE49-F238E27FC236}">
                <a16:creationId xmlns:a16="http://schemas.microsoft.com/office/drawing/2014/main" id="{42A43A7C-C6DE-4818-B80D-DECABDC20DA5}"/>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a:prstGeom prst="rect">
            <a:avLst/>
          </a:prstGeom>
        </p:spPr>
      </p:pic>
      <p:pic>
        <p:nvPicPr>
          <p:cNvPr id="11" name="Picture Placeholder 10">
            <a:extLst>
              <a:ext uri="{FF2B5EF4-FFF2-40B4-BE49-F238E27FC236}">
                <a16:creationId xmlns:a16="http://schemas.microsoft.com/office/drawing/2014/main" id="{C9929C2A-0A25-4533-8E92-5326B622A305}"/>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a:ext>
            </a:extLst>
          </a:blip>
          <a:srcRect/>
          <a:stretch/>
        </p:blipFill>
        <p:spPr>
          <a:prstGeom prst="rect">
            <a:avLst/>
          </a:prstGeom>
        </p:spPr>
      </p:pic>
      <p:pic>
        <p:nvPicPr>
          <p:cNvPr id="16" name="Picture Placeholder 15">
            <a:extLst>
              <a:ext uri="{FF2B5EF4-FFF2-40B4-BE49-F238E27FC236}">
                <a16:creationId xmlns:a16="http://schemas.microsoft.com/office/drawing/2014/main" id="{16EB43FE-5C82-4B18-9AEE-DA2B7EFC5A23}"/>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a:ext>
            </a:extLst>
          </a:blip>
          <a:srcRect/>
          <a:stretch/>
        </p:blipFill>
        <p:spPr>
          <a:prstGeom prst="rect">
            <a:avLst/>
          </a:prstGeom>
        </p:spPr>
      </p:pic>
      <p:sp>
        <p:nvSpPr>
          <p:cNvPr id="12" name="Title 8">
            <a:extLst>
              <a:ext uri="{FF2B5EF4-FFF2-40B4-BE49-F238E27FC236}">
                <a16:creationId xmlns:a16="http://schemas.microsoft.com/office/drawing/2014/main" id="{0D482BA7-E78D-4865-A030-ACF7E2058296}"/>
              </a:ext>
            </a:extLst>
          </p:cNvPr>
          <p:cNvSpPr txBox="1">
            <a:spLocks/>
          </p:cNvSpPr>
          <p:nvPr/>
        </p:nvSpPr>
        <p:spPr>
          <a:xfrm>
            <a:off x="407989" y="548680"/>
            <a:ext cx="11376024" cy="492443"/>
          </a:xfrm>
          <a:prstGeom prst="rect">
            <a:avLst/>
          </a:prstGeom>
        </p:spPr>
        <p:txBody>
          <a:bodyPr vert="horz" wrap="square" lIns="0" tIns="0" rIns="0" bIns="0" rtlCol="0" anchor="t" anchorCtr="0">
            <a:spAutoFit/>
          </a:bodyPr>
          <a:lstStyle>
            <a:lvl1pPr algn="ctr"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pPr algn="l"/>
            <a:r>
              <a:rPr lang="en-US" dirty="0"/>
              <a:t>Tiered Response Capability – Tier 3</a:t>
            </a:r>
          </a:p>
        </p:txBody>
      </p:sp>
    </p:spTree>
    <p:extLst>
      <p:ext uri="{BB962C8B-B14F-4D97-AF65-F5344CB8AC3E}">
        <p14:creationId xmlns:p14="http://schemas.microsoft.com/office/powerpoint/2010/main" val="21527737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6"/>
          <p:cNvSpPr txBox="1">
            <a:spLocks noGrp="1"/>
          </p:cNvSpPr>
          <p:nvPr>
            <p:ph type="dt" sz="half" idx="10"/>
          </p:nvPr>
        </p:nvSpPr>
        <p:spPr>
          <a:prstGeom prst="rect">
            <a:avLst/>
          </a:prstGeom>
          <a:noFill/>
          <a:ln>
            <a:noFill/>
          </a:ln>
        </p:spPr>
        <p:txBody>
          <a:bodyPr spcFirstLastPara="1" vert="horz" wrap="square" lIns="0" tIns="0" rIns="0" bIns="0" rtlCol="0" anchor="ctr" anchorCtr="0">
            <a:noAutofit/>
          </a:bodyPr>
          <a:lstStyle/>
          <a:p>
            <a:r>
              <a:rPr lang="en-US" dirty="0"/>
              <a:t>17 JANUARY 2024</a:t>
            </a:r>
            <a:endParaRPr dirty="0"/>
          </a:p>
        </p:txBody>
      </p:sp>
      <p:sp>
        <p:nvSpPr>
          <p:cNvPr id="569" name="Google Shape;569;p16"/>
          <p:cNvSpPr>
            <a:spLocks noGrp="1"/>
          </p:cNvSpPr>
          <p:nvPr>
            <p:ph type="sldNum" sz="quarter" idx="12"/>
          </p:nvPr>
        </p:nvSpPr>
        <p:spPr>
          <a:prstGeom prst="parallelogram">
            <a:avLst>
              <a:gd name="adj" fmla="val 51419"/>
            </a:avLst>
          </a:prstGeom>
          <a:solidFill>
            <a:schemeClr val="accent1"/>
          </a:solidFill>
          <a:ln>
            <a:noFill/>
          </a:ln>
        </p:spPr>
        <p:txBody>
          <a:bodyPr spcFirstLastPara="1" vert="horz" wrap="square" lIns="0" tIns="0" rIns="0" bIns="0" rtlCol="0" anchor="ctr" anchorCtr="0">
            <a:noAutofit/>
          </a:bodyPr>
          <a:lstStyle/>
          <a:p>
            <a:fld id="{00000000-1234-1234-1234-123412341234}" type="slidenum">
              <a:rPr lang="en-US"/>
              <a:pPr/>
              <a:t>7</a:t>
            </a:fld>
            <a:endParaRPr/>
          </a:p>
        </p:txBody>
      </p:sp>
      <p:sp>
        <p:nvSpPr>
          <p:cNvPr id="570" name="Google Shape;570;p16"/>
          <p:cNvSpPr txBox="1">
            <a:spLocks noGrp="1"/>
          </p:cNvSpPr>
          <p:nvPr>
            <p:ph type="title"/>
          </p:nvPr>
        </p:nvSpPr>
        <p:spPr>
          <a:xfrm>
            <a:off x="638752" y="3260039"/>
            <a:ext cx="6148116" cy="1379095"/>
          </a:xfrm>
          <a:prstGeom prst="rect">
            <a:avLst/>
          </a:prstGeom>
          <a:noFill/>
          <a:ln>
            <a:noFill/>
          </a:ln>
        </p:spPr>
        <p:txBody>
          <a:bodyPr spcFirstLastPara="1" vert="horz" wrap="square" lIns="0" tIns="0" rIns="0" bIns="0" rtlCol="0" anchor="b" anchorCtr="0">
            <a:spAutoFit/>
          </a:bodyPr>
          <a:lstStyle/>
          <a:p>
            <a:r>
              <a:rPr lang="en-US" sz="4481" dirty="0"/>
              <a:t>What are the principles of ICS/IMS?</a:t>
            </a:r>
          </a:p>
        </p:txBody>
      </p:sp>
      <p:sp>
        <p:nvSpPr>
          <p:cNvPr id="571" name="Google Shape;571;p16"/>
          <p:cNvSpPr txBox="1">
            <a:spLocks noGrp="1"/>
          </p:cNvSpPr>
          <p:nvPr>
            <p:ph type="subTitle" idx="1"/>
          </p:nvPr>
        </p:nvSpPr>
        <p:spPr>
          <a:xfrm>
            <a:off x="638752" y="4928853"/>
            <a:ext cx="6148116" cy="276999"/>
          </a:xfrm>
          <a:prstGeom prst="rect">
            <a:avLst/>
          </a:prstGeom>
          <a:noFill/>
          <a:ln>
            <a:noFill/>
          </a:ln>
        </p:spPr>
        <p:txBody>
          <a:bodyPr spcFirstLastPara="1" vert="horz" wrap="square" lIns="0" tIns="0" rIns="0" bIns="0" rtlCol="0" anchor="t" anchorCtr="0">
            <a:spAutoFit/>
          </a:bodyPr>
          <a:lstStyle/>
          <a:p>
            <a:pPr>
              <a:spcBef>
                <a:spcPts val="0"/>
              </a:spcBef>
              <a:buSzPts val="1300"/>
            </a:pPr>
            <a:r>
              <a:rPr lang="en-US" dirty="0"/>
              <a:t>Can you list as many terms and phrases as possible</a:t>
            </a:r>
          </a:p>
        </p:txBody>
      </p:sp>
      <p:pic>
        <p:nvPicPr>
          <p:cNvPr id="6" name="Picture Placeholder 5">
            <a:extLst>
              <a:ext uri="{FF2B5EF4-FFF2-40B4-BE49-F238E27FC236}">
                <a16:creationId xmlns:a16="http://schemas.microsoft.com/office/drawing/2014/main" id="{E8954FF6-85E3-4AB4-8643-4FD20F1CB9EC}"/>
              </a:ext>
            </a:extLst>
          </p:cNvPr>
          <p:cNvPicPr>
            <a:picLocks noGrp="1" noChangeAspect="1"/>
          </p:cNvPicPr>
          <p:nvPr>
            <p:ph type="pic" sz="quarter" idx="20"/>
          </p:nvPr>
        </p:nvPicPr>
        <p:blipFill>
          <a:blip r:embed="rId3" cstate="screen">
            <a:extLst>
              <a:ext uri="{28A0092B-C50C-407E-A947-70E740481C1C}">
                <a14:useLocalDpi xmlns:a14="http://schemas.microsoft.com/office/drawing/2010/main"/>
              </a:ext>
            </a:extLst>
          </a:blip>
          <a:srcRect/>
          <a:stretch/>
        </p:blipFill>
        <p:spPr>
          <a:xfrm>
            <a:off x="5888741" y="139116"/>
            <a:ext cx="6055945" cy="6579771"/>
          </a:xfr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0080-95E6-C586-ED6E-54C4DCDABA77}"/>
              </a:ext>
            </a:extLst>
          </p:cNvPr>
          <p:cNvSpPr>
            <a:spLocks noGrp="1"/>
          </p:cNvSpPr>
          <p:nvPr>
            <p:ph type="title"/>
          </p:nvPr>
        </p:nvSpPr>
        <p:spPr>
          <a:xfrm>
            <a:off x="407989" y="548680"/>
            <a:ext cx="11376024" cy="1008112"/>
          </a:xfrm>
        </p:spPr>
        <p:txBody>
          <a:bodyPr wrap="square" anchor="t">
            <a:normAutofit/>
          </a:bodyPr>
          <a:lstStyle/>
          <a:p>
            <a:r>
              <a:rPr lang="en-US" dirty="0"/>
              <a:t>Tier 2 and 3 Response </a:t>
            </a:r>
          </a:p>
        </p:txBody>
      </p:sp>
      <p:sp>
        <p:nvSpPr>
          <p:cNvPr id="16" name="Date Placeholder 2">
            <a:extLst>
              <a:ext uri="{FF2B5EF4-FFF2-40B4-BE49-F238E27FC236}">
                <a16:creationId xmlns:a16="http://schemas.microsoft.com/office/drawing/2014/main" id="{A8E7A878-F59B-5211-D9DF-40BA15BBE396}"/>
              </a:ext>
            </a:extLst>
          </p:cNvPr>
          <p:cNvSpPr>
            <a:spLocks noGrp="1"/>
          </p:cNvSpPr>
          <p:nvPr>
            <p:ph type="dt" sz="half" idx="10"/>
          </p:nvPr>
        </p:nvSpPr>
        <p:spPr>
          <a:xfrm>
            <a:off x="911424" y="6381328"/>
            <a:ext cx="1224136" cy="143296"/>
          </a:xfrm>
        </p:spPr>
        <p:txBody>
          <a:bodyPr/>
          <a:lstStyle/>
          <a:p>
            <a:pPr>
              <a:spcAft>
                <a:spcPts val="600"/>
              </a:spcAft>
            </a:pPr>
            <a:fld id="{8C9DF63D-ED94-46E4-B158-9F8CBCEFFBAF}" type="datetime3">
              <a:rPr lang="en-US" smtClean="0"/>
              <a:pPr>
                <a:spcAft>
                  <a:spcPts val="600"/>
                </a:spcAft>
              </a:pPr>
              <a:t>1 October 2026</a:t>
            </a:fld>
            <a:endParaRPr lang="en-US"/>
          </a:p>
        </p:txBody>
      </p:sp>
      <p:sp>
        <p:nvSpPr>
          <p:cNvPr id="20" name="Slide Number Placeholder 4">
            <a:extLst>
              <a:ext uri="{FF2B5EF4-FFF2-40B4-BE49-F238E27FC236}">
                <a16:creationId xmlns:a16="http://schemas.microsoft.com/office/drawing/2014/main" id="{6CAFDDB5-D007-14FA-19C2-2CB0114B8DFF}"/>
              </a:ext>
            </a:extLst>
          </p:cNvPr>
          <p:cNvSpPr>
            <a:spLocks noGrp="1"/>
          </p:cNvSpPr>
          <p:nvPr>
            <p:ph type="sldNum" sz="quarter" idx="12"/>
          </p:nvPr>
        </p:nvSpPr>
        <p:spPr>
          <a:xfrm>
            <a:off x="407988" y="6381328"/>
            <a:ext cx="359420" cy="143296"/>
          </a:xfrm>
        </p:spPr>
        <p:txBody>
          <a:bodyPr/>
          <a:lstStyle/>
          <a:p>
            <a:pPr>
              <a:spcAft>
                <a:spcPts val="600"/>
              </a:spcAft>
            </a:pPr>
            <a:fld id="{5B16D1FE-3A35-41BA-8EBE-413702045235}" type="slidenum">
              <a:rPr lang="en-US" smtClean="0"/>
              <a:pPr>
                <a:spcAft>
                  <a:spcPts val="600"/>
                </a:spcAft>
              </a:pPr>
              <a:t>8</a:t>
            </a:fld>
            <a:endParaRPr lang="en-US"/>
          </a:p>
        </p:txBody>
      </p:sp>
      <p:sp>
        <p:nvSpPr>
          <p:cNvPr id="7" name="Content Placeholder 2">
            <a:extLst>
              <a:ext uri="{FF2B5EF4-FFF2-40B4-BE49-F238E27FC236}">
                <a16:creationId xmlns:a16="http://schemas.microsoft.com/office/drawing/2014/main" id="{CB7DF503-0081-CE30-8EA3-2E56FF468BD1}"/>
              </a:ext>
            </a:extLst>
          </p:cNvPr>
          <p:cNvSpPr txBox="1">
            <a:spLocks/>
          </p:cNvSpPr>
          <p:nvPr/>
        </p:nvSpPr>
        <p:spPr>
          <a:xfrm>
            <a:off x="1375940" y="1621023"/>
            <a:ext cx="9006831" cy="3884615"/>
          </a:xfrm>
          <a:prstGeom prst="rect">
            <a:avLst/>
          </a:prstGeom>
        </p:spPr>
        <p:txBody>
          <a:bodyPr>
            <a:norm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endParaRPr lang="en-GB" sz="1600" dirty="0"/>
          </a:p>
        </p:txBody>
      </p:sp>
      <p:sp>
        <p:nvSpPr>
          <p:cNvPr id="6" name="TextBox 5">
            <a:extLst>
              <a:ext uri="{FF2B5EF4-FFF2-40B4-BE49-F238E27FC236}">
                <a16:creationId xmlns:a16="http://schemas.microsoft.com/office/drawing/2014/main" id="{1F60A701-C74B-FAB9-BC29-15C51200635E}"/>
              </a:ext>
            </a:extLst>
          </p:cNvPr>
          <p:cNvSpPr txBox="1"/>
          <p:nvPr/>
        </p:nvSpPr>
        <p:spPr>
          <a:xfrm>
            <a:off x="6874367" y="1359440"/>
            <a:ext cx="4932548" cy="2308324"/>
          </a:xfrm>
          <a:prstGeom prst="rect">
            <a:avLst/>
          </a:prstGeom>
          <a:noFill/>
        </p:spPr>
        <p:txBody>
          <a:bodyPr wrap="square" rtlCol="0">
            <a:spAutoFit/>
          </a:bodyPr>
          <a:lstStyle/>
          <a:p>
            <a:pPr algn="l"/>
            <a:r>
              <a:rPr lang="en-US" sz="3600" dirty="0">
                <a:solidFill>
                  <a:srgbClr val="FF0000"/>
                </a:solidFill>
                <a:highlight>
                  <a:srgbClr val="C0C0C0"/>
                </a:highlight>
              </a:rPr>
              <a:t>INSERT client’s tier 2 and 3 response here as per their contingency plan</a:t>
            </a:r>
          </a:p>
        </p:txBody>
      </p:sp>
      <p:sp>
        <p:nvSpPr>
          <p:cNvPr id="3" name="TextBox 2">
            <a:extLst>
              <a:ext uri="{FF2B5EF4-FFF2-40B4-BE49-F238E27FC236}">
                <a16:creationId xmlns:a16="http://schemas.microsoft.com/office/drawing/2014/main" id="{3B6D7250-AF32-5D91-5CFE-17717FAC6C1D}"/>
              </a:ext>
            </a:extLst>
          </p:cNvPr>
          <p:cNvSpPr txBox="1"/>
          <p:nvPr/>
        </p:nvSpPr>
        <p:spPr>
          <a:xfrm>
            <a:off x="767408" y="1590272"/>
            <a:ext cx="4356484" cy="1477328"/>
          </a:xfrm>
          <a:prstGeom prst="rect">
            <a:avLst/>
          </a:prstGeom>
          <a:noFill/>
        </p:spPr>
        <p:txBody>
          <a:bodyPr wrap="square" rtlCol="0">
            <a:spAutoFit/>
          </a:bodyPr>
          <a:lstStyle/>
          <a:p>
            <a:pPr algn="l"/>
            <a:r>
              <a:rPr lang="en-US" dirty="0">
                <a:solidFill>
                  <a:schemeClr val="bg1"/>
                </a:solidFill>
              </a:rPr>
              <a:t>Find out (add more as required):</a:t>
            </a:r>
          </a:p>
          <a:p>
            <a:pPr marL="342900" indent="-342900" algn="l">
              <a:buAutoNum type="arabicPeriod"/>
            </a:pPr>
            <a:r>
              <a:rPr lang="en-US" dirty="0">
                <a:solidFill>
                  <a:schemeClr val="bg1"/>
                </a:solidFill>
              </a:rPr>
              <a:t>What is the tier 2 response structure?</a:t>
            </a:r>
          </a:p>
          <a:p>
            <a:pPr marL="342900" indent="-342900" algn="l">
              <a:buAutoNum type="arabicPeriod"/>
            </a:pPr>
            <a:r>
              <a:rPr lang="en-US" dirty="0">
                <a:solidFill>
                  <a:schemeClr val="bg1"/>
                </a:solidFill>
              </a:rPr>
              <a:t>Who is your Tier 2 agency?</a:t>
            </a:r>
          </a:p>
          <a:p>
            <a:pPr marL="342900" indent="-342900">
              <a:buFontTx/>
              <a:buAutoNum type="arabicPeriod"/>
            </a:pPr>
            <a:r>
              <a:rPr lang="en-US" dirty="0">
                <a:solidFill>
                  <a:schemeClr val="bg1"/>
                </a:solidFill>
              </a:rPr>
              <a:t>What is the tier 2 response structure?</a:t>
            </a:r>
          </a:p>
          <a:p>
            <a:pPr marL="342900" indent="-342900" algn="l">
              <a:buAutoNum type="arabicPeriod"/>
            </a:pPr>
            <a:r>
              <a:rPr lang="en-US" dirty="0">
                <a:solidFill>
                  <a:schemeClr val="bg1"/>
                </a:solidFill>
              </a:rPr>
              <a:t>What are Tier 3 resources?</a:t>
            </a:r>
          </a:p>
        </p:txBody>
      </p:sp>
    </p:spTree>
    <p:extLst>
      <p:ext uri="{BB962C8B-B14F-4D97-AF65-F5344CB8AC3E}">
        <p14:creationId xmlns:p14="http://schemas.microsoft.com/office/powerpoint/2010/main" val="38287084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989" y="548680"/>
            <a:ext cx="11376024" cy="1008112"/>
          </a:xfrm>
        </p:spPr>
        <p:txBody>
          <a:bodyPr wrap="square" anchor="t">
            <a:normAutofit/>
          </a:bodyPr>
          <a:lstStyle/>
          <a:p>
            <a:r>
              <a:rPr lang="en-GB" dirty="0"/>
              <a:t>Organisation by Function</a:t>
            </a:r>
          </a:p>
        </p:txBody>
      </p:sp>
      <p:sp>
        <p:nvSpPr>
          <p:cNvPr id="2055" name="Date Placeholder 2">
            <a:extLst>
              <a:ext uri="{FF2B5EF4-FFF2-40B4-BE49-F238E27FC236}">
                <a16:creationId xmlns:a16="http://schemas.microsoft.com/office/drawing/2014/main" id="{8936CA82-F358-D433-DCD2-2152824BD282}"/>
              </a:ext>
            </a:extLst>
          </p:cNvPr>
          <p:cNvSpPr>
            <a:spLocks noGrp="1"/>
          </p:cNvSpPr>
          <p:nvPr>
            <p:ph type="dt" sz="half" idx="10"/>
          </p:nvPr>
        </p:nvSpPr>
        <p:spPr>
          <a:xfrm>
            <a:off x="911424" y="6381328"/>
            <a:ext cx="1224136" cy="143296"/>
          </a:xfrm>
        </p:spPr>
        <p:txBody>
          <a:bodyPr/>
          <a:lstStyle/>
          <a:p>
            <a:pPr>
              <a:spcAft>
                <a:spcPts val="600"/>
              </a:spcAft>
            </a:pPr>
            <a:fld id="{8C9DF63D-ED94-46E4-B158-9F8CBCEFFBAF}" type="datetime3">
              <a:rPr lang="en-US" smtClean="0"/>
              <a:pPr>
                <a:spcAft>
                  <a:spcPts val="600"/>
                </a:spcAft>
              </a:pPr>
              <a:t>1 October 2026</a:t>
            </a:fld>
            <a:endParaRPr lang="en-US" dirty="0"/>
          </a:p>
        </p:txBody>
      </p:sp>
      <p:sp>
        <p:nvSpPr>
          <p:cNvPr id="2057" name="Footer Placeholder 3">
            <a:extLst>
              <a:ext uri="{FF2B5EF4-FFF2-40B4-BE49-F238E27FC236}">
                <a16:creationId xmlns:a16="http://schemas.microsoft.com/office/drawing/2014/main" id="{CAC8F622-D556-4D1A-5611-B34ECB94185B}"/>
              </a:ext>
            </a:extLst>
          </p:cNvPr>
          <p:cNvSpPr>
            <a:spLocks noGrp="1"/>
          </p:cNvSpPr>
          <p:nvPr>
            <p:ph type="ftr" sz="quarter" idx="11"/>
          </p:nvPr>
        </p:nvSpPr>
        <p:spPr>
          <a:xfrm>
            <a:off x="2279576" y="6381328"/>
            <a:ext cx="7632848" cy="144016"/>
          </a:xfrm>
        </p:spPr>
        <p:txBody>
          <a:bodyPr/>
          <a:lstStyle/>
          <a:p>
            <a:endParaRPr lang="en-US" dirty="0"/>
          </a:p>
        </p:txBody>
      </p:sp>
      <p:sp>
        <p:nvSpPr>
          <p:cNvPr id="2059" name="Slide Number Placeholder 4">
            <a:extLst>
              <a:ext uri="{FF2B5EF4-FFF2-40B4-BE49-F238E27FC236}">
                <a16:creationId xmlns:a16="http://schemas.microsoft.com/office/drawing/2014/main" id="{9A57C304-9B69-78CF-A545-B666EA7A38AD}"/>
              </a:ext>
            </a:extLst>
          </p:cNvPr>
          <p:cNvSpPr>
            <a:spLocks noGrp="1"/>
          </p:cNvSpPr>
          <p:nvPr>
            <p:ph type="sldNum" sz="quarter" idx="12"/>
          </p:nvPr>
        </p:nvSpPr>
        <p:spPr>
          <a:xfrm>
            <a:off x="407988" y="6381328"/>
            <a:ext cx="359420" cy="143296"/>
          </a:xfrm>
        </p:spPr>
        <p:txBody>
          <a:bodyPr/>
          <a:lstStyle/>
          <a:p>
            <a:pPr>
              <a:spcAft>
                <a:spcPts val="600"/>
              </a:spcAft>
            </a:pPr>
            <a:fld id="{5B16D1FE-3A35-41BA-8EBE-413702045235}" type="slidenum">
              <a:rPr lang="en-US" smtClean="0"/>
              <a:pPr>
                <a:spcAft>
                  <a:spcPts val="600"/>
                </a:spcAft>
              </a:pPr>
              <a:t>9</a:t>
            </a:fld>
            <a:endParaRPr lang="en-US"/>
          </a:p>
        </p:txBody>
      </p:sp>
      <p:pic>
        <p:nvPicPr>
          <p:cNvPr id="2050" name="Picture 2">
            <a:extLst>
              <a:ext uri="{FF2B5EF4-FFF2-40B4-BE49-F238E27FC236}">
                <a16:creationId xmlns:a16="http://schemas.microsoft.com/office/drawing/2014/main" id="{C90504AB-F3B3-8D2A-6BD2-B1DB8AF4737B}"/>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1919287" y="1844675"/>
            <a:ext cx="8353426" cy="4176713"/>
          </a:xfrm>
          <a:prstGeom prst="rect">
            <a:avLst/>
          </a:prstGeom>
          <a:solidFill>
            <a:srgbClr val="FFFFFF"/>
          </a:solidFill>
        </p:spPr>
      </p:pic>
    </p:spTree>
    <p:extLst>
      <p:ext uri="{BB962C8B-B14F-4D97-AF65-F5344CB8AC3E}">
        <p14:creationId xmlns:p14="http://schemas.microsoft.com/office/powerpoint/2010/main" val="95097349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452E74B-DC72-443C-B4E2-40ECBE8028E1}"/>
              </a:ext>
            </a:extLst>
          </p:cNvPr>
          <p:cNvSpPr>
            <a:spLocks noGrp="1"/>
          </p:cNvSpPr>
          <p:nvPr>
            <p:ph type="dt" sz="half" idx="10"/>
          </p:nvPr>
        </p:nvSpPr>
        <p:spPr/>
        <p:txBody>
          <a:bodyPr/>
          <a:lstStyle/>
          <a:p>
            <a:fld id="{5E797373-4A87-4C00-9617-03E8C78A6214}" type="datetime3">
              <a:rPr lang="en-US" smtClean="0"/>
              <a:t>1 October 2026</a:t>
            </a:fld>
            <a:endParaRPr lang="en-US" dirty="0"/>
          </a:p>
        </p:txBody>
      </p:sp>
      <p:sp>
        <p:nvSpPr>
          <p:cNvPr id="5" name="Slide Number Placeholder 4">
            <a:extLst>
              <a:ext uri="{FF2B5EF4-FFF2-40B4-BE49-F238E27FC236}">
                <a16:creationId xmlns:a16="http://schemas.microsoft.com/office/drawing/2014/main" id="{9CCD0CDC-1C95-48FF-9830-3E7EA2E567A9}"/>
              </a:ext>
            </a:extLst>
          </p:cNvPr>
          <p:cNvSpPr>
            <a:spLocks noGrp="1"/>
          </p:cNvSpPr>
          <p:nvPr>
            <p:ph type="sldNum" sz="quarter" idx="12"/>
          </p:nvPr>
        </p:nvSpPr>
        <p:spPr/>
        <p:txBody>
          <a:bodyPr/>
          <a:lstStyle/>
          <a:p>
            <a:r>
              <a:rPr lang="en-US" dirty="0">
                <a:solidFill>
                  <a:srgbClr val="002F5F"/>
                </a:solidFill>
              </a:rPr>
              <a:t>6</a:t>
            </a:r>
          </a:p>
        </p:txBody>
      </p:sp>
      <p:sp>
        <p:nvSpPr>
          <p:cNvPr id="7" name="Rectangle: Rounded Corners 6">
            <a:extLst>
              <a:ext uri="{FF2B5EF4-FFF2-40B4-BE49-F238E27FC236}">
                <a16:creationId xmlns:a16="http://schemas.microsoft.com/office/drawing/2014/main" id="{10581999-9A0D-4FAD-B8A3-C4B9F3DE7DFF}"/>
              </a:ext>
            </a:extLst>
          </p:cNvPr>
          <p:cNvSpPr/>
          <p:nvPr/>
        </p:nvSpPr>
        <p:spPr bwMode="auto">
          <a:xfrm>
            <a:off x="407368" y="1196752"/>
            <a:ext cx="11327432" cy="2376264"/>
          </a:xfrm>
          <a:prstGeom prst="roundRect">
            <a:avLst>
              <a:gd name="adj" fmla="val 3292"/>
            </a:avLst>
          </a:prstGeom>
          <a:solidFill>
            <a:schemeClr val="bg1">
              <a:alpha val="10000"/>
            </a:schemeClr>
          </a:solidFill>
          <a:ln w="12700">
            <a:solidFill>
              <a:srgbClr val="002F5F"/>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Rectangle: Rounded Corners 14">
            <a:extLst>
              <a:ext uri="{FF2B5EF4-FFF2-40B4-BE49-F238E27FC236}">
                <a16:creationId xmlns:a16="http://schemas.microsoft.com/office/drawing/2014/main" id="{D94C6D19-5350-408A-90A8-8DBEF8DE7805}"/>
              </a:ext>
            </a:extLst>
          </p:cNvPr>
          <p:cNvSpPr/>
          <p:nvPr/>
        </p:nvSpPr>
        <p:spPr bwMode="auto">
          <a:xfrm>
            <a:off x="407368" y="3717032"/>
            <a:ext cx="5616624" cy="2448272"/>
          </a:xfrm>
          <a:prstGeom prst="roundRect">
            <a:avLst>
              <a:gd name="adj" fmla="val 3292"/>
            </a:avLst>
          </a:prstGeom>
          <a:solidFill>
            <a:schemeClr val="bg1">
              <a:alpha val="10000"/>
            </a:schemeClr>
          </a:solidFill>
          <a:ln w="12700">
            <a:solidFill>
              <a:srgbClr val="002F5F"/>
            </a:solidFill>
          </a:ln>
        </p:spPr>
        <p:txBody>
          <a:bodyPr vert="horz" wrap="square" lIns="91440" tIns="45720" rIns="91440" bIns="45720" numCol="1" rtlCol="0" anchor="t" anchorCtr="0" compatLnSpc="1">
            <a:prstTxWarp prst="textNoShape">
              <a:avLst/>
            </a:prstTxWarp>
          </a:bodyPr>
          <a:lstStyle/>
          <a:p>
            <a:pPr algn="ctr"/>
            <a:endParaRPr lang="en-US"/>
          </a:p>
        </p:txBody>
      </p:sp>
      <p:pic>
        <p:nvPicPr>
          <p:cNvPr id="16" name="Picture 15" descr="A diagram of a process&#10;&#10;Description automatically generated">
            <a:extLst>
              <a:ext uri="{FF2B5EF4-FFF2-40B4-BE49-F238E27FC236}">
                <a16:creationId xmlns:a16="http://schemas.microsoft.com/office/drawing/2014/main" id="{C0AAF83F-7B64-4D0C-869C-C3165742D16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2231" y="1330189"/>
            <a:ext cx="3944120" cy="2109390"/>
          </a:xfrm>
          <a:prstGeom prst="roundRect">
            <a:avLst>
              <a:gd name="adj" fmla="val 1961"/>
            </a:avLst>
          </a:prstGeom>
        </p:spPr>
      </p:pic>
      <p:sp>
        <p:nvSpPr>
          <p:cNvPr id="17" name="Rectangle: Rounded Corners 16">
            <a:extLst>
              <a:ext uri="{FF2B5EF4-FFF2-40B4-BE49-F238E27FC236}">
                <a16:creationId xmlns:a16="http://schemas.microsoft.com/office/drawing/2014/main" id="{FBF4CA70-4381-4C8E-B6C5-CC0578114304}"/>
              </a:ext>
            </a:extLst>
          </p:cNvPr>
          <p:cNvSpPr/>
          <p:nvPr/>
        </p:nvSpPr>
        <p:spPr bwMode="auto">
          <a:xfrm>
            <a:off x="6118176" y="3717032"/>
            <a:ext cx="5616624" cy="2448272"/>
          </a:xfrm>
          <a:prstGeom prst="roundRect">
            <a:avLst>
              <a:gd name="adj" fmla="val 3292"/>
            </a:avLst>
          </a:prstGeom>
          <a:solidFill>
            <a:schemeClr val="bg1">
              <a:alpha val="10000"/>
            </a:schemeClr>
          </a:solidFill>
          <a:ln w="12700">
            <a:solidFill>
              <a:srgbClr val="002F5F"/>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Rounded Corners 11">
            <a:extLst>
              <a:ext uri="{FF2B5EF4-FFF2-40B4-BE49-F238E27FC236}">
                <a16:creationId xmlns:a16="http://schemas.microsoft.com/office/drawing/2014/main" id="{9F509D62-3CC9-4C13-9099-D6D8DD964692}"/>
              </a:ext>
            </a:extLst>
          </p:cNvPr>
          <p:cNvSpPr/>
          <p:nvPr/>
        </p:nvSpPr>
        <p:spPr bwMode="auto">
          <a:xfrm>
            <a:off x="6384032" y="1484784"/>
            <a:ext cx="5112568" cy="648072"/>
          </a:xfrm>
          <a:prstGeom prst="roundRect">
            <a:avLst>
              <a:gd name="adj" fmla="val 7219"/>
            </a:avLst>
          </a:prstGeom>
          <a:solidFill>
            <a:srgbClr val="002F5F">
              <a:alpha val="12000"/>
            </a:srgbClr>
          </a:solidFill>
          <a:ln>
            <a:noFill/>
          </a:ln>
        </p:spPr>
        <p:txBody>
          <a:bodyPr vert="horz" wrap="square" lIns="91440" tIns="45720" rIns="91440" bIns="45720" numCol="1" rtlCol="0" anchor="t" anchorCtr="0" compatLnSpc="1">
            <a:prstTxWarp prst="textNoShape">
              <a:avLst/>
            </a:prstTxWarp>
          </a:bodyPr>
          <a:lstStyle/>
          <a:p>
            <a:pPr algn="ctr"/>
            <a:endParaRPr lang="en-US">
              <a:solidFill>
                <a:srgbClr val="002F5F"/>
              </a:solidFill>
            </a:endParaRPr>
          </a:p>
        </p:txBody>
      </p:sp>
      <p:cxnSp>
        <p:nvCxnSpPr>
          <p:cNvPr id="19" name="Straight Connector 18">
            <a:extLst>
              <a:ext uri="{FF2B5EF4-FFF2-40B4-BE49-F238E27FC236}">
                <a16:creationId xmlns:a16="http://schemas.microsoft.com/office/drawing/2014/main" id="{07D9FAA4-2AD8-4F50-B53C-BABA49BC9F4E}"/>
              </a:ext>
            </a:extLst>
          </p:cNvPr>
          <p:cNvCxnSpPr>
            <a:cxnSpLocks/>
          </p:cNvCxnSpPr>
          <p:nvPr/>
        </p:nvCxnSpPr>
        <p:spPr>
          <a:xfrm>
            <a:off x="6096000" y="1448780"/>
            <a:ext cx="0" cy="1872208"/>
          </a:xfrm>
          <a:prstGeom prst="line">
            <a:avLst/>
          </a:prstGeom>
          <a:ln w="12700">
            <a:solidFill>
              <a:srgbClr val="002F5F"/>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DCFB097-DA78-4A90-96A3-B0EDA132BE1D}"/>
              </a:ext>
            </a:extLst>
          </p:cNvPr>
          <p:cNvSpPr txBox="1"/>
          <p:nvPr/>
        </p:nvSpPr>
        <p:spPr>
          <a:xfrm>
            <a:off x="7032104" y="1624154"/>
            <a:ext cx="3816424" cy="369332"/>
          </a:xfrm>
          <a:prstGeom prst="rect">
            <a:avLst/>
          </a:prstGeom>
          <a:noFill/>
        </p:spPr>
        <p:txBody>
          <a:bodyPr wrap="square">
            <a:spAutoFit/>
          </a:bodyPr>
          <a:lstStyle/>
          <a:p>
            <a:pPr algn="ctr"/>
            <a:r>
              <a:rPr lang="en-US" b="1" dirty="0">
                <a:solidFill>
                  <a:srgbClr val="002F5F"/>
                </a:solidFill>
                <a:latin typeface="+mj-lt"/>
              </a:rPr>
              <a:t>Unified Command</a:t>
            </a:r>
          </a:p>
        </p:txBody>
      </p:sp>
      <p:sp>
        <p:nvSpPr>
          <p:cNvPr id="27" name="TextBox 26">
            <a:extLst>
              <a:ext uri="{FF2B5EF4-FFF2-40B4-BE49-F238E27FC236}">
                <a16:creationId xmlns:a16="http://schemas.microsoft.com/office/drawing/2014/main" id="{0CAB98B4-27E9-42C8-90F5-B65BED8265A3}"/>
              </a:ext>
            </a:extLst>
          </p:cNvPr>
          <p:cNvSpPr txBox="1"/>
          <p:nvPr/>
        </p:nvSpPr>
        <p:spPr>
          <a:xfrm>
            <a:off x="6333852" y="2204864"/>
            <a:ext cx="4896544" cy="823559"/>
          </a:xfrm>
          <a:prstGeom prst="rect">
            <a:avLst/>
          </a:prstGeom>
          <a:noFill/>
        </p:spPr>
        <p:txBody>
          <a:bodyPr wrap="square">
            <a:spAutoFit/>
          </a:bodyPr>
          <a:lstStyle/>
          <a:p>
            <a:pPr marL="285750" indent="-285750">
              <a:lnSpc>
                <a:spcPct val="140000"/>
              </a:lnSpc>
              <a:buFont typeface="Arial" panose="020B0604020202020204" pitchFamily="34" charset="0"/>
              <a:buChar char="•"/>
            </a:pPr>
            <a:r>
              <a:rPr lang="en-US" dirty="0">
                <a:solidFill>
                  <a:srgbClr val="002F5F"/>
                </a:solidFill>
              </a:rPr>
              <a:t>Company and Government respond jointly </a:t>
            </a:r>
          </a:p>
          <a:p>
            <a:pPr marL="285750" indent="-285750">
              <a:lnSpc>
                <a:spcPct val="140000"/>
              </a:lnSpc>
              <a:buFont typeface="Arial" panose="020B0604020202020204" pitchFamily="34" charset="0"/>
              <a:buChar char="•"/>
            </a:pPr>
            <a:r>
              <a:rPr lang="en-US" dirty="0">
                <a:solidFill>
                  <a:srgbClr val="002F5F"/>
                </a:solidFill>
              </a:rPr>
              <a:t>Actions and Information are integrated</a:t>
            </a:r>
          </a:p>
        </p:txBody>
      </p:sp>
      <p:pic>
        <p:nvPicPr>
          <p:cNvPr id="28" name="Picture 27" descr="A diagram of a company&#10;&#10;Description automatically generated">
            <a:extLst>
              <a:ext uri="{FF2B5EF4-FFF2-40B4-BE49-F238E27FC236}">
                <a16:creationId xmlns:a16="http://schemas.microsoft.com/office/drawing/2014/main" id="{AEDAEC9C-14BB-4A70-A58D-818DD7BEC3A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16367" y="3789040"/>
            <a:ext cx="4398627" cy="965951"/>
          </a:xfrm>
          <a:prstGeom prst="rect">
            <a:avLst/>
          </a:prstGeom>
        </p:spPr>
      </p:pic>
      <p:pic>
        <p:nvPicPr>
          <p:cNvPr id="29" name="Picture 28" descr="A diagram of a diagram&#10;&#10;Description automatically generated">
            <a:extLst>
              <a:ext uri="{FF2B5EF4-FFF2-40B4-BE49-F238E27FC236}">
                <a16:creationId xmlns:a16="http://schemas.microsoft.com/office/drawing/2014/main" id="{4538006F-4F0A-4FA6-8D3A-5CD834DD569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13150" y="3789040"/>
            <a:ext cx="4226677" cy="965952"/>
          </a:xfrm>
          <a:prstGeom prst="rect">
            <a:avLst/>
          </a:prstGeom>
        </p:spPr>
      </p:pic>
      <p:sp>
        <p:nvSpPr>
          <p:cNvPr id="18" name="Rectangle: Rounded Corners 17">
            <a:extLst>
              <a:ext uri="{FF2B5EF4-FFF2-40B4-BE49-F238E27FC236}">
                <a16:creationId xmlns:a16="http://schemas.microsoft.com/office/drawing/2014/main" id="{C66E7425-022C-4B2D-8D89-7FF0A17EF3C6}"/>
              </a:ext>
            </a:extLst>
          </p:cNvPr>
          <p:cNvSpPr/>
          <p:nvPr/>
        </p:nvSpPr>
        <p:spPr bwMode="auto">
          <a:xfrm>
            <a:off x="6370204" y="4869160"/>
            <a:ext cx="5112568" cy="432048"/>
          </a:xfrm>
          <a:prstGeom prst="roundRect">
            <a:avLst>
              <a:gd name="adj" fmla="val 7219"/>
            </a:avLst>
          </a:prstGeom>
          <a:solidFill>
            <a:srgbClr val="002F5F">
              <a:alpha val="12000"/>
            </a:srgbClr>
          </a:solidFill>
          <a:ln>
            <a:noFill/>
          </a:ln>
        </p:spPr>
        <p:txBody>
          <a:bodyPr vert="horz" wrap="square" lIns="91440" tIns="45720" rIns="91440" bIns="45720" numCol="1" rtlCol="0" anchor="t" anchorCtr="0" compatLnSpc="1">
            <a:prstTxWarp prst="textNoShape">
              <a:avLst/>
            </a:prstTxWarp>
          </a:bodyPr>
          <a:lstStyle/>
          <a:p>
            <a:pPr algn="ctr"/>
            <a:endParaRPr lang="en-US">
              <a:solidFill>
                <a:srgbClr val="002F5F"/>
              </a:solidFill>
            </a:endParaRPr>
          </a:p>
        </p:txBody>
      </p:sp>
      <p:sp>
        <p:nvSpPr>
          <p:cNvPr id="20" name="Rectangle: Rounded Corners 19">
            <a:extLst>
              <a:ext uri="{FF2B5EF4-FFF2-40B4-BE49-F238E27FC236}">
                <a16:creationId xmlns:a16="http://schemas.microsoft.com/office/drawing/2014/main" id="{0F514BEB-7B15-4BFF-8154-9E3809662DDC}"/>
              </a:ext>
            </a:extLst>
          </p:cNvPr>
          <p:cNvSpPr/>
          <p:nvPr/>
        </p:nvSpPr>
        <p:spPr bwMode="auto">
          <a:xfrm>
            <a:off x="659396" y="4869160"/>
            <a:ext cx="5112568" cy="432048"/>
          </a:xfrm>
          <a:prstGeom prst="roundRect">
            <a:avLst>
              <a:gd name="adj" fmla="val 7219"/>
            </a:avLst>
          </a:prstGeom>
          <a:solidFill>
            <a:srgbClr val="002F5F">
              <a:alpha val="12000"/>
            </a:srgbClr>
          </a:solidFill>
          <a:ln>
            <a:noFill/>
          </a:ln>
        </p:spPr>
        <p:txBody>
          <a:bodyPr vert="horz" wrap="square" lIns="91440" tIns="45720" rIns="91440" bIns="45720" numCol="1" rtlCol="0" anchor="t" anchorCtr="0" compatLnSpc="1">
            <a:prstTxWarp prst="textNoShape">
              <a:avLst/>
            </a:prstTxWarp>
          </a:bodyPr>
          <a:lstStyle/>
          <a:p>
            <a:pPr algn="ctr"/>
            <a:endParaRPr lang="en-US">
              <a:solidFill>
                <a:srgbClr val="002F5F"/>
              </a:solidFill>
            </a:endParaRPr>
          </a:p>
        </p:txBody>
      </p:sp>
      <p:sp>
        <p:nvSpPr>
          <p:cNvPr id="21" name="TextBox 20">
            <a:extLst>
              <a:ext uri="{FF2B5EF4-FFF2-40B4-BE49-F238E27FC236}">
                <a16:creationId xmlns:a16="http://schemas.microsoft.com/office/drawing/2014/main" id="{22D58B4B-59F3-4E97-BD74-962626C2472D}"/>
              </a:ext>
            </a:extLst>
          </p:cNvPr>
          <p:cNvSpPr txBox="1"/>
          <p:nvPr/>
        </p:nvSpPr>
        <p:spPr>
          <a:xfrm>
            <a:off x="1307468" y="4900518"/>
            <a:ext cx="3816424" cy="369332"/>
          </a:xfrm>
          <a:prstGeom prst="rect">
            <a:avLst/>
          </a:prstGeom>
          <a:noFill/>
        </p:spPr>
        <p:txBody>
          <a:bodyPr wrap="square">
            <a:spAutoFit/>
          </a:bodyPr>
          <a:lstStyle/>
          <a:p>
            <a:pPr algn="ctr"/>
            <a:r>
              <a:rPr lang="en-US" b="1" dirty="0">
                <a:solidFill>
                  <a:srgbClr val="002F5F"/>
                </a:solidFill>
                <a:latin typeface="+mj-lt"/>
              </a:rPr>
              <a:t>Single Command</a:t>
            </a:r>
          </a:p>
        </p:txBody>
      </p:sp>
      <p:sp>
        <p:nvSpPr>
          <p:cNvPr id="22" name="TextBox 21">
            <a:extLst>
              <a:ext uri="{FF2B5EF4-FFF2-40B4-BE49-F238E27FC236}">
                <a16:creationId xmlns:a16="http://schemas.microsoft.com/office/drawing/2014/main" id="{979AB3A3-F75D-4C68-AF17-95F379414B83}"/>
              </a:ext>
            </a:extLst>
          </p:cNvPr>
          <p:cNvSpPr txBox="1"/>
          <p:nvPr/>
        </p:nvSpPr>
        <p:spPr>
          <a:xfrm>
            <a:off x="7018276" y="4900518"/>
            <a:ext cx="3816424" cy="369332"/>
          </a:xfrm>
          <a:prstGeom prst="rect">
            <a:avLst/>
          </a:prstGeom>
          <a:noFill/>
        </p:spPr>
        <p:txBody>
          <a:bodyPr wrap="square">
            <a:spAutoFit/>
          </a:bodyPr>
          <a:lstStyle/>
          <a:p>
            <a:pPr algn="ctr"/>
            <a:r>
              <a:rPr lang="en-US" b="1" dirty="0">
                <a:solidFill>
                  <a:srgbClr val="002F5F"/>
                </a:solidFill>
                <a:latin typeface="+mj-lt"/>
              </a:rPr>
              <a:t>Coordinated Command</a:t>
            </a:r>
          </a:p>
        </p:txBody>
      </p:sp>
      <p:sp>
        <p:nvSpPr>
          <p:cNvPr id="24" name="TextBox 23">
            <a:extLst>
              <a:ext uri="{FF2B5EF4-FFF2-40B4-BE49-F238E27FC236}">
                <a16:creationId xmlns:a16="http://schemas.microsoft.com/office/drawing/2014/main" id="{BB2F0A82-12B0-459A-8C48-4898563BE7DD}"/>
              </a:ext>
            </a:extLst>
          </p:cNvPr>
          <p:cNvSpPr txBox="1"/>
          <p:nvPr/>
        </p:nvSpPr>
        <p:spPr>
          <a:xfrm>
            <a:off x="695400" y="5373216"/>
            <a:ext cx="5256584" cy="656077"/>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600" dirty="0">
                <a:solidFill>
                  <a:srgbClr val="002F5F"/>
                </a:solidFill>
              </a:rPr>
              <a:t>Managed directly by Company or Government</a:t>
            </a:r>
          </a:p>
          <a:p>
            <a:pPr marL="285750" indent="-285750">
              <a:lnSpc>
                <a:spcPct val="120000"/>
              </a:lnSpc>
              <a:buFont typeface="Arial" panose="020B0604020202020204" pitchFamily="34" charset="0"/>
              <a:buChar char="•"/>
            </a:pPr>
            <a:r>
              <a:rPr lang="en-US" sz="1600" dirty="0">
                <a:solidFill>
                  <a:srgbClr val="002F5F"/>
                </a:solidFill>
              </a:rPr>
              <a:t>Actions and Information are provided</a:t>
            </a:r>
          </a:p>
        </p:txBody>
      </p:sp>
      <p:sp>
        <p:nvSpPr>
          <p:cNvPr id="25" name="TextBox 24">
            <a:extLst>
              <a:ext uri="{FF2B5EF4-FFF2-40B4-BE49-F238E27FC236}">
                <a16:creationId xmlns:a16="http://schemas.microsoft.com/office/drawing/2014/main" id="{96E2EBE8-7985-4E68-8C76-D3F444D8CF8C}"/>
              </a:ext>
            </a:extLst>
          </p:cNvPr>
          <p:cNvSpPr txBox="1"/>
          <p:nvPr/>
        </p:nvSpPr>
        <p:spPr>
          <a:xfrm>
            <a:off x="6384032" y="5373216"/>
            <a:ext cx="5256584" cy="656077"/>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600" dirty="0">
                <a:solidFill>
                  <a:srgbClr val="002F5F"/>
                </a:solidFill>
              </a:rPr>
              <a:t>Company and Government respond in </a:t>
            </a:r>
            <a:r>
              <a:rPr lang="en-US" sz="1600" dirty="0" err="1">
                <a:solidFill>
                  <a:srgbClr val="002F5F"/>
                </a:solidFill>
              </a:rPr>
              <a:t>paralle</a:t>
            </a:r>
            <a:endParaRPr lang="en-US" sz="1600" dirty="0">
              <a:solidFill>
                <a:srgbClr val="002F5F"/>
              </a:solidFill>
            </a:endParaRPr>
          </a:p>
          <a:p>
            <a:pPr marL="285750" indent="-285750">
              <a:lnSpc>
                <a:spcPct val="120000"/>
              </a:lnSpc>
              <a:buFont typeface="Arial" panose="020B0604020202020204" pitchFamily="34" charset="0"/>
              <a:buChar char="•"/>
            </a:pPr>
            <a:r>
              <a:rPr lang="en-US" sz="1600" dirty="0">
                <a:solidFill>
                  <a:srgbClr val="002F5F"/>
                </a:solidFill>
              </a:rPr>
              <a:t>Actions and Information are coordinated</a:t>
            </a:r>
          </a:p>
        </p:txBody>
      </p:sp>
      <p:sp>
        <p:nvSpPr>
          <p:cNvPr id="26" name="Title 1">
            <a:extLst>
              <a:ext uri="{FF2B5EF4-FFF2-40B4-BE49-F238E27FC236}">
                <a16:creationId xmlns:a16="http://schemas.microsoft.com/office/drawing/2014/main" id="{CEEE637B-D389-4172-B023-45F50F1682D8}"/>
              </a:ext>
            </a:extLst>
          </p:cNvPr>
          <p:cNvSpPr txBox="1">
            <a:spLocks/>
          </p:cNvSpPr>
          <p:nvPr/>
        </p:nvSpPr>
        <p:spPr>
          <a:xfrm>
            <a:off x="407989" y="548680"/>
            <a:ext cx="6336083" cy="492443"/>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r>
              <a:rPr lang="en-GB" dirty="0">
                <a:solidFill>
                  <a:srgbClr val="002F5F"/>
                </a:solidFill>
              </a:rPr>
              <a:t>Types of Command</a:t>
            </a:r>
          </a:p>
        </p:txBody>
      </p:sp>
    </p:spTree>
    <p:extLst>
      <p:ext uri="{BB962C8B-B14F-4D97-AF65-F5344CB8AC3E}">
        <p14:creationId xmlns:p14="http://schemas.microsoft.com/office/powerpoint/2010/main" val="18746435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9434ADC2-E7AB-498E-BBA0-C0DE2436119B}"/>
              </a:ext>
            </a:extLst>
          </p:cNvPr>
          <p:cNvSpPr/>
          <p:nvPr/>
        </p:nvSpPr>
        <p:spPr bwMode="auto">
          <a:xfrm>
            <a:off x="10488488" y="836712"/>
            <a:ext cx="1703512" cy="4684586"/>
          </a:xfrm>
          <a:custGeom>
            <a:avLst/>
            <a:gdLst>
              <a:gd name="connsiteX0" fmla="*/ 408053 w 1703512"/>
              <a:gd name="connsiteY0" fmla="*/ 0 h 4684586"/>
              <a:gd name="connsiteX1" fmla="*/ 1703512 w 1703512"/>
              <a:gd name="connsiteY1" fmla="*/ 0 h 4684586"/>
              <a:gd name="connsiteX2" fmla="*/ 1703512 w 1703512"/>
              <a:gd name="connsiteY2" fmla="*/ 4684586 h 4684586"/>
              <a:gd name="connsiteX3" fmla="*/ 408053 w 1703512"/>
              <a:gd name="connsiteY3" fmla="*/ 4684586 h 4684586"/>
              <a:gd name="connsiteX4" fmla="*/ 0 w 1703512"/>
              <a:gd name="connsiteY4" fmla="*/ 4276533 h 4684586"/>
              <a:gd name="connsiteX5" fmla="*/ 0 w 1703512"/>
              <a:gd name="connsiteY5" fmla="*/ 408053 h 4684586"/>
              <a:gd name="connsiteX6" fmla="*/ 408053 w 1703512"/>
              <a:gd name="connsiteY6" fmla="*/ 0 h 468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3512" h="4684586">
                <a:moveTo>
                  <a:pt x="408053" y="0"/>
                </a:moveTo>
                <a:lnTo>
                  <a:pt x="1703512" y="0"/>
                </a:lnTo>
                <a:lnTo>
                  <a:pt x="1703512" y="4684586"/>
                </a:lnTo>
                <a:lnTo>
                  <a:pt x="408053" y="4684586"/>
                </a:lnTo>
                <a:cubicBezTo>
                  <a:pt x="182692" y="4684586"/>
                  <a:pt x="0" y="4501894"/>
                  <a:pt x="0" y="4276533"/>
                </a:cubicBezTo>
                <a:lnTo>
                  <a:pt x="0" y="408053"/>
                </a:lnTo>
                <a:cubicBezTo>
                  <a:pt x="0" y="182692"/>
                  <a:pt x="182692" y="0"/>
                  <a:pt x="408053" y="0"/>
                </a:cubicBezTo>
                <a:close/>
              </a:path>
            </a:pathLst>
          </a:custGeom>
          <a:solidFill>
            <a:schemeClr val="bg1">
              <a:alpha val="12000"/>
            </a:schemeClr>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5" name="Rectangle: Rounded Corners 4">
            <a:extLst>
              <a:ext uri="{FF2B5EF4-FFF2-40B4-BE49-F238E27FC236}">
                <a16:creationId xmlns:a16="http://schemas.microsoft.com/office/drawing/2014/main" id="{475FAF5B-A55E-4833-B41C-157FE1CE0D66}"/>
              </a:ext>
            </a:extLst>
          </p:cNvPr>
          <p:cNvSpPr/>
          <p:nvPr/>
        </p:nvSpPr>
        <p:spPr bwMode="auto">
          <a:xfrm>
            <a:off x="-168696" y="3577168"/>
            <a:ext cx="6624736" cy="2520280"/>
          </a:xfrm>
          <a:prstGeom prst="roundRect">
            <a:avLst>
              <a:gd name="adj" fmla="val 4729"/>
            </a:avLst>
          </a:prstGeom>
          <a:solidFill>
            <a:schemeClr val="bg1">
              <a:alpha val="12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 name="Title 1"/>
          <p:cNvSpPr>
            <a:spLocks noGrp="1"/>
          </p:cNvSpPr>
          <p:nvPr>
            <p:ph type="title"/>
          </p:nvPr>
        </p:nvSpPr>
        <p:spPr>
          <a:xfrm>
            <a:off x="407989" y="548680"/>
            <a:ext cx="11376024" cy="1008112"/>
          </a:xfrm>
        </p:spPr>
        <p:txBody>
          <a:bodyPr wrap="square" anchor="t">
            <a:normAutofit/>
          </a:bodyPr>
          <a:lstStyle/>
          <a:p>
            <a:r>
              <a:rPr lang="en-GB" dirty="0"/>
              <a:t>IPIECA Guide - IMS</a:t>
            </a:r>
          </a:p>
        </p:txBody>
      </p:sp>
      <p:sp>
        <p:nvSpPr>
          <p:cNvPr id="2055" name="Date Placeholder 2">
            <a:extLst>
              <a:ext uri="{FF2B5EF4-FFF2-40B4-BE49-F238E27FC236}">
                <a16:creationId xmlns:a16="http://schemas.microsoft.com/office/drawing/2014/main" id="{8936CA82-F358-D433-DCD2-2152824BD282}"/>
              </a:ext>
            </a:extLst>
          </p:cNvPr>
          <p:cNvSpPr>
            <a:spLocks noGrp="1"/>
          </p:cNvSpPr>
          <p:nvPr>
            <p:ph type="dt" sz="half" idx="10"/>
          </p:nvPr>
        </p:nvSpPr>
        <p:spPr>
          <a:xfrm>
            <a:off x="911424" y="6381328"/>
            <a:ext cx="1224136" cy="143296"/>
          </a:xfrm>
        </p:spPr>
        <p:txBody>
          <a:bodyPr/>
          <a:lstStyle/>
          <a:p>
            <a:pPr>
              <a:spcAft>
                <a:spcPts val="600"/>
              </a:spcAft>
            </a:pPr>
            <a:fld id="{8C9DF63D-ED94-46E4-B158-9F8CBCEFFBAF}" type="datetime3">
              <a:rPr lang="en-US" smtClean="0"/>
              <a:pPr>
                <a:spcAft>
                  <a:spcPts val="600"/>
                </a:spcAft>
              </a:pPr>
              <a:t>1 October 2026</a:t>
            </a:fld>
            <a:endParaRPr lang="en-US" dirty="0"/>
          </a:p>
        </p:txBody>
      </p:sp>
      <p:sp>
        <p:nvSpPr>
          <p:cNvPr id="2059" name="Slide Number Placeholder 4">
            <a:extLst>
              <a:ext uri="{FF2B5EF4-FFF2-40B4-BE49-F238E27FC236}">
                <a16:creationId xmlns:a16="http://schemas.microsoft.com/office/drawing/2014/main" id="{9A57C304-9B69-78CF-A545-B666EA7A38AD}"/>
              </a:ext>
            </a:extLst>
          </p:cNvPr>
          <p:cNvSpPr>
            <a:spLocks noGrp="1"/>
          </p:cNvSpPr>
          <p:nvPr>
            <p:ph type="sldNum" sz="quarter" idx="12"/>
          </p:nvPr>
        </p:nvSpPr>
        <p:spPr>
          <a:xfrm>
            <a:off x="407988" y="6381328"/>
            <a:ext cx="359420" cy="143296"/>
          </a:xfrm>
        </p:spPr>
        <p:txBody>
          <a:bodyPr/>
          <a:lstStyle/>
          <a:p>
            <a:pPr>
              <a:spcAft>
                <a:spcPts val="600"/>
              </a:spcAft>
            </a:pPr>
            <a:fld id="{5B16D1FE-3A35-41BA-8EBE-413702045235}" type="slidenum">
              <a:rPr lang="en-US" smtClean="0"/>
              <a:pPr>
                <a:spcAft>
                  <a:spcPts val="600"/>
                </a:spcAft>
              </a:pPr>
              <a:t>11</a:t>
            </a:fld>
            <a:endParaRPr lang="en-US"/>
          </a:p>
        </p:txBody>
      </p:sp>
      <p:sp>
        <p:nvSpPr>
          <p:cNvPr id="3" name="TextBox 2">
            <a:extLst>
              <a:ext uri="{FF2B5EF4-FFF2-40B4-BE49-F238E27FC236}">
                <a16:creationId xmlns:a16="http://schemas.microsoft.com/office/drawing/2014/main" id="{9D84F7D8-D37A-9C24-DAC0-0BF36EA01BCC}"/>
              </a:ext>
            </a:extLst>
          </p:cNvPr>
          <p:cNvSpPr txBox="1"/>
          <p:nvPr/>
        </p:nvSpPr>
        <p:spPr>
          <a:xfrm>
            <a:off x="334963" y="1061596"/>
            <a:ext cx="5275868" cy="2339615"/>
          </a:xfrm>
          <a:prstGeom prst="rect">
            <a:avLst/>
          </a:prstGeom>
          <a:noFill/>
        </p:spPr>
        <p:txBody>
          <a:bodyPr wrap="none" rtlCol="0">
            <a:spAutoFit/>
          </a:bodyPr>
          <a:lstStyle/>
          <a:p>
            <a:pPr algn="l">
              <a:lnSpc>
                <a:spcPct val="130000"/>
              </a:lnSpc>
            </a:pPr>
            <a:r>
              <a:rPr lang="en-US" b="1" dirty="0">
                <a:solidFill>
                  <a:schemeClr val="bg1"/>
                </a:solidFill>
              </a:rPr>
              <a:t>What are the following responsibilities? Pg.11 </a:t>
            </a:r>
          </a:p>
          <a:p>
            <a:pPr marL="342900" indent="-342900" algn="l">
              <a:lnSpc>
                <a:spcPct val="130000"/>
              </a:lnSpc>
              <a:buAutoNum type="arabicPeriod"/>
            </a:pPr>
            <a:r>
              <a:rPr lang="en-US" sz="1600" dirty="0">
                <a:solidFill>
                  <a:schemeClr val="bg1"/>
                </a:solidFill>
              </a:rPr>
              <a:t>Finance</a:t>
            </a:r>
          </a:p>
          <a:p>
            <a:pPr marL="342900" indent="-342900" algn="l">
              <a:lnSpc>
                <a:spcPct val="130000"/>
              </a:lnSpc>
              <a:buAutoNum type="arabicPeriod"/>
            </a:pPr>
            <a:r>
              <a:rPr lang="en-US" sz="1600" dirty="0">
                <a:solidFill>
                  <a:schemeClr val="bg1"/>
                </a:solidFill>
              </a:rPr>
              <a:t>Logistics</a:t>
            </a:r>
          </a:p>
          <a:p>
            <a:pPr marL="342900" indent="-342900" algn="l">
              <a:lnSpc>
                <a:spcPct val="130000"/>
              </a:lnSpc>
              <a:buAutoNum type="arabicPeriod"/>
            </a:pPr>
            <a:r>
              <a:rPr lang="en-US" sz="1600" dirty="0">
                <a:solidFill>
                  <a:schemeClr val="bg1"/>
                </a:solidFill>
              </a:rPr>
              <a:t>Operations</a:t>
            </a:r>
          </a:p>
          <a:p>
            <a:pPr marL="342900" indent="-342900" algn="l">
              <a:lnSpc>
                <a:spcPct val="130000"/>
              </a:lnSpc>
              <a:buAutoNum type="arabicPeriod"/>
            </a:pPr>
            <a:r>
              <a:rPr lang="en-US" sz="1600" dirty="0">
                <a:solidFill>
                  <a:schemeClr val="bg1"/>
                </a:solidFill>
              </a:rPr>
              <a:t>Planning</a:t>
            </a:r>
          </a:p>
          <a:p>
            <a:pPr marL="342900" indent="-342900" algn="l">
              <a:lnSpc>
                <a:spcPct val="130000"/>
              </a:lnSpc>
              <a:buAutoNum type="arabicPeriod"/>
            </a:pPr>
            <a:r>
              <a:rPr lang="en-US" sz="1600" dirty="0">
                <a:solidFill>
                  <a:schemeClr val="bg1"/>
                </a:solidFill>
              </a:rPr>
              <a:t>Command</a:t>
            </a:r>
          </a:p>
          <a:p>
            <a:pPr marL="342900" indent="-342900" algn="l">
              <a:lnSpc>
                <a:spcPct val="130000"/>
              </a:lnSpc>
              <a:buAutoNum type="arabicPeriod"/>
            </a:pPr>
            <a:r>
              <a:rPr lang="en-US" sz="1600" dirty="0">
                <a:solidFill>
                  <a:schemeClr val="bg1"/>
                </a:solidFill>
              </a:rPr>
              <a:t>Where would you sit?</a:t>
            </a:r>
          </a:p>
        </p:txBody>
      </p:sp>
      <p:pic>
        <p:nvPicPr>
          <p:cNvPr id="4" name="Picture 2">
            <a:extLst>
              <a:ext uri="{FF2B5EF4-FFF2-40B4-BE49-F238E27FC236}">
                <a16:creationId xmlns:a16="http://schemas.microsoft.com/office/drawing/2014/main" id="{21AB8EFB-E92B-29D9-957E-2E6676A0AC47}"/>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1847528" y="3721122"/>
            <a:ext cx="4464745" cy="2232373"/>
          </a:xfrm>
          <a:prstGeom prst="roundRect">
            <a:avLst>
              <a:gd name="adj" fmla="val 2587"/>
            </a:avLst>
          </a:prstGeom>
          <a:solidFill>
            <a:srgbClr val="FFFFFF"/>
          </a:solidFill>
        </p:spPr>
      </p:pic>
      <p:pic>
        <p:nvPicPr>
          <p:cNvPr id="6" name="Picture 5" descr="A cover of a book&#10;&#10;Description automatically generated">
            <a:extLst>
              <a:ext uri="{FF2B5EF4-FFF2-40B4-BE49-F238E27FC236}">
                <a16:creationId xmlns:a16="http://schemas.microsoft.com/office/drawing/2014/main" id="{D7DA43B7-3FE6-B4EC-D401-171B7ADCA8F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032104" y="260648"/>
            <a:ext cx="4135025" cy="5836714"/>
          </a:xfrm>
          <a:prstGeom prst="roundRect">
            <a:avLst>
              <a:gd name="adj" fmla="val 2941"/>
            </a:avLst>
          </a:prstGeom>
        </p:spPr>
      </p:pic>
    </p:spTree>
    <p:extLst>
      <p:ext uri="{BB962C8B-B14F-4D97-AF65-F5344CB8AC3E}">
        <p14:creationId xmlns:p14="http://schemas.microsoft.com/office/powerpoint/2010/main" val="1292564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E49E835-22ED-45FF-972D-6BC45D68AE0C}"/>
              </a:ext>
            </a:extLst>
          </p:cNvPr>
          <p:cNvSpPr/>
          <p:nvPr/>
        </p:nvSpPr>
        <p:spPr bwMode="auto">
          <a:xfrm>
            <a:off x="0" y="2046651"/>
            <a:ext cx="12192000" cy="3010462"/>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Date Placeholder 2">
            <a:extLst>
              <a:ext uri="{FF2B5EF4-FFF2-40B4-BE49-F238E27FC236}">
                <a16:creationId xmlns:a16="http://schemas.microsoft.com/office/drawing/2014/main" id="{0C17B788-8DDE-4293-8019-F2241A91E483}"/>
              </a:ext>
            </a:extLst>
          </p:cNvPr>
          <p:cNvSpPr>
            <a:spLocks noGrp="1"/>
          </p:cNvSpPr>
          <p:nvPr>
            <p:ph type="dt" sz="half" idx="10"/>
          </p:nvPr>
        </p:nvSpPr>
        <p:spPr/>
        <p:txBody>
          <a:bodyPr/>
          <a:lstStyle/>
          <a:p>
            <a:fld id="{C25BC563-8EA4-41C6-84A2-4A6FFF32557A}" type="datetime3">
              <a:rPr lang="en-US" smtClean="0"/>
              <a:t>1 October 2026</a:t>
            </a:fld>
            <a:endParaRPr lang="en-US" dirty="0"/>
          </a:p>
        </p:txBody>
      </p:sp>
      <p:sp>
        <p:nvSpPr>
          <p:cNvPr id="5" name="Slide Number Placeholder 4">
            <a:extLst>
              <a:ext uri="{FF2B5EF4-FFF2-40B4-BE49-F238E27FC236}">
                <a16:creationId xmlns:a16="http://schemas.microsoft.com/office/drawing/2014/main" id="{5F090EBA-FB50-4E01-B297-D908B7320830}"/>
              </a:ext>
            </a:extLst>
          </p:cNvPr>
          <p:cNvSpPr>
            <a:spLocks noGrp="1"/>
          </p:cNvSpPr>
          <p:nvPr>
            <p:ph type="sldNum" sz="quarter" idx="12"/>
          </p:nvPr>
        </p:nvSpPr>
        <p:spPr/>
        <p:txBody>
          <a:bodyPr/>
          <a:lstStyle/>
          <a:p>
            <a:fld id="{5B16D1FE-3A35-41BA-8EBE-413702045235}" type="slidenum">
              <a:rPr lang="en-US" smtClean="0"/>
              <a:pPr/>
              <a:t>12</a:t>
            </a:fld>
            <a:endParaRPr lang="en-US" dirty="0"/>
          </a:p>
        </p:txBody>
      </p:sp>
      <p:sp>
        <p:nvSpPr>
          <p:cNvPr id="7" name="Rectangle 6">
            <a:extLst>
              <a:ext uri="{FF2B5EF4-FFF2-40B4-BE49-F238E27FC236}">
                <a16:creationId xmlns:a16="http://schemas.microsoft.com/office/drawing/2014/main" id="{E1CD44F1-71EB-4544-AE36-450D381F1CBC}"/>
              </a:ext>
            </a:extLst>
          </p:cNvPr>
          <p:cNvSpPr/>
          <p:nvPr/>
        </p:nvSpPr>
        <p:spPr bwMode="auto">
          <a:xfrm>
            <a:off x="457200" y="1340768"/>
            <a:ext cx="11277600" cy="4422229"/>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8" name="Picture 7" descr="A diagram of a diagram of a company&#10;&#10;Description automatically generated with medium confidence">
            <a:extLst>
              <a:ext uri="{FF2B5EF4-FFF2-40B4-BE49-F238E27FC236}">
                <a16:creationId xmlns:a16="http://schemas.microsoft.com/office/drawing/2014/main" id="{1CED64F4-8263-4E5D-9EA2-4D677F80250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459596" y="1506405"/>
            <a:ext cx="7272808" cy="4090954"/>
          </a:xfrm>
          <a:prstGeom prst="rect">
            <a:avLst/>
          </a:prstGeom>
          <a:noFill/>
        </p:spPr>
      </p:pic>
      <p:sp>
        <p:nvSpPr>
          <p:cNvPr id="10" name="Title 1">
            <a:extLst>
              <a:ext uri="{FF2B5EF4-FFF2-40B4-BE49-F238E27FC236}">
                <a16:creationId xmlns:a16="http://schemas.microsoft.com/office/drawing/2014/main" id="{2D6159B2-3E83-4E6C-BF4C-E286CB89EBB4}"/>
              </a:ext>
            </a:extLst>
          </p:cNvPr>
          <p:cNvSpPr>
            <a:spLocks noGrp="1"/>
          </p:cNvSpPr>
          <p:nvPr>
            <p:ph type="title"/>
          </p:nvPr>
        </p:nvSpPr>
        <p:spPr>
          <a:xfrm>
            <a:off x="407989" y="548680"/>
            <a:ext cx="11376024" cy="1008112"/>
          </a:xfrm>
        </p:spPr>
        <p:txBody>
          <a:bodyPr/>
          <a:lstStyle/>
          <a:p>
            <a:pPr algn="ctr"/>
            <a:r>
              <a:rPr lang="en-GB" dirty="0"/>
              <a:t>Tiered Response </a:t>
            </a:r>
          </a:p>
        </p:txBody>
      </p:sp>
      <p:sp>
        <p:nvSpPr>
          <p:cNvPr id="2" name="Rectangle: Top Corners Rounded 1">
            <a:extLst>
              <a:ext uri="{FF2B5EF4-FFF2-40B4-BE49-F238E27FC236}">
                <a16:creationId xmlns:a16="http://schemas.microsoft.com/office/drawing/2014/main" id="{D02DCFF2-0651-4826-9C18-D7D28D3D0C6C}"/>
              </a:ext>
            </a:extLst>
          </p:cNvPr>
          <p:cNvSpPr/>
          <p:nvPr/>
        </p:nvSpPr>
        <p:spPr bwMode="auto">
          <a:xfrm rot="5400000">
            <a:off x="-1389050" y="3504790"/>
            <a:ext cx="3786684" cy="94184"/>
          </a:xfrm>
          <a:prstGeom prst="round2SameRect">
            <a:avLst>
              <a:gd name="adj1" fmla="val 50000"/>
              <a:gd name="adj2" fmla="val 0"/>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Top Corners Rounded 10">
            <a:extLst>
              <a:ext uri="{FF2B5EF4-FFF2-40B4-BE49-F238E27FC236}">
                <a16:creationId xmlns:a16="http://schemas.microsoft.com/office/drawing/2014/main" id="{33A46A0D-8D26-40DB-A061-8BB636D8D9A5}"/>
              </a:ext>
            </a:extLst>
          </p:cNvPr>
          <p:cNvSpPr/>
          <p:nvPr/>
        </p:nvSpPr>
        <p:spPr bwMode="auto">
          <a:xfrm rot="16200000" flipH="1">
            <a:off x="9794366" y="3504790"/>
            <a:ext cx="3786684" cy="94184"/>
          </a:xfrm>
          <a:prstGeom prst="round2SameRect">
            <a:avLst>
              <a:gd name="adj1" fmla="val 50000"/>
              <a:gd name="adj2" fmla="val 0"/>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Tree>
    <p:extLst>
      <p:ext uri="{BB962C8B-B14F-4D97-AF65-F5344CB8AC3E}">
        <p14:creationId xmlns:p14="http://schemas.microsoft.com/office/powerpoint/2010/main" val="1371625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365DAB0D-C149-4A68-A9F7-F188CD28324C}"/>
              </a:ext>
            </a:extLst>
          </p:cNvPr>
          <p:cNvSpPr/>
          <p:nvPr/>
        </p:nvSpPr>
        <p:spPr bwMode="auto">
          <a:xfrm>
            <a:off x="7752184" y="1412776"/>
            <a:ext cx="3982616" cy="4536504"/>
          </a:xfrm>
          <a:prstGeom prst="roundRect">
            <a:avLst>
              <a:gd name="adj" fmla="val 4079"/>
            </a:avLst>
          </a:prstGeom>
          <a:solidFill>
            <a:schemeClr val="bg1"/>
          </a:solidFill>
          <a:ln>
            <a:solidFill>
              <a:srgbClr val="002F5F"/>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Date Placeholder 2">
            <a:extLst>
              <a:ext uri="{FF2B5EF4-FFF2-40B4-BE49-F238E27FC236}">
                <a16:creationId xmlns:a16="http://schemas.microsoft.com/office/drawing/2014/main" id="{0C17B788-8DDE-4293-8019-F2241A91E483}"/>
              </a:ext>
            </a:extLst>
          </p:cNvPr>
          <p:cNvSpPr>
            <a:spLocks noGrp="1"/>
          </p:cNvSpPr>
          <p:nvPr>
            <p:ph type="dt" sz="half" idx="10"/>
          </p:nvPr>
        </p:nvSpPr>
        <p:spPr/>
        <p:txBody>
          <a:bodyPr/>
          <a:lstStyle/>
          <a:p>
            <a:fld id="{C25BC563-8EA4-41C6-84A2-4A6FFF32557A}" type="datetime3">
              <a:rPr lang="en-US" smtClean="0"/>
              <a:t>1 October 2026</a:t>
            </a:fld>
            <a:endParaRPr lang="en-US" dirty="0"/>
          </a:p>
        </p:txBody>
      </p:sp>
      <p:sp>
        <p:nvSpPr>
          <p:cNvPr id="5" name="Slide Number Placeholder 4">
            <a:extLst>
              <a:ext uri="{FF2B5EF4-FFF2-40B4-BE49-F238E27FC236}">
                <a16:creationId xmlns:a16="http://schemas.microsoft.com/office/drawing/2014/main" id="{5F090EBA-FB50-4E01-B297-D908B7320830}"/>
              </a:ext>
            </a:extLst>
          </p:cNvPr>
          <p:cNvSpPr>
            <a:spLocks noGrp="1"/>
          </p:cNvSpPr>
          <p:nvPr>
            <p:ph type="sldNum" sz="quarter" idx="12"/>
          </p:nvPr>
        </p:nvSpPr>
        <p:spPr/>
        <p:txBody>
          <a:bodyPr/>
          <a:lstStyle/>
          <a:p>
            <a:fld id="{5B16D1FE-3A35-41BA-8EBE-413702045235}" type="slidenum">
              <a:rPr lang="en-US" smtClean="0"/>
              <a:pPr/>
              <a:t>13</a:t>
            </a:fld>
            <a:endParaRPr lang="en-US" dirty="0"/>
          </a:p>
        </p:txBody>
      </p:sp>
      <p:sp>
        <p:nvSpPr>
          <p:cNvPr id="6" name="Title 5">
            <a:extLst>
              <a:ext uri="{FF2B5EF4-FFF2-40B4-BE49-F238E27FC236}">
                <a16:creationId xmlns:a16="http://schemas.microsoft.com/office/drawing/2014/main" id="{E884FC36-68AD-425D-A740-0EDCF29C8F77}"/>
              </a:ext>
            </a:extLst>
          </p:cNvPr>
          <p:cNvSpPr>
            <a:spLocks noGrp="1"/>
          </p:cNvSpPr>
          <p:nvPr>
            <p:ph type="title"/>
          </p:nvPr>
        </p:nvSpPr>
        <p:spPr>
          <a:xfrm>
            <a:off x="407989" y="548680"/>
            <a:ext cx="11376024" cy="492443"/>
          </a:xfrm>
        </p:spPr>
        <p:txBody>
          <a:bodyPr>
            <a:spAutoFit/>
          </a:bodyPr>
          <a:lstStyle/>
          <a:p>
            <a:r>
              <a:rPr lang="en-GB" dirty="0"/>
              <a:t>Reactive Vs. Proactive Response</a:t>
            </a:r>
            <a:endParaRPr lang="en-US" dirty="0"/>
          </a:p>
        </p:txBody>
      </p:sp>
      <p:pic>
        <p:nvPicPr>
          <p:cNvPr id="13" name="Picture 12" descr="A diagram of a process&#10;&#10;Description automatically generated">
            <a:extLst>
              <a:ext uri="{FF2B5EF4-FFF2-40B4-BE49-F238E27FC236}">
                <a16:creationId xmlns:a16="http://schemas.microsoft.com/office/drawing/2014/main" id="{24394AB6-56EB-4B04-9E4A-70F418C654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889026" y="1830611"/>
            <a:ext cx="3708932" cy="3700834"/>
          </a:xfrm>
          <a:prstGeom prst="rect">
            <a:avLst/>
          </a:prstGeom>
        </p:spPr>
      </p:pic>
      <p:sp>
        <p:nvSpPr>
          <p:cNvPr id="14" name="Rectangle: Rounded Corners 13">
            <a:extLst>
              <a:ext uri="{FF2B5EF4-FFF2-40B4-BE49-F238E27FC236}">
                <a16:creationId xmlns:a16="http://schemas.microsoft.com/office/drawing/2014/main" id="{DF5C6809-9121-4E24-9DF0-D9D8D2346E2C}"/>
              </a:ext>
            </a:extLst>
          </p:cNvPr>
          <p:cNvSpPr/>
          <p:nvPr/>
        </p:nvSpPr>
        <p:spPr bwMode="auto">
          <a:xfrm>
            <a:off x="407988" y="1412776"/>
            <a:ext cx="3383756" cy="4536504"/>
          </a:xfrm>
          <a:prstGeom prst="roundRect">
            <a:avLst>
              <a:gd name="adj" fmla="val 3094"/>
            </a:avLst>
          </a:prstGeom>
          <a:solidFill>
            <a:schemeClr val="bg1"/>
          </a:solidFill>
          <a:ln>
            <a:solidFill>
              <a:srgbClr val="FF0000"/>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19" name="Rectangle: Rounded Corners 18">
            <a:extLst>
              <a:ext uri="{FF2B5EF4-FFF2-40B4-BE49-F238E27FC236}">
                <a16:creationId xmlns:a16="http://schemas.microsoft.com/office/drawing/2014/main" id="{6A1B6E16-BAB6-43D7-9733-0C3F5B16A99C}"/>
              </a:ext>
            </a:extLst>
          </p:cNvPr>
          <p:cNvSpPr/>
          <p:nvPr/>
        </p:nvSpPr>
        <p:spPr bwMode="auto">
          <a:xfrm>
            <a:off x="4079776" y="1412776"/>
            <a:ext cx="3383756" cy="4536504"/>
          </a:xfrm>
          <a:prstGeom prst="roundRect">
            <a:avLst>
              <a:gd name="adj" fmla="val 4079"/>
            </a:avLst>
          </a:prstGeom>
          <a:solidFill>
            <a:schemeClr val="bg1"/>
          </a:solidFill>
          <a:ln>
            <a:solidFill>
              <a:srgbClr val="002F5F"/>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0" name="Rectangle: Rounded Corners 19">
            <a:extLst>
              <a:ext uri="{FF2B5EF4-FFF2-40B4-BE49-F238E27FC236}">
                <a16:creationId xmlns:a16="http://schemas.microsoft.com/office/drawing/2014/main" id="{B529C746-0924-4295-9B87-BFFFB3583152}"/>
              </a:ext>
            </a:extLst>
          </p:cNvPr>
          <p:cNvSpPr/>
          <p:nvPr/>
        </p:nvSpPr>
        <p:spPr bwMode="auto">
          <a:xfrm>
            <a:off x="533537" y="1556792"/>
            <a:ext cx="3132658" cy="432048"/>
          </a:xfrm>
          <a:prstGeom prst="roundRect">
            <a:avLst>
              <a:gd name="adj" fmla="val 10053"/>
            </a:avLst>
          </a:prstGeom>
          <a:solidFill>
            <a:srgbClr val="FF0000"/>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1" name="Rectangle: Rounded Corners 20">
            <a:extLst>
              <a:ext uri="{FF2B5EF4-FFF2-40B4-BE49-F238E27FC236}">
                <a16:creationId xmlns:a16="http://schemas.microsoft.com/office/drawing/2014/main" id="{FC6381DB-C1AA-4FCF-AF50-D13A58925235}"/>
              </a:ext>
            </a:extLst>
          </p:cNvPr>
          <p:cNvSpPr/>
          <p:nvPr/>
        </p:nvSpPr>
        <p:spPr bwMode="auto">
          <a:xfrm>
            <a:off x="4205325" y="1556792"/>
            <a:ext cx="3132658" cy="432048"/>
          </a:xfrm>
          <a:prstGeom prst="roundRect">
            <a:avLst>
              <a:gd name="adj" fmla="val 10053"/>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6" name="TextBox 25">
            <a:extLst>
              <a:ext uri="{FF2B5EF4-FFF2-40B4-BE49-F238E27FC236}">
                <a16:creationId xmlns:a16="http://schemas.microsoft.com/office/drawing/2014/main" id="{CADB93FB-270F-4FAC-9A05-785E78AF0638}"/>
              </a:ext>
            </a:extLst>
          </p:cNvPr>
          <p:cNvSpPr txBox="1"/>
          <p:nvPr/>
        </p:nvSpPr>
        <p:spPr>
          <a:xfrm>
            <a:off x="984052" y="1588150"/>
            <a:ext cx="2231628" cy="369332"/>
          </a:xfrm>
          <a:prstGeom prst="rect">
            <a:avLst/>
          </a:prstGeom>
          <a:noFill/>
        </p:spPr>
        <p:txBody>
          <a:bodyPr wrap="square">
            <a:spAutoFit/>
          </a:bodyPr>
          <a:lstStyle/>
          <a:p>
            <a:pPr algn="ctr"/>
            <a:r>
              <a:rPr lang="en-US" b="1" dirty="0">
                <a:solidFill>
                  <a:schemeClr val="bg1"/>
                </a:solidFill>
              </a:rPr>
              <a:t>Reactive</a:t>
            </a:r>
          </a:p>
        </p:txBody>
      </p:sp>
      <p:sp>
        <p:nvSpPr>
          <p:cNvPr id="27" name="TextBox 26">
            <a:extLst>
              <a:ext uri="{FF2B5EF4-FFF2-40B4-BE49-F238E27FC236}">
                <a16:creationId xmlns:a16="http://schemas.microsoft.com/office/drawing/2014/main" id="{FB866B3D-916F-4F2F-8F80-26A75A786B3A}"/>
              </a:ext>
            </a:extLst>
          </p:cNvPr>
          <p:cNvSpPr txBox="1"/>
          <p:nvPr/>
        </p:nvSpPr>
        <p:spPr>
          <a:xfrm>
            <a:off x="4655840" y="1588150"/>
            <a:ext cx="2231628" cy="369332"/>
          </a:xfrm>
          <a:prstGeom prst="rect">
            <a:avLst/>
          </a:prstGeom>
          <a:noFill/>
        </p:spPr>
        <p:txBody>
          <a:bodyPr wrap="square">
            <a:spAutoFit/>
          </a:bodyPr>
          <a:lstStyle/>
          <a:p>
            <a:pPr algn="ctr"/>
            <a:r>
              <a:rPr lang="en-US" b="1" dirty="0">
                <a:solidFill>
                  <a:schemeClr val="bg1"/>
                </a:solidFill>
              </a:rPr>
              <a:t>Proactive</a:t>
            </a:r>
          </a:p>
        </p:txBody>
      </p:sp>
      <p:pic>
        <p:nvPicPr>
          <p:cNvPr id="28" name="Picture 27">
            <a:extLst>
              <a:ext uri="{FF2B5EF4-FFF2-40B4-BE49-F238E27FC236}">
                <a16:creationId xmlns:a16="http://schemas.microsoft.com/office/drawing/2014/main" id="{32F48339-634C-4767-91DB-917FF27C246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3702" y="2204864"/>
            <a:ext cx="2952328" cy="3339040"/>
          </a:xfrm>
          <a:prstGeom prst="rect">
            <a:avLst/>
          </a:prstGeom>
        </p:spPr>
      </p:pic>
      <p:pic>
        <p:nvPicPr>
          <p:cNvPr id="29" name="Picture 28">
            <a:extLst>
              <a:ext uri="{FF2B5EF4-FFF2-40B4-BE49-F238E27FC236}">
                <a16:creationId xmlns:a16="http://schemas.microsoft.com/office/drawing/2014/main" id="{BFFB7241-B461-418F-8039-203033D7AC1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95490" y="2420888"/>
            <a:ext cx="2952328" cy="3184123"/>
          </a:xfrm>
          <a:prstGeom prst="rect">
            <a:avLst/>
          </a:prstGeom>
        </p:spPr>
      </p:pic>
    </p:spTree>
    <p:extLst>
      <p:ext uri="{BB962C8B-B14F-4D97-AF65-F5344CB8AC3E}">
        <p14:creationId xmlns:p14="http://schemas.microsoft.com/office/powerpoint/2010/main" val="4250766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DDC6ACB5-E146-4AA3-9EC1-57E3DAA7FCB9}"/>
              </a:ext>
            </a:extLst>
          </p:cNvPr>
          <p:cNvSpPr/>
          <p:nvPr/>
        </p:nvSpPr>
        <p:spPr bwMode="auto">
          <a:xfrm>
            <a:off x="0" y="1340768"/>
            <a:ext cx="12192000" cy="4608512"/>
          </a:xfrm>
          <a:custGeom>
            <a:avLst/>
            <a:gdLst>
              <a:gd name="connsiteX0" fmla="*/ 0 w 12192000"/>
              <a:gd name="connsiteY0" fmla="*/ 0 h 4608512"/>
              <a:gd name="connsiteX1" fmla="*/ 12192000 w 12192000"/>
              <a:gd name="connsiteY1" fmla="*/ 0 h 4608512"/>
              <a:gd name="connsiteX2" fmla="*/ 12192000 w 12192000"/>
              <a:gd name="connsiteY2" fmla="*/ 4608512 h 4608512"/>
              <a:gd name="connsiteX3" fmla="*/ 0 w 12192000"/>
              <a:gd name="connsiteY3" fmla="*/ 4608512 h 4608512"/>
            </a:gdLst>
            <a:ahLst/>
            <a:cxnLst>
              <a:cxn ang="0">
                <a:pos x="connsiteX0" y="connsiteY0"/>
              </a:cxn>
              <a:cxn ang="0">
                <a:pos x="connsiteX1" y="connsiteY1"/>
              </a:cxn>
              <a:cxn ang="0">
                <a:pos x="connsiteX2" y="connsiteY2"/>
              </a:cxn>
              <a:cxn ang="0">
                <a:pos x="connsiteX3" y="connsiteY3"/>
              </a:cxn>
            </a:cxnLst>
            <a:rect l="l" t="t" r="r" b="b"/>
            <a:pathLst>
              <a:path w="12192000" h="4608512">
                <a:moveTo>
                  <a:pt x="0" y="0"/>
                </a:moveTo>
                <a:lnTo>
                  <a:pt x="12192000" y="0"/>
                </a:lnTo>
                <a:lnTo>
                  <a:pt x="12192000" y="4608512"/>
                </a:lnTo>
                <a:lnTo>
                  <a:pt x="0" y="4608512"/>
                </a:lnTo>
                <a:close/>
              </a:path>
            </a:pathLst>
          </a:custGeom>
          <a:solidFill>
            <a:schemeClr val="bg1">
              <a:alpha val="9000"/>
            </a:schemeClr>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2" name="Title 1"/>
          <p:cNvSpPr>
            <a:spLocks noGrp="1"/>
          </p:cNvSpPr>
          <p:nvPr>
            <p:ph type="title"/>
          </p:nvPr>
        </p:nvSpPr>
        <p:spPr>
          <a:xfrm>
            <a:off x="407988" y="548680"/>
            <a:ext cx="11376024" cy="492443"/>
          </a:xfrm>
        </p:spPr>
        <p:txBody>
          <a:bodyPr wrap="square" anchor="t">
            <a:spAutoFit/>
          </a:bodyPr>
          <a:lstStyle/>
          <a:p>
            <a:pPr algn="ctr"/>
            <a:r>
              <a:rPr lang="en-GB" dirty="0"/>
              <a:t>SMART Objective Driven Response </a:t>
            </a:r>
          </a:p>
        </p:txBody>
      </p:sp>
      <p:sp>
        <p:nvSpPr>
          <p:cNvPr id="2055" name="Date Placeholder 2">
            <a:extLst>
              <a:ext uri="{FF2B5EF4-FFF2-40B4-BE49-F238E27FC236}">
                <a16:creationId xmlns:a16="http://schemas.microsoft.com/office/drawing/2014/main" id="{8936CA82-F358-D433-DCD2-2152824BD282}"/>
              </a:ext>
            </a:extLst>
          </p:cNvPr>
          <p:cNvSpPr>
            <a:spLocks noGrp="1"/>
          </p:cNvSpPr>
          <p:nvPr>
            <p:ph type="dt" sz="half" idx="10"/>
          </p:nvPr>
        </p:nvSpPr>
        <p:spPr>
          <a:xfrm>
            <a:off x="911424" y="6381328"/>
            <a:ext cx="1224136" cy="143296"/>
          </a:xfrm>
        </p:spPr>
        <p:txBody>
          <a:bodyPr/>
          <a:lstStyle/>
          <a:p>
            <a:pPr>
              <a:spcAft>
                <a:spcPts val="600"/>
              </a:spcAft>
            </a:pPr>
            <a:fld id="{8C9DF63D-ED94-46E4-B158-9F8CBCEFFBAF}" type="datetime3">
              <a:rPr lang="en-US" smtClean="0"/>
              <a:pPr>
                <a:spcAft>
                  <a:spcPts val="600"/>
                </a:spcAft>
              </a:pPr>
              <a:t>1 October 2026</a:t>
            </a:fld>
            <a:endParaRPr lang="en-US" dirty="0"/>
          </a:p>
        </p:txBody>
      </p:sp>
      <p:sp>
        <p:nvSpPr>
          <p:cNvPr id="2059" name="Slide Number Placeholder 4">
            <a:extLst>
              <a:ext uri="{FF2B5EF4-FFF2-40B4-BE49-F238E27FC236}">
                <a16:creationId xmlns:a16="http://schemas.microsoft.com/office/drawing/2014/main" id="{9A57C304-9B69-78CF-A545-B666EA7A38AD}"/>
              </a:ext>
            </a:extLst>
          </p:cNvPr>
          <p:cNvSpPr>
            <a:spLocks noGrp="1"/>
          </p:cNvSpPr>
          <p:nvPr>
            <p:ph type="sldNum" sz="quarter" idx="12"/>
          </p:nvPr>
        </p:nvSpPr>
        <p:spPr>
          <a:xfrm>
            <a:off x="407988" y="6381328"/>
            <a:ext cx="359420" cy="143296"/>
          </a:xfrm>
        </p:spPr>
        <p:txBody>
          <a:bodyPr/>
          <a:lstStyle/>
          <a:p>
            <a:pPr>
              <a:spcAft>
                <a:spcPts val="600"/>
              </a:spcAft>
            </a:pPr>
            <a:fld id="{5B16D1FE-3A35-41BA-8EBE-413702045235}" type="slidenum">
              <a:rPr lang="en-US" smtClean="0"/>
              <a:pPr>
                <a:spcAft>
                  <a:spcPts val="600"/>
                </a:spcAft>
              </a:pPr>
              <a:t>14</a:t>
            </a:fld>
            <a:endParaRPr lang="en-US"/>
          </a:p>
        </p:txBody>
      </p:sp>
      <p:pic>
        <p:nvPicPr>
          <p:cNvPr id="10" name="Picture 9">
            <a:extLst>
              <a:ext uri="{FF2B5EF4-FFF2-40B4-BE49-F238E27FC236}">
                <a16:creationId xmlns:a16="http://schemas.microsoft.com/office/drawing/2014/main" id="{F8828721-9BDC-4FB6-AD0B-A7AAF08EE1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0269" y="1481297"/>
            <a:ext cx="7291462" cy="4327454"/>
          </a:xfrm>
          <a:prstGeom prst="rect">
            <a:avLst/>
          </a:prstGeom>
        </p:spPr>
      </p:pic>
    </p:spTree>
    <p:extLst>
      <p:ext uri="{BB962C8B-B14F-4D97-AF65-F5344CB8AC3E}">
        <p14:creationId xmlns:p14="http://schemas.microsoft.com/office/powerpoint/2010/main" val="29535354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DDC6ACB5-E146-4AA3-9EC1-57E3DAA7FCB9}"/>
              </a:ext>
            </a:extLst>
          </p:cNvPr>
          <p:cNvSpPr/>
          <p:nvPr/>
        </p:nvSpPr>
        <p:spPr bwMode="auto">
          <a:xfrm>
            <a:off x="6456040" y="1340768"/>
            <a:ext cx="5184576" cy="4608512"/>
          </a:xfrm>
          <a:prstGeom prst="roundRect">
            <a:avLst>
              <a:gd name="adj" fmla="val 691"/>
            </a:avLst>
          </a:prstGeom>
          <a:solidFill>
            <a:schemeClr val="bg1">
              <a:alpha val="9000"/>
            </a:schemeClr>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2" name="Title 1"/>
          <p:cNvSpPr>
            <a:spLocks noGrp="1"/>
          </p:cNvSpPr>
          <p:nvPr>
            <p:ph type="title"/>
          </p:nvPr>
        </p:nvSpPr>
        <p:spPr>
          <a:xfrm>
            <a:off x="407988" y="548680"/>
            <a:ext cx="6840140" cy="492443"/>
          </a:xfrm>
        </p:spPr>
        <p:txBody>
          <a:bodyPr wrap="square" anchor="t">
            <a:spAutoFit/>
          </a:bodyPr>
          <a:lstStyle/>
          <a:p>
            <a:r>
              <a:rPr lang="en-GB" dirty="0"/>
              <a:t>Response Principles</a:t>
            </a:r>
          </a:p>
        </p:txBody>
      </p:sp>
      <p:sp>
        <p:nvSpPr>
          <p:cNvPr id="2055" name="Date Placeholder 2">
            <a:extLst>
              <a:ext uri="{FF2B5EF4-FFF2-40B4-BE49-F238E27FC236}">
                <a16:creationId xmlns:a16="http://schemas.microsoft.com/office/drawing/2014/main" id="{8936CA82-F358-D433-DCD2-2152824BD282}"/>
              </a:ext>
            </a:extLst>
          </p:cNvPr>
          <p:cNvSpPr>
            <a:spLocks noGrp="1"/>
          </p:cNvSpPr>
          <p:nvPr>
            <p:ph type="dt" sz="half" idx="10"/>
          </p:nvPr>
        </p:nvSpPr>
        <p:spPr>
          <a:xfrm>
            <a:off x="911424" y="6381328"/>
            <a:ext cx="1224136" cy="143296"/>
          </a:xfrm>
        </p:spPr>
        <p:txBody>
          <a:bodyPr/>
          <a:lstStyle/>
          <a:p>
            <a:pPr>
              <a:spcAft>
                <a:spcPts val="600"/>
              </a:spcAft>
            </a:pPr>
            <a:fld id="{8C9DF63D-ED94-46E4-B158-9F8CBCEFFBAF}" type="datetime3">
              <a:rPr lang="en-US" smtClean="0"/>
              <a:pPr>
                <a:spcAft>
                  <a:spcPts val="600"/>
                </a:spcAft>
              </a:pPr>
              <a:t>1 October 2026</a:t>
            </a:fld>
            <a:endParaRPr lang="en-US" dirty="0"/>
          </a:p>
        </p:txBody>
      </p:sp>
      <p:sp>
        <p:nvSpPr>
          <p:cNvPr id="2059" name="Slide Number Placeholder 4">
            <a:extLst>
              <a:ext uri="{FF2B5EF4-FFF2-40B4-BE49-F238E27FC236}">
                <a16:creationId xmlns:a16="http://schemas.microsoft.com/office/drawing/2014/main" id="{9A57C304-9B69-78CF-A545-B666EA7A38AD}"/>
              </a:ext>
            </a:extLst>
          </p:cNvPr>
          <p:cNvSpPr>
            <a:spLocks noGrp="1"/>
          </p:cNvSpPr>
          <p:nvPr>
            <p:ph type="sldNum" sz="quarter" idx="12"/>
          </p:nvPr>
        </p:nvSpPr>
        <p:spPr>
          <a:xfrm>
            <a:off x="407988" y="6381328"/>
            <a:ext cx="359420" cy="143296"/>
          </a:xfrm>
        </p:spPr>
        <p:txBody>
          <a:bodyPr/>
          <a:lstStyle/>
          <a:p>
            <a:pPr>
              <a:spcAft>
                <a:spcPts val="600"/>
              </a:spcAft>
            </a:pPr>
            <a:fld id="{5B16D1FE-3A35-41BA-8EBE-413702045235}" type="slidenum">
              <a:rPr lang="en-US" smtClean="0"/>
              <a:pPr>
                <a:spcAft>
                  <a:spcPts val="600"/>
                </a:spcAft>
              </a:pPr>
              <a:t>15</a:t>
            </a:fld>
            <a:endParaRPr lang="en-US"/>
          </a:p>
        </p:txBody>
      </p:sp>
      <p:pic>
        <p:nvPicPr>
          <p:cNvPr id="4" name="Picture 3">
            <a:extLst>
              <a:ext uri="{FF2B5EF4-FFF2-40B4-BE49-F238E27FC236}">
                <a16:creationId xmlns:a16="http://schemas.microsoft.com/office/drawing/2014/main" id="{BDF49D1A-0EB4-4E29-9007-A4151E0BD0D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382214" y="1493287"/>
            <a:ext cx="3332228" cy="4303474"/>
          </a:xfrm>
          <a:prstGeom prst="rect">
            <a:avLst/>
          </a:prstGeom>
        </p:spPr>
      </p:pic>
      <p:grpSp>
        <p:nvGrpSpPr>
          <p:cNvPr id="58" name="Group 57">
            <a:extLst>
              <a:ext uri="{FF2B5EF4-FFF2-40B4-BE49-F238E27FC236}">
                <a16:creationId xmlns:a16="http://schemas.microsoft.com/office/drawing/2014/main" id="{80ADB2A8-12C3-475F-93DD-B7A1CE99DFC9}"/>
              </a:ext>
            </a:extLst>
          </p:cNvPr>
          <p:cNvGrpSpPr/>
          <p:nvPr/>
        </p:nvGrpSpPr>
        <p:grpSpPr>
          <a:xfrm>
            <a:off x="407988" y="1340768"/>
            <a:ext cx="5688632" cy="864096"/>
            <a:chOff x="407988" y="1340768"/>
            <a:chExt cx="5688632" cy="864096"/>
          </a:xfrm>
        </p:grpSpPr>
        <p:sp>
          <p:nvSpPr>
            <p:cNvPr id="5" name="Rectangle: Rounded Corners 4">
              <a:extLst>
                <a:ext uri="{FF2B5EF4-FFF2-40B4-BE49-F238E27FC236}">
                  <a16:creationId xmlns:a16="http://schemas.microsoft.com/office/drawing/2014/main" id="{2CEB57E3-3E49-4A05-8137-9B09058D85A8}"/>
                </a:ext>
              </a:extLst>
            </p:cNvPr>
            <p:cNvSpPr/>
            <p:nvPr/>
          </p:nvSpPr>
          <p:spPr bwMode="auto">
            <a:xfrm>
              <a:off x="407988" y="1340768"/>
              <a:ext cx="5688632" cy="864096"/>
            </a:xfrm>
            <a:prstGeom prst="roundRect">
              <a:avLst>
                <a:gd name="adj" fmla="val 3439"/>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0" name="TextBox 19">
              <a:extLst>
                <a:ext uri="{FF2B5EF4-FFF2-40B4-BE49-F238E27FC236}">
                  <a16:creationId xmlns:a16="http://schemas.microsoft.com/office/drawing/2014/main" id="{55ED6567-C9F3-4817-BE94-77E4F8C4A478}"/>
                </a:ext>
              </a:extLst>
            </p:cNvPr>
            <p:cNvSpPr txBox="1"/>
            <p:nvPr/>
          </p:nvSpPr>
          <p:spPr>
            <a:xfrm>
              <a:off x="1631504" y="1541984"/>
              <a:ext cx="2016224" cy="461665"/>
            </a:xfrm>
            <a:prstGeom prst="rect">
              <a:avLst/>
            </a:prstGeom>
            <a:noFill/>
          </p:spPr>
          <p:txBody>
            <a:bodyPr wrap="square">
              <a:spAutoFit/>
            </a:bodyPr>
            <a:lstStyle/>
            <a:p>
              <a:r>
                <a:rPr lang="en-US" sz="2400" dirty="0">
                  <a:solidFill>
                    <a:schemeClr val="bg1"/>
                  </a:solidFill>
                </a:rPr>
                <a:t>People</a:t>
              </a:r>
            </a:p>
          </p:txBody>
        </p:sp>
        <p:sp>
          <p:nvSpPr>
            <p:cNvPr id="21" name="Rectangle: Rounded Corners 20">
              <a:extLst>
                <a:ext uri="{FF2B5EF4-FFF2-40B4-BE49-F238E27FC236}">
                  <a16:creationId xmlns:a16="http://schemas.microsoft.com/office/drawing/2014/main" id="{6F8B449B-DE68-4386-8194-5F80061FBABD}"/>
                </a:ext>
              </a:extLst>
            </p:cNvPr>
            <p:cNvSpPr/>
            <p:nvPr/>
          </p:nvSpPr>
          <p:spPr bwMode="auto">
            <a:xfrm>
              <a:off x="407988" y="1340768"/>
              <a:ext cx="935484" cy="864096"/>
            </a:xfrm>
            <a:prstGeom prst="roundRect">
              <a:avLst>
                <a:gd name="adj" fmla="val 3439"/>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1" name="TextBox 60">
              <a:extLst>
                <a:ext uri="{FF2B5EF4-FFF2-40B4-BE49-F238E27FC236}">
                  <a16:creationId xmlns:a16="http://schemas.microsoft.com/office/drawing/2014/main" id="{85C49766-F986-4351-9906-8221DBE65252}"/>
                </a:ext>
              </a:extLst>
            </p:cNvPr>
            <p:cNvSpPr txBox="1"/>
            <p:nvPr/>
          </p:nvSpPr>
          <p:spPr>
            <a:xfrm>
              <a:off x="750380" y="1609180"/>
              <a:ext cx="250701" cy="327273"/>
            </a:xfrm>
            <a:custGeom>
              <a:avLst/>
              <a:gdLst/>
              <a:ahLst/>
              <a:cxnLst/>
              <a:rect l="l" t="t" r="r" b="b"/>
              <a:pathLst>
                <a:path w="250701" h="327273">
                  <a:moveTo>
                    <a:pt x="66080" y="55364"/>
                  </a:moveTo>
                  <a:lnTo>
                    <a:pt x="66080" y="148233"/>
                  </a:lnTo>
                  <a:lnTo>
                    <a:pt x="102245" y="148233"/>
                  </a:lnTo>
                  <a:cubicBezTo>
                    <a:pt x="128290" y="148233"/>
                    <a:pt x="145703" y="146521"/>
                    <a:pt x="154484" y="143098"/>
                  </a:cubicBezTo>
                  <a:cubicBezTo>
                    <a:pt x="163265" y="139675"/>
                    <a:pt x="170148" y="134317"/>
                    <a:pt x="175134" y="127025"/>
                  </a:cubicBezTo>
                  <a:cubicBezTo>
                    <a:pt x="180119" y="119732"/>
                    <a:pt x="182612" y="111249"/>
                    <a:pt x="182612" y="101575"/>
                  </a:cubicBezTo>
                  <a:cubicBezTo>
                    <a:pt x="182612" y="89669"/>
                    <a:pt x="179115" y="79846"/>
                    <a:pt x="172120" y="72107"/>
                  </a:cubicBezTo>
                  <a:cubicBezTo>
                    <a:pt x="165125" y="64368"/>
                    <a:pt x="156270" y="59531"/>
                    <a:pt x="145554" y="57597"/>
                  </a:cubicBezTo>
                  <a:cubicBezTo>
                    <a:pt x="137666" y="56108"/>
                    <a:pt x="121816" y="55364"/>
                    <a:pt x="98003" y="55364"/>
                  </a:cubicBezTo>
                  <a:close/>
                  <a:moveTo>
                    <a:pt x="0" y="0"/>
                  </a:moveTo>
                  <a:lnTo>
                    <a:pt x="106040" y="0"/>
                  </a:lnTo>
                  <a:cubicBezTo>
                    <a:pt x="146224" y="0"/>
                    <a:pt x="172417" y="1637"/>
                    <a:pt x="184621" y="4911"/>
                  </a:cubicBezTo>
                  <a:cubicBezTo>
                    <a:pt x="203374" y="9823"/>
                    <a:pt x="219075" y="20501"/>
                    <a:pt x="231726" y="36947"/>
                  </a:cubicBezTo>
                  <a:cubicBezTo>
                    <a:pt x="244376" y="53392"/>
                    <a:pt x="250701" y="74637"/>
                    <a:pt x="250701" y="100682"/>
                  </a:cubicBezTo>
                  <a:cubicBezTo>
                    <a:pt x="250701" y="120774"/>
                    <a:pt x="247055" y="137666"/>
                    <a:pt x="239762" y="151358"/>
                  </a:cubicBezTo>
                  <a:cubicBezTo>
                    <a:pt x="232470" y="165050"/>
                    <a:pt x="223205" y="175803"/>
                    <a:pt x="211969" y="183617"/>
                  </a:cubicBezTo>
                  <a:cubicBezTo>
                    <a:pt x="200732" y="191430"/>
                    <a:pt x="189309" y="196602"/>
                    <a:pt x="177701" y="199132"/>
                  </a:cubicBezTo>
                  <a:cubicBezTo>
                    <a:pt x="161925" y="202257"/>
                    <a:pt x="139080" y="203820"/>
                    <a:pt x="109166" y="203820"/>
                  </a:cubicBezTo>
                  <a:lnTo>
                    <a:pt x="66080" y="203820"/>
                  </a:lnTo>
                  <a:lnTo>
                    <a:pt x="66080" y="327273"/>
                  </a:lnTo>
                  <a:lnTo>
                    <a:pt x="0" y="327273"/>
                  </a:lnTo>
                  <a:close/>
                </a:path>
              </a:pathLst>
            </a:custGeom>
            <a:solidFill>
              <a:srgbClr val="002F5F"/>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3600" b="1" dirty="0">
                <a:solidFill>
                  <a:srgbClr val="002F5F"/>
                </a:solidFill>
              </a:endParaRPr>
            </a:p>
          </p:txBody>
        </p:sp>
      </p:grpSp>
      <p:grpSp>
        <p:nvGrpSpPr>
          <p:cNvPr id="60" name="Group 59">
            <a:extLst>
              <a:ext uri="{FF2B5EF4-FFF2-40B4-BE49-F238E27FC236}">
                <a16:creationId xmlns:a16="http://schemas.microsoft.com/office/drawing/2014/main" id="{3EDD09A4-43FB-4F38-AD24-2D8273FB5240}"/>
              </a:ext>
            </a:extLst>
          </p:cNvPr>
          <p:cNvGrpSpPr/>
          <p:nvPr/>
        </p:nvGrpSpPr>
        <p:grpSpPr>
          <a:xfrm>
            <a:off x="407988" y="2588907"/>
            <a:ext cx="5688632" cy="864096"/>
            <a:chOff x="407988" y="2588907"/>
            <a:chExt cx="5688632" cy="864096"/>
          </a:xfrm>
        </p:grpSpPr>
        <p:sp>
          <p:nvSpPr>
            <p:cNvPr id="15" name="Rectangle: Rounded Corners 14">
              <a:extLst>
                <a:ext uri="{FF2B5EF4-FFF2-40B4-BE49-F238E27FC236}">
                  <a16:creationId xmlns:a16="http://schemas.microsoft.com/office/drawing/2014/main" id="{E890054F-1579-49E5-B6AA-607BD7FBAD17}"/>
                </a:ext>
              </a:extLst>
            </p:cNvPr>
            <p:cNvSpPr/>
            <p:nvPr/>
          </p:nvSpPr>
          <p:spPr bwMode="auto">
            <a:xfrm>
              <a:off x="407988" y="2588907"/>
              <a:ext cx="5688632" cy="864096"/>
            </a:xfrm>
            <a:prstGeom prst="roundRect">
              <a:avLst>
                <a:gd name="adj" fmla="val 3439"/>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2" name="Rectangle: Rounded Corners 21">
              <a:extLst>
                <a:ext uri="{FF2B5EF4-FFF2-40B4-BE49-F238E27FC236}">
                  <a16:creationId xmlns:a16="http://schemas.microsoft.com/office/drawing/2014/main" id="{E8C34CBD-AD81-4F8F-BCA3-CEAAFAFED837}"/>
                </a:ext>
              </a:extLst>
            </p:cNvPr>
            <p:cNvSpPr/>
            <p:nvPr/>
          </p:nvSpPr>
          <p:spPr bwMode="auto">
            <a:xfrm>
              <a:off x="407988" y="2588907"/>
              <a:ext cx="935484" cy="864096"/>
            </a:xfrm>
            <a:prstGeom prst="roundRect">
              <a:avLst>
                <a:gd name="adj" fmla="val 3439"/>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9" name="TextBox 58">
              <a:extLst>
                <a:ext uri="{FF2B5EF4-FFF2-40B4-BE49-F238E27FC236}">
                  <a16:creationId xmlns:a16="http://schemas.microsoft.com/office/drawing/2014/main" id="{EE82FF7D-7F84-49DA-BC9F-A8EE35789FB9}"/>
                </a:ext>
              </a:extLst>
            </p:cNvPr>
            <p:cNvSpPr txBox="1"/>
            <p:nvPr/>
          </p:nvSpPr>
          <p:spPr>
            <a:xfrm>
              <a:off x="751273" y="2857319"/>
              <a:ext cx="248915" cy="327273"/>
            </a:xfrm>
            <a:custGeom>
              <a:avLst/>
              <a:gdLst/>
              <a:ahLst/>
              <a:cxnLst/>
              <a:rect l="l" t="t" r="r" b="b"/>
              <a:pathLst>
                <a:path w="248915" h="327273">
                  <a:moveTo>
                    <a:pt x="0" y="0"/>
                  </a:moveTo>
                  <a:lnTo>
                    <a:pt x="242664" y="0"/>
                  </a:lnTo>
                  <a:lnTo>
                    <a:pt x="242664" y="55364"/>
                  </a:lnTo>
                  <a:lnTo>
                    <a:pt x="66080" y="55364"/>
                  </a:lnTo>
                  <a:lnTo>
                    <a:pt x="66080" y="127918"/>
                  </a:lnTo>
                  <a:lnTo>
                    <a:pt x="230386" y="127918"/>
                  </a:lnTo>
                  <a:lnTo>
                    <a:pt x="230386" y="183059"/>
                  </a:lnTo>
                  <a:lnTo>
                    <a:pt x="66080" y="183059"/>
                  </a:lnTo>
                  <a:lnTo>
                    <a:pt x="66080" y="272132"/>
                  </a:lnTo>
                  <a:lnTo>
                    <a:pt x="248915" y="272132"/>
                  </a:lnTo>
                  <a:lnTo>
                    <a:pt x="248915" y="327273"/>
                  </a:lnTo>
                  <a:lnTo>
                    <a:pt x="0" y="327273"/>
                  </a:lnTo>
                  <a:close/>
                </a:path>
              </a:pathLst>
            </a:custGeom>
            <a:solidFill>
              <a:srgbClr val="002F5F"/>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3600" b="1" dirty="0">
                <a:solidFill>
                  <a:srgbClr val="002F5F"/>
                </a:solidFill>
              </a:endParaRPr>
            </a:p>
          </p:txBody>
        </p:sp>
        <p:sp>
          <p:nvSpPr>
            <p:cNvPr id="37" name="TextBox 36">
              <a:extLst>
                <a:ext uri="{FF2B5EF4-FFF2-40B4-BE49-F238E27FC236}">
                  <a16:creationId xmlns:a16="http://schemas.microsoft.com/office/drawing/2014/main" id="{DD8859FC-D35E-4821-A103-038FEB512818}"/>
                </a:ext>
              </a:extLst>
            </p:cNvPr>
            <p:cNvSpPr txBox="1"/>
            <p:nvPr/>
          </p:nvSpPr>
          <p:spPr>
            <a:xfrm>
              <a:off x="1631504" y="2790123"/>
              <a:ext cx="2016224" cy="461665"/>
            </a:xfrm>
            <a:prstGeom prst="rect">
              <a:avLst/>
            </a:prstGeom>
            <a:noFill/>
          </p:spPr>
          <p:txBody>
            <a:bodyPr wrap="square">
              <a:spAutoFit/>
            </a:bodyPr>
            <a:lstStyle/>
            <a:p>
              <a:r>
                <a:rPr lang="en-US" sz="2400" dirty="0">
                  <a:solidFill>
                    <a:schemeClr val="bg1"/>
                  </a:solidFill>
                </a:rPr>
                <a:t>Environment</a:t>
              </a:r>
            </a:p>
          </p:txBody>
        </p:sp>
      </p:grpSp>
      <p:grpSp>
        <p:nvGrpSpPr>
          <p:cNvPr id="62" name="Group 61">
            <a:extLst>
              <a:ext uri="{FF2B5EF4-FFF2-40B4-BE49-F238E27FC236}">
                <a16:creationId xmlns:a16="http://schemas.microsoft.com/office/drawing/2014/main" id="{F455A5E2-A28B-4172-851F-6AF54D833C4A}"/>
              </a:ext>
            </a:extLst>
          </p:cNvPr>
          <p:cNvGrpSpPr/>
          <p:nvPr/>
        </p:nvGrpSpPr>
        <p:grpSpPr>
          <a:xfrm>
            <a:off x="407988" y="3837046"/>
            <a:ext cx="5688632" cy="864096"/>
            <a:chOff x="407988" y="3837046"/>
            <a:chExt cx="5688632" cy="864096"/>
          </a:xfrm>
        </p:grpSpPr>
        <p:sp>
          <p:nvSpPr>
            <p:cNvPr id="16" name="Rectangle: Rounded Corners 15">
              <a:extLst>
                <a:ext uri="{FF2B5EF4-FFF2-40B4-BE49-F238E27FC236}">
                  <a16:creationId xmlns:a16="http://schemas.microsoft.com/office/drawing/2014/main" id="{DD931647-3DE5-4E5E-AB99-DC1FA8A9ACF5}"/>
                </a:ext>
              </a:extLst>
            </p:cNvPr>
            <p:cNvSpPr/>
            <p:nvPr/>
          </p:nvSpPr>
          <p:spPr bwMode="auto">
            <a:xfrm>
              <a:off x="407988" y="3837046"/>
              <a:ext cx="5688632" cy="864096"/>
            </a:xfrm>
            <a:prstGeom prst="roundRect">
              <a:avLst>
                <a:gd name="adj" fmla="val 3439"/>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5" name="Rectangle: Rounded Corners 24">
              <a:extLst>
                <a:ext uri="{FF2B5EF4-FFF2-40B4-BE49-F238E27FC236}">
                  <a16:creationId xmlns:a16="http://schemas.microsoft.com/office/drawing/2014/main" id="{1AD235EB-D430-4DF0-9A42-2BE61D5CC204}"/>
                </a:ext>
              </a:extLst>
            </p:cNvPr>
            <p:cNvSpPr/>
            <p:nvPr/>
          </p:nvSpPr>
          <p:spPr bwMode="auto">
            <a:xfrm>
              <a:off x="407988" y="3837046"/>
              <a:ext cx="935484" cy="864096"/>
            </a:xfrm>
            <a:prstGeom prst="roundRect">
              <a:avLst>
                <a:gd name="adj" fmla="val 3439"/>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7" name="TextBox 56">
              <a:extLst>
                <a:ext uri="{FF2B5EF4-FFF2-40B4-BE49-F238E27FC236}">
                  <a16:creationId xmlns:a16="http://schemas.microsoft.com/office/drawing/2014/main" id="{209A403A-A490-4416-B925-22C92C3610BC}"/>
                </a:ext>
              </a:extLst>
            </p:cNvPr>
            <p:cNvSpPr txBox="1"/>
            <p:nvPr/>
          </p:nvSpPr>
          <p:spPr>
            <a:xfrm>
              <a:off x="711536" y="4105458"/>
              <a:ext cx="328389" cy="327273"/>
            </a:xfrm>
            <a:custGeom>
              <a:avLst/>
              <a:gdLst/>
              <a:ahLst/>
              <a:cxnLst/>
              <a:rect l="l" t="t" r="r" b="b"/>
              <a:pathLst>
                <a:path w="328389" h="327273">
                  <a:moveTo>
                    <a:pt x="161627" y="76349"/>
                  </a:moveTo>
                  <a:lnTo>
                    <a:pt x="117425" y="197793"/>
                  </a:lnTo>
                  <a:lnTo>
                    <a:pt x="206722" y="197793"/>
                  </a:lnTo>
                  <a:close/>
                  <a:moveTo>
                    <a:pt x="127471" y="0"/>
                  </a:moveTo>
                  <a:lnTo>
                    <a:pt x="197346" y="0"/>
                  </a:lnTo>
                  <a:lnTo>
                    <a:pt x="328389" y="327273"/>
                  </a:lnTo>
                  <a:lnTo>
                    <a:pt x="256505" y="327273"/>
                  </a:lnTo>
                  <a:lnTo>
                    <a:pt x="227930" y="252934"/>
                  </a:lnTo>
                  <a:lnTo>
                    <a:pt x="97110" y="252934"/>
                  </a:lnTo>
                  <a:lnTo>
                    <a:pt x="70098" y="327273"/>
                  </a:lnTo>
                  <a:lnTo>
                    <a:pt x="0" y="327273"/>
                  </a:lnTo>
                  <a:close/>
                </a:path>
              </a:pathLst>
            </a:custGeom>
            <a:solidFill>
              <a:srgbClr val="002F5F"/>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3600" b="1" dirty="0">
                <a:solidFill>
                  <a:srgbClr val="002F5F"/>
                </a:solidFill>
              </a:endParaRPr>
            </a:p>
          </p:txBody>
        </p:sp>
        <p:sp>
          <p:nvSpPr>
            <p:cNvPr id="38" name="TextBox 37">
              <a:extLst>
                <a:ext uri="{FF2B5EF4-FFF2-40B4-BE49-F238E27FC236}">
                  <a16:creationId xmlns:a16="http://schemas.microsoft.com/office/drawing/2014/main" id="{5305D79A-7B45-4FC4-B54F-139AA01672B8}"/>
                </a:ext>
              </a:extLst>
            </p:cNvPr>
            <p:cNvSpPr txBox="1"/>
            <p:nvPr/>
          </p:nvSpPr>
          <p:spPr>
            <a:xfrm>
              <a:off x="1631504" y="4038262"/>
              <a:ext cx="2016224" cy="461665"/>
            </a:xfrm>
            <a:prstGeom prst="rect">
              <a:avLst/>
            </a:prstGeom>
            <a:noFill/>
          </p:spPr>
          <p:txBody>
            <a:bodyPr wrap="square">
              <a:spAutoFit/>
            </a:bodyPr>
            <a:lstStyle/>
            <a:p>
              <a:r>
                <a:rPr lang="en-US" sz="2400" dirty="0">
                  <a:solidFill>
                    <a:schemeClr val="bg1"/>
                  </a:solidFill>
                </a:rPr>
                <a:t>Assets</a:t>
              </a:r>
            </a:p>
          </p:txBody>
        </p:sp>
      </p:grpSp>
      <p:grpSp>
        <p:nvGrpSpPr>
          <p:cNvPr id="63" name="Group 62">
            <a:extLst>
              <a:ext uri="{FF2B5EF4-FFF2-40B4-BE49-F238E27FC236}">
                <a16:creationId xmlns:a16="http://schemas.microsoft.com/office/drawing/2014/main" id="{C32B90F4-A9B0-4E03-9284-D67DC5D28A9D}"/>
              </a:ext>
            </a:extLst>
          </p:cNvPr>
          <p:cNvGrpSpPr/>
          <p:nvPr/>
        </p:nvGrpSpPr>
        <p:grpSpPr>
          <a:xfrm>
            <a:off x="407988" y="5085184"/>
            <a:ext cx="5688632" cy="864096"/>
            <a:chOff x="407988" y="5085184"/>
            <a:chExt cx="5688632" cy="864096"/>
          </a:xfrm>
        </p:grpSpPr>
        <p:sp>
          <p:nvSpPr>
            <p:cNvPr id="17" name="Rectangle: Rounded Corners 16">
              <a:extLst>
                <a:ext uri="{FF2B5EF4-FFF2-40B4-BE49-F238E27FC236}">
                  <a16:creationId xmlns:a16="http://schemas.microsoft.com/office/drawing/2014/main" id="{90D13247-D27E-40A0-B4CE-6FAA5555973B}"/>
                </a:ext>
              </a:extLst>
            </p:cNvPr>
            <p:cNvSpPr/>
            <p:nvPr/>
          </p:nvSpPr>
          <p:spPr bwMode="auto">
            <a:xfrm>
              <a:off x="407988" y="5085184"/>
              <a:ext cx="5688632" cy="864096"/>
            </a:xfrm>
            <a:prstGeom prst="roundRect">
              <a:avLst>
                <a:gd name="adj" fmla="val 3439"/>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6" name="Rectangle: Rounded Corners 25">
              <a:extLst>
                <a:ext uri="{FF2B5EF4-FFF2-40B4-BE49-F238E27FC236}">
                  <a16:creationId xmlns:a16="http://schemas.microsoft.com/office/drawing/2014/main" id="{273AF690-DFC7-4FB7-A917-C3FF10E61CE0}"/>
                </a:ext>
              </a:extLst>
            </p:cNvPr>
            <p:cNvSpPr/>
            <p:nvPr/>
          </p:nvSpPr>
          <p:spPr bwMode="auto">
            <a:xfrm>
              <a:off x="407988" y="5085184"/>
              <a:ext cx="935484" cy="864096"/>
            </a:xfrm>
            <a:prstGeom prst="roundRect">
              <a:avLst>
                <a:gd name="adj" fmla="val 3439"/>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5" name="TextBox 54">
              <a:extLst>
                <a:ext uri="{FF2B5EF4-FFF2-40B4-BE49-F238E27FC236}">
                  <a16:creationId xmlns:a16="http://schemas.microsoft.com/office/drawing/2014/main" id="{5EE08D94-50EB-4D26-A7A2-FF7C0D2CEAD8}"/>
                </a:ext>
              </a:extLst>
            </p:cNvPr>
            <p:cNvSpPr txBox="1"/>
            <p:nvPr/>
          </p:nvSpPr>
          <p:spPr>
            <a:xfrm>
              <a:off x="728613" y="5353596"/>
              <a:ext cx="294234" cy="327273"/>
            </a:xfrm>
            <a:custGeom>
              <a:avLst/>
              <a:gdLst/>
              <a:ahLst/>
              <a:cxnLst/>
              <a:rect l="l" t="t" r="r" b="b"/>
              <a:pathLst>
                <a:path w="294234" h="327273">
                  <a:moveTo>
                    <a:pt x="66080" y="55364"/>
                  </a:moveTo>
                  <a:lnTo>
                    <a:pt x="66080" y="138410"/>
                  </a:lnTo>
                  <a:lnTo>
                    <a:pt x="114970" y="138410"/>
                  </a:lnTo>
                  <a:cubicBezTo>
                    <a:pt x="146670" y="138410"/>
                    <a:pt x="166465" y="137071"/>
                    <a:pt x="174353" y="134392"/>
                  </a:cubicBezTo>
                  <a:cubicBezTo>
                    <a:pt x="182240" y="131713"/>
                    <a:pt x="188417" y="127099"/>
                    <a:pt x="192882" y="120551"/>
                  </a:cubicBezTo>
                  <a:cubicBezTo>
                    <a:pt x="197346" y="114003"/>
                    <a:pt x="199579" y="105817"/>
                    <a:pt x="199579" y="95994"/>
                  </a:cubicBezTo>
                  <a:cubicBezTo>
                    <a:pt x="199579" y="84981"/>
                    <a:pt x="196640" y="76089"/>
                    <a:pt x="190761" y="69317"/>
                  </a:cubicBezTo>
                  <a:cubicBezTo>
                    <a:pt x="184882" y="62545"/>
                    <a:pt x="176585" y="58266"/>
                    <a:pt x="165869" y="56480"/>
                  </a:cubicBezTo>
                  <a:cubicBezTo>
                    <a:pt x="160511" y="55736"/>
                    <a:pt x="144438" y="55364"/>
                    <a:pt x="117649" y="55364"/>
                  </a:cubicBezTo>
                  <a:close/>
                  <a:moveTo>
                    <a:pt x="0" y="0"/>
                  </a:moveTo>
                  <a:lnTo>
                    <a:pt x="139080" y="0"/>
                  </a:lnTo>
                  <a:cubicBezTo>
                    <a:pt x="174055" y="0"/>
                    <a:pt x="199467" y="2940"/>
                    <a:pt x="215317" y="8818"/>
                  </a:cubicBezTo>
                  <a:cubicBezTo>
                    <a:pt x="231168" y="14697"/>
                    <a:pt x="243855" y="25152"/>
                    <a:pt x="253380" y="40184"/>
                  </a:cubicBezTo>
                  <a:cubicBezTo>
                    <a:pt x="262905" y="55215"/>
                    <a:pt x="267668" y="72405"/>
                    <a:pt x="267668" y="91753"/>
                  </a:cubicBezTo>
                  <a:cubicBezTo>
                    <a:pt x="267668" y="116309"/>
                    <a:pt x="260450" y="136587"/>
                    <a:pt x="246013" y="152586"/>
                  </a:cubicBezTo>
                  <a:cubicBezTo>
                    <a:pt x="231577" y="168585"/>
                    <a:pt x="209997" y="178668"/>
                    <a:pt x="181273" y="182836"/>
                  </a:cubicBezTo>
                  <a:cubicBezTo>
                    <a:pt x="195561" y="191170"/>
                    <a:pt x="207355" y="200323"/>
                    <a:pt x="216657" y="210294"/>
                  </a:cubicBezTo>
                  <a:cubicBezTo>
                    <a:pt x="225959" y="220266"/>
                    <a:pt x="238497" y="237976"/>
                    <a:pt x="254273" y="263426"/>
                  </a:cubicBezTo>
                  <a:lnTo>
                    <a:pt x="294234" y="327273"/>
                  </a:lnTo>
                  <a:lnTo>
                    <a:pt x="215206" y="327273"/>
                  </a:lnTo>
                  <a:lnTo>
                    <a:pt x="167432" y="256059"/>
                  </a:lnTo>
                  <a:cubicBezTo>
                    <a:pt x="150466" y="230609"/>
                    <a:pt x="138857" y="214573"/>
                    <a:pt x="132606" y="207950"/>
                  </a:cubicBezTo>
                  <a:cubicBezTo>
                    <a:pt x="126355" y="201327"/>
                    <a:pt x="119733" y="196788"/>
                    <a:pt x="112738" y="194333"/>
                  </a:cubicBezTo>
                  <a:cubicBezTo>
                    <a:pt x="105743" y="191877"/>
                    <a:pt x="94655" y="190649"/>
                    <a:pt x="79475" y="190649"/>
                  </a:cubicBezTo>
                  <a:lnTo>
                    <a:pt x="66080" y="190649"/>
                  </a:lnTo>
                  <a:lnTo>
                    <a:pt x="66080" y="327273"/>
                  </a:lnTo>
                  <a:lnTo>
                    <a:pt x="0" y="327273"/>
                  </a:lnTo>
                  <a:close/>
                </a:path>
              </a:pathLst>
            </a:custGeom>
            <a:solidFill>
              <a:srgbClr val="002F5F"/>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3600" b="1" dirty="0">
                <a:solidFill>
                  <a:srgbClr val="002F5F"/>
                </a:solidFill>
              </a:endParaRPr>
            </a:p>
          </p:txBody>
        </p:sp>
        <p:sp>
          <p:nvSpPr>
            <p:cNvPr id="39" name="TextBox 38">
              <a:extLst>
                <a:ext uri="{FF2B5EF4-FFF2-40B4-BE49-F238E27FC236}">
                  <a16:creationId xmlns:a16="http://schemas.microsoft.com/office/drawing/2014/main" id="{52F0A6BD-B453-40F7-A480-76B843DC835C}"/>
                </a:ext>
              </a:extLst>
            </p:cNvPr>
            <p:cNvSpPr txBox="1"/>
            <p:nvPr/>
          </p:nvSpPr>
          <p:spPr>
            <a:xfrm>
              <a:off x="1631504" y="5286400"/>
              <a:ext cx="2016224" cy="461665"/>
            </a:xfrm>
            <a:prstGeom prst="rect">
              <a:avLst/>
            </a:prstGeom>
            <a:noFill/>
          </p:spPr>
          <p:txBody>
            <a:bodyPr wrap="square">
              <a:spAutoFit/>
            </a:bodyPr>
            <a:lstStyle/>
            <a:p>
              <a:r>
                <a:rPr lang="en-US" sz="2400" dirty="0">
                  <a:solidFill>
                    <a:schemeClr val="bg1"/>
                  </a:solidFill>
                </a:rPr>
                <a:t>Reputation</a:t>
              </a:r>
            </a:p>
          </p:txBody>
        </p:sp>
      </p:grpSp>
    </p:spTree>
    <p:extLst>
      <p:ext uri="{BB962C8B-B14F-4D97-AF65-F5344CB8AC3E}">
        <p14:creationId xmlns:p14="http://schemas.microsoft.com/office/powerpoint/2010/main" val="61743558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988" y="548680"/>
            <a:ext cx="9648452" cy="492443"/>
          </a:xfrm>
        </p:spPr>
        <p:txBody>
          <a:bodyPr wrap="square" anchor="t">
            <a:spAutoFit/>
          </a:bodyPr>
          <a:lstStyle/>
          <a:p>
            <a:r>
              <a:rPr lang="en-GB" dirty="0"/>
              <a:t>Objectives - PEAR</a:t>
            </a:r>
          </a:p>
        </p:txBody>
      </p:sp>
      <p:sp>
        <p:nvSpPr>
          <p:cNvPr id="2055" name="Date Placeholder 2">
            <a:extLst>
              <a:ext uri="{FF2B5EF4-FFF2-40B4-BE49-F238E27FC236}">
                <a16:creationId xmlns:a16="http://schemas.microsoft.com/office/drawing/2014/main" id="{8936CA82-F358-D433-DCD2-2152824BD282}"/>
              </a:ext>
            </a:extLst>
          </p:cNvPr>
          <p:cNvSpPr>
            <a:spLocks noGrp="1"/>
          </p:cNvSpPr>
          <p:nvPr>
            <p:ph type="dt" sz="half" idx="10"/>
          </p:nvPr>
        </p:nvSpPr>
        <p:spPr>
          <a:xfrm>
            <a:off x="911424" y="6381328"/>
            <a:ext cx="1224136" cy="143296"/>
          </a:xfrm>
        </p:spPr>
        <p:txBody>
          <a:bodyPr/>
          <a:lstStyle/>
          <a:p>
            <a:pPr>
              <a:spcAft>
                <a:spcPts val="600"/>
              </a:spcAft>
            </a:pPr>
            <a:fld id="{8C9DF63D-ED94-46E4-B158-9F8CBCEFFBAF}" type="datetime3">
              <a:rPr lang="en-US" smtClean="0"/>
              <a:pPr>
                <a:spcAft>
                  <a:spcPts val="600"/>
                </a:spcAft>
              </a:pPr>
              <a:t>1 October 2026</a:t>
            </a:fld>
            <a:endParaRPr lang="en-US" dirty="0"/>
          </a:p>
        </p:txBody>
      </p:sp>
      <p:sp>
        <p:nvSpPr>
          <p:cNvPr id="2059" name="Slide Number Placeholder 4">
            <a:extLst>
              <a:ext uri="{FF2B5EF4-FFF2-40B4-BE49-F238E27FC236}">
                <a16:creationId xmlns:a16="http://schemas.microsoft.com/office/drawing/2014/main" id="{9A57C304-9B69-78CF-A545-B666EA7A38AD}"/>
              </a:ext>
            </a:extLst>
          </p:cNvPr>
          <p:cNvSpPr>
            <a:spLocks noGrp="1"/>
          </p:cNvSpPr>
          <p:nvPr>
            <p:ph type="sldNum" sz="quarter" idx="12"/>
          </p:nvPr>
        </p:nvSpPr>
        <p:spPr>
          <a:xfrm>
            <a:off x="407988" y="6381328"/>
            <a:ext cx="359420" cy="143296"/>
          </a:xfrm>
        </p:spPr>
        <p:txBody>
          <a:bodyPr/>
          <a:lstStyle/>
          <a:p>
            <a:pPr>
              <a:spcAft>
                <a:spcPts val="600"/>
              </a:spcAft>
            </a:pPr>
            <a:fld id="{5B16D1FE-3A35-41BA-8EBE-413702045235}" type="slidenum">
              <a:rPr lang="en-US" smtClean="0"/>
              <a:pPr>
                <a:spcAft>
                  <a:spcPts val="600"/>
                </a:spcAft>
              </a:pPr>
              <a:t>16</a:t>
            </a:fld>
            <a:endParaRPr lang="en-US"/>
          </a:p>
        </p:txBody>
      </p:sp>
      <p:sp>
        <p:nvSpPr>
          <p:cNvPr id="20" name="TextBox 19">
            <a:extLst>
              <a:ext uri="{FF2B5EF4-FFF2-40B4-BE49-F238E27FC236}">
                <a16:creationId xmlns:a16="http://schemas.microsoft.com/office/drawing/2014/main" id="{55ED6567-C9F3-4817-BE94-77E4F8C4A478}"/>
              </a:ext>
            </a:extLst>
          </p:cNvPr>
          <p:cNvSpPr txBox="1"/>
          <p:nvPr/>
        </p:nvSpPr>
        <p:spPr>
          <a:xfrm>
            <a:off x="407988" y="1196752"/>
            <a:ext cx="6984156" cy="830997"/>
          </a:xfrm>
          <a:prstGeom prst="rect">
            <a:avLst/>
          </a:prstGeom>
          <a:noFill/>
        </p:spPr>
        <p:txBody>
          <a:bodyPr wrap="square">
            <a:spAutoFit/>
          </a:bodyPr>
          <a:lstStyle/>
          <a:p>
            <a:r>
              <a:rPr lang="en-US" sz="2400" b="1" dirty="0">
                <a:solidFill>
                  <a:schemeClr val="bg1"/>
                </a:solidFill>
              </a:rPr>
              <a:t>Scenario: </a:t>
            </a:r>
            <a:r>
              <a:rPr lang="en-US" sz="2400" dirty="0">
                <a:solidFill>
                  <a:schemeClr val="bg1"/>
                </a:solidFill>
              </a:rPr>
              <a:t>Fuel oil spilt in </a:t>
            </a:r>
            <a:r>
              <a:rPr lang="en-US" sz="2400" dirty="0" err="1">
                <a:solidFill>
                  <a:schemeClr val="bg1"/>
                </a:solidFill>
              </a:rPr>
              <a:t>harbour</a:t>
            </a:r>
            <a:r>
              <a:rPr lang="en-US" sz="2400" dirty="0">
                <a:solidFill>
                  <a:schemeClr val="bg1"/>
                </a:solidFill>
              </a:rPr>
              <a:t> during bunkering options</a:t>
            </a:r>
          </a:p>
        </p:txBody>
      </p:sp>
      <p:sp>
        <p:nvSpPr>
          <p:cNvPr id="3" name="Rectangle: Rounded Corners 2">
            <a:extLst>
              <a:ext uri="{FF2B5EF4-FFF2-40B4-BE49-F238E27FC236}">
                <a16:creationId xmlns:a16="http://schemas.microsoft.com/office/drawing/2014/main" id="{518C8EA8-3945-4EC2-B553-FF7EDF883FAA}"/>
              </a:ext>
            </a:extLst>
          </p:cNvPr>
          <p:cNvSpPr/>
          <p:nvPr/>
        </p:nvSpPr>
        <p:spPr bwMode="auto">
          <a:xfrm>
            <a:off x="407988" y="2204864"/>
            <a:ext cx="3671788" cy="432048"/>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4" name="TextBox 23">
            <a:extLst>
              <a:ext uri="{FF2B5EF4-FFF2-40B4-BE49-F238E27FC236}">
                <a16:creationId xmlns:a16="http://schemas.microsoft.com/office/drawing/2014/main" id="{DD719C7E-79E9-4532-87E0-7F418FD15DCF}"/>
              </a:ext>
            </a:extLst>
          </p:cNvPr>
          <p:cNvSpPr txBox="1"/>
          <p:nvPr/>
        </p:nvSpPr>
        <p:spPr>
          <a:xfrm>
            <a:off x="1091754" y="2205445"/>
            <a:ext cx="2304256" cy="430887"/>
          </a:xfrm>
          <a:prstGeom prst="rect">
            <a:avLst/>
          </a:prstGeom>
          <a:noFill/>
        </p:spPr>
        <p:txBody>
          <a:bodyPr wrap="square" anchor="ctr">
            <a:spAutoFit/>
          </a:bodyPr>
          <a:lstStyle/>
          <a:p>
            <a:pPr algn="ctr"/>
            <a:r>
              <a:rPr lang="en-US" sz="2200" b="1" dirty="0">
                <a:solidFill>
                  <a:schemeClr val="bg1"/>
                </a:solidFill>
              </a:rPr>
              <a:t>Objective</a:t>
            </a:r>
          </a:p>
        </p:txBody>
      </p:sp>
      <p:sp>
        <p:nvSpPr>
          <p:cNvPr id="27" name="TextBox 26">
            <a:extLst>
              <a:ext uri="{FF2B5EF4-FFF2-40B4-BE49-F238E27FC236}">
                <a16:creationId xmlns:a16="http://schemas.microsoft.com/office/drawing/2014/main" id="{BA3B7CFE-5B33-49FF-8177-78975DF739DF}"/>
              </a:ext>
            </a:extLst>
          </p:cNvPr>
          <p:cNvSpPr txBox="1"/>
          <p:nvPr/>
        </p:nvSpPr>
        <p:spPr>
          <a:xfrm>
            <a:off x="335360" y="2708920"/>
            <a:ext cx="6768752" cy="1135183"/>
          </a:xfrm>
          <a:prstGeom prst="rect">
            <a:avLst/>
          </a:prstGeom>
          <a:noFill/>
        </p:spPr>
        <p:txBody>
          <a:bodyPr wrap="square">
            <a:spAutoFit/>
          </a:bodyPr>
          <a:lstStyle/>
          <a:p>
            <a:pPr>
              <a:lnSpc>
                <a:spcPct val="130000"/>
              </a:lnSpc>
            </a:pPr>
            <a:r>
              <a:rPr lang="en-US" dirty="0">
                <a:solidFill>
                  <a:schemeClr val="bg1"/>
                </a:solidFill>
              </a:rPr>
              <a:t>Objectives are the overarching goals that define what the response aims to achieve, focusing on broad outcomes like minimizing environmental impact or protecting sensitive habitats.</a:t>
            </a:r>
          </a:p>
        </p:txBody>
      </p:sp>
      <p:pic>
        <p:nvPicPr>
          <p:cNvPr id="28" name="Picture 4">
            <a:extLst>
              <a:ext uri="{FF2B5EF4-FFF2-40B4-BE49-F238E27FC236}">
                <a16:creationId xmlns:a16="http://schemas.microsoft.com/office/drawing/2014/main" id="{49EF44FC-DE70-4B0E-9723-85AF0F74E25E}"/>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169388" y="1052513"/>
            <a:ext cx="4565412" cy="5040783"/>
          </a:xfrm>
          <a:prstGeom prst="roundRect">
            <a:avLst>
              <a:gd name="adj" fmla="val 3314"/>
            </a:avLst>
          </a:prstGeom>
          <a:noFill/>
          <a:ln w="25400">
            <a:solidFill>
              <a:schemeClr val="bg1"/>
            </a:solidFill>
          </a:ln>
          <a:extLst>
            <a:ext uri="{909E8E84-426E-40DD-AFC4-6F175D3DCCD1}">
              <a14:hiddenFill xmlns:a14="http://schemas.microsoft.com/office/drawing/2010/main">
                <a:solidFill>
                  <a:srgbClr val="FFFFFF"/>
                </a:solidFill>
              </a14:hiddenFill>
            </a:ext>
          </a:extLst>
        </p:spPr>
      </p:pic>
      <p:graphicFrame>
        <p:nvGraphicFramePr>
          <p:cNvPr id="6" name="Table 6">
            <a:extLst>
              <a:ext uri="{FF2B5EF4-FFF2-40B4-BE49-F238E27FC236}">
                <a16:creationId xmlns:a16="http://schemas.microsoft.com/office/drawing/2014/main" id="{046E60E6-C079-4CD8-BDCE-157DF0C3A61F}"/>
              </a:ext>
            </a:extLst>
          </p:cNvPr>
          <p:cNvGraphicFramePr>
            <a:graphicFrameLocks noGrp="1"/>
          </p:cNvGraphicFramePr>
          <p:nvPr>
            <p:extLst>
              <p:ext uri="{D42A27DB-BD31-4B8C-83A1-F6EECF244321}">
                <p14:modId xmlns:p14="http://schemas.microsoft.com/office/powerpoint/2010/main" val="2272456048"/>
              </p:ext>
            </p:extLst>
          </p:nvPr>
        </p:nvGraphicFramePr>
        <p:xfrm>
          <a:off x="407988" y="4221089"/>
          <a:ext cx="6480100" cy="1872209"/>
        </p:xfrm>
        <a:graphic>
          <a:graphicData uri="http://schemas.openxmlformats.org/drawingml/2006/table">
            <a:tbl>
              <a:tblPr firstRow="1" bandRow="1">
                <a:tableStyleId>{D27102A9-8310-4765-A935-A1911B00CA55}</a:tableStyleId>
              </a:tblPr>
              <a:tblGrid>
                <a:gridCol w="2375644">
                  <a:extLst>
                    <a:ext uri="{9D8B030D-6E8A-4147-A177-3AD203B41FA5}">
                      <a16:colId xmlns:a16="http://schemas.microsoft.com/office/drawing/2014/main" val="1770802270"/>
                    </a:ext>
                  </a:extLst>
                </a:gridCol>
                <a:gridCol w="4104456">
                  <a:extLst>
                    <a:ext uri="{9D8B030D-6E8A-4147-A177-3AD203B41FA5}">
                      <a16:colId xmlns:a16="http://schemas.microsoft.com/office/drawing/2014/main" val="112594878"/>
                    </a:ext>
                  </a:extLst>
                </a:gridCol>
              </a:tblGrid>
              <a:tr h="479741">
                <a:tc gridSpan="2">
                  <a:txBody>
                    <a:bodyPr/>
                    <a:lstStyle/>
                    <a:p>
                      <a:pPr algn="ctr"/>
                      <a:r>
                        <a:rPr lang="en-US" sz="2000" dirty="0">
                          <a:solidFill>
                            <a:srgbClr val="002F5F"/>
                          </a:solidFill>
                        </a:rPr>
                        <a:t>Objectives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48388458"/>
                  </a:ext>
                </a:extLst>
              </a:tr>
              <a:tr h="348117">
                <a:tc>
                  <a:txBody>
                    <a:bodyPr/>
                    <a:lstStyle/>
                    <a:p>
                      <a:pPr algn="ctr"/>
                      <a:r>
                        <a:rPr lang="en-US" sz="1600" dirty="0">
                          <a:solidFill>
                            <a:schemeClr val="bg1"/>
                          </a:solidFill>
                        </a:rPr>
                        <a:t>People</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US" sz="16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83291681"/>
                  </a:ext>
                </a:extLst>
              </a:tr>
              <a:tr h="3481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rPr>
                        <a:t>Environment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tc>
                  <a:txBody>
                    <a:bodyPr/>
                    <a:lstStyle/>
                    <a:p>
                      <a:pPr algn="ctr"/>
                      <a:endParaRPr lang="en-US" sz="16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extLst>
                  <a:ext uri="{0D108BD9-81ED-4DB2-BD59-A6C34878D82A}">
                    <a16:rowId xmlns:a16="http://schemas.microsoft.com/office/drawing/2014/main" val="691326698"/>
                  </a:ext>
                </a:extLst>
              </a:tr>
              <a:tr h="3481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rPr>
                        <a:t>Assets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US" sz="16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82117432"/>
                  </a:ext>
                </a:extLst>
              </a:tr>
              <a:tr h="3481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rPr>
                        <a:t>Reputation</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tc>
                  <a:txBody>
                    <a:bodyPr/>
                    <a:lstStyle/>
                    <a:p>
                      <a:pPr algn="ctr"/>
                      <a:endParaRPr lang="en-US" sz="16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extLst>
                  <a:ext uri="{0D108BD9-81ED-4DB2-BD59-A6C34878D82A}">
                    <a16:rowId xmlns:a16="http://schemas.microsoft.com/office/drawing/2014/main" val="469634188"/>
                  </a:ext>
                </a:extLst>
              </a:tr>
            </a:tbl>
          </a:graphicData>
        </a:graphic>
      </p:graphicFrame>
    </p:spTree>
    <p:extLst>
      <p:ext uri="{BB962C8B-B14F-4D97-AF65-F5344CB8AC3E}">
        <p14:creationId xmlns:p14="http://schemas.microsoft.com/office/powerpoint/2010/main" val="16676679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988" y="548680"/>
            <a:ext cx="6264076" cy="492443"/>
          </a:xfrm>
        </p:spPr>
        <p:txBody>
          <a:bodyPr wrap="square" anchor="t">
            <a:spAutoFit/>
          </a:bodyPr>
          <a:lstStyle/>
          <a:p>
            <a:r>
              <a:rPr lang="en-GB" dirty="0"/>
              <a:t>Strategies + Tactics</a:t>
            </a:r>
          </a:p>
        </p:txBody>
      </p:sp>
      <p:sp>
        <p:nvSpPr>
          <p:cNvPr id="2055" name="Date Placeholder 2">
            <a:extLst>
              <a:ext uri="{FF2B5EF4-FFF2-40B4-BE49-F238E27FC236}">
                <a16:creationId xmlns:a16="http://schemas.microsoft.com/office/drawing/2014/main" id="{8936CA82-F358-D433-DCD2-2152824BD282}"/>
              </a:ext>
            </a:extLst>
          </p:cNvPr>
          <p:cNvSpPr>
            <a:spLocks noGrp="1"/>
          </p:cNvSpPr>
          <p:nvPr>
            <p:ph type="dt" sz="half" idx="10"/>
          </p:nvPr>
        </p:nvSpPr>
        <p:spPr>
          <a:xfrm>
            <a:off x="911424" y="6381328"/>
            <a:ext cx="1224136" cy="143296"/>
          </a:xfrm>
        </p:spPr>
        <p:txBody>
          <a:bodyPr/>
          <a:lstStyle/>
          <a:p>
            <a:pPr>
              <a:spcAft>
                <a:spcPts val="600"/>
              </a:spcAft>
            </a:pPr>
            <a:fld id="{8C9DF63D-ED94-46E4-B158-9F8CBCEFFBAF}" type="datetime3">
              <a:rPr lang="en-US" smtClean="0"/>
              <a:pPr>
                <a:spcAft>
                  <a:spcPts val="600"/>
                </a:spcAft>
              </a:pPr>
              <a:t>1 October 2026</a:t>
            </a:fld>
            <a:endParaRPr lang="en-US" dirty="0"/>
          </a:p>
        </p:txBody>
      </p:sp>
      <p:sp>
        <p:nvSpPr>
          <p:cNvPr id="2059" name="Slide Number Placeholder 4">
            <a:extLst>
              <a:ext uri="{FF2B5EF4-FFF2-40B4-BE49-F238E27FC236}">
                <a16:creationId xmlns:a16="http://schemas.microsoft.com/office/drawing/2014/main" id="{9A57C304-9B69-78CF-A545-B666EA7A38AD}"/>
              </a:ext>
            </a:extLst>
          </p:cNvPr>
          <p:cNvSpPr>
            <a:spLocks noGrp="1"/>
          </p:cNvSpPr>
          <p:nvPr>
            <p:ph type="sldNum" sz="quarter" idx="12"/>
          </p:nvPr>
        </p:nvSpPr>
        <p:spPr>
          <a:xfrm>
            <a:off x="407988" y="6381328"/>
            <a:ext cx="359420" cy="143296"/>
          </a:xfrm>
        </p:spPr>
        <p:txBody>
          <a:bodyPr/>
          <a:lstStyle/>
          <a:p>
            <a:pPr>
              <a:spcAft>
                <a:spcPts val="600"/>
              </a:spcAft>
            </a:pPr>
            <a:fld id="{5B16D1FE-3A35-41BA-8EBE-413702045235}" type="slidenum">
              <a:rPr lang="en-US" smtClean="0"/>
              <a:pPr>
                <a:spcAft>
                  <a:spcPts val="600"/>
                </a:spcAft>
              </a:pPr>
              <a:t>17</a:t>
            </a:fld>
            <a:endParaRPr lang="en-US"/>
          </a:p>
        </p:txBody>
      </p:sp>
      <p:sp>
        <p:nvSpPr>
          <p:cNvPr id="20" name="TextBox 19">
            <a:extLst>
              <a:ext uri="{FF2B5EF4-FFF2-40B4-BE49-F238E27FC236}">
                <a16:creationId xmlns:a16="http://schemas.microsoft.com/office/drawing/2014/main" id="{55ED6567-C9F3-4817-BE94-77E4F8C4A478}"/>
              </a:ext>
            </a:extLst>
          </p:cNvPr>
          <p:cNvSpPr txBox="1"/>
          <p:nvPr/>
        </p:nvSpPr>
        <p:spPr>
          <a:xfrm>
            <a:off x="407988" y="1196752"/>
            <a:ext cx="5688012" cy="830997"/>
          </a:xfrm>
          <a:prstGeom prst="rect">
            <a:avLst/>
          </a:prstGeom>
          <a:noFill/>
        </p:spPr>
        <p:txBody>
          <a:bodyPr wrap="square">
            <a:spAutoFit/>
          </a:bodyPr>
          <a:lstStyle/>
          <a:p>
            <a:r>
              <a:rPr lang="en-US" sz="2400" b="1" dirty="0">
                <a:solidFill>
                  <a:schemeClr val="bg1"/>
                </a:solidFill>
              </a:rPr>
              <a:t>Scenario: </a:t>
            </a:r>
            <a:r>
              <a:rPr lang="en-US" sz="2400" dirty="0">
                <a:solidFill>
                  <a:schemeClr val="bg1"/>
                </a:solidFill>
              </a:rPr>
              <a:t>Fuel oil spilt in </a:t>
            </a:r>
            <a:r>
              <a:rPr lang="en-US" sz="2400" dirty="0" err="1">
                <a:solidFill>
                  <a:schemeClr val="bg1"/>
                </a:solidFill>
              </a:rPr>
              <a:t>harbour</a:t>
            </a:r>
            <a:r>
              <a:rPr lang="en-US" sz="2400" dirty="0">
                <a:solidFill>
                  <a:schemeClr val="bg1"/>
                </a:solidFill>
              </a:rPr>
              <a:t> during bunkering options</a:t>
            </a:r>
          </a:p>
        </p:txBody>
      </p:sp>
      <p:sp>
        <p:nvSpPr>
          <p:cNvPr id="3" name="Rectangle: Rounded Corners 2">
            <a:extLst>
              <a:ext uri="{FF2B5EF4-FFF2-40B4-BE49-F238E27FC236}">
                <a16:creationId xmlns:a16="http://schemas.microsoft.com/office/drawing/2014/main" id="{518C8EA8-3945-4EC2-B553-FF7EDF883FAA}"/>
              </a:ext>
            </a:extLst>
          </p:cNvPr>
          <p:cNvSpPr/>
          <p:nvPr/>
        </p:nvSpPr>
        <p:spPr bwMode="auto">
          <a:xfrm>
            <a:off x="407988" y="2204864"/>
            <a:ext cx="3671788" cy="432048"/>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4" name="TextBox 23">
            <a:extLst>
              <a:ext uri="{FF2B5EF4-FFF2-40B4-BE49-F238E27FC236}">
                <a16:creationId xmlns:a16="http://schemas.microsoft.com/office/drawing/2014/main" id="{DD719C7E-79E9-4532-87E0-7F418FD15DCF}"/>
              </a:ext>
            </a:extLst>
          </p:cNvPr>
          <p:cNvSpPr txBox="1"/>
          <p:nvPr/>
        </p:nvSpPr>
        <p:spPr>
          <a:xfrm>
            <a:off x="1091754" y="2205445"/>
            <a:ext cx="2304256" cy="430887"/>
          </a:xfrm>
          <a:prstGeom prst="rect">
            <a:avLst/>
          </a:prstGeom>
          <a:noFill/>
        </p:spPr>
        <p:txBody>
          <a:bodyPr wrap="square" anchor="ctr">
            <a:spAutoFit/>
          </a:bodyPr>
          <a:lstStyle/>
          <a:p>
            <a:pPr algn="ctr"/>
            <a:r>
              <a:rPr lang="en-US" sz="2200" b="1" dirty="0">
                <a:solidFill>
                  <a:schemeClr val="bg1"/>
                </a:solidFill>
              </a:rPr>
              <a:t>Strategy</a:t>
            </a:r>
          </a:p>
        </p:txBody>
      </p:sp>
      <p:sp>
        <p:nvSpPr>
          <p:cNvPr id="27" name="TextBox 26">
            <a:extLst>
              <a:ext uri="{FF2B5EF4-FFF2-40B4-BE49-F238E27FC236}">
                <a16:creationId xmlns:a16="http://schemas.microsoft.com/office/drawing/2014/main" id="{BA3B7CFE-5B33-49FF-8177-78975DF739DF}"/>
              </a:ext>
            </a:extLst>
          </p:cNvPr>
          <p:cNvSpPr txBox="1"/>
          <p:nvPr/>
        </p:nvSpPr>
        <p:spPr>
          <a:xfrm>
            <a:off x="335360" y="2708920"/>
            <a:ext cx="5400600" cy="1019253"/>
          </a:xfrm>
          <a:prstGeom prst="rect">
            <a:avLst/>
          </a:prstGeom>
          <a:noFill/>
        </p:spPr>
        <p:txBody>
          <a:bodyPr wrap="square">
            <a:spAutoFit/>
          </a:bodyPr>
          <a:lstStyle/>
          <a:p>
            <a:pPr>
              <a:lnSpc>
                <a:spcPct val="130000"/>
              </a:lnSpc>
            </a:pPr>
            <a:r>
              <a:rPr lang="en-US" sz="1600" dirty="0">
                <a:solidFill>
                  <a:schemeClr val="bg1"/>
                </a:solidFill>
              </a:rPr>
              <a:t>Strategies outline the approaches to achieve the objectives, guiding the overall plan of action, such as deploying containment booms or using dispersants.</a:t>
            </a:r>
          </a:p>
        </p:txBody>
      </p:sp>
      <p:pic>
        <p:nvPicPr>
          <p:cNvPr id="28" name="Picture 4">
            <a:extLst>
              <a:ext uri="{FF2B5EF4-FFF2-40B4-BE49-F238E27FC236}">
                <a16:creationId xmlns:a16="http://schemas.microsoft.com/office/drawing/2014/main" id="{49EF44FC-DE70-4B0E-9723-85AF0F74E25E}"/>
              </a:ext>
            </a:extLst>
          </p:cNvPr>
          <p:cNvPicPr>
            <a:picLocks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456040" y="1124521"/>
            <a:ext cx="2413242" cy="2664519"/>
          </a:xfrm>
          <a:prstGeom prst="roundRect">
            <a:avLst>
              <a:gd name="adj" fmla="val 3314"/>
            </a:avLst>
          </a:prstGeom>
          <a:noFill/>
          <a:ln w="19050">
            <a:solidFill>
              <a:schemeClr val="bg1"/>
            </a:solidFill>
          </a:ln>
          <a:extLst>
            <a:ext uri="{909E8E84-426E-40DD-AFC4-6F175D3DCCD1}">
              <a14:hiddenFill xmlns:a14="http://schemas.microsoft.com/office/drawing/2010/main">
                <a:solidFill>
                  <a:srgbClr val="FFFFFF"/>
                </a:solidFill>
              </a14:hiddenFill>
            </a:ext>
          </a:extLst>
        </p:spPr>
      </p:pic>
      <p:sp>
        <p:nvSpPr>
          <p:cNvPr id="11" name="Rectangle: Rounded Corners 10">
            <a:extLst>
              <a:ext uri="{FF2B5EF4-FFF2-40B4-BE49-F238E27FC236}">
                <a16:creationId xmlns:a16="http://schemas.microsoft.com/office/drawing/2014/main" id="{343F3868-F1E3-4EE7-9DC8-CDD79C0FDF93}"/>
              </a:ext>
            </a:extLst>
          </p:cNvPr>
          <p:cNvSpPr/>
          <p:nvPr/>
        </p:nvSpPr>
        <p:spPr bwMode="auto">
          <a:xfrm>
            <a:off x="407988" y="4065931"/>
            <a:ext cx="3671788" cy="432048"/>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TextBox 11">
            <a:extLst>
              <a:ext uri="{FF2B5EF4-FFF2-40B4-BE49-F238E27FC236}">
                <a16:creationId xmlns:a16="http://schemas.microsoft.com/office/drawing/2014/main" id="{2598EB80-2D6E-44F0-BDDF-B17EA905D7E4}"/>
              </a:ext>
            </a:extLst>
          </p:cNvPr>
          <p:cNvSpPr txBox="1"/>
          <p:nvPr/>
        </p:nvSpPr>
        <p:spPr>
          <a:xfrm>
            <a:off x="1091754" y="4066512"/>
            <a:ext cx="2304256" cy="430887"/>
          </a:xfrm>
          <a:prstGeom prst="rect">
            <a:avLst/>
          </a:prstGeom>
          <a:noFill/>
        </p:spPr>
        <p:txBody>
          <a:bodyPr wrap="square" anchor="ctr">
            <a:spAutoFit/>
          </a:bodyPr>
          <a:lstStyle/>
          <a:p>
            <a:pPr algn="ctr"/>
            <a:r>
              <a:rPr lang="en-US" sz="2200" b="1" dirty="0">
                <a:solidFill>
                  <a:schemeClr val="bg1"/>
                </a:solidFill>
              </a:rPr>
              <a:t>Tactic</a:t>
            </a:r>
          </a:p>
        </p:txBody>
      </p:sp>
      <p:sp>
        <p:nvSpPr>
          <p:cNvPr id="13" name="TextBox 12">
            <a:extLst>
              <a:ext uri="{FF2B5EF4-FFF2-40B4-BE49-F238E27FC236}">
                <a16:creationId xmlns:a16="http://schemas.microsoft.com/office/drawing/2014/main" id="{CAAEB8A8-19B1-44B9-9FCD-720B3A9D409C}"/>
              </a:ext>
            </a:extLst>
          </p:cNvPr>
          <p:cNvSpPr txBox="1"/>
          <p:nvPr/>
        </p:nvSpPr>
        <p:spPr>
          <a:xfrm>
            <a:off x="335360" y="4569987"/>
            <a:ext cx="5400600" cy="1019253"/>
          </a:xfrm>
          <a:prstGeom prst="rect">
            <a:avLst/>
          </a:prstGeom>
          <a:noFill/>
        </p:spPr>
        <p:txBody>
          <a:bodyPr wrap="square">
            <a:spAutoFit/>
          </a:bodyPr>
          <a:lstStyle/>
          <a:p>
            <a:pPr>
              <a:lnSpc>
                <a:spcPct val="130000"/>
              </a:lnSpc>
            </a:pPr>
            <a:r>
              <a:rPr lang="en-US" sz="1600" dirty="0">
                <a:solidFill>
                  <a:schemeClr val="bg1"/>
                </a:solidFill>
              </a:rPr>
              <a:t>Tactics are the specific, detailed actions taken to implement strategies, like the precise deployment of skimmers or manual oil removal from beaches.</a:t>
            </a:r>
          </a:p>
        </p:txBody>
      </p:sp>
      <p:sp>
        <p:nvSpPr>
          <p:cNvPr id="4" name="Rectangle: Rounded Corners 3">
            <a:extLst>
              <a:ext uri="{FF2B5EF4-FFF2-40B4-BE49-F238E27FC236}">
                <a16:creationId xmlns:a16="http://schemas.microsoft.com/office/drawing/2014/main" id="{456FF38A-257A-4931-B0A2-0929D8FB2E87}"/>
              </a:ext>
            </a:extLst>
          </p:cNvPr>
          <p:cNvSpPr>
            <a:spLocks/>
          </p:cNvSpPr>
          <p:nvPr/>
        </p:nvSpPr>
        <p:spPr bwMode="auto">
          <a:xfrm>
            <a:off x="9120336" y="1124521"/>
            <a:ext cx="2614464" cy="2664519"/>
          </a:xfrm>
          <a:prstGeom prst="roundRect">
            <a:avLst>
              <a:gd name="adj" fmla="val 4037"/>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pic>
        <p:nvPicPr>
          <p:cNvPr id="14" name="Picture 13">
            <a:extLst>
              <a:ext uri="{FF2B5EF4-FFF2-40B4-BE49-F238E27FC236}">
                <a16:creationId xmlns:a16="http://schemas.microsoft.com/office/drawing/2014/main" id="{9C540BF7-1D2F-4FD1-9247-FB9EFB4214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204303" y="1730777"/>
            <a:ext cx="2446530" cy="1452006"/>
          </a:xfrm>
          <a:prstGeom prst="rect">
            <a:avLst/>
          </a:prstGeom>
        </p:spPr>
      </p:pic>
      <p:graphicFrame>
        <p:nvGraphicFramePr>
          <p:cNvPr id="16" name="Table 6">
            <a:extLst>
              <a:ext uri="{FF2B5EF4-FFF2-40B4-BE49-F238E27FC236}">
                <a16:creationId xmlns:a16="http://schemas.microsoft.com/office/drawing/2014/main" id="{3C27B208-499E-4CE0-B410-8A88340BF298}"/>
              </a:ext>
            </a:extLst>
          </p:cNvPr>
          <p:cNvGraphicFramePr>
            <a:graphicFrameLocks noGrp="1"/>
          </p:cNvGraphicFramePr>
          <p:nvPr>
            <p:extLst>
              <p:ext uri="{D42A27DB-BD31-4B8C-83A1-F6EECF244321}">
                <p14:modId xmlns:p14="http://schemas.microsoft.com/office/powerpoint/2010/main" val="4159085638"/>
              </p:ext>
            </p:extLst>
          </p:nvPr>
        </p:nvGraphicFramePr>
        <p:xfrm>
          <a:off x="6456363" y="3933057"/>
          <a:ext cx="5278438" cy="2225040"/>
        </p:xfrm>
        <a:graphic>
          <a:graphicData uri="http://schemas.openxmlformats.org/drawingml/2006/table">
            <a:tbl>
              <a:tblPr firstRow="1" bandRow="1">
                <a:tableStyleId>{D27102A9-8310-4765-A935-A1911B00CA55}</a:tableStyleId>
              </a:tblPr>
              <a:tblGrid>
                <a:gridCol w="2663973">
                  <a:extLst>
                    <a:ext uri="{9D8B030D-6E8A-4147-A177-3AD203B41FA5}">
                      <a16:colId xmlns:a16="http://schemas.microsoft.com/office/drawing/2014/main" val="1770802270"/>
                    </a:ext>
                  </a:extLst>
                </a:gridCol>
                <a:gridCol w="2614465">
                  <a:extLst>
                    <a:ext uri="{9D8B030D-6E8A-4147-A177-3AD203B41FA5}">
                      <a16:colId xmlns:a16="http://schemas.microsoft.com/office/drawing/2014/main" val="112594878"/>
                    </a:ext>
                  </a:extLst>
                </a:gridCol>
              </a:tblGrid>
              <a:tr h="394860">
                <a:tc gridSpan="2">
                  <a:txBody>
                    <a:bodyPr/>
                    <a:lstStyle/>
                    <a:p>
                      <a:pPr algn="ctr"/>
                      <a:r>
                        <a:rPr lang="en-US" sz="2000" dirty="0">
                          <a:solidFill>
                            <a:srgbClr val="002F5F"/>
                          </a:solidFill>
                        </a:rPr>
                        <a:t>Strategies and Tactics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US" sz="2000" dirty="0">
                        <a:solidFill>
                          <a:srgbClr val="002F5F"/>
                        </a:solidFill>
                      </a:endParaRPr>
                    </a:p>
                  </a:txBody>
                  <a:tcPr anchor="ctr">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831296916"/>
                  </a:ext>
                </a:extLst>
              </a:tr>
              <a:tr h="276195">
                <a:tc>
                  <a:txBody>
                    <a:bodyPr/>
                    <a:lstStyle/>
                    <a:p>
                      <a:pPr algn="ctr"/>
                      <a:r>
                        <a:rPr lang="en-US" sz="1400" b="1" dirty="0">
                          <a:solidFill>
                            <a:schemeClr val="bg1"/>
                          </a:solidFill>
                        </a:rPr>
                        <a:t>Strategy</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sz="1400" b="1" dirty="0">
                          <a:solidFill>
                            <a:schemeClr val="bg1"/>
                          </a:solidFill>
                        </a:rPr>
                        <a:t>Tactic</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83291681"/>
                  </a:ext>
                </a:extLst>
              </a:tr>
              <a:tr h="2761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tc>
                  <a:txBody>
                    <a:bodyPr/>
                    <a:lstStyle/>
                    <a:p>
                      <a:pPr algn="ctr"/>
                      <a:endParaRPr 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extLst>
                  <a:ext uri="{0D108BD9-81ED-4DB2-BD59-A6C34878D82A}">
                    <a16:rowId xmlns:a16="http://schemas.microsoft.com/office/drawing/2014/main" val="691326698"/>
                  </a:ext>
                </a:extLst>
              </a:tr>
              <a:tr h="2761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82117432"/>
                  </a:ext>
                </a:extLst>
              </a:tr>
              <a:tr h="2761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tc>
                  <a:txBody>
                    <a:bodyPr/>
                    <a:lstStyle/>
                    <a:p>
                      <a:pPr algn="ctr"/>
                      <a:endParaRPr 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extLst>
                  <a:ext uri="{0D108BD9-81ED-4DB2-BD59-A6C34878D82A}">
                    <a16:rowId xmlns:a16="http://schemas.microsoft.com/office/drawing/2014/main" val="469634188"/>
                  </a:ext>
                </a:extLst>
              </a:tr>
              <a:tr h="2761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1891319"/>
                  </a:ext>
                </a:extLst>
              </a:tr>
              <a:tr h="2761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tc>
                  <a:txBody>
                    <a:bodyPr/>
                    <a:lstStyle/>
                    <a:p>
                      <a:pPr algn="ctr"/>
                      <a:endParaRPr 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alpha val="20000"/>
                      </a:schemeClr>
                    </a:solidFill>
                  </a:tcPr>
                </a:tc>
                <a:extLst>
                  <a:ext uri="{0D108BD9-81ED-4DB2-BD59-A6C34878D82A}">
                    <a16:rowId xmlns:a16="http://schemas.microsoft.com/office/drawing/2014/main" val="689055443"/>
                  </a:ext>
                </a:extLst>
              </a:tr>
            </a:tbl>
          </a:graphicData>
        </a:graphic>
      </p:graphicFrame>
    </p:spTree>
    <p:extLst>
      <p:ext uri="{BB962C8B-B14F-4D97-AF65-F5344CB8AC3E}">
        <p14:creationId xmlns:p14="http://schemas.microsoft.com/office/powerpoint/2010/main" val="34186076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B803708-65D0-456F-B7E8-BD14CC219738}"/>
              </a:ext>
            </a:extLst>
          </p:cNvPr>
          <p:cNvSpPr/>
          <p:nvPr/>
        </p:nvSpPr>
        <p:spPr bwMode="auto">
          <a:xfrm>
            <a:off x="399679" y="1268760"/>
            <a:ext cx="5399980" cy="2232248"/>
          </a:xfrm>
          <a:prstGeom prst="roundRect">
            <a:avLst>
              <a:gd name="adj" fmla="val 5423"/>
            </a:avLst>
          </a:prstGeom>
          <a:solidFill>
            <a:schemeClr val="bg1">
              <a:alpha val="10000"/>
            </a:schemeClr>
          </a:solidFill>
          <a:ln w="12700">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 name="Title 1"/>
          <p:cNvSpPr>
            <a:spLocks noGrp="1"/>
          </p:cNvSpPr>
          <p:nvPr>
            <p:ph type="title"/>
          </p:nvPr>
        </p:nvSpPr>
        <p:spPr>
          <a:xfrm>
            <a:off x="407988" y="548680"/>
            <a:ext cx="6264076" cy="492443"/>
          </a:xfrm>
        </p:spPr>
        <p:txBody>
          <a:bodyPr wrap="square" anchor="t">
            <a:spAutoFit/>
          </a:bodyPr>
          <a:lstStyle/>
          <a:p>
            <a:r>
              <a:rPr lang="en-GB" dirty="0"/>
              <a:t>Incident Action Plans</a:t>
            </a:r>
          </a:p>
        </p:txBody>
      </p:sp>
      <p:sp>
        <p:nvSpPr>
          <p:cNvPr id="2055" name="Date Placeholder 2">
            <a:extLst>
              <a:ext uri="{FF2B5EF4-FFF2-40B4-BE49-F238E27FC236}">
                <a16:creationId xmlns:a16="http://schemas.microsoft.com/office/drawing/2014/main" id="{8936CA82-F358-D433-DCD2-2152824BD282}"/>
              </a:ext>
            </a:extLst>
          </p:cNvPr>
          <p:cNvSpPr>
            <a:spLocks noGrp="1"/>
          </p:cNvSpPr>
          <p:nvPr>
            <p:ph type="dt" sz="half" idx="10"/>
          </p:nvPr>
        </p:nvSpPr>
        <p:spPr>
          <a:xfrm>
            <a:off x="911424" y="6381328"/>
            <a:ext cx="1224136" cy="143296"/>
          </a:xfrm>
        </p:spPr>
        <p:txBody>
          <a:bodyPr/>
          <a:lstStyle/>
          <a:p>
            <a:pPr>
              <a:spcAft>
                <a:spcPts val="600"/>
              </a:spcAft>
            </a:pPr>
            <a:fld id="{8C9DF63D-ED94-46E4-B158-9F8CBCEFFBAF}" type="datetime3">
              <a:rPr lang="en-US" smtClean="0"/>
              <a:pPr>
                <a:spcAft>
                  <a:spcPts val="600"/>
                </a:spcAft>
              </a:pPr>
              <a:t>1 October 2026</a:t>
            </a:fld>
            <a:endParaRPr lang="en-US" dirty="0"/>
          </a:p>
        </p:txBody>
      </p:sp>
      <p:sp>
        <p:nvSpPr>
          <p:cNvPr id="2059" name="Slide Number Placeholder 4">
            <a:extLst>
              <a:ext uri="{FF2B5EF4-FFF2-40B4-BE49-F238E27FC236}">
                <a16:creationId xmlns:a16="http://schemas.microsoft.com/office/drawing/2014/main" id="{9A57C304-9B69-78CF-A545-B666EA7A38AD}"/>
              </a:ext>
            </a:extLst>
          </p:cNvPr>
          <p:cNvSpPr>
            <a:spLocks noGrp="1"/>
          </p:cNvSpPr>
          <p:nvPr>
            <p:ph type="sldNum" sz="quarter" idx="12"/>
          </p:nvPr>
        </p:nvSpPr>
        <p:spPr>
          <a:xfrm>
            <a:off x="407988" y="6381328"/>
            <a:ext cx="359420" cy="143296"/>
          </a:xfrm>
        </p:spPr>
        <p:txBody>
          <a:bodyPr/>
          <a:lstStyle/>
          <a:p>
            <a:pPr>
              <a:spcAft>
                <a:spcPts val="600"/>
              </a:spcAft>
            </a:pPr>
            <a:fld id="{5B16D1FE-3A35-41BA-8EBE-413702045235}" type="slidenum">
              <a:rPr lang="en-US" smtClean="0"/>
              <a:pPr>
                <a:spcAft>
                  <a:spcPts val="600"/>
                </a:spcAft>
              </a:pPr>
              <a:t>18</a:t>
            </a:fld>
            <a:endParaRPr lang="en-US"/>
          </a:p>
        </p:txBody>
      </p:sp>
      <p:sp>
        <p:nvSpPr>
          <p:cNvPr id="3" name="Rectangle: Rounded Corners 2">
            <a:extLst>
              <a:ext uri="{FF2B5EF4-FFF2-40B4-BE49-F238E27FC236}">
                <a16:creationId xmlns:a16="http://schemas.microsoft.com/office/drawing/2014/main" id="{518C8EA8-3945-4EC2-B553-FF7EDF883FAA}"/>
              </a:ext>
            </a:extLst>
          </p:cNvPr>
          <p:cNvSpPr/>
          <p:nvPr/>
        </p:nvSpPr>
        <p:spPr bwMode="auto">
          <a:xfrm>
            <a:off x="531213" y="1412776"/>
            <a:ext cx="5136912" cy="432048"/>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4" name="TextBox 23">
            <a:extLst>
              <a:ext uri="{FF2B5EF4-FFF2-40B4-BE49-F238E27FC236}">
                <a16:creationId xmlns:a16="http://schemas.microsoft.com/office/drawing/2014/main" id="{DD719C7E-79E9-4532-87E0-7F418FD15DCF}"/>
              </a:ext>
            </a:extLst>
          </p:cNvPr>
          <p:cNvSpPr txBox="1"/>
          <p:nvPr/>
        </p:nvSpPr>
        <p:spPr>
          <a:xfrm>
            <a:off x="1947541" y="1444134"/>
            <a:ext cx="2304256" cy="369332"/>
          </a:xfrm>
          <a:prstGeom prst="rect">
            <a:avLst/>
          </a:prstGeom>
          <a:noFill/>
        </p:spPr>
        <p:txBody>
          <a:bodyPr wrap="square" anchor="ctr">
            <a:spAutoFit/>
          </a:bodyPr>
          <a:lstStyle/>
          <a:p>
            <a:pPr algn="ctr"/>
            <a:r>
              <a:rPr lang="en-US" b="1" dirty="0">
                <a:solidFill>
                  <a:schemeClr val="bg1"/>
                </a:solidFill>
              </a:rPr>
              <a:t>Responsibility</a:t>
            </a:r>
          </a:p>
        </p:txBody>
      </p:sp>
      <p:sp>
        <p:nvSpPr>
          <p:cNvPr id="25" name="Rectangle: Rounded Corners 24">
            <a:extLst>
              <a:ext uri="{FF2B5EF4-FFF2-40B4-BE49-F238E27FC236}">
                <a16:creationId xmlns:a16="http://schemas.microsoft.com/office/drawing/2014/main" id="{976BD0AF-E2C4-4AF1-91ED-FAF492A0229A}"/>
              </a:ext>
            </a:extLst>
          </p:cNvPr>
          <p:cNvSpPr/>
          <p:nvPr/>
        </p:nvSpPr>
        <p:spPr bwMode="auto">
          <a:xfrm>
            <a:off x="407989" y="3861048"/>
            <a:ext cx="5399980" cy="2232248"/>
          </a:xfrm>
          <a:prstGeom prst="roundRect">
            <a:avLst>
              <a:gd name="adj" fmla="val 5423"/>
            </a:avLst>
          </a:prstGeom>
          <a:solidFill>
            <a:schemeClr val="bg1">
              <a:alpha val="10000"/>
            </a:schemeClr>
          </a:solidFill>
          <a:ln w="12700">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6" name="Rectangle: Rounded Corners 25">
            <a:extLst>
              <a:ext uri="{FF2B5EF4-FFF2-40B4-BE49-F238E27FC236}">
                <a16:creationId xmlns:a16="http://schemas.microsoft.com/office/drawing/2014/main" id="{B09D5FCA-CD81-4450-AD41-221FF855B9DB}"/>
              </a:ext>
            </a:extLst>
          </p:cNvPr>
          <p:cNvSpPr/>
          <p:nvPr/>
        </p:nvSpPr>
        <p:spPr bwMode="auto">
          <a:xfrm>
            <a:off x="539523" y="4005064"/>
            <a:ext cx="5136912" cy="432048"/>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9" name="TextBox 28">
            <a:extLst>
              <a:ext uri="{FF2B5EF4-FFF2-40B4-BE49-F238E27FC236}">
                <a16:creationId xmlns:a16="http://schemas.microsoft.com/office/drawing/2014/main" id="{4245DE31-56A5-433E-8761-6174B32B38C4}"/>
              </a:ext>
            </a:extLst>
          </p:cNvPr>
          <p:cNvSpPr txBox="1"/>
          <p:nvPr/>
        </p:nvSpPr>
        <p:spPr>
          <a:xfrm>
            <a:off x="1955851" y="4036422"/>
            <a:ext cx="2304256" cy="369332"/>
          </a:xfrm>
          <a:prstGeom prst="rect">
            <a:avLst/>
          </a:prstGeom>
          <a:noFill/>
        </p:spPr>
        <p:txBody>
          <a:bodyPr wrap="square" anchor="ctr">
            <a:spAutoFit/>
          </a:bodyPr>
          <a:lstStyle/>
          <a:p>
            <a:pPr algn="ctr"/>
            <a:r>
              <a:rPr lang="en-US" b="1" dirty="0">
                <a:solidFill>
                  <a:schemeClr val="bg1"/>
                </a:solidFill>
              </a:rPr>
              <a:t>Primary Contents</a:t>
            </a:r>
          </a:p>
        </p:txBody>
      </p:sp>
      <p:sp>
        <p:nvSpPr>
          <p:cNvPr id="27" name="TextBox 26">
            <a:extLst>
              <a:ext uri="{FF2B5EF4-FFF2-40B4-BE49-F238E27FC236}">
                <a16:creationId xmlns:a16="http://schemas.microsoft.com/office/drawing/2014/main" id="{BA3B7CFE-5B33-49FF-8177-78975DF739DF}"/>
              </a:ext>
            </a:extLst>
          </p:cNvPr>
          <p:cNvSpPr txBox="1"/>
          <p:nvPr/>
        </p:nvSpPr>
        <p:spPr>
          <a:xfrm>
            <a:off x="1011437" y="2060848"/>
            <a:ext cx="4176464" cy="379078"/>
          </a:xfrm>
          <a:prstGeom prst="rect">
            <a:avLst/>
          </a:prstGeom>
          <a:noFill/>
        </p:spPr>
        <p:txBody>
          <a:bodyPr wrap="square">
            <a:spAutoFit/>
          </a:bodyPr>
          <a:lstStyle/>
          <a:p>
            <a:pPr algn="ctr">
              <a:lnSpc>
                <a:spcPct val="130000"/>
              </a:lnSpc>
            </a:pPr>
            <a:r>
              <a:rPr lang="en-US" sz="1600" dirty="0">
                <a:solidFill>
                  <a:schemeClr val="bg1"/>
                </a:solidFill>
              </a:rPr>
              <a:t>Planning Section</a:t>
            </a:r>
          </a:p>
        </p:txBody>
      </p:sp>
      <p:sp>
        <p:nvSpPr>
          <p:cNvPr id="37" name="TextBox 36">
            <a:extLst>
              <a:ext uri="{FF2B5EF4-FFF2-40B4-BE49-F238E27FC236}">
                <a16:creationId xmlns:a16="http://schemas.microsoft.com/office/drawing/2014/main" id="{573350B9-8053-4732-8E7C-F2EBF394BDD1}"/>
              </a:ext>
            </a:extLst>
          </p:cNvPr>
          <p:cNvSpPr txBox="1"/>
          <p:nvPr/>
        </p:nvSpPr>
        <p:spPr>
          <a:xfrm>
            <a:off x="1019747" y="4581128"/>
            <a:ext cx="4176464" cy="903389"/>
          </a:xfrm>
          <a:prstGeom prst="rect">
            <a:avLst/>
          </a:prstGeom>
          <a:noFill/>
        </p:spPr>
        <p:txBody>
          <a:bodyPr wrap="square">
            <a:spAutoFit/>
          </a:bodyPr>
          <a:lstStyle/>
          <a:p>
            <a:pPr algn="ctr">
              <a:lnSpc>
                <a:spcPct val="130000"/>
              </a:lnSpc>
            </a:pPr>
            <a:r>
              <a:rPr lang="en-US" sz="1400" dirty="0">
                <a:solidFill>
                  <a:schemeClr val="bg1"/>
                </a:solidFill>
              </a:rPr>
              <a:t>Achieve a proactive response by providing guidance to tactical responders on the objectives and priorities for the next operational period (NOP)</a:t>
            </a:r>
          </a:p>
        </p:txBody>
      </p:sp>
      <p:sp>
        <p:nvSpPr>
          <p:cNvPr id="38" name="Rectangle: Rounded Corners 37">
            <a:extLst>
              <a:ext uri="{FF2B5EF4-FFF2-40B4-BE49-F238E27FC236}">
                <a16:creationId xmlns:a16="http://schemas.microsoft.com/office/drawing/2014/main" id="{0C62F52E-AD89-468A-86FD-D51CB6A699A4}"/>
              </a:ext>
            </a:extLst>
          </p:cNvPr>
          <p:cNvSpPr/>
          <p:nvPr/>
        </p:nvSpPr>
        <p:spPr bwMode="auto">
          <a:xfrm>
            <a:off x="6302574" y="1268760"/>
            <a:ext cx="5399980" cy="2232248"/>
          </a:xfrm>
          <a:prstGeom prst="roundRect">
            <a:avLst>
              <a:gd name="adj" fmla="val 5423"/>
            </a:avLst>
          </a:prstGeom>
          <a:solidFill>
            <a:schemeClr val="bg1">
              <a:alpha val="10000"/>
            </a:schemeClr>
          </a:solidFill>
          <a:ln w="12700">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39" name="Rectangle: Rounded Corners 38">
            <a:extLst>
              <a:ext uri="{FF2B5EF4-FFF2-40B4-BE49-F238E27FC236}">
                <a16:creationId xmlns:a16="http://schemas.microsoft.com/office/drawing/2014/main" id="{78238973-1C26-4B97-8384-934AF7761CB8}"/>
              </a:ext>
            </a:extLst>
          </p:cNvPr>
          <p:cNvSpPr/>
          <p:nvPr/>
        </p:nvSpPr>
        <p:spPr bwMode="auto">
          <a:xfrm>
            <a:off x="6434108" y="1412776"/>
            <a:ext cx="5136912" cy="432048"/>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40" name="TextBox 39">
            <a:extLst>
              <a:ext uri="{FF2B5EF4-FFF2-40B4-BE49-F238E27FC236}">
                <a16:creationId xmlns:a16="http://schemas.microsoft.com/office/drawing/2014/main" id="{172D3DDB-DD62-467B-99C0-47DAEAC6259B}"/>
              </a:ext>
            </a:extLst>
          </p:cNvPr>
          <p:cNvSpPr txBox="1"/>
          <p:nvPr/>
        </p:nvSpPr>
        <p:spPr>
          <a:xfrm>
            <a:off x="7850436" y="1444134"/>
            <a:ext cx="2304256" cy="369332"/>
          </a:xfrm>
          <a:prstGeom prst="rect">
            <a:avLst/>
          </a:prstGeom>
          <a:noFill/>
        </p:spPr>
        <p:txBody>
          <a:bodyPr wrap="square" anchor="ctr">
            <a:spAutoFit/>
          </a:bodyPr>
          <a:lstStyle/>
          <a:p>
            <a:pPr algn="ctr"/>
            <a:r>
              <a:rPr lang="en-US" b="1" dirty="0">
                <a:solidFill>
                  <a:schemeClr val="bg1"/>
                </a:solidFill>
              </a:rPr>
              <a:t>Responsibility</a:t>
            </a:r>
          </a:p>
        </p:txBody>
      </p:sp>
      <p:sp>
        <p:nvSpPr>
          <p:cNvPr id="41" name="Rectangle: Rounded Corners 40">
            <a:extLst>
              <a:ext uri="{FF2B5EF4-FFF2-40B4-BE49-F238E27FC236}">
                <a16:creationId xmlns:a16="http://schemas.microsoft.com/office/drawing/2014/main" id="{54ADB2BB-2215-4039-844E-8E6D387E07D4}"/>
              </a:ext>
            </a:extLst>
          </p:cNvPr>
          <p:cNvSpPr/>
          <p:nvPr/>
        </p:nvSpPr>
        <p:spPr bwMode="auto">
          <a:xfrm>
            <a:off x="6310884" y="3861048"/>
            <a:ext cx="5399980" cy="2232248"/>
          </a:xfrm>
          <a:prstGeom prst="roundRect">
            <a:avLst>
              <a:gd name="adj" fmla="val 5423"/>
            </a:avLst>
          </a:prstGeom>
          <a:solidFill>
            <a:schemeClr val="bg1">
              <a:alpha val="10000"/>
            </a:schemeClr>
          </a:solidFill>
          <a:ln w="12700">
            <a:solidFill>
              <a:schemeClr val="bg1">
                <a:alpha val="20000"/>
              </a:schemeClr>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42" name="Rectangle: Rounded Corners 41">
            <a:extLst>
              <a:ext uri="{FF2B5EF4-FFF2-40B4-BE49-F238E27FC236}">
                <a16:creationId xmlns:a16="http://schemas.microsoft.com/office/drawing/2014/main" id="{F0C1807C-2B02-4E1C-BDCA-09BB9D78C0AE}"/>
              </a:ext>
            </a:extLst>
          </p:cNvPr>
          <p:cNvSpPr/>
          <p:nvPr/>
        </p:nvSpPr>
        <p:spPr bwMode="auto">
          <a:xfrm>
            <a:off x="6442418" y="4005064"/>
            <a:ext cx="5136912" cy="432048"/>
          </a:xfrm>
          <a:prstGeom prst="roundRect">
            <a:avLst>
              <a:gd name="adj" fmla="val 10053"/>
            </a:avLst>
          </a:prstGeom>
          <a:solidFill>
            <a:schemeClr val="bg1">
              <a:alpha val="2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43" name="TextBox 42">
            <a:extLst>
              <a:ext uri="{FF2B5EF4-FFF2-40B4-BE49-F238E27FC236}">
                <a16:creationId xmlns:a16="http://schemas.microsoft.com/office/drawing/2014/main" id="{7ABB2D8C-D032-4B9A-9446-90AF4076E1F3}"/>
              </a:ext>
            </a:extLst>
          </p:cNvPr>
          <p:cNvSpPr txBox="1"/>
          <p:nvPr/>
        </p:nvSpPr>
        <p:spPr>
          <a:xfrm>
            <a:off x="7858746" y="4036422"/>
            <a:ext cx="2304256" cy="369332"/>
          </a:xfrm>
          <a:prstGeom prst="rect">
            <a:avLst/>
          </a:prstGeom>
          <a:noFill/>
        </p:spPr>
        <p:txBody>
          <a:bodyPr wrap="square" anchor="ctr">
            <a:spAutoFit/>
          </a:bodyPr>
          <a:lstStyle/>
          <a:p>
            <a:pPr algn="ctr"/>
            <a:r>
              <a:rPr lang="en-US" b="1" dirty="0">
                <a:solidFill>
                  <a:schemeClr val="bg1"/>
                </a:solidFill>
              </a:rPr>
              <a:t>Process</a:t>
            </a:r>
          </a:p>
        </p:txBody>
      </p:sp>
      <p:sp>
        <p:nvSpPr>
          <p:cNvPr id="44" name="TextBox 43">
            <a:extLst>
              <a:ext uri="{FF2B5EF4-FFF2-40B4-BE49-F238E27FC236}">
                <a16:creationId xmlns:a16="http://schemas.microsoft.com/office/drawing/2014/main" id="{276E3C6A-A7EC-4481-BF6C-76AF662BC491}"/>
              </a:ext>
            </a:extLst>
          </p:cNvPr>
          <p:cNvSpPr txBox="1"/>
          <p:nvPr/>
        </p:nvSpPr>
        <p:spPr>
          <a:xfrm>
            <a:off x="6436520" y="2060848"/>
            <a:ext cx="5132088" cy="699166"/>
          </a:xfrm>
          <a:prstGeom prst="rect">
            <a:avLst/>
          </a:prstGeom>
          <a:noFill/>
        </p:spPr>
        <p:txBody>
          <a:bodyPr wrap="square">
            <a:spAutoFit/>
          </a:bodyPr>
          <a:lstStyle/>
          <a:p>
            <a:pPr algn="ctr">
              <a:lnSpc>
                <a:spcPct val="130000"/>
              </a:lnSpc>
            </a:pPr>
            <a:r>
              <a:rPr lang="en-US" sz="1600" dirty="0">
                <a:solidFill>
                  <a:schemeClr val="bg1"/>
                </a:solidFill>
              </a:rPr>
              <a:t>Objectives and priorities for next operational period</a:t>
            </a:r>
          </a:p>
          <a:p>
            <a:pPr algn="ctr">
              <a:lnSpc>
                <a:spcPct val="130000"/>
              </a:lnSpc>
            </a:pPr>
            <a:r>
              <a:rPr lang="en-US" sz="1600" dirty="0">
                <a:solidFill>
                  <a:schemeClr val="bg1"/>
                </a:solidFill>
              </a:rPr>
              <a:t>Field Assignments for next operational period</a:t>
            </a:r>
          </a:p>
        </p:txBody>
      </p:sp>
      <p:sp>
        <p:nvSpPr>
          <p:cNvPr id="45" name="TextBox 44">
            <a:extLst>
              <a:ext uri="{FF2B5EF4-FFF2-40B4-BE49-F238E27FC236}">
                <a16:creationId xmlns:a16="http://schemas.microsoft.com/office/drawing/2014/main" id="{38660E6F-7B5F-4D52-9F4E-4E4181ECDC07}"/>
              </a:ext>
            </a:extLst>
          </p:cNvPr>
          <p:cNvSpPr txBox="1"/>
          <p:nvPr/>
        </p:nvSpPr>
        <p:spPr>
          <a:xfrm>
            <a:off x="6922642" y="4581128"/>
            <a:ext cx="4176464" cy="1183466"/>
          </a:xfrm>
          <a:prstGeom prst="rect">
            <a:avLst/>
          </a:prstGeom>
          <a:noFill/>
        </p:spPr>
        <p:txBody>
          <a:bodyPr wrap="square">
            <a:spAutoFit/>
          </a:bodyPr>
          <a:lstStyle/>
          <a:p>
            <a:pPr algn="ctr">
              <a:lnSpc>
                <a:spcPct val="130000"/>
              </a:lnSpc>
            </a:pPr>
            <a:r>
              <a:rPr lang="en-US" sz="1400" dirty="0">
                <a:solidFill>
                  <a:schemeClr val="bg1"/>
                </a:solidFill>
              </a:rPr>
              <a:t>Define Tactical Objectives and priorities</a:t>
            </a:r>
          </a:p>
          <a:p>
            <a:pPr algn="ctr">
              <a:lnSpc>
                <a:spcPct val="130000"/>
              </a:lnSpc>
            </a:pPr>
            <a:r>
              <a:rPr lang="en-US" sz="1400" dirty="0">
                <a:solidFill>
                  <a:schemeClr val="bg1"/>
                </a:solidFill>
              </a:rPr>
              <a:t>Prepare field assignments</a:t>
            </a:r>
          </a:p>
          <a:p>
            <a:pPr algn="ctr">
              <a:lnSpc>
                <a:spcPct val="130000"/>
              </a:lnSpc>
            </a:pPr>
            <a:r>
              <a:rPr lang="en-US" sz="1400" dirty="0">
                <a:solidFill>
                  <a:schemeClr val="bg1"/>
                </a:solidFill>
              </a:rPr>
              <a:t>Prepare support documents</a:t>
            </a:r>
          </a:p>
          <a:p>
            <a:pPr algn="ctr">
              <a:lnSpc>
                <a:spcPct val="130000"/>
              </a:lnSpc>
            </a:pPr>
            <a:r>
              <a:rPr lang="en-US" sz="1400" dirty="0" err="1">
                <a:solidFill>
                  <a:schemeClr val="bg1"/>
                </a:solidFill>
              </a:rPr>
              <a:t>Finalise</a:t>
            </a:r>
            <a:r>
              <a:rPr lang="en-US" sz="1400" dirty="0">
                <a:solidFill>
                  <a:schemeClr val="bg1"/>
                </a:solidFill>
              </a:rPr>
              <a:t>, approve, and implement plan</a:t>
            </a:r>
          </a:p>
        </p:txBody>
      </p:sp>
    </p:spTree>
    <p:extLst>
      <p:ext uri="{BB962C8B-B14F-4D97-AF65-F5344CB8AC3E}">
        <p14:creationId xmlns:p14="http://schemas.microsoft.com/office/powerpoint/2010/main" val="4484688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CAF1924-E827-46A1-8427-52BDD9B74F5D}"/>
              </a:ext>
            </a:extLst>
          </p:cNvPr>
          <p:cNvSpPr/>
          <p:nvPr/>
        </p:nvSpPr>
        <p:spPr bwMode="auto">
          <a:xfrm>
            <a:off x="6023992" y="0"/>
            <a:ext cx="6168008" cy="6858000"/>
          </a:xfrm>
          <a:custGeom>
            <a:avLst/>
            <a:gdLst>
              <a:gd name="connsiteX0" fmla="*/ 0 w 6168008"/>
              <a:gd name="connsiteY0" fmla="*/ 0 h 6858000"/>
              <a:gd name="connsiteX1" fmla="*/ 6168008 w 6168008"/>
              <a:gd name="connsiteY1" fmla="*/ 0 h 6858000"/>
              <a:gd name="connsiteX2" fmla="*/ 6168008 w 6168008"/>
              <a:gd name="connsiteY2" fmla="*/ 6858000 h 6858000"/>
              <a:gd name="connsiteX3" fmla="*/ 3708421 w 6168008"/>
              <a:gd name="connsiteY3" fmla="*/ 6858000 h 6858000"/>
              <a:gd name="connsiteX4" fmla="*/ 3244555 w 6168008"/>
              <a:gd name="connsiteY4" fmla="*/ 5999657 h 6858000"/>
              <a:gd name="connsiteX5" fmla="*/ 2780688 w 6168008"/>
              <a:gd name="connsiteY5" fmla="*/ 5142904 h 6858000"/>
              <a:gd name="connsiteX6" fmla="*/ 2316821 w 6168008"/>
              <a:gd name="connsiteY6" fmla="*/ 4286151 h 6858000"/>
              <a:gd name="connsiteX7" fmla="*/ 1853792 w 6168008"/>
              <a:gd name="connsiteY7" fmla="*/ 3428603 h 6858000"/>
              <a:gd name="connsiteX8" fmla="*/ 1389926 w 6168008"/>
              <a:gd name="connsiteY8" fmla="*/ 2570260 h 6858000"/>
              <a:gd name="connsiteX9" fmla="*/ 926059 w 6168008"/>
              <a:gd name="connsiteY9" fmla="*/ 1713507 h 6858000"/>
              <a:gd name="connsiteX10" fmla="*/ 462192 w 6168008"/>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68008" h="6858000">
                <a:moveTo>
                  <a:pt x="0" y="0"/>
                </a:moveTo>
                <a:lnTo>
                  <a:pt x="6168008" y="0"/>
                </a:lnTo>
                <a:lnTo>
                  <a:pt x="6168008" y="6858000"/>
                </a:lnTo>
                <a:lnTo>
                  <a:pt x="3708421" y="6858000"/>
                </a:lnTo>
                <a:lnTo>
                  <a:pt x="3244555" y="5999657"/>
                </a:lnTo>
                <a:lnTo>
                  <a:pt x="2780688" y="5142904"/>
                </a:lnTo>
                <a:lnTo>
                  <a:pt x="2316821" y="4286151"/>
                </a:lnTo>
                <a:lnTo>
                  <a:pt x="1853792" y="3428603"/>
                </a:lnTo>
                <a:lnTo>
                  <a:pt x="1389926" y="2570260"/>
                </a:lnTo>
                <a:lnTo>
                  <a:pt x="926059" y="1713507"/>
                </a:lnTo>
                <a:lnTo>
                  <a:pt x="462192" y="856753"/>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pic>
        <p:nvPicPr>
          <p:cNvPr id="18" name="Picture Placeholder 17">
            <a:extLst>
              <a:ext uri="{FF2B5EF4-FFF2-40B4-BE49-F238E27FC236}">
                <a16:creationId xmlns:a16="http://schemas.microsoft.com/office/drawing/2014/main" id="{5B5FF079-8F77-4F1A-BFB2-451F811EFDBD}"/>
              </a:ext>
            </a:extLst>
          </p:cNvPr>
          <p:cNvPicPr>
            <a:picLocks noGrp="1" noChangeAspect="1"/>
          </p:cNvPicPr>
          <p:nvPr>
            <p:ph type="pic" sz="quarter" idx="20"/>
          </p:nvPr>
        </p:nvPicPr>
        <p:blipFill rotWithShape="1">
          <a:blip r:embed="rId3" cstate="screen">
            <a:extLst>
              <a:ext uri="{28A0092B-C50C-407E-A947-70E740481C1C}">
                <a14:useLocalDpi xmlns:a14="http://schemas.microsoft.com/office/drawing/2010/main"/>
              </a:ext>
            </a:extLst>
          </a:blip>
          <a:srcRect/>
          <a:stretch/>
        </p:blipFill>
        <p:spPr>
          <a:xfrm>
            <a:off x="6207125" y="0"/>
            <a:ext cx="5984875" cy="6858000"/>
          </a:xfrm>
        </p:spPr>
      </p:pic>
      <p:sp>
        <p:nvSpPr>
          <p:cNvPr id="6" name="Date Placeholder 5">
            <a:extLst>
              <a:ext uri="{FF2B5EF4-FFF2-40B4-BE49-F238E27FC236}">
                <a16:creationId xmlns:a16="http://schemas.microsoft.com/office/drawing/2014/main" id="{9F6C1A47-F4FA-416B-9587-70CB4CD4555E}"/>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70FFB4D4-D923-4255-9C8F-C05ABE03086C}"/>
              </a:ext>
            </a:extLst>
          </p:cNvPr>
          <p:cNvSpPr>
            <a:spLocks noGrp="1"/>
          </p:cNvSpPr>
          <p:nvPr>
            <p:ph type="sldNum" sz="quarter" idx="12"/>
          </p:nvPr>
        </p:nvSpPr>
        <p:spPr/>
        <p:txBody>
          <a:bodyPr/>
          <a:lstStyle/>
          <a:p>
            <a:fld id="{5B16D1FE-3A35-41BA-8EBE-413702045235}" type="slidenum">
              <a:rPr lang="en-US" smtClean="0"/>
              <a:pPr/>
              <a:t>19</a:t>
            </a:fld>
            <a:endParaRPr lang="en-US" dirty="0"/>
          </a:p>
        </p:txBody>
      </p:sp>
      <p:sp>
        <p:nvSpPr>
          <p:cNvPr id="9" name="Title 8">
            <a:extLst>
              <a:ext uri="{FF2B5EF4-FFF2-40B4-BE49-F238E27FC236}">
                <a16:creationId xmlns:a16="http://schemas.microsoft.com/office/drawing/2014/main" id="{9D015E64-EE1B-43D5-A2EE-A1FC1A2A5066}"/>
              </a:ext>
            </a:extLst>
          </p:cNvPr>
          <p:cNvSpPr>
            <a:spLocks noGrp="1"/>
          </p:cNvSpPr>
          <p:nvPr>
            <p:ph type="ctrTitle"/>
          </p:nvPr>
        </p:nvSpPr>
        <p:spPr>
          <a:xfrm>
            <a:off x="407988" y="3717032"/>
            <a:ext cx="6912148" cy="1218795"/>
          </a:xfrm>
        </p:spPr>
        <p:txBody>
          <a:bodyPr wrap="square">
            <a:spAutoFit/>
          </a:bodyPr>
          <a:lstStyle/>
          <a:p>
            <a:r>
              <a:rPr lang="en-US" sz="4400" dirty="0"/>
              <a:t>What does a successful response look like?</a:t>
            </a:r>
          </a:p>
        </p:txBody>
      </p:sp>
      <p:sp>
        <p:nvSpPr>
          <p:cNvPr id="10" name="Subtitle 9">
            <a:extLst>
              <a:ext uri="{FF2B5EF4-FFF2-40B4-BE49-F238E27FC236}">
                <a16:creationId xmlns:a16="http://schemas.microsoft.com/office/drawing/2014/main" id="{E0C5DA59-882D-4D90-9CD1-9446E2B81C3A}"/>
              </a:ext>
            </a:extLst>
          </p:cNvPr>
          <p:cNvSpPr>
            <a:spLocks noGrp="1"/>
          </p:cNvSpPr>
          <p:nvPr>
            <p:ph type="subTitle" idx="1"/>
          </p:nvPr>
        </p:nvSpPr>
        <p:spPr>
          <a:xfrm>
            <a:off x="407988" y="5594657"/>
            <a:ext cx="5688012" cy="307777"/>
          </a:xfrm>
        </p:spPr>
        <p:txBody>
          <a:bodyPr>
            <a:spAutoFit/>
          </a:bodyPr>
          <a:lstStyle/>
          <a:p>
            <a:r>
              <a:rPr lang="en-US" sz="2000" dirty="0"/>
              <a:t>List bullet points</a:t>
            </a:r>
          </a:p>
        </p:txBody>
      </p:sp>
    </p:spTree>
    <p:extLst>
      <p:ext uri="{BB962C8B-B14F-4D97-AF65-F5344CB8AC3E}">
        <p14:creationId xmlns:p14="http://schemas.microsoft.com/office/powerpoint/2010/main" val="25163142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lamor">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solidFill>
        <a:ln>
          <a:noFill/>
        </a:ln>
      </a:spPr>
      <a:bodyPr vert="horz" wrap="square" lIns="91440" tIns="45720" rIns="91440" bIns="45720" numCol="1" rtlCol="0" anchor="t" anchorCtr="0" compatLnSpc="1">
        <a:prstTxWarp prst="textNoShape">
          <a:avLst/>
        </a:prstTxWarp>
      </a:bodyPr>
      <a:lstStyle>
        <a:defPPr algn="ctr">
          <a:defRPr/>
        </a:defPPr>
      </a:lst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solidFill>
              <a:schemeClr val="accent2"/>
            </a:solidFill>
          </a:defRPr>
        </a:defPPr>
      </a:lstStyle>
    </a:txDef>
  </a:objectDefaults>
  <a:extraClrSchemeLst/>
  <a:extLst>
    <a:ext uri="{05A4C25C-085E-4340-85A3-A5531E510DB2}">
      <thm15:themeFamily xmlns:thm15="http://schemas.microsoft.com/office/thememl/2012/main" name="lamor_sample.potx" id="{0866E240-CAF8-4C92-8E7B-1EC790D68361}" vid="{AF030CEB-CB20-44A5-94FC-316307E112C5}"/>
    </a:ext>
  </a:extLst>
</a:theme>
</file>

<file path=ppt/theme/theme2.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dc8e53c-ea3d-41cd-8c60-25d5239dfb64" xsi:nil="true"/>
    <lcf76f155ced4ddcb4097134ff3c332f xmlns="f0436948-a84c-4eca-b610-55dcc70f19ac">
      <Terms xmlns="http://schemas.microsoft.com/office/infopath/2007/PartnerControls"/>
    </lcf76f155ced4ddcb4097134ff3c332f>
    <MigrationWizIdVersion xmlns="f0436948-a84c-4eca-b610-55dcc70f19ac" xsi:nil="true"/>
    <MigrationWizIdPermissions xmlns="f0436948-a84c-4eca-b610-55dcc70f19ac" xsi:nil="true"/>
    <MigrationWizId xmlns="f0436948-a84c-4eca-b610-55dcc70f19a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CF62CD321841A42A9E7421C52D774D4" ma:contentTypeVersion="18" ma:contentTypeDescription="Create a new document." ma:contentTypeScope="" ma:versionID="3e43966c63210ab09c9b558ee6cd8d05">
  <xsd:schema xmlns:xsd="http://www.w3.org/2001/XMLSchema" xmlns:xs="http://www.w3.org/2001/XMLSchema" xmlns:p="http://schemas.microsoft.com/office/2006/metadata/properties" xmlns:ns2="f0436948-a84c-4eca-b610-55dcc70f19ac" xmlns:ns3="9dc8e53c-ea3d-41cd-8c60-25d5239dfb64" targetNamespace="http://schemas.microsoft.com/office/2006/metadata/properties" ma:root="true" ma:fieldsID="e35ea1581cfccd9461f237ead91bca45" ns2:_="" ns3:_="">
    <xsd:import namespace="f0436948-a84c-4eca-b610-55dcc70f19ac"/>
    <xsd:import namespace="9dc8e53c-ea3d-41cd-8c60-25d5239dfb64"/>
    <xsd:element name="properties">
      <xsd:complexType>
        <xsd:sequence>
          <xsd:element name="documentManagement">
            <xsd:complexType>
              <xsd:all>
                <xsd:element ref="ns2:MigrationWizId" minOccurs="0"/>
                <xsd:element ref="ns2:MigrationWizIdPermissions" minOccurs="0"/>
                <xsd:element ref="ns2:MigrationWizIdVersion" minOccurs="0"/>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36948-a84c-4eca-b610-55dcc70f19a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73844e6-26ab-4283-9ac6-416b1f24dba7"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c8e53c-ea3d-41cd-8c60-25d5239dfb6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d703df-f07d-4cc1-bd71-ce67e06ab0d8}" ma:internalName="TaxCatchAll" ma:showField="CatchAllData" ma:web="9dc8e53c-ea3d-41cd-8c60-25d5239dfb64">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572B84-74A4-4065-91F7-DAC5816A0FAF}">
  <ds:schemaRefs>
    <ds:schemaRef ds:uri="http://schemas.microsoft.com/sharepoint/v3/contenttype/forms"/>
  </ds:schemaRefs>
</ds:datastoreItem>
</file>

<file path=customXml/itemProps2.xml><?xml version="1.0" encoding="utf-8"?>
<ds:datastoreItem xmlns:ds="http://schemas.openxmlformats.org/officeDocument/2006/customXml" ds:itemID="{D86B585C-57F7-4F3A-87D1-541AC39487FA}">
  <ds:schemaRefs>
    <ds:schemaRef ds:uri="http://www.w3.org/XML/1998/namespace"/>
    <ds:schemaRef ds:uri="http://purl.org/dc/elements/1.1/"/>
    <ds:schemaRef ds:uri="http://purl.org/dc/dcmitype/"/>
    <ds:schemaRef ds:uri="http://schemas.microsoft.com/office/2006/documentManagement/types"/>
    <ds:schemaRef ds:uri="http://schemas.microsoft.com/office/2006/metadata/properties"/>
    <ds:schemaRef ds:uri="ba5010ef-ae1a-4af1-8e9b-a12178645b61"/>
    <ds:schemaRef ds:uri="9dc8e53c-ea3d-41cd-8c60-25d5239dfb64"/>
    <ds:schemaRef ds:uri="http://purl.org/dc/terms/"/>
    <ds:schemaRef ds:uri="http://schemas.microsoft.com/office/infopath/2007/PartnerControls"/>
    <ds:schemaRef ds:uri="http://schemas.openxmlformats.org/package/2006/metadata/core-properties"/>
    <ds:schemaRef ds:uri="f0436948-a84c-4eca-b610-55dcc70f19ac"/>
  </ds:schemaRefs>
</ds:datastoreItem>
</file>

<file path=customXml/itemProps3.xml><?xml version="1.0" encoding="utf-8"?>
<ds:datastoreItem xmlns:ds="http://schemas.openxmlformats.org/officeDocument/2006/customXml" ds:itemID="{16AF0FCD-33CA-451E-9863-A55A51C8C7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436948-a84c-4eca-b610-55dcc70f19ac"/>
    <ds:schemaRef ds:uri="9dc8e53c-ea3d-41cd-8c60-25d5239dfb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lamor_sample</Template>
  <TotalTime>1482</TotalTime>
  <Words>1795</Words>
  <Application>Microsoft Macintosh PowerPoint</Application>
  <PresentationFormat>Widescreen</PresentationFormat>
  <Paragraphs>188</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lamor</vt:lpstr>
      <vt:lpstr>Managing a Response</vt:lpstr>
      <vt:lpstr>Managing a Response</vt:lpstr>
      <vt:lpstr>PowerPoint Presentation</vt:lpstr>
      <vt:lpstr>PowerPoint Presentation</vt:lpstr>
      <vt:lpstr>PowerPoint Presentation</vt:lpstr>
      <vt:lpstr>PowerPoint Presentation</vt:lpstr>
      <vt:lpstr>What are the principles of ICS/IMS?</vt:lpstr>
      <vt:lpstr>Tier 2 and 3 Response </vt:lpstr>
      <vt:lpstr>Organisation by Function</vt:lpstr>
      <vt:lpstr>PowerPoint Presentation</vt:lpstr>
      <vt:lpstr>IPIECA Guide - IMS</vt:lpstr>
      <vt:lpstr>Tiered Response </vt:lpstr>
      <vt:lpstr>Reactive Vs. Proactive Response</vt:lpstr>
      <vt:lpstr>SMART Objective Driven Response </vt:lpstr>
      <vt:lpstr>Response Principles</vt:lpstr>
      <vt:lpstr>Objectives - PEAR</vt:lpstr>
      <vt:lpstr>Strategies + Tactics</vt:lpstr>
      <vt:lpstr>Incident Action Plans</vt:lpstr>
      <vt:lpstr>What does a successful response look like?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heading Arial bold 60pt</dc:title>
  <dc:creator>Pia Hoffren</dc:creator>
  <cp:lastModifiedBy>pekka Eskelinen</cp:lastModifiedBy>
  <cp:revision>130</cp:revision>
  <dcterms:created xsi:type="dcterms:W3CDTF">2023-01-17T08:01:00Z</dcterms:created>
  <dcterms:modified xsi:type="dcterms:W3CDTF">2026-10-01T09:13:47Z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0x0101006533BD2AE748184E95213713DC51845A</vt:lpwstr>
  </property>
  <property fmtid="{D5CDD505-2E9C-101B-9397-08002B2CF9AE}" pid="3" name="MediaServiceImageTags">
    <vt:lpwstr/>
  </property>
</Properties>
</file>