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18"/>
  </p:notesMasterIdLst>
  <p:handoutMasterIdLst>
    <p:handoutMasterId r:id="rId19"/>
  </p:handoutMasterIdLst>
  <p:sldIdLst>
    <p:sldId id="256" r:id="rId5"/>
    <p:sldId id="1267" r:id="rId6"/>
    <p:sldId id="1285" r:id="rId7"/>
    <p:sldId id="1292" r:id="rId8"/>
    <p:sldId id="1278" r:id="rId9"/>
    <p:sldId id="1293" r:id="rId10"/>
    <p:sldId id="1294" r:id="rId11"/>
    <p:sldId id="1265" r:id="rId12"/>
    <p:sldId id="1290" r:id="rId13"/>
    <p:sldId id="1286" r:id="rId14"/>
    <p:sldId id="1295" r:id="rId15"/>
    <p:sldId id="1296" r:id="rId16"/>
    <p:sldId id="1268" r:id="rId17"/>
  </p:sldIdLst>
  <p:sldSz cx="12192000" cy="6858000"/>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6" userDrawn="1">
          <p15:clr>
            <a:srgbClr val="A4A3A4"/>
          </p15:clr>
        </p15:guide>
        <p15:guide id="2" pos="529" userDrawn="1">
          <p15:clr>
            <a:srgbClr val="A4A3A4"/>
          </p15:clr>
        </p15:guide>
        <p15:guide id="3" orient="horz" pos="572" userDrawn="1">
          <p15:clr>
            <a:srgbClr val="A4A3A4"/>
          </p15:clr>
        </p15:guide>
        <p15:guide id="5" pos="347" userDrawn="1">
          <p15:clr>
            <a:srgbClr val="A4A3A4"/>
          </p15:clr>
        </p15:guide>
        <p15:guide id="6" pos="7423">
          <p15:clr>
            <a:srgbClr val="A4A3A4"/>
          </p15:clr>
        </p15:guide>
        <p15:guide id="8" orient="horz" pos="379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F5F"/>
    <a:srgbClr val="5D7CA7"/>
    <a:srgbClr val="115E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D27102A9-8310-4765-A935-A1911B00CA5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76099" autoAdjust="0"/>
  </p:normalViewPr>
  <p:slideViewPr>
    <p:cSldViewPr showGuides="1">
      <p:cViewPr varScale="1">
        <p:scale>
          <a:sx n="87" d="100"/>
          <a:sy n="87" d="100"/>
        </p:scale>
        <p:origin x="1384" y="192"/>
      </p:cViewPr>
      <p:guideLst>
        <p:guide orient="horz" pos="2296"/>
        <p:guide pos="529"/>
        <p:guide orient="horz" pos="572"/>
        <p:guide pos="347"/>
        <p:guide pos="7423"/>
        <p:guide orient="horz" pos="3793"/>
      </p:guideLst>
    </p:cSldViewPr>
  </p:slid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88" d="100"/>
          <a:sy n="88" d="100"/>
        </p:scale>
        <p:origin x="37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BA97F0-C535-54E2-52CF-451585BF85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sz="800"/>
          </a:p>
        </p:txBody>
      </p:sp>
      <p:sp>
        <p:nvSpPr>
          <p:cNvPr id="3" name="Date Placeholder 2">
            <a:extLst>
              <a:ext uri="{FF2B5EF4-FFF2-40B4-BE49-F238E27FC236}">
                <a16:creationId xmlns:a16="http://schemas.microsoft.com/office/drawing/2014/main" id="{3F478C9C-3486-F98A-DC21-32D148DB0E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E9406F-C256-4F86-8DEE-EA6092788017}" type="datetimeFigureOut">
              <a:rPr lang="en-GB" sz="800" smtClean="0"/>
              <a:t>01/10/2026</a:t>
            </a:fld>
            <a:endParaRPr lang="en-GB" sz="800"/>
          </a:p>
        </p:txBody>
      </p:sp>
      <p:sp>
        <p:nvSpPr>
          <p:cNvPr id="4" name="Footer Placeholder 3">
            <a:extLst>
              <a:ext uri="{FF2B5EF4-FFF2-40B4-BE49-F238E27FC236}">
                <a16:creationId xmlns:a16="http://schemas.microsoft.com/office/drawing/2014/main" id="{B85E9154-FB43-41C3-8E58-3A198785EB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sz="800"/>
          </a:p>
        </p:txBody>
      </p:sp>
      <p:sp>
        <p:nvSpPr>
          <p:cNvPr id="5" name="Slide Number Placeholder 4">
            <a:extLst>
              <a:ext uri="{FF2B5EF4-FFF2-40B4-BE49-F238E27FC236}">
                <a16:creationId xmlns:a16="http://schemas.microsoft.com/office/drawing/2014/main" id="{011D832D-C8C9-952F-B222-2E33F8E06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0CE66D-C231-4783-B921-DCF67E74179E}" type="slidenum">
              <a:rPr lang="en-GB" sz="800" smtClean="0"/>
              <a:t>‹#›</a:t>
            </a:fld>
            <a:endParaRPr lang="en-GB" sz="800"/>
          </a:p>
        </p:txBody>
      </p:sp>
    </p:spTree>
    <p:extLst>
      <p:ext uri="{BB962C8B-B14F-4D97-AF65-F5344CB8AC3E}">
        <p14:creationId xmlns:p14="http://schemas.microsoft.com/office/powerpoint/2010/main" val="29176583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8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800"/>
            </a:lvl1pPr>
          </a:lstStyle>
          <a:p>
            <a:fld id="{29549BB7-93A2-4AC2-B945-2C773A501297}" type="datetimeFigureOut">
              <a:rPr lang="en-GB" smtClean="0"/>
              <a:pPr/>
              <a:t>01/10/2026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8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800"/>
            </a:lvl1pPr>
          </a:lstStyle>
          <a:p>
            <a:fld id="{6F2864D0-97CF-41B9-8B2E-A8A368785333}" type="slidenum">
              <a:rPr lang="en-GB" smtClean="0"/>
              <a:pPr/>
              <a:t>‹#›</a:t>
            </a:fld>
            <a:endParaRPr lang="en-GB"/>
          </a:p>
        </p:txBody>
      </p:sp>
    </p:spTree>
    <p:extLst>
      <p:ext uri="{BB962C8B-B14F-4D97-AF65-F5344CB8AC3E}">
        <p14:creationId xmlns:p14="http://schemas.microsoft.com/office/powerpoint/2010/main" val="1440118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1:notes"/>
          <p:cNvSpPr>
            <a:spLocks noGrp="1" noRot="1" noChangeAspect="1"/>
          </p:cNvSpPr>
          <p:nvPr>
            <p:ph type="sldImg" idx="2"/>
          </p:nvPr>
        </p:nvSpPr>
        <p:spPr>
          <a:xfrm>
            <a:off x="-9490075" y="4330700"/>
            <a:ext cx="20789900" cy="11695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 name="Google Shape;539;p1:notes"/>
          <p:cNvSpPr txBox="1">
            <a:spLocks noGrp="1"/>
          </p:cNvSpPr>
          <p:nvPr>
            <p:ph type="body" idx="1"/>
          </p:nvPr>
        </p:nvSpPr>
        <p:spPr>
          <a:xfrm>
            <a:off x="180975" y="16675768"/>
            <a:ext cx="1447800" cy="13643811"/>
          </a:xfrm>
          <a:prstGeom prst="rect">
            <a:avLst/>
          </a:prstGeom>
          <a:noFill/>
          <a:ln>
            <a:noFill/>
          </a:ln>
        </p:spPr>
        <p:txBody>
          <a:bodyPr spcFirstLastPara="1" wrap="square" lIns="91425" tIns="45700" rIns="91425" bIns="45700" anchor="t" anchorCtr="0">
            <a:noAutofit/>
          </a:bodyPr>
          <a:lstStyle/>
          <a:p>
            <a:r>
              <a:t>Welcome to Module 5. This session covers recovery devices used during oil spill response and how to select the most effective option for different scenarios.</a:t>
            </a:r>
          </a:p>
        </p:txBody>
      </p:sp>
      <p:sp>
        <p:nvSpPr>
          <p:cNvPr id="540" name="Google Shape;540;p1:notes"/>
          <p:cNvSpPr txBox="1">
            <a:spLocks noGrp="1"/>
          </p:cNvSpPr>
          <p:nvPr>
            <p:ph type="sldNum" idx="12"/>
          </p:nvPr>
        </p:nvSpPr>
        <p:spPr>
          <a:xfrm>
            <a:off x="1025106" y="32912392"/>
            <a:ext cx="784225" cy="173856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Learning objectives: define a skimmer, understand major skimmer types, explain how they work, and compare their strengths and limitations.</a:t>
            </a:r>
          </a:p>
        </p:txBody>
      </p:sp>
      <p:sp>
        <p:nvSpPr>
          <p:cNvPr id="4" name="Slide Number Placeholder 3"/>
          <p:cNvSpPr>
            <a:spLocks noGrp="1"/>
          </p:cNvSpPr>
          <p:nvPr>
            <p:ph type="sldNum" sz="quarter" idx="5"/>
          </p:nvPr>
        </p:nvSpPr>
        <p:spPr/>
        <p:txBody>
          <a:bodyPr/>
          <a:lstStyle/>
          <a:p>
            <a:fld id="{6F2864D0-97CF-41B9-8B2E-A8A368785333}" type="slidenum">
              <a:rPr lang="en-GB" smtClean="0"/>
              <a:pPr/>
              <a:t>2</a:t>
            </a:fld>
            <a:endParaRPr lang="en-GB"/>
          </a:p>
        </p:txBody>
      </p:sp>
    </p:spTree>
    <p:extLst>
      <p:ext uri="{BB962C8B-B14F-4D97-AF65-F5344CB8AC3E}">
        <p14:creationId xmlns:p14="http://schemas.microsoft.com/office/powerpoint/2010/main" val="3254210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16:notes"/>
          <p:cNvSpPr txBox="1">
            <a:spLocks noGrp="1"/>
          </p:cNvSpPr>
          <p:nvPr>
            <p:ph type="body" idx="1"/>
          </p:nvPr>
        </p:nvSpPr>
        <p:spPr>
          <a:xfrm>
            <a:off x="889000" y="4643438"/>
            <a:ext cx="4891088" cy="4398962"/>
          </a:xfrm>
          <a:prstGeom prst="rect">
            <a:avLst/>
          </a:prstGeom>
        </p:spPr>
        <p:txBody>
          <a:bodyPr spcFirstLastPara="1" wrap="square" lIns="96650" tIns="48325" rIns="96650" bIns="48325" anchor="t" anchorCtr="0">
            <a:noAutofit/>
          </a:bodyPr>
          <a:lstStyle/>
          <a:p>
            <a:r>
              <a:t>Use this discussion slide to assess existing knowledge. Ask participants what they know about oleophilic, weir, vacuum, mechanical, manual recovery and sorbents.</a:t>
            </a:r>
          </a:p>
        </p:txBody>
      </p:sp>
      <p:sp>
        <p:nvSpPr>
          <p:cNvPr id="565" name="Google Shape;565;p16:notes"/>
          <p:cNvSpPr>
            <a:spLocks noGrp="1" noRot="1" noChangeAspect="1"/>
          </p:cNvSpPr>
          <p:nvPr>
            <p:ph type="sldImg" idx="2"/>
          </p:nvPr>
        </p:nvSpPr>
        <p:spPr>
          <a:xfrm>
            <a:off x="76200" y="733425"/>
            <a:ext cx="6516688" cy="3667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Facilitate the group exercise. Each group researches one recovery method and prepares a short sales pitch explaining operation, oil suitability, advantages and disadvantages.</a:t>
            </a:r>
          </a:p>
        </p:txBody>
      </p:sp>
      <p:sp>
        <p:nvSpPr>
          <p:cNvPr id="4" name="Slide Number Placeholder 3"/>
          <p:cNvSpPr>
            <a:spLocks noGrp="1"/>
          </p:cNvSpPr>
          <p:nvPr>
            <p:ph type="sldNum" sz="quarter" idx="5"/>
          </p:nvPr>
        </p:nvSpPr>
        <p:spPr/>
        <p:txBody>
          <a:bodyPr/>
          <a:lstStyle/>
          <a:p>
            <a:fld id="{6F2864D0-97CF-41B9-8B2E-A8A368785333}" type="slidenum">
              <a:rPr lang="en-GB" smtClean="0"/>
              <a:pPr/>
              <a:t>4</a:t>
            </a:fld>
            <a:endParaRPr lang="en-GB"/>
          </a:p>
        </p:txBody>
      </p:sp>
    </p:spTree>
    <p:extLst>
      <p:ext uri="{BB962C8B-B14F-4D97-AF65-F5344CB8AC3E}">
        <p14:creationId xmlns:p14="http://schemas.microsoft.com/office/powerpoint/2010/main" val="874745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Oleophilic skimmers attract oil to brushes, drums or discs. They are highly selective with low water uptake and generally perform best on light to medium oils.</a:t>
            </a:r>
          </a:p>
        </p:txBody>
      </p:sp>
    </p:spTree>
    <p:extLst>
      <p:ext uri="{BB962C8B-B14F-4D97-AF65-F5344CB8AC3E}">
        <p14:creationId xmlns:p14="http://schemas.microsoft.com/office/powerpoint/2010/main" val="3028759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Weir skimmers recover oil by allowing the surface layer to flow over an adjustable weir. They can achieve high throughput but often recover significant amounts of water.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Vacuum skimmers remove oil through suction. They are versatile and can handle many oil viscosities, but operations are labour intensive and often recover large volumes of water.</a:t>
            </a:r>
          </a:p>
        </p:txBody>
      </p:sp>
    </p:spTree>
    <p:extLst>
      <p:ext uri="{BB962C8B-B14F-4D97-AF65-F5344CB8AC3E}">
        <p14:creationId xmlns:p14="http://schemas.microsoft.com/office/powerpoint/2010/main" val="3028759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Mechanical skimmers physically collect thicker layers of oil and can cope with debris. They are commonly used for medium to heavy oils and situations requiring high recovery rates.</a:t>
            </a:r>
          </a:p>
        </p:txBody>
      </p:sp>
      <p:sp>
        <p:nvSpPr>
          <p:cNvPr id="4" name="Slide Number Placeholder 3"/>
          <p:cNvSpPr>
            <a:spLocks noGrp="1"/>
          </p:cNvSpPr>
          <p:nvPr>
            <p:ph type="sldNum" sz="quarter" idx="5"/>
          </p:nvPr>
        </p:nvSpPr>
        <p:spPr/>
        <p:txBody>
          <a:bodyPr/>
          <a:lstStyle/>
          <a:p>
            <a:fld id="{6F2864D0-97CF-41B9-8B2E-A8A368785333}" type="slidenum">
              <a:rPr lang="en-GB" smtClean="0"/>
              <a:pPr/>
              <a:t>8</a:t>
            </a:fld>
            <a:endParaRPr lang="en-GB"/>
          </a:p>
        </p:txBody>
      </p:sp>
    </p:spTree>
    <p:extLst>
      <p:ext uri="{BB962C8B-B14F-4D97-AF65-F5344CB8AC3E}">
        <p14:creationId xmlns:p14="http://schemas.microsoft.com/office/powerpoint/2010/main" val="2022146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Sorbents absorb or adsorb oil and are most useful for small spills and final cleanup. Discuss disposal requirements and waste management considerations.</a:t>
            </a:r>
          </a:p>
        </p:txBody>
      </p:sp>
      <p:sp>
        <p:nvSpPr>
          <p:cNvPr id="4" name="Slide Number Placeholder 3"/>
          <p:cNvSpPr>
            <a:spLocks noGrp="1"/>
          </p:cNvSpPr>
          <p:nvPr>
            <p:ph type="sldNum" sz="quarter" idx="5"/>
          </p:nvPr>
        </p:nvSpPr>
        <p:spPr/>
        <p:txBody>
          <a:bodyPr/>
          <a:lstStyle/>
          <a:p>
            <a:fld id="{6F2864D0-97CF-41B9-8B2E-A8A368785333}" type="slidenum">
              <a:rPr lang="en-GB" smtClean="0"/>
              <a:pPr/>
              <a:t>9</a:t>
            </a:fld>
            <a:endParaRPr lang="en-GB"/>
          </a:p>
        </p:txBody>
      </p:sp>
    </p:spTree>
    <p:extLst>
      <p:ext uri="{BB962C8B-B14F-4D97-AF65-F5344CB8AC3E}">
        <p14:creationId xmlns:p14="http://schemas.microsoft.com/office/powerpoint/2010/main" val="408248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slide. Use this point to answer questions and move to the next section.</a:t>
            </a:r>
          </a:p>
        </p:txBody>
      </p:sp>
      <p:sp>
        <p:nvSpPr>
          <p:cNvPr id="4" name="Slide Number Placeholder 3"/>
          <p:cNvSpPr>
            <a:spLocks noGrp="1"/>
          </p:cNvSpPr>
          <p:nvPr>
            <p:ph type="sldNum" sz="quarter" idx="5"/>
          </p:nvPr>
        </p:nvSpPr>
        <p:spPr/>
        <p:txBody>
          <a:bodyPr/>
          <a:lstStyle/>
          <a:p>
            <a:fld id="{6F2864D0-97CF-41B9-8B2E-A8A368785333}" type="slidenum">
              <a:rPr lang="en-GB" smtClean="0"/>
              <a:pPr/>
              <a:t>10</a:t>
            </a:fld>
            <a:endParaRPr lang="en-GB"/>
          </a:p>
        </p:txBody>
      </p:sp>
    </p:spTree>
    <p:extLst>
      <p:ext uri="{BB962C8B-B14F-4D97-AF65-F5344CB8AC3E}">
        <p14:creationId xmlns:p14="http://schemas.microsoft.com/office/powerpoint/2010/main" val="3071597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Manual recovery is often used on shorelines where access is good. Emphasise workforce management, fatigue, and avoiding unnecessary disturbance of shoreline habitats.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relationship between oil layer thickness and skimmer effectiveness. Different technologies perform better under different conditions.</a:t>
            </a:r>
          </a:p>
        </p:txBody>
      </p:sp>
      <p:sp>
        <p:nvSpPr>
          <p:cNvPr id="4" name="Slide Number Placeholder 3"/>
          <p:cNvSpPr>
            <a:spLocks noGrp="1"/>
          </p:cNvSpPr>
          <p:nvPr>
            <p:ph type="sldNum" sz="quarter" idx="5"/>
          </p:nvPr>
        </p:nvSpPr>
        <p:spPr/>
        <p:txBody>
          <a:bodyPr/>
          <a:lstStyle/>
          <a:p>
            <a:fld id="{6F2864D0-97CF-41B9-8B2E-A8A368785333}" type="slidenum">
              <a:rPr lang="en-GB" smtClean="0"/>
              <a:pPr/>
              <a:t>12</a:t>
            </a:fld>
            <a:endParaRPr lang="en-GB"/>
          </a:p>
        </p:txBody>
      </p:sp>
    </p:spTree>
    <p:extLst>
      <p:ext uri="{BB962C8B-B14F-4D97-AF65-F5344CB8AC3E}">
        <p14:creationId xmlns:p14="http://schemas.microsoft.com/office/powerpoint/2010/main" val="3827807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is no single best skimmer. Selection depends on oil type, sea state, debris levels, accessibility, available resources and response objectives.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Date Placeholder 11">
            <a:extLst>
              <a:ext uri="{FF2B5EF4-FFF2-40B4-BE49-F238E27FC236}">
                <a16:creationId xmlns:a16="http://schemas.microsoft.com/office/drawing/2014/main" id="{73C565E0-416B-C52D-EF18-5867A012649F}"/>
              </a:ext>
            </a:extLst>
          </p:cNvPr>
          <p:cNvSpPr>
            <a:spLocks noGrp="1"/>
          </p:cNvSpPr>
          <p:nvPr>
            <p:ph type="dt" sz="half" idx="10"/>
          </p:nvPr>
        </p:nvSpPr>
        <p:spPr/>
        <p:txBody>
          <a:bodyPr/>
          <a:lstStyle/>
          <a:p>
            <a:fld id="{1044C8F6-0D8D-4815-BB0D-52B7D1F9D66F}" type="datetime3">
              <a:rPr lang="en-US" smtClean="0"/>
              <a:t>1 October 2026</a:t>
            </a:fld>
            <a:endParaRPr lang="en-US" dirty="0"/>
          </a:p>
        </p:txBody>
      </p:sp>
      <p:sp>
        <p:nvSpPr>
          <p:cNvPr id="13" name="Footer Placeholder 12">
            <a:extLst>
              <a:ext uri="{FF2B5EF4-FFF2-40B4-BE49-F238E27FC236}">
                <a16:creationId xmlns:a16="http://schemas.microsoft.com/office/drawing/2014/main" id="{9794333B-7B7F-69A1-88AE-A6815E946B61}"/>
              </a:ext>
            </a:extLst>
          </p:cNvPr>
          <p:cNvSpPr>
            <a:spLocks noGrp="1"/>
          </p:cNvSpPr>
          <p:nvPr>
            <p:ph type="ftr" sz="quarter" idx="11"/>
          </p:nvPr>
        </p:nvSpPr>
        <p:spPr/>
        <p:txBody>
          <a:bodyPr/>
          <a:lstStyle/>
          <a:p>
            <a:endParaRPr lang="en-US" dirty="0"/>
          </a:p>
        </p:txBody>
      </p:sp>
      <p:sp>
        <p:nvSpPr>
          <p:cNvPr id="14" name="Slide Number Placeholder 13">
            <a:extLst>
              <a:ext uri="{FF2B5EF4-FFF2-40B4-BE49-F238E27FC236}">
                <a16:creationId xmlns:a16="http://schemas.microsoft.com/office/drawing/2014/main" id="{11BF0CE3-413E-DD14-662C-17EE97BC1DD2}"/>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6000"/>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7641407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9296418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Light Blue">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6729771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Imag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414881732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p:bg>
      <p:bgPr>
        <a:solidFill>
          <a:schemeClr val="bg2"/>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35CE66AB-A0D7-67AE-380A-53A6F957D1AD}"/>
              </a:ext>
            </a:extLst>
          </p:cNvPr>
          <p:cNvSpPr>
            <a:spLocks noGrp="1"/>
          </p:cNvSpPr>
          <p:nvPr>
            <p:ph type="pic" sz="quarter" idx="14"/>
          </p:nvPr>
        </p:nvSpPr>
        <p:spPr>
          <a:xfrm>
            <a:off x="0" y="1"/>
            <a:ext cx="12192000" cy="6858000"/>
          </a:xfrm>
          <a:solidFill>
            <a:schemeClr val="bg2">
              <a:lumMod val="90000"/>
            </a:schemeClr>
          </a:solidFill>
        </p:spPr>
        <p:txBody>
          <a:bodyPr/>
          <a:lstStyle>
            <a:lvl1pPr>
              <a:defRPr sz="1000"/>
            </a:lvl1pPr>
          </a:lstStyle>
          <a:p>
            <a:r>
              <a:rPr lang="en-US"/>
              <a:t>Click icon to add picture</a:t>
            </a:r>
            <a:endParaRPr lang="en-GB"/>
          </a:p>
        </p:txBody>
      </p:sp>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9" name="Text Placeholder 2">
            <a:extLst>
              <a:ext uri="{FF2B5EF4-FFF2-40B4-BE49-F238E27FC236}">
                <a16:creationId xmlns:a16="http://schemas.microsoft.com/office/drawing/2014/main" id="{9F3673F9-A375-DA91-CA09-A1DF14FF022B}"/>
              </a:ext>
            </a:extLst>
          </p:cNvPr>
          <p:cNvSpPr>
            <a:spLocks noGrp="1"/>
          </p:cNvSpPr>
          <p:nvPr>
            <p:ph type="body" sz="quarter" idx="19"/>
          </p:nvPr>
        </p:nvSpPr>
        <p:spPr>
          <a:xfrm>
            <a:off x="407988" y="576000"/>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35359487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Picture Yellow ">
    <p:bg>
      <p:bgPr>
        <a:solidFill>
          <a:schemeClr val="bg1"/>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accent2"/>
                </a:solidFill>
              </a:defRPr>
            </a:lvl1pPr>
          </a:lstStyle>
          <a:p>
            <a:fld id="{26267213-5B65-4CDC-91D5-D7C44E3C9E26}"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accent2"/>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Picture Placeholder 4">
            <a:extLst>
              <a:ext uri="{FF2B5EF4-FFF2-40B4-BE49-F238E27FC236}">
                <a16:creationId xmlns:a16="http://schemas.microsoft.com/office/drawing/2014/main" id="{C4C18E78-505B-EC69-6A44-6D0AAECBF80F}"/>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212821749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Picture Blue ">
    <p:bg>
      <p:bgPr>
        <a:solidFill>
          <a:schemeClr val="accent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DF219BD-77EA-837C-F8B6-1B25D21F184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bg1"/>
                </a:solidFill>
              </a:defRPr>
            </a:lvl1pPr>
          </a:lstStyle>
          <a:p>
            <a:fld id="{7F256C4A-9AE9-447B-804C-8020AED96F84}" type="datetime3">
              <a:rPr lang="en-US" smtClean="0"/>
              <a:pPr/>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88339703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Picture Light Blue ">
    <p:bg>
      <p:bgPr>
        <a:solidFill>
          <a:schemeClr val="accent6"/>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DF219BD-77EA-837C-F8B6-1B25D21F184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bg1"/>
                </a:solidFill>
              </a:defRPr>
            </a:lvl1pPr>
          </a:lstStyle>
          <a:p>
            <a:fld id="{7F256C4A-9AE9-447B-804C-8020AED96F84}" type="datetime3">
              <a:rPr lang="en-US" smtClean="0"/>
              <a:pPr/>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746227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Picture Yellow 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BFAC6AC-59C1-98F6-B6B8-3A8753CA98B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0F5C3658-A1B0-42A5-860E-7340AE884B96}"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2507045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Picture Blue 2">
    <p:bg>
      <p:bgPr>
        <a:solidFill>
          <a:schemeClr val="accent2"/>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AF8CC41-D441-B2B7-3F22-52E56AEF931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DA183968-61A8-4AD1-B2F5-4ABFC11C7692}"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87996258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Picture Light Blue 2">
    <p:bg>
      <p:bgPr>
        <a:solidFill>
          <a:schemeClr val="accent6"/>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AF8CC41-D441-B2B7-3F22-52E56AEF931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DA183968-61A8-4AD1-B2F5-4ABFC11C7692}"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70147827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07778805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Content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Date Placeholder 6"/>
          <p:cNvSpPr>
            <a:spLocks noGrp="1"/>
          </p:cNvSpPr>
          <p:nvPr>
            <p:ph type="dt" sz="half" idx="10"/>
          </p:nvPr>
        </p:nvSpPr>
        <p:spPr/>
        <p:txBody>
          <a:bodyPr/>
          <a:lstStyle>
            <a:lvl1pPr>
              <a:defRPr>
                <a:solidFill>
                  <a:schemeClr val="bg1"/>
                </a:solidFill>
              </a:defRPr>
            </a:lvl1pPr>
          </a:lstStyle>
          <a:p>
            <a:fld id="{8C9DF63D-ED94-46E4-B158-9F8CBCEFFBAF}"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Freeform 6">
            <a:extLst>
              <a:ext uri="{FF2B5EF4-FFF2-40B4-BE49-F238E27FC236}">
                <a16:creationId xmlns:a16="http://schemas.microsoft.com/office/drawing/2014/main" id="{FECDBB93-3470-DBF3-EA10-F4A9B298A79E}"/>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733667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4" name="Text Placeholder 3">
            <a:extLst>
              <a:ext uri="{FF2B5EF4-FFF2-40B4-BE49-F238E27FC236}">
                <a16:creationId xmlns:a16="http://schemas.microsoft.com/office/drawing/2014/main" id="{0D788389-5703-9E2D-56A5-11DB215EC88B}"/>
              </a:ext>
            </a:extLst>
          </p:cNvPr>
          <p:cNvSpPr>
            <a:spLocks noGrp="1"/>
          </p:cNvSpPr>
          <p:nvPr>
            <p:ph type="body" sz="quarter" idx="13"/>
          </p:nvPr>
        </p:nvSpPr>
        <p:spPr>
          <a:xfrm>
            <a:off x="983433"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1" name="Text Placeholder 10">
            <a:extLst>
              <a:ext uri="{FF2B5EF4-FFF2-40B4-BE49-F238E27FC236}">
                <a16:creationId xmlns:a16="http://schemas.microsoft.com/office/drawing/2014/main" id="{4E560836-3854-58D4-8159-DA168C2F7F05}"/>
              </a:ext>
            </a:extLst>
          </p:cNvPr>
          <p:cNvSpPr>
            <a:spLocks noGrp="1" noChangeAspect="1"/>
          </p:cNvSpPr>
          <p:nvPr>
            <p:ph type="body" sz="quarter" idx="14" hasCustomPrompt="1"/>
          </p:nvPr>
        </p:nvSpPr>
        <p:spPr>
          <a:xfrm>
            <a:off x="383977"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2" name="Text Placeholder 10">
            <a:extLst>
              <a:ext uri="{FF2B5EF4-FFF2-40B4-BE49-F238E27FC236}">
                <a16:creationId xmlns:a16="http://schemas.microsoft.com/office/drawing/2014/main" id="{9AE80D00-0C63-79A0-9D76-1A0A735B580E}"/>
              </a:ext>
            </a:extLst>
          </p:cNvPr>
          <p:cNvSpPr>
            <a:spLocks noGrp="1" noChangeAspect="1"/>
          </p:cNvSpPr>
          <p:nvPr>
            <p:ph type="body" sz="quarter" idx="15" hasCustomPrompt="1"/>
          </p:nvPr>
        </p:nvSpPr>
        <p:spPr>
          <a:xfrm>
            <a:off x="383977"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3" name="Text Placeholder 10">
            <a:extLst>
              <a:ext uri="{FF2B5EF4-FFF2-40B4-BE49-F238E27FC236}">
                <a16:creationId xmlns:a16="http://schemas.microsoft.com/office/drawing/2014/main" id="{8B5CF24B-4B4F-39D2-3D9A-37B67AD9E9A4}"/>
              </a:ext>
            </a:extLst>
          </p:cNvPr>
          <p:cNvSpPr>
            <a:spLocks noGrp="1" noChangeAspect="1"/>
          </p:cNvSpPr>
          <p:nvPr>
            <p:ph type="body" sz="quarter" idx="16" hasCustomPrompt="1"/>
          </p:nvPr>
        </p:nvSpPr>
        <p:spPr>
          <a:xfrm>
            <a:off x="383977"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4" name="Text Placeholder 10">
            <a:extLst>
              <a:ext uri="{FF2B5EF4-FFF2-40B4-BE49-F238E27FC236}">
                <a16:creationId xmlns:a16="http://schemas.microsoft.com/office/drawing/2014/main" id="{EEA76244-10B6-3906-A848-9D3678041FA3}"/>
              </a:ext>
            </a:extLst>
          </p:cNvPr>
          <p:cNvSpPr>
            <a:spLocks noGrp="1" noChangeAspect="1"/>
          </p:cNvSpPr>
          <p:nvPr>
            <p:ph type="body" sz="quarter" idx="17" hasCustomPrompt="1"/>
          </p:nvPr>
        </p:nvSpPr>
        <p:spPr>
          <a:xfrm>
            <a:off x="383977"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5" name="Text Placeholder 10">
            <a:extLst>
              <a:ext uri="{FF2B5EF4-FFF2-40B4-BE49-F238E27FC236}">
                <a16:creationId xmlns:a16="http://schemas.microsoft.com/office/drawing/2014/main" id="{96C25A5E-75E8-EF2B-E3B0-19651E408A53}"/>
              </a:ext>
            </a:extLst>
          </p:cNvPr>
          <p:cNvSpPr>
            <a:spLocks noGrp="1" noChangeAspect="1"/>
          </p:cNvSpPr>
          <p:nvPr>
            <p:ph type="body" sz="quarter" idx="18" hasCustomPrompt="1"/>
          </p:nvPr>
        </p:nvSpPr>
        <p:spPr>
          <a:xfrm>
            <a:off x="383977"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6" name="Text Placeholder 3">
            <a:extLst>
              <a:ext uri="{FF2B5EF4-FFF2-40B4-BE49-F238E27FC236}">
                <a16:creationId xmlns:a16="http://schemas.microsoft.com/office/drawing/2014/main" id="{EB275EE9-C5B8-070A-8BAB-5C781105F904}"/>
              </a:ext>
            </a:extLst>
          </p:cNvPr>
          <p:cNvSpPr>
            <a:spLocks noGrp="1"/>
          </p:cNvSpPr>
          <p:nvPr>
            <p:ph type="body" sz="quarter" idx="19"/>
          </p:nvPr>
        </p:nvSpPr>
        <p:spPr>
          <a:xfrm>
            <a:off x="983433"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7" name="Text Placeholder 3">
            <a:extLst>
              <a:ext uri="{FF2B5EF4-FFF2-40B4-BE49-F238E27FC236}">
                <a16:creationId xmlns:a16="http://schemas.microsoft.com/office/drawing/2014/main" id="{9D9E554E-F9D6-538A-96FF-054CA5AC3F14}"/>
              </a:ext>
            </a:extLst>
          </p:cNvPr>
          <p:cNvSpPr>
            <a:spLocks noGrp="1"/>
          </p:cNvSpPr>
          <p:nvPr>
            <p:ph type="body" sz="quarter" idx="20"/>
          </p:nvPr>
        </p:nvSpPr>
        <p:spPr>
          <a:xfrm>
            <a:off x="983433"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8" name="Text Placeholder 3">
            <a:extLst>
              <a:ext uri="{FF2B5EF4-FFF2-40B4-BE49-F238E27FC236}">
                <a16:creationId xmlns:a16="http://schemas.microsoft.com/office/drawing/2014/main" id="{602B1D12-26E8-2859-B605-5813379AADEE}"/>
              </a:ext>
            </a:extLst>
          </p:cNvPr>
          <p:cNvSpPr>
            <a:spLocks noGrp="1"/>
          </p:cNvSpPr>
          <p:nvPr>
            <p:ph type="body" sz="quarter" idx="21"/>
          </p:nvPr>
        </p:nvSpPr>
        <p:spPr>
          <a:xfrm>
            <a:off x="983433"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9" name="Text Placeholder 3">
            <a:extLst>
              <a:ext uri="{FF2B5EF4-FFF2-40B4-BE49-F238E27FC236}">
                <a16:creationId xmlns:a16="http://schemas.microsoft.com/office/drawing/2014/main" id="{5B33E30F-B74A-24A0-A50C-DDAA3BA080CA}"/>
              </a:ext>
            </a:extLst>
          </p:cNvPr>
          <p:cNvSpPr>
            <a:spLocks noGrp="1"/>
          </p:cNvSpPr>
          <p:nvPr>
            <p:ph type="body" sz="quarter" idx="22"/>
          </p:nvPr>
        </p:nvSpPr>
        <p:spPr>
          <a:xfrm>
            <a:off x="983433"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0" name="Text Placeholder 3">
            <a:extLst>
              <a:ext uri="{FF2B5EF4-FFF2-40B4-BE49-F238E27FC236}">
                <a16:creationId xmlns:a16="http://schemas.microsoft.com/office/drawing/2014/main" id="{ED05F037-DF77-FA13-F526-B4726B8612B1}"/>
              </a:ext>
            </a:extLst>
          </p:cNvPr>
          <p:cNvSpPr>
            <a:spLocks noGrp="1"/>
          </p:cNvSpPr>
          <p:nvPr>
            <p:ph type="body" sz="quarter" idx="23"/>
          </p:nvPr>
        </p:nvSpPr>
        <p:spPr>
          <a:xfrm>
            <a:off x="6815461"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1" name="Text Placeholder 10">
            <a:extLst>
              <a:ext uri="{FF2B5EF4-FFF2-40B4-BE49-F238E27FC236}">
                <a16:creationId xmlns:a16="http://schemas.microsoft.com/office/drawing/2014/main" id="{B6DBCDB3-FB18-FE3C-9330-41839CA8CC55}"/>
              </a:ext>
            </a:extLst>
          </p:cNvPr>
          <p:cNvSpPr>
            <a:spLocks noGrp="1" noChangeAspect="1"/>
          </p:cNvSpPr>
          <p:nvPr>
            <p:ph type="body" sz="quarter" idx="24" hasCustomPrompt="1"/>
          </p:nvPr>
        </p:nvSpPr>
        <p:spPr>
          <a:xfrm>
            <a:off x="6216005"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2" name="Text Placeholder 10">
            <a:extLst>
              <a:ext uri="{FF2B5EF4-FFF2-40B4-BE49-F238E27FC236}">
                <a16:creationId xmlns:a16="http://schemas.microsoft.com/office/drawing/2014/main" id="{B046561C-5E20-A5DA-E429-B8E1E96AF630}"/>
              </a:ext>
            </a:extLst>
          </p:cNvPr>
          <p:cNvSpPr>
            <a:spLocks noGrp="1" noChangeAspect="1"/>
          </p:cNvSpPr>
          <p:nvPr>
            <p:ph type="body" sz="quarter" idx="25" hasCustomPrompt="1"/>
          </p:nvPr>
        </p:nvSpPr>
        <p:spPr>
          <a:xfrm>
            <a:off x="6216005"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3" name="Text Placeholder 10">
            <a:extLst>
              <a:ext uri="{FF2B5EF4-FFF2-40B4-BE49-F238E27FC236}">
                <a16:creationId xmlns:a16="http://schemas.microsoft.com/office/drawing/2014/main" id="{33CA333C-7A78-84A0-6E81-D1E485E51108}"/>
              </a:ext>
            </a:extLst>
          </p:cNvPr>
          <p:cNvSpPr>
            <a:spLocks noGrp="1" noChangeAspect="1"/>
          </p:cNvSpPr>
          <p:nvPr>
            <p:ph type="body" sz="quarter" idx="26" hasCustomPrompt="1"/>
          </p:nvPr>
        </p:nvSpPr>
        <p:spPr>
          <a:xfrm>
            <a:off x="6216005"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4" name="Text Placeholder 10">
            <a:extLst>
              <a:ext uri="{FF2B5EF4-FFF2-40B4-BE49-F238E27FC236}">
                <a16:creationId xmlns:a16="http://schemas.microsoft.com/office/drawing/2014/main" id="{6D5878AF-C28A-2A65-5C99-6E8EEB122BED}"/>
              </a:ext>
            </a:extLst>
          </p:cNvPr>
          <p:cNvSpPr>
            <a:spLocks noGrp="1" noChangeAspect="1"/>
          </p:cNvSpPr>
          <p:nvPr>
            <p:ph type="body" sz="quarter" idx="27" hasCustomPrompt="1"/>
          </p:nvPr>
        </p:nvSpPr>
        <p:spPr>
          <a:xfrm>
            <a:off x="6216005"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5" name="Text Placeholder 10">
            <a:extLst>
              <a:ext uri="{FF2B5EF4-FFF2-40B4-BE49-F238E27FC236}">
                <a16:creationId xmlns:a16="http://schemas.microsoft.com/office/drawing/2014/main" id="{D7AF9EC7-2944-F108-104C-7109692B8819}"/>
              </a:ext>
            </a:extLst>
          </p:cNvPr>
          <p:cNvSpPr>
            <a:spLocks noGrp="1" noChangeAspect="1"/>
          </p:cNvSpPr>
          <p:nvPr>
            <p:ph type="body" sz="quarter" idx="28" hasCustomPrompt="1"/>
          </p:nvPr>
        </p:nvSpPr>
        <p:spPr>
          <a:xfrm>
            <a:off x="6216005"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6" name="Text Placeholder 3">
            <a:extLst>
              <a:ext uri="{FF2B5EF4-FFF2-40B4-BE49-F238E27FC236}">
                <a16:creationId xmlns:a16="http://schemas.microsoft.com/office/drawing/2014/main" id="{21031959-31DA-659C-2444-C8DDC811E7AB}"/>
              </a:ext>
            </a:extLst>
          </p:cNvPr>
          <p:cNvSpPr>
            <a:spLocks noGrp="1"/>
          </p:cNvSpPr>
          <p:nvPr>
            <p:ph type="body" sz="quarter" idx="29"/>
          </p:nvPr>
        </p:nvSpPr>
        <p:spPr>
          <a:xfrm>
            <a:off x="6815461"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7" name="Text Placeholder 3">
            <a:extLst>
              <a:ext uri="{FF2B5EF4-FFF2-40B4-BE49-F238E27FC236}">
                <a16:creationId xmlns:a16="http://schemas.microsoft.com/office/drawing/2014/main" id="{1BEDAB55-5634-74A6-EE65-DB1D8C277AD9}"/>
              </a:ext>
            </a:extLst>
          </p:cNvPr>
          <p:cNvSpPr>
            <a:spLocks noGrp="1"/>
          </p:cNvSpPr>
          <p:nvPr>
            <p:ph type="body" sz="quarter" idx="30"/>
          </p:nvPr>
        </p:nvSpPr>
        <p:spPr>
          <a:xfrm>
            <a:off x="6815461"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8" name="Text Placeholder 3">
            <a:extLst>
              <a:ext uri="{FF2B5EF4-FFF2-40B4-BE49-F238E27FC236}">
                <a16:creationId xmlns:a16="http://schemas.microsoft.com/office/drawing/2014/main" id="{94940853-453D-8FA4-EE59-5FC0C40A98B0}"/>
              </a:ext>
            </a:extLst>
          </p:cNvPr>
          <p:cNvSpPr>
            <a:spLocks noGrp="1"/>
          </p:cNvSpPr>
          <p:nvPr>
            <p:ph type="body" sz="quarter" idx="31"/>
          </p:nvPr>
        </p:nvSpPr>
        <p:spPr>
          <a:xfrm>
            <a:off x="6815461"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9" name="Text Placeholder 3">
            <a:extLst>
              <a:ext uri="{FF2B5EF4-FFF2-40B4-BE49-F238E27FC236}">
                <a16:creationId xmlns:a16="http://schemas.microsoft.com/office/drawing/2014/main" id="{142D727D-7738-A03E-18B3-A3C41E184474}"/>
              </a:ext>
            </a:extLst>
          </p:cNvPr>
          <p:cNvSpPr>
            <a:spLocks noGrp="1"/>
          </p:cNvSpPr>
          <p:nvPr>
            <p:ph type="body" sz="quarter" idx="32"/>
          </p:nvPr>
        </p:nvSpPr>
        <p:spPr>
          <a:xfrm>
            <a:off x="6815461"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Tree>
    <p:extLst>
      <p:ext uri="{BB962C8B-B14F-4D97-AF65-F5344CB8AC3E}">
        <p14:creationId xmlns:p14="http://schemas.microsoft.com/office/powerpoint/2010/main" val="37750213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icture">
    <p:bg>
      <p:bgPr>
        <a:solidFill>
          <a:schemeClr val="bg2"/>
        </a:solidFill>
        <a:effectLst/>
      </p:bgPr>
    </p:bg>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C16098F8-3FAD-BA6F-7BA1-B5B4702D1484}"/>
              </a:ext>
            </a:extLst>
          </p:cNvPr>
          <p:cNvSpPr>
            <a:spLocks noGrp="1"/>
          </p:cNvSpPr>
          <p:nvPr>
            <p:ph type="pic" sz="quarter" idx="23"/>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2" name="Title 1"/>
          <p:cNvSpPr>
            <a:spLocks noGrp="1"/>
          </p:cNvSpPr>
          <p:nvPr>
            <p:ph type="title"/>
          </p:nvPr>
        </p:nvSpPr>
        <p:spPr>
          <a:xfrm>
            <a:off x="407989" y="548680"/>
            <a:ext cx="5543995" cy="1008112"/>
          </a:xfrm>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4" name="Text Placeholder 3">
            <a:extLst>
              <a:ext uri="{FF2B5EF4-FFF2-40B4-BE49-F238E27FC236}">
                <a16:creationId xmlns:a16="http://schemas.microsoft.com/office/drawing/2014/main" id="{0D788389-5703-9E2D-56A5-11DB215EC88B}"/>
              </a:ext>
            </a:extLst>
          </p:cNvPr>
          <p:cNvSpPr>
            <a:spLocks noGrp="1"/>
          </p:cNvSpPr>
          <p:nvPr>
            <p:ph type="body" sz="quarter" idx="13"/>
          </p:nvPr>
        </p:nvSpPr>
        <p:spPr>
          <a:xfrm>
            <a:off x="983433"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1" name="Text Placeholder 10">
            <a:extLst>
              <a:ext uri="{FF2B5EF4-FFF2-40B4-BE49-F238E27FC236}">
                <a16:creationId xmlns:a16="http://schemas.microsoft.com/office/drawing/2014/main" id="{4E560836-3854-58D4-8159-DA168C2F7F05}"/>
              </a:ext>
            </a:extLst>
          </p:cNvPr>
          <p:cNvSpPr>
            <a:spLocks noGrp="1" noChangeAspect="1"/>
          </p:cNvSpPr>
          <p:nvPr>
            <p:ph type="body" sz="quarter" idx="14" hasCustomPrompt="1"/>
          </p:nvPr>
        </p:nvSpPr>
        <p:spPr>
          <a:xfrm>
            <a:off x="383977"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2" name="Text Placeholder 10">
            <a:extLst>
              <a:ext uri="{FF2B5EF4-FFF2-40B4-BE49-F238E27FC236}">
                <a16:creationId xmlns:a16="http://schemas.microsoft.com/office/drawing/2014/main" id="{9AE80D00-0C63-79A0-9D76-1A0A735B580E}"/>
              </a:ext>
            </a:extLst>
          </p:cNvPr>
          <p:cNvSpPr>
            <a:spLocks noGrp="1" noChangeAspect="1"/>
          </p:cNvSpPr>
          <p:nvPr>
            <p:ph type="body" sz="quarter" idx="15" hasCustomPrompt="1"/>
          </p:nvPr>
        </p:nvSpPr>
        <p:spPr>
          <a:xfrm>
            <a:off x="383977"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3" name="Text Placeholder 10">
            <a:extLst>
              <a:ext uri="{FF2B5EF4-FFF2-40B4-BE49-F238E27FC236}">
                <a16:creationId xmlns:a16="http://schemas.microsoft.com/office/drawing/2014/main" id="{8B5CF24B-4B4F-39D2-3D9A-37B67AD9E9A4}"/>
              </a:ext>
            </a:extLst>
          </p:cNvPr>
          <p:cNvSpPr>
            <a:spLocks noGrp="1" noChangeAspect="1"/>
          </p:cNvSpPr>
          <p:nvPr>
            <p:ph type="body" sz="quarter" idx="16" hasCustomPrompt="1"/>
          </p:nvPr>
        </p:nvSpPr>
        <p:spPr>
          <a:xfrm>
            <a:off x="383977"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4" name="Text Placeholder 10">
            <a:extLst>
              <a:ext uri="{FF2B5EF4-FFF2-40B4-BE49-F238E27FC236}">
                <a16:creationId xmlns:a16="http://schemas.microsoft.com/office/drawing/2014/main" id="{EEA76244-10B6-3906-A848-9D3678041FA3}"/>
              </a:ext>
            </a:extLst>
          </p:cNvPr>
          <p:cNvSpPr>
            <a:spLocks noGrp="1" noChangeAspect="1"/>
          </p:cNvSpPr>
          <p:nvPr>
            <p:ph type="body" sz="quarter" idx="17" hasCustomPrompt="1"/>
          </p:nvPr>
        </p:nvSpPr>
        <p:spPr>
          <a:xfrm>
            <a:off x="383977"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5" name="Text Placeholder 10">
            <a:extLst>
              <a:ext uri="{FF2B5EF4-FFF2-40B4-BE49-F238E27FC236}">
                <a16:creationId xmlns:a16="http://schemas.microsoft.com/office/drawing/2014/main" id="{96C25A5E-75E8-EF2B-E3B0-19651E408A53}"/>
              </a:ext>
            </a:extLst>
          </p:cNvPr>
          <p:cNvSpPr>
            <a:spLocks noGrp="1" noChangeAspect="1"/>
          </p:cNvSpPr>
          <p:nvPr>
            <p:ph type="body" sz="quarter" idx="18" hasCustomPrompt="1"/>
          </p:nvPr>
        </p:nvSpPr>
        <p:spPr>
          <a:xfrm>
            <a:off x="383977"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6" name="Text Placeholder 3">
            <a:extLst>
              <a:ext uri="{FF2B5EF4-FFF2-40B4-BE49-F238E27FC236}">
                <a16:creationId xmlns:a16="http://schemas.microsoft.com/office/drawing/2014/main" id="{EB275EE9-C5B8-070A-8BAB-5C781105F904}"/>
              </a:ext>
            </a:extLst>
          </p:cNvPr>
          <p:cNvSpPr>
            <a:spLocks noGrp="1"/>
          </p:cNvSpPr>
          <p:nvPr>
            <p:ph type="body" sz="quarter" idx="19"/>
          </p:nvPr>
        </p:nvSpPr>
        <p:spPr>
          <a:xfrm>
            <a:off x="983433"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7" name="Text Placeholder 3">
            <a:extLst>
              <a:ext uri="{FF2B5EF4-FFF2-40B4-BE49-F238E27FC236}">
                <a16:creationId xmlns:a16="http://schemas.microsoft.com/office/drawing/2014/main" id="{9D9E554E-F9D6-538A-96FF-054CA5AC3F14}"/>
              </a:ext>
            </a:extLst>
          </p:cNvPr>
          <p:cNvSpPr>
            <a:spLocks noGrp="1"/>
          </p:cNvSpPr>
          <p:nvPr>
            <p:ph type="body" sz="quarter" idx="20"/>
          </p:nvPr>
        </p:nvSpPr>
        <p:spPr>
          <a:xfrm>
            <a:off x="983433"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8" name="Text Placeholder 3">
            <a:extLst>
              <a:ext uri="{FF2B5EF4-FFF2-40B4-BE49-F238E27FC236}">
                <a16:creationId xmlns:a16="http://schemas.microsoft.com/office/drawing/2014/main" id="{602B1D12-26E8-2859-B605-5813379AADEE}"/>
              </a:ext>
            </a:extLst>
          </p:cNvPr>
          <p:cNvSpPr>
            <a:spLocks noGrp="1"/>
          </p:cNvSpPr>
          <p:nvPr>
            <p:ph type="body" sz="quarter" idx="21"/>
          </p:nvPr>
        </p:nvSpPr>
        <p:spPr>
          <a:xfrm>
            <a:off x="983433"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9" name="Text Placeholder 3">
            <a:extLst>
              <a:ext uri="{FF2B5EF4-FFF2-40B4-BE49-F238E27FC236}">
                <a16:creationId xmlns:a16="http://schemas.microsoft.com/office/drawing/2014/main" id="{5B33E30F-B74A-24A0-A50C-DDAA3BA080CA}"/>
              </a:ext>
            </a:extLst>
          </p:cNvPr>
          <p:cNvSpPr>
            <a:spLocks noGrp="1"/>
          </p:cNvSpPr>
          <p:nvPr>
            <p:ph type="body" sz="quarter" idx="22"/>
          </p:nvPr>
        </p:nvSpPr>
        <p:spPr>
          <a:xfrm>
            <a:off x="983433"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5" name="Text Placeholder 2">
            <a:extLst>
              <a:ext uri="{FF2B5EF4-FFF2-40B4-BE49-F238E27FC236}">
                <a16:creationId xmlns:a16="http://schemas.microsoft.com/office/drawing/2014/main" id="{FB5209D2-7FA0-BFCC-99FC-52224133B0EC}"/>
              </a:ext>
            </a:extLst>
          </p:cNvPr>
          <p:cNvSpPr>
            <a:spLocks noGrp="1"/>
          </p:cNvSpPr>
          <p:nvPr>
            <p:ph type="body" sz="quarter" idx="24"/>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297847012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7988" y="3140968"/>
            <a:ext cx="11376025" cy="1944688"/>
          </a:xfrm>
        </p:spPr>
        <p:txBody>
          <a:bodyPr anchor="b"/>
          <a:lstStyle>
            <a:lvl1pPr>
              <a:defRPr sz="4800">
                <a:solidFill>
                  <a:schemeClr val="accent2"/>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solidFill>
                  <a:schemeClr val="accent2"/>
                </a:solidFill>
              </a:defRPr>
            </a:lvl1pPr>
          </a:lstStyle>
          <a:p>
            <a:fld id="{943B48A3-43DF-4B3A-9A04-041E7FDF21DA}" type="datetime3">
              <a:rPr lang="en-US" smtClean="0"/>
              <a:t>1 October 2026</a:t>
            </a:fld>
            <a:endParaRPr lang="en-US"/>
          </a:p>
        </p:txBody>
      </p:sp>
      <p:sp>
        <p:nvSpPr>
          <p:cNvPr id="5" name="Footer Placeholder 4"/>
          <p:cNvSpPr>
            <a:spLocks noGrp="1"/>
          </p:cNvSpPr>
          <p:nvPr>
            <p:ph type="ftr" sz="quarter" idx="11"/>
          </p:nvPr>
        </p:nvSpPr>
        <p:spPr/>
        <p:txBody>
          <a:bodyPr/>
          <a:lstStyle>
            <a:lvl1pPr>
              <a:defRPr>
                <a:solidFill>
                  <a:schemeClr val="accent2"/>
                </a:solidFill>
              </a:defRPr>
            </a:lvl1pPr>
          </a:lstStyle>
          <a:p>
            <a:endParaRPr lang="en-US"/>
          </a:p>
        </p:txBody>
      </p:sp>
      <p:sp>
        <p:nvSpPr>
          <p:cNvPr id="6" name="Slide Number Placeholder 5"/>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a:p>
        </p:txBody>
      </p:sp>
      <p:sp>
        <p:nvSpPr>
          <p:cNvPr id="8" name="Subtitle 2">
            <a:extLst>
              <a:ext uri="{FF2B5EF4-FFF2-40B4-BE49-F238E27FC236}">
                <a16:creationId xmlns:a16="http://schemas.microsoft.com/office/drawing/2014/main" id="{E8206086-1A67-0E96-3E5B-748FBB98DCCD}"/>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9177615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ection Header Blue">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414844196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Section Header Light Blue">
    <p:bg>
      <p:bgPr>
        <a:solidFill>
          <a:schemeClr val="accent6"/>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380358363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Imag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180818277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Pictur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7989" y="3140968"/>
            <a:ext cx="6408092" cy="1944688"/>
          </a:xfrm>
        </p:spPr>
        <p:txBody>
          <a:bodyPr anchor="b"/>
          <a:lstStyle>
            <a:lvl1pPr>
              <a:defRPr sz="4800">
                <a:solidFill>
                  <a:schemeClr val="accent2"/>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solidFill>
                  <a:schemeClr val="accent2"/>
                </a:solidFill>
              </a:defRPr>
            </a:lvl1pPr>
          </a:lstStyle>
          <a:p>
            <a:fld id="{24D01926-8BA9-41BF-BC16-BA9B61A96AED}" type="datetime3">
              <a:rPr lang="en-US" smtClean="0"/>
              <a:t>1 October 2026</a:t>
            </a:fld>
            <a:endParaRPr lang="en-US"/>
          </a:p>
        </p:txBody>
      </p:sp>
      <p:sp>
        <p:nvSpPr>
          <p:cNvPr id="5" name="Footer Placeholder 4"/>
          <p:cNvSpPr>
            <a:spLocks noGrp="1"/>
          </p:cNvSpPr>
          <p:nvPr>
            <p:ph type="ftr" sz="quarter" idx="11"/>
          </p:nvPr>
        </p:nvSpPr>
        <p:spPr/>
        <p:txBody>
          <a:bodyPr/>
          <a:lstStyle>
            <a:lvl1pPr>
              <a:defRPr>
                <a:solidFill>
                  <a:schemeClr val="accent2"/>
                </a:solidFill>
              </a:defRPr>
            </a:lvl1pPr>
          </a:lstStyle>
          <a:p>
            <a:endParaRPr lang="en-US"/>
          </a:p>
        </p:txBody>
      </p:sp>
      <p:sp>
        <p:nvSpPr>
          <p:cNvPr id="6" name="Slide Number Placeholder 5"/>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a:p>
        </p:txBody>
      </p:sp>
      <p:sp>
        <p:nvSpPr>
          <p:cNvPr id="8" name="Subtitle 2">
            <a:extLst>
              <a:ext uri="{FF2B5EF4-FFF2-40B4-BE49-F238E27FC236}">
                <a16:creationId xmlns:a16="http://schemas.microsoft.com/office/drawing/2014/main" id="{E8206086-1A67-0E96-3E5B-748FBB98DCCD}"/>
              </a:ext>
            </a:extLst>
          </p:cNvPr>
          <p:cNvSpPr>
            <a:spLocks noGrp="1"/>
          </p:cNvSpPr>
          <p:nvPr>
            <p:ph type="subTitle" idx="1"/>
          </p:nvPr>
        </p:nvSpPr>
        <p:spPr>
          <a:xfrm>
            <a:off x="407989" y="5373216"/>
            <a:ext cx="6408092" cy="648618"/>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 name="Freeform: Shape 2">
            <a:extLst>
              <a:ext uri="{FF2B5EF4-FFF2-40B4-BE49-F238E27FC236}">
                <a16:creationId xmlns:a16="http://schemas.microsoft.com/office/drawing/2014/main" id="{A9E56C58-5680-910E-E163-86B5CDB65D4F}"/>
              </a:ext>
            </a:extLst>
          </p:cNvPr>
          <p:cNvSpPr/>
          <p:nvPr/>
        </p:nvSpPr>
        <p:spPr bwMode="auto">
          <a:xfrm>
            <a:off x="9619824" y="0"/>
            <a:ext cx="2572176" cy="5301208"/>
          </a:xfrm>
          <a:custGeom>
            <a:avLst/>
            <a:gdLst>
              <a:gd name="connsiteX0" fmla="*/ 0 w 2572176"/>
              <a:gd name="connsiteY0" fmla="*/ 0 h 5301208"/>
              <a:gd name="connsiteX1" fmla="*/ 2572176 w 2572176"/>
              <a:gd name="connsiteY1" fmla="*/ 0 h 5301208"/>
              <a:gd name="connsiteX2" fmla="*/ 2572176 w 2572176"/>
              <a:gd name="connsiteY2" fmla="*/ 5301208 h 5301208"/>
              <a:gd name="connsiteX3" fmla="*/ 2571559 w 2572176"/>
              <a:gd name="connsiteY3" fmla="*/ 5301208 h 5301208"/>
              <a:gd name="connsiteX4" fmla="*/ 2571559 w 2572176"/>
              <a:gd name="connsiteY4" fmla="*/ 5008493 h 5301208"/>
              <a:gd name="connsiteX5" fmla="*/ 2200180 w 2572176"/>
              <a:gd name="connsiteY5" fmla="*/ 4286155 h 5301208"/>
              <a:gd name="connsiteX6" fmla="*/ 1760410 w 2572176"/>
              <a:gd name="connsiteY6" fmla="*/ 3428600 h 5301208"/>
              <a:gd name="connsiteX7" fmla="*/ 1319974 w 2572176"/>
              <a:gd name="connsiteY7" fmla="*/ 2570264 h 5301208"/>
              <a:gd name="connsiteX8" fmla="*/ 879443 w 2572176"/>
              <a:gd name="connsiteY8" fmla="*/ 1713509 h 5301208"/>
              <a:gd name="connsiteX9" fmla="*/ 438911 w 2572176"/>
              <a:gd name="connsiteY9" fmla="*/ 856753 h 530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176" h="5301208">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vert="horz" wrap="square" lIns="91440" tIns="45720" rIns="91440" bIns="45720" numCol="1" rtlCol="0" anchor="t" anchorCtr="0" compatLnSpc="1">
            <a:prstTxWarp prst="textNoShape">
              <a:avLst/>
            </a:prstTxWarp>
            <a:noAutofit/>
          </a:bodyPr>
          <a:lstStyle/>
          <a:p>
            <a:pPr algn="ctr"/>
            <a:endParaRPr lang="en-GB"/>
          </a:p>
        </p:txBody>
      </p:sp>
      <p:sp>
        <p:nvSpPr>
          <p:cNvPr id="7" name="Picture Placeholder 6">
            <a:extLst>
              <a:ext uri="{FF2B5EF4-FFF2-40B4-BE49-F238E27FC236}">
                <a16:creationId xmlns:a16="http://schemas.microsoft.com/office/drawing/2014/main" id="{67A228BE-EF36-C99C-E6F4-4BCC421D2363}"/>
              </a:ext>
            </a:extLst>
          </p:cNvPr>
          <p:cNvSpPr>
            <a:spLocks noGrp="1"/>
          </p:cNvSpPr>
          <p:nvPr>
            <p:ph type="pic" sz="quarter" idx="20"/>
          </p:nvPr>
        </p:nvSpPr>
        <p:spPr>
          <a:xfrm>
            <a:off x="5879976" y="0"/>
            <a:ext cx="6312024" cy="6858000"/>
          </a:xfrm>
          <a:custGeom>
            <a:avLst/>
            <a:gdLst>
              <a:gd name="connsiteX0" fmla="*/ 0 w 6312024"/>
              <a:gd name="connsiteY0" fmla="*/ 0 h 6858000"/>
              <a:gd name="connsiteX1" fmla="*/ 934634 w 6312024"/>
              <a:gd name="connsiteY1" fmla="*/ 0 h 6858000"/>
              <a:gd name="connsiteX2" fmla="*/ 1870063 w 6312024"/>
              <a:gd name="connsiteY2" fmla="*/ 0 h 6858000"/>
              <a:gd name="connsiteX3" fmla="*/ 2805491 w 6312024"/>
              <a:gd name="connsiteY3" fmla="*/ 0 h 6858000"/>
              <a:gd name="connsiteX4" fmla="*/ 3741714 w 6312024"/>
              <a:gd name="connsiteY4" fmla="*/ 0 h 6858000"/>
              <a:gd name="connsiteX5" fmla="*/ 4180420 w 6312024"/>
              <a:gd name="connsiteY5" fmla="*/ 856753 h 6858000"/>
              <a:gd name="connsiteX6" fmla="*/ 4620716 w 6312024"/>
              <a:gd name="connsiteY6" fmla="*/ 1713507 h 6858000"/>
              <a:gd name="connsiteX7" fmla="*/ 5061010 w 6312024"/>
              <a:gd name="connsiteY7" fmla="*/ 2570260 h 6858000"/>
              <a:gd name="connsiteX8" fmla="*/ 5501306 w 6312024"/>
              <a:gd name="connsiteY8" fmla="*/ 3428603 h 6858000"/>
              <a:gd name="connsiteX9" fmla="*/ 5940806 w 6312024"/>
              <a:gd name="connsiteY9" fmla="*/ 4286151 h 6858000"/>
              <a:gd name="connsiteX10" fmla="*/ 6312024 w 6312024"/>
              <a:gd name="connsiteY10" fmla="*/ 5008489 h 6858000"/>
              <a:gd name="connsiteX11" fmla="*/ 6312024 w 6312024"/>
              <a:gd name="connsiteY11" fmla="*/ 6858000 h 6858000"/>
              <a:gd name="connsiteX12" fmla="*/ 5382092 w 6312024"/>
              <a:gd name="connsiteY12" fmla="*/ 6858000 h 6858000"/>
              <a:gd name="connsiteX13" fmla="*/ 4441895 w 6312024"/>
              <a:gd name="connsiteY13" fmla="*/ 6858000 h 6858000"/>
              <a:gd name="connsiteX14" fmla="*/ 3503288 w 6312024"/>
              <a:gd name="connsiteY14" fmla="*/ 6858000 h 6858000"/>
              <a:gd name="connsiteX15" fmla="*/ 3063787 w 6312024"/>
              <a:gd name="connsiteY15" fmla="*/ 5999657 h 6858000"/>
              <a:gd name="connsiteX16" fmla="*/ 2626671 w 6312024"/>
              <a:gd name="connsiteY16" fmla="*/ 5142904 h 6858000"/>
              <a:gd name="connsiteX17" fmla="*/ 2188760 w 6312024"/>
              <a:gd name="connsiteY17" fmla="*/ 4286151 h 6858000"/>
              <a:gd name="connsiteX18" fmla="*/ 1751644 w 6312024"/>
              <a:gd name="connsiteY18" fmla="*/ 3428603 h 6858000"/>
              <a:gd name="connsiteX19" fmla="*/ 1312938 w 6312024"/>
              <a:gd name="connsiteY19" fmla="*/ 2570260 h 6858000"/>
              <a:gd name="connsiteX20" fmla="*/ 875027 w 6312024"/>
              <a:gd name="connsiteY20" fmla="*/ 1713507 h 6858000"/>
              <a:gd name="connsiteX21" fmla="*/ 437911 w 6312024"/>
              <a:gd name="connsiteY21"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12024" h="6858000">
                <a:moveTo>
                  <a:pt x="0" y="0"/>
                </a:moveTo>
                <a:lnTo>
                  <a:pt x="934634" y="0"/>
                </a:lnTo>
                <a:lnTo>
                  <a:pt x="1870063" y="0"/>
                </a:lnTo>
                <a:lnTo>
                  <a:pt x="2805491" y="0"/>
                </a:lnTo>
                <a:lnTo>
                  <a:pt x="3741714" y="0"/>
                </a:lnTo>
                <a:lnTo>
                  <a:pt x="4180420" y="856753"/>
                </a:lnTo>
                <a:lnTo>
                  <a:pt x="4620716" y="1713507"/>
                </a:lnTo>
                <a:lnTo>
                  <a:pt x="5061010" y="2570260"/>
                </a:lnTo>
                <a:lnTo>
                  <a:pt x="5501306" y="3428603"/>
                </a:lnTo>
                <a:lnTo>
                  <a:pt x="5940806" y="4286151"/>
                </a:lnTo>
                <a:lnTo>
                  <a:pt x="6312024" y="5008489"/>
                </a:lnTo>
                <a:lnTo>
                  <a:pt x="6312024" y="6858000"/>
                </a:lnTo>
                <a:lnTo>
                  <a:pt x="5382092" y="6858000"/>
                </a:lnTo>
                <a:lnTo>
                  <a:pt x="4441895" y="6858000"/>
                </a:lnTo>
                <a:lnTo>
                  <a:pt x="3503288" y="6858000"/>
                </a:lnTo>
                <a:lnTo>
                  <a:pt x="3063787" y="5999657"/>
                </a:lnTo>
                <a:lnTo>
                  <a:pt x="2626671" y="5142904"/>
                </a:lnTo>
                <a:lnTo>
                  <a:pt x="2188760" y="4286151"/>
                </a:lnTo>
                <a:lnTo>
                  <a:pt x="1751644" y="3428603"/>
                </a:lnTo>
                <a:lnTo>
                  <a:pt x="1312938" y="2570260"/>
                </a:lnTo>
                <a:lnTo>
                  <a:pt x="875027" y="1713507"/>
                </a:lnTo>
                <a:lnTo>
                  <a:pt x="437911"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9" name="Freeform 6">
            <a:extLst>
              <a:ext uri="{FF2B5EF4-FFF2-40B4-BE49-F238E27FC236}">
                <a16:creationId xmlns:a16="http://schemas.microsoft.com/office/drawing/2014/main" id="{6AF8CD90-E44F-834B-AEB1-4B3DD8D1D6EC}"/>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70917713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Section Header Picture Blue">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C063513-7BD0-4105-A58E-B0FD4ACB312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9" y="3140968"/>
            <a:ext cx="6408092"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9" y="5373216"/>
            <a:ext cx="6408092"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2" name="Freeform: Shape 1">
            <a:extLst>
              <a:ext uri="{FF2B5EF4-FFF2-40B4-BE49-F238E27FC236}">
                <a16:creationId xmlns:a16="http://schemas.microsoft.com/office/drawing/2014/main" id="{87E7FB48-1618-3E93-EF78-2EAE52CB0855}"/>
              </a:ext>
            </a:extLst>
          </p:cNvPr>
          <p:cNvSpPr/>
          <p:nvPr/>
        </p:nvSpPr>
        <p:spPr bwMode="auto">
          <a:xfrm>
            <a:off x="9619824" y="0"/>
            <a:ext cx="2572176" cy="5301208"/>
          </a:xfrm>
          <a:custGeom>
            <a:avLst/>
            <a:gdLst>
              <a:gd name="connsiteX0" fmla="*/ 0 w 2572176"/>
              <a:gd name="connsiteY0" fmla="*/ 0 h 5301208"/>
              <a:gd name="connsiteX1" fmla="*/ 2572176 w 2572176"/>
              <a:gd name="connsiteY1" fmla="*/ 0 h 5301208"/>
              <a:gd name="connsiteX2" fmla="*/ 2572176 w 2572176"/>
              <a:gd name="connsiteY2" fmla="*/ 5301208 h 5301208"/>
              <a:gd name="connsiteX3" fmla="*/ 2571559 w 2572176"/>
              <a:gd name="connsiteY3" fmla="*/ 5301208 h 5301208"/>
              <a:gd name="connsiteX4" fmla="*/ 2571559 w 2572176"/>
              <a:gd name="connsiteY4" fmla="*/ 5008493 h 5301208"/>
              <a:gd name="connsiteX5" fmla="*/ 2200180 w 2572176"/>
              <a:gd name="connsiteY5" fmla="*/ 4286155 h 5301208"/>
              <a:gd name="connsiteX6" fmla="*/ 1760410 w 2572176"/>
              <a:gd name="connsiteY6" fmla="*/ 3428600 h 5301208"/>
              <a:gd name="connsiteX7" fmla="*/ 1319974 w 2572176"/>
              <a:gd name="connsiteY7" fmla="*/ 2570264 h 5301208"/>
              <a:gd name="connsiteX8" fmla="*/ 879443 w 2572176"/>
              <a:gd name="connsiteY8" fmla="*/ 1713509 h 5301208"/>
              <a:gd name="connsiteX9" fmla="*/ 438911 w 2572176"/>
              <a:gd name="connsiteY9" fmla="*/ 856753 h 530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176" h="5301208">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vert="horz" wrap="square" lIns="91440" tIns="45720" rIns="91440" bIns="45720" numCol="1" rtlCol="0" anchor="t" anchorCtr="0" compatLnSpc="1">
            <a:prstTxWarp prst="textNoShape">
              <a:avLst/>
            </a:prstTxWarp>
            <a:noAutofit/>
          </a:bodyPr>
          <a:lstStyle/>
          <a:p>
            <a:pPr algn="ctr"/>
            <a:endParaRPr lang="en-GB"/>
          </a:p>
        </p:txBody>
      </p:sp>
      <p:sp>
        <p:nvSpPr>
          <p:cNvPr id="8" name="Picture Placeholder 7">
            <a:extLst>
              <a:ext uri="{FF2B5EF4-FFF2-40B4-BE49-F238E27FC236}">
                <a16:creationId xmlns:a16="http://schemas.microsoft.com/office/drawing/2014/main" id="{09AFA7A2-E5E3-B23A-5B28-80BF6335E9A3}"/>
              </a:ext>
            </a:extLst>
          </p:cNvPr>
          <p:cNvSpPr>
            <a:spLocks noGrp="1"/>
          </p:cNvSpPr>
          <p:nvPr>
            <p:ph type="pic" sz="quarter" idx="20"/>
          </p:nvPr>
        </p:nvSpPr>
        <p:spPr>
          <a:xfrm>
            <a:off x="5879976" y="0"/>
            <a:ext cx="6312024" cy="6858000"/>
          </a:xfrm>
          <a:custGeom>
            <a:avLst/>
            <a:gdLst>
              <a:gd name="connsiteX0" fmla="*/ 0 w 6312024"/>
              <a:gd name="connsiteY0" fmla="*/ 0 h 6858000"/>
              <a:gd name="connsiteX1" fmla="*/ 934634 w 6312024"/>
              <a:gd name="connsiteY1" fmla="*/ 0 h 6858000"/>
              <a:gd name="connsiteX2" fmla="*/ 1870063 w 6312024"/>
              <a:gd name="connsiteY2" fmla="*/ 0 h 6858000"/>
              <a:gd name="connsiteX3" fmla="*/ 2805491 w 6312024"/>
              <a:gd name="connsiteY3" fmla="*/ 0 h 6858000"/>
              <a:gd name="connsiteX4" fmla="*/ 3741714 w 6312024"/>
              <a:gd name="connsiteY4" fmla="*/ 0 h 6858000"/>
              <a:gd name="connsiteX5" fmla="*/ 4180420 w 6312024"/>
              <a:gd name="connsiteY5" fmla="*/ 856753 h 6858000"/>
              <a:gd name="connsiteX6" fmla="*/ 4620716 w 6312024"/>
              <a:gd name="connsiteY6" fmla="*/ 1713507 h 6858000"/>
              <a:gd name="connsiteX7" fmla="*/ 5061010 w 6312024"/>
              <a:gd name="connsiteY7" fmla="*/ 2570260 h 6858000"/>
              <a:gd name="connsiteX8" fmla="*/ 5501306 w 6312024"/>
              <a:gd name="connsiteY8" fmla="*/ 3428603 h 6858000"/>
              <a:gd name="connsiteX9" fmla="*/ 5940806 w 6312024"/>
              <a:gd name="connsiteY9" fmla="*/ 4286151 h 6858000"/>
              <a:gd name="connsiteX10" fmla="*/ 6312024 w 6312024"/>
              <a:gd name="connsiteY10" fmla="*/ 5008489 h 6858000"/>
              <a:gd name="connsiteX11" fmla="*/ 6312024 w 6312024"/>
              <a:gd name="connsiteY11" fmla="*/ 6858000 h 6858000"/>
              <a:gd name="connsiteX12" fmla="*/ 5382092 w 6312024"/>
              <a:gd name="connsiteY12" fmla="*/ 6858000 h 6858000"/>
              <a:gd name="connsiteX13" fmla="*/ 4441895 w 6312024"/>
              <a:gd name="connsiteY13" fmla="*/ 6858000 h 6858000"/>
              <a:gd name="connsiteX14" fmla="*/ 3503288 w 6312024"/>
              <a:gd name="connsiteY14" fmla="*/ 6858000 h 6858000"/>
              <a:gd name="connsiteX15" fmla="*/ 3063787 w 6312024"/>
              <a:gd name="connsiteY15" fmla="*/ 5999657 h 6858000"/>
              <a:gd name="connsiteX16" fmla="*/ 2626671 w 6312024"/>
              <a:gd name="connsiteY16" fmla="*/ 5142904 h 6858000"/>
              <a:gd name="connsiteX17" fmla="*/ 2188760 w 6312024"/>
              <a:gd name="connsiteY17" fmla="*/ 4286151 h 6858000"/>
              <a:gd name="connsiteX18" fmla="*/ 1751644 w 6312024"/>
              <a:gd name="connsiteY18" fmla="*/ 3428603 h 6858000"/>
              <a:gd name="connsiteX19" fmla="*/ 1312938 w 6312024"/>
              <a:gd name="connsiteY19" fmla="*/ 2570260 h 6858000"/>
              <a:gd name="connsiteX20" fmla="*/ 875027 w 6312024"/>
              <a:gd name="connsiteY20" fmla="*/ 1713507 h 6858000"/>
              <a:gd name="connsiteX21" fmla="*/ 437911 w 6312024"/>
              <a:gd name="connsiteY21"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12024" h="6858000">
                <a:moveTo>
                  <a:pt x="0" y="0"/>
                </a:moveTo>
                <a:lnTo>
                  <a:pt x="934634" y="0"/>
                </a:lnTo>
                <a:lnTo>
                  <a:pt x="1870063" y="0"/>
                </a:lnTo>
                <a:lnTo>
                  <a:pt x="2805491" y="0"/>
                </a:lnTo>
                <a:lnTo>
                  <a:pt x="3741714" y="0"/>
                </a:lnTo>
                <a:lnTo>
                  <a:pt x="4180420" y="856753"/>
                </a:lnTo>
                <a:lnTo>
                  <a:pt x="4620716" y="1713507"/>
                </a:lnTo>
                <a:lnTo>
                  <a:pt x="5061010" y="2570260"/>
                </a:lnTo>
                <a:lnTo>
                  <a:pt x="5501306" y="3428603"/>
                </a:lnTo>
                <a:lnTo>
                  <a:pt x="5940806" y="4286151"/>
                </a:lnTo>
                <a:lnTo>
                  <a:pt x="6312024" y="5008489"/>
                </a:lnTo>
                <a:lnTo>
                  <a:pt x="6312024" y="6858000"/>
                </a:lnTo>
                <a:lnTo>
                  <a:pt x="5382092" y="6858000"/>
                </a:lnTo>
                <a:lnTo>
                  <a:pt x="4441895" y="6858000"/>
                </a:lnTo>
                <a:lnTo>
                  <a:pt x="3503288" y="6858000"/>
                </a:lnTo>
                <a:lnTo>
                  <a:pt x="3063787" y="5999657"/>
                </a:lnTo>
                <a:lnTo>
                  <a:pt x="2626671" y="5142904"/>
                </a:lnTo>
                <a:lnTo>
                  <a:pt x="2188760" y="4286151"/>
                </a:lnTo>
                <a:lnTo>
                  <a:pt x="1751644" y="3428603"/>
                </a:lnTo>
                <a:lnTo>
                  <a:pt x="1312938" y="2570260"/>
                </a:lnTo>
                <a:lnTo>
                  <a:pt x="875027" y="1713507"/>
                </a:lnTo>
                <a:lnTo>
                  <a:pt x="437911"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9" name="Freeform 6">
            <a:extLst>
              <a:ext uri="{FF2B5EF4-FFF2-40B4-BE49-F238E27FC236}">
                <a16:creationId xmlns:a16="http://schemas.microsoft.com/office/drawing/2014/main" id="{5DA44438-2C44-74CA-00B5-2AC54E313B58}"/>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9009672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Quote">
    <p:bg>
      <p:bgPr>
        <a:solidFill>
          <a:schemeClr val="accent2"/>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solidFill>
                  <a:schemeClr val="bg1"/>
                </a:solidFill>
              </a:defRPr>
            </a:lvl1pPr>
          </a:lstStyle>
          <a:p>
            <a:fld id="{B0DE974C-B015-4960-9DAB-14E5D9F97D84}"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0" name="Text Placeholder 6">
            <a:extLst>
              <a:ext uri="{FF2B5EF4-FFF2-40B4-BE49-F238E27FC236}">
                <a16:creationId xmlns:a16="http://schemas.microsoft.com/office/drawing/2014/main" id="{FE12270E-4CD9-35EB-27F8-CF96FB6E28A9}"/>
              </a:ext>
            </a:extLst>
          </p:cNvPr>
          <p:cNvSpPr>
            <a:spLocks noGrp="1"/>
          </p:cNvSpPr>
          <p:nvPr>
            <p:ph type="body" sz="quarter" idx="13" hasCustomPrompt="1"/>
          </p:nvPr>
        </p:nvSpPr>
        <p:spPr>
          <a:xfrm>
            <a:off x="407987" y="1844675"/>
            <a:ext cx="9504437" cy="4176714"/>
          </a:xfrm>
        </p:spPr>
        <p:txBody>
          <a:bodyPr/>
          <a:lstStyle>
            <a:lvl1pPr>
              <a:lnSpc>
                <a:spcPct val="90000"/>
              </a:lnSpc>
              <a:spcBef>
                <a:spcPts val="600"/>
              </a:spcBef>
              <a:defRPr sz="4800" b="1" i="0" spc="0" baseline="0">
                <a:solidFill>
                  <a:schemeClr val="bg1"/>
                </a:solidFill>
              </a:defRPr>
            </a:lvl1pPr>
            <a:lvl2pPr marL="0" indent="0">
              <a:lnSpc>
                <a:spcPct val="110000"/>
              </a:lnSpc>
              <a:spcBef>
                <a:spcPts val="600"/>
              </a:spcBef>
              <a:buFontTx/>
              <a:buNone/>
              <a:defRPr sz="1600" b="1" spc="0" baseline="0">
                <a:solidFill>
                  <a:schemeClr val="accent4"/>
                </a:solidFill>
              </a:defRPr>
            </a:lvl2pPr>
            <a:lvl3pPr marL="0" indent="0">
              <a:lnSpc>
                <a:spcPct val="90000"/>
              </a:lnSpc>
              <a:buFontTx/>
              <a:buNone/>
              <a:defRPr sz="1200"/>
            </a:lvl3pPr>
            <a:lvl4pPr marL="0" indent="0">
              <a:lnSpc>
                <a:spcPct val="90000"/>
              </a:lnSpc>
              <a:buFontTx/>
              <a:buNone/>
              <a:defRPr sz="1200"/>
            </a:lvl4pPr>
            <a:lvl5pPr marL="0" indent="0">
              <a:lnSpc>
                <a:spcPct val="90000"/>
              </a:lnSpc>
              <a:buFontTx/>
              <a:buNone/>
              <a:defRPr sz="1200"/>
            </a:lvl5pPr>
            <a:lvl6pPr marL="0" indent="0">
              <a:lnSpc>
                <a:spcPct val="90000"/>
              </a:lnSpc>
              <a:buFontTx/>
              <a:buNone/>
              <a:defRPr sz="1200"/>
            </a:lvl6pPr>
            <a:lvl7pPr marL="0" indent="0">
              <a:lnSpc>
                <a:spcPct val="90000"/>
              </a:lnSpc>
              <a:buFontTx/>
              <a:buNone/>
              <a:defRPr sz="1200"/>
            </a:lvl7pPr>
            <a:lvl8pPr marL="0" indent="0">
              <a:lnSpc>
                <a:spcPct val="90000"/>
              </a:lnSpc>
              <a:buFontTx/>
              <a:buNone/>
              <a:defRPr sz="1200"/>
            </a:lvl8pPr>
            <a:lvl9pPr marL="0" indent="0">
              <a:lnSpc>
                <a:spcPct val="90000"/>
              </a:lnSpc>
              <a:buFontTx/>
              <a:buNone/>
              <a:defRPr sz="1200"/>
            </a:lvl9pPr>
          </a:lstStyle>
          <a:p>
            <a:pPr lvl="0"/>
            <a:r>
              <a:rPr lang="en-US" dirty="0"/>
              <a:t>Add Quote</a:t>
            </a:r>
          </a:p>
          <a:p>
            <a:pPr lvl="1"/>
            <a:r>
              <a:rPr lang="en-US" dirty="0"/>
              <a:t>Second level</a:t>
            </a:r>
          </a:p>
        </p:txBody>
      </p:sp>
      <p:sp>
        <p:nvSpPr>
          <p:cNvPr id="3" name="Freeform 6">
            <a:extLst>
              <a:ext uri="{FF2B5EF4-FFF2-40B4-BE49-F238E27FC236}">
                <a16:creationId xmlns:a16="http://schemas.microsoft.com/office/drawing/2014/main" id="{A4015680-8341-F8ED-048E-F077734884C6}"/>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13" name="Freeform 5">
            <a:extLst>
              <a:ext uri="{FF2B5EF4-FFF2-40B4-BE49-F238E27FC236}">
                <a16:creationId xmlns:a16="http://schemas.microsoft.com/office/drawing/2014/main" id="{ACA59BE2-4195-3B8E-FE2C-636C236EF1D3}"/>
              </a:ext>
            </a:extLst>
          </p:cNvPr>
          <p:cNvSpPr>
            <a:spLocks noChangeAspect="1" noEditPoints="1"/>
          </p:cNvSpPr>
          <p:nvPr/>
        </p:nvSpPr>
        <p:spPr bwMode="auto">
          <a:xfrm>
            <a:off x="406847" y="1268760"/>
            <a:ext cx="448555" cy="432000"/>
          </a:xfrm>
          <a:custGeom>
            <a:avLst/>
            <a:gdLst>
              <a:gd name="T0" fmla="*/ 595 w 596"/>
              <a:gd name="T1" fmla="*/ 21 h 574"/>
              <a:gd name="T2" fmla="*/ 593 w 596"/>
              <a:gd name="T3" fmla="*/ 11 h 574"/>
              <a:gd name="T4" fmla="*/ 587 w 596"/>
              <a:gd name="T5" fmla="*/ 4 h 574"/>
              <a:gd name="T6" fmla="*/ 583 w 596"/>
              <a:gd name="T7" fmla="*/ 2 h 574"/>
              <a:gd name="T8" fmla="*/ 578 w 596"/>
              <a:gd name="T9" fmla="*/ 0 h 574"/>
              <a:gd name="T10" fmla="*/ 530 w 596"/>
              <a:gd name="T11" fmla="*/ 0 h 574"/>
              <a:gd name="T12" fmla="*/ 516 w 596"/>
              <a:gd name="T13" fmla="*/ 1 h 574"/>
              <a:gd name="T14" fmla="*/ 508 w 596"/>
              <a:gd name="T15" fmla="*/ 4 h 574"/>
              <a:gd name="T16" fmla="*/ 501 w 596"/>
              <a:gd name="T17" fmla="*/ 9 h 574"/>
              <a:gd name="T18" fmla="*/ 495 w 596"/>
              <a:gd name="T19" fmla="*/ 15 h 574"/>
              <a:gd name="T20" fmla="*/ 487 w 596"/>
              <a:gd name="T21" fmla="*/ 28 h 574"/>
              <a:gd name="T22" fmla="*/ 482 w 596"/>
              <a:gd name="T23" fmla="*/ 39 h 574"/>
              <a:gd name="T24" fmla="*/ 346 w 596"/>
              <a:gd name="T25" fmla="*/ 522 h 574"/>
              <a:gd name="T26" fmla="*/ 343 w 596"/>
              <a:gd name="T27" fmla="*/ 534 h 574"/>
              <a:gd name="T28" fmla="*/ 343 w 596"/>
              <a:gd name="T29" fmla="*/ 544 h 574"/>
              <a:gd name="T30" fmla="*/ 345 w 596"/>
              <a:gd name="T31" fmla="*/ 557 h 574"/>
              <a:gd name="T32" fmla="*/ 350 w 596"/>
              <a:gd name="T33" fmla="*/ 566 h 574"/>
              <a:gd name="T34" fmla="*/ 359 w 596"/>
              <a:gd name="T35" fmla="*/ 572 h 574"/>
              <a:gd name="T36" fmla="*/ 366 w 596"/>
              <a:gd name="T37" fmla="*/ 574 h 574"/>
              <a:gd name="T38" fmla="*/ 425 w 596"/>
              <a:gd name="T39" fmla="*/ 574 h 574"/>
              <a:gd name="T40" fmla="*/ 440 w 596"/>
              <a:gd name="T41" fmla="*/ 573 h 574"/>
              <a:gd name="T42" fmla="*/ 449 w 596"/>
              <a:gd name="T43" fmla="*/ 570 h 574"/>
              <a:gd name="T44" fmla="*/ 461 w 596"/>
              <a:gd name="T45" fmla="*/ 562 h 574"/>
              <a:gd name="T46" fmla="*/ 467 w 596"/>
              <a:gd name="T47" fmla="*/ 555 h 574"/>
              <a:gd name="T48" fmla="*/ 475 w 596"/>
              <a:gd name="T49" fmla="*/ 541 h 574"/>
              <a:gd name="T50" fmla="*/ 481 w 596"/>
              <a:gd name="T51" fmla="*/ 522 h 574"/>
              <a:gd name="T52" fmla="*/ 594 w 596"/>
              <a:gd name="T53" fmla="*/ 45 h 574"/>
              <a:gd name="T54" fmla="*/ 596 w 596"/>
              <a:gd name="T55" fmla="*/ 32 h 574"/>
              <a:gd name="T56" fmla="*/ 253 w 596"/>
              <a:gd name="T57" fmla="*/ 27 h 574"/>
              <a:gd name="T58" fmla="*/ 252 w 596"/>
              <a:gd name="T59" fmla="*/ 16 h 574"/>
              <a:gd name="T60" fmla="*/ 248 w 596"/>
              <a:gd name="T61" fmla="*/ 7 h 574"/>
              <a:gd name="T62" fmla="*/ 242 w 596"/>
              <a:gd name="T63" fmla="*/ 3 h 574"/>
              <a:gd name="T64" fmla="*/ 238 w 596"/>
              <a:gd name="T65" fmla="*/ 1 h 574"/>
              <a:gd name="T66" fmla="*/ 228 w 596"/>
              <a:gd name="T67" fmla="*/ 0 h 574"/>
              <a:gd name="T68" fmla="*/ 178 w 596"/>
              <a:gd name="T69" fmla="*/ 0 h 574"/>
              <a:gd name="T70" fmla="*/ 169 w 596"/>
              <a:gd name="T71" fmla="*/ 3 h 574"/>
              <a:gd name="T72" fmla="*/ 162 w 596"/>
              <a:gd name="T73" fmla="*/ 6 h 574"/>
              <a:gd name="T74" fmla="*/ 155 w 596"/>
              <a:gd name="T75" fmla="*/ 11 h 574"/>
              <a:gd name="T76" fmla="*/ 149 w 596"/>
              <a:gd name="T77" fmla="*/ 18 h 574"/>
              <a:gd name="T78" fmla="*/ 141 w 596"/>
              <a:gd name="T79" fmla="*/ 33 h 574"/>
              <a:gd name="T80" fmla="*/ 134 w 596"/>
              <a:gd name="T81" fmla="*/ 52 h 574"/>
              <a:gd name="T82" fmla="*/ 2 w 596"/>
              <a:gd name="T83" fmla="*/ 528 h 574"/>
              <a:gd name="T84" fmla="*/ 0 w 596"/>
              <a:gd name="T85" fmla="*/ 539 h 574"/>
              <a:gd name="T86" fmla="*/ 1 w 596"/>
              <a:gd name="T87" fmla="*/ 551 h 574"/>
              <a:gd name="T88" fmla="*/ 4 w 596"/>
              <a:gd name="T89" fmla="*/ 562 h 574"/>
              <a:gd name="T90" fmla="*/ 11 w 596"/>
              <a:gd name="T91" fmla="*/ 570 h 574"/>
              <a:gd name="T92" fmla="*/ 19 w 596"/>
              <a:gd name="T93" fmla="*/ 573 h 574"/>
              <a:gd name="T94" fmla="*/ 30 w 596"/>
              <a:gd name="T95" fmla="*/ 574 h 574"/>
              <a:gd name="T96" fmla="*/ 92 w 596"/>
              <a:gd name="T97" fmla="*/ 574 h 574"/>
              <a:gd name="T98" fmla="*/ 101 w 596"/>
              <a:gd name="T99" fmla="*/ 571 h 574"/>
              <a:gd name="T100" fmla="*/ 109 w 596"/>
              <a:gd name="T101" fmla="*/ 568 h 574"/>
              <a:gd name="T102" fmla="*/ 120 w 596"/>
              <a:gd name="T103" fmla="*/ 559 h 574"/>
              <a:gd name="T104" fmla="*/ 129 w 596"/>
              <a:gd name="T105" fmla="*/ 546 h 574"/>
              <a:gd name="T106" fmla="*/ 133 w 596"/>
              <a:gd name="T107" fmla="*/ 535 h 574"/>
              <a:gd name="T108" fmla="*/ 250 w 596"/>
              <a:gd name="T109" fmla="*/ 52 h 574"/>
              <a:gd name="T110" fmla="*/ 252 w 596"/>
              <a:gd name="T111" fmla="*/ 38 h 574"/>
              <a:gd name="T112" fmla="*/ 253 w 596"/>
              <a:gd name="T113" fmla="*/ 27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6" h="574">
                <a:moveTo>
                  <a:pt x="596" y="27"/>
                </a:moveTo>
                <a:lnTo>
                  <a:pt x="595" y="21"/>
                </a:lnTo>
                <a:lnTo>
                  <a:pt x="594" y="16"/>
                </a:lnTo>
                <a:lnTo>
                  <a:pt x="593" y="11"/>
                </a:lnTo>
                <a:lnTo>
                  <a:pt x="591" y="7"/>
                </a:lnTo>
                <a:lnTo>
                  <a:pt x="587" y="4"/>
                </a:lnTo>
                <a:lnTo>
                  <a:pt x="585" y="3"/>
                </a:lnTo>
                <a:lnTo>
                  <a:pt x="583" y="2"/>
                </a:lnTo>
                <a:lnTo>
                  <a:pt x="580" y="1"/>
                </a:lnTo>
                <a:lnTo>
                  <a:pt x="578" y="0"/>
                </a:lnTo>
                <a:lnTo>
                  <a:pt x="571" y="0"/>
                </a:lnTo>
                <a:lnTo>
                  <a:pt x="530" y="0"/>
                </a:lnTo>
                <a:lnTo>
                  <a:pt x="520" y="0"/>
                </a:lnTo>
                <a:lnTo>
                  <a:pt x="516" y="1"/>
                </a:lnTo>
                <a:lnTo>
                  <a:pt x="512" y="3"/>
                </a:lnTo>
                <a:lnTo>
                  <a:pt x="508" y="4"/>
                </a:lnTo>
                <a:lnTo>
                  <a:pt x="504" y="6"/>
                </a:lnTo>
                <a:lnTo>
                  <a:pt x="501" y="9"/>
                </a:lnTo>
                <a:lnTo>
                  <a:pt x="498" y="11"/>
                </a:lnTo>
                <a:lnTo>
                  <a:pt x="495" y="15"/>
                </a:lnTo>
                <a:lnTo>
                  <a:pt x="492" y="18"/>
                </a:lnTo>
                <a:lnTo>
                  <a:pt x="487" y="28"/>
                </a:lnTo>
                <a:lnTo>
                  <a:pt x="485" y="33"/>
                </a:lnTo>
                <a:lnTo>
                  <a:pt x="482" y="39"/>
                </a:lnTo>
                <a:lnTo>
                  <a:pt x="478" y="52"/>
                </a:lnTo>
                <a:lnTo>
                  <a:pt x="346" y="522"/>
                </a:lnTo>
                <a:lnTo>
                  <a:pt x="344" y="528"/>
                </a:lnTo>
                <a:lnTo>
                  <a:pt x="343" y="534"/>
                </a:lnTo>
                <a:lnTo>
                  <a:pt x="343" y="539"/>
                </a:lnTo>
                <a:lnTo>
                  <a:pt x="343" y="544"/>
                </a:lnTo>
                <a:lnTo>
                  <a:pt x="343" y="551"/>
                </a:lnTo>
                <a:lnTo>
                  <a:pt x="345" y="557"/>
                </a:lnTo>
                <a:lnTo>
                  <a:pt x="347" y="562"/>
                </a:lnTo>
                <a:lnTo>
                  <a:pt x="350" y="566"/>
                </a:lnTo>
                <a:lnTo>
                  <a:pt x="354" y="570"/>
                </a:lnTo>
                <a:lnTo>
                  <a:pt x="359" y="572"/>
                </a:lnTo>
                <a:lnTo>
                  <a:pt x="362" y="573"/>
                </a:lnTo>
                <a:lnTo>
                  <a:pt x="366" y="574"/>
                </a:lnTo>
                <a:lnTo>
                  <a:pt x="373" y="574"/>
                </a:lnTo>
                <a:lnTo>
                  <a:pt x="425" y="574"/>
                </a:lnTo>
                <a:lnTo>
                  <a:pt x="435" y="574"/>
                </a:lnTo>
                <a:lnTo>
                  <a:pt x="440" y="573"/>
                </a:lnTo>
                <a:lnTo>
                  <a:pt x="444" y="571"/>
                </a:lnTo>
                <a:lnTo>
                  <a:pt x="449" y="570"/>
                </a:lnTo>
                <a:lnTo>
                  <a:pt x="453" y="568"/>
                </a:lnTo>
                <a:lnTo>
                  <a:pt x="461" y="562"/>
                </a:lnTo>
                <a:lnTo>
                  <a:pt x="464" y="559"/>
                </a:lnTo>
                <a:lnTo>
                  <a:pt x="467" y="555"/>
                </a:lnTo>
                <a:lnTo>
                  <a:pt x="473" y="546"/>
                </a:lnTo>
                <a:lnTo>
                  <a:pt x="475" y="541"/>
                </a:lnTo>
                <a:lnTo>
                  <a:pt x="477" y="535"/>
                </a:lnTo>
                <a:lnTo>
                  <a:pt x="481" y="522"/>
                </a:lnTo>
                <a:lnTo>
                  <a:pt x="593" y="52"/>
                </a:lnTo>
                <a:lnTo>
                  <a:pt x="594" y="45"/>
                </a:lnTo>
                <a:lnTo>
                  <a:pt x="595" y="38"/>
                </a:lnTo>
                <a:lnTo>
                  <a:pt x="596" y="32"/>
                </a:lnTo>
                <a:lnTo>
                  <a:pt x="596" y="27"/>
                </a:lnTo>
                <a:close/>
                <a:moveTo>
                  <a:pt x="253" y="27"/>
                </a:moveTo>
                <a:lnTo>
                  <a:pt x="253" y="21"/>
                </a:lnTo>
                <a:lnTo>
                  <a:pt x="252" y="16"/>
                </a:lnTo>
                <a:lnTo>
                  <a:pt x="250" y="11"/>
                </a:lnTo>
                <a:lnTo>
                  <a:pt x="248" y="7"/>
                </a:lnTo>
                <a:lnTo>
                  <a:pt x="244" y="4"/>
                </a:lnTo>
                <a:lnTo>
                  <a:pt x="242" y="3"/>
                </a:lnTo>
                <a:lnTo>
                  <a:pt x="240" y="2"/>
                </a:lnTo>
                <a:lnTo>
                  <a:pt x="238" y="1"/>
                </a:lnTo>
                <a:lnTo>
                  <a:pt x="235" y="0"/>
                </a:lnTo>
                <a:lnTo>
                  <a:pt x="228" y="0"/>
                </a:lnTo>
                <a:lnTo>
                  <a:pt x="187" y="0"/>
                </a:lnTo>
                <a:lnTo>
                  <a:pt x="178" y="0"/>
                </a:lnTo>
                <a:lnTo>
                  <a:pt x="173" y="1"/>
                </a:lnTo>
                <a:lnTo>
                  <a:pt x="169" y="3"/>
                </a:lnTo>
                <a:lnTo>
                  <a:pt x="165" y="4"/>
                </a:lnTo>
                <a:lnTo>
                  <a:pt x="162" y="6"/>
                </a:lnTo>
                <a:lnTo>
                  <a:pt x="158" y="9"/>
                </a:lnTo>
                <a:lnTo>
                  <a:pt x="155" y="11"/>
                </a:lnTo>
                <a:lnTo>
                  <a:pt x="152" y="15"/>
                </a:lnTo>
                <a:lnTo>
                  <a:pt x="149" y="18"/>
                </a:lnTo>
                <a:lnTo>
                  <a:pt x="143" y="28"/>
                </a:lnTo>
                <a:lnTo>
                  <a:pt x="141" y="33"/>
                </a:lnTo>
                <a:lnTo>
                  <a:pt x="138" y="39"/>
                </a:lnTo>
                <a:lnTo>
                  <a:pt x="134" y="52"/>
                </a:lnTo>
                <a:lnTo>
                  <a:pt x="3" y="522"/>
                </a:lnTo>
                <a:lnTo>
                  <a:pt x="2" y="528"/>
                </a:lnTo>
                <a:lnTo>
                  <a:pt x="1" y="534"/>
                </a:lnTo>
                <a:lnTo>
                  <a:pt x="0" y="539"/>
                </a:lnTo>
                <a:lnTo>
                  <a:pt x="0" y="544"/>
                </a:lnTo>
                <a:lnTo>
                  <a:pt x="1" y="551"/>
                </a:lnTo>
                <a:lnTo>
                  <a:pt x="2" y="557"/>
                </a:lnTo>
                <a:lnTo>
                  <a:pt x="4" y="562"/>
                </a:lnTo>
                <a:lnTo>
                  <a:pt x="7" y="566"/>
                </a:lnTo>
                <a:lnTo>
                  <a:pt x="11" y="570"/>
                </a:lnTo>
                <a:lnTo>
                  <a:pt x="16" y="572"/>
                </a:lnTo>
                <a:lnTo>
                  <a:pt x="19" y="573"/>
                </a:lnTo>
                <a:lnTo>
                  <a:pt x="23" y="574"/>
                </a:lnTo>
                <a:lnTo>
                  <a:pt x="30" y="574"/>
                </a:lnTo>
                <a:lnTo>
                  <a:pt x="82" y="574"/>
                </a:lnTo>
                <a:lnTo>
                  <a:pt x="92" y="574"/>
                </a:lnTo>
                <a:lnTo>
                  <a:pt x="97" y="573"/>
                </a:lnTo>
                <a:lnTo>
                  <a:pt x="101" y="571"/>
                </a:lnTo>
                <a:lnTo>
                  <a:pt x="105" y="570"/>
                </a:lnTo>
                <a:lnTo>
                  <a:pt x="109" y="568"/>
                </a:lnTo>
                <a:lnTo>
                  <a:pt x="117" y="562"/>
                </a:lnTo>
                <a:lnTo>
                  <a:pt x="120" y="559"/>
                </a:lnTo>
                <a:lnTo>
                  <a:pt x="123" y="555"/>
                </a:lnTo>
                <a:lnTo>
                  <a:pt x="129" y="546"/>
                </a:lnTo>
                <a:lnTo>
                  <a:pt x="131" y="541"/>
                </a:lnTo>
                <a:lnTo>
                  <a:pt x="133" y="535"/>
                </a:lnTo>
                <a:lnTo>
                  <a:pt x="137" y="522"/>
                </a:lnTo>
                <a:lnTo>
                  <a:pt x="250" y="52"/>
                </a:lnTo>
                <a:lnTo>
                  <a:pt x="252" y="45"/>
                </a:lnTo>
                <a:lnTo>
                  <a:pt x="252" y="38"/>
                </a:lnTo>
                <a:lnTo>
                  <a:pt x="253" y="32"/>
                </a:lnTo>
                <a:lnTo>
                  <a:pt x="253" y="27"/>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231083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1844675"/>
            <a:ext cx="554399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0020" y="1844675"/>
            <a:ext cx="5543993"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BE20E1-9C17-4699-92BB-D9C9F8E0BC6C}"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Tree>
    <p:extLst>
      <p:ext uri="{BB962C8B-B14F-4D97-AF65-F5344CB8AC3E}">
        <p14:creationId xmlns:p14="http://schemas.microsoft.com/office/powerpoint/2010/main" val="69476450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mparison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2420888"/>
            <a:ext cx="5543992"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0020" y="2420888"/>
            <a:ext cx="5543993"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F79EEE-7C92-4C70-ADA6-26F20A494A5D}"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C5896EA-FF55-0154-224C-599A7C2568AA}"/>
              </a:ext>
            </a:extLst>
          </p:cNvPr>
          <p:cNvSpPr>
            <a:spLocks noGrp="1"/>
          </p:cNvSpPr>
          <p:nvPr>
            <p:ph type="body" idx="13"/>
          </p:nvPr>
        </p:nvSpPr>
        <p:spPr>
          <a:xfrm>
            <a:off x="407975" y="1844675"/>
            <a:ext cx="5542983"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4">
            <a:extLst>
              <a:ext uri="{FF2B5EF4-FFF2-40B4-BE49-F238E27FC236}">
                <a16:creationId xmlns:a16="http://schemas.microsoft.com/office/drawing/2014/main" id="{10BF1523-1E04-DB5B-3A95-0BF8D194A830}"/>
              </a:ext>
            </a:extLst>
          </p:cNvPr>
          <p:cNvSpPr>
            <a:spLocks noGrp="1"/>
          </p:cNvSpPr>
          <p:nvPr>
            <p:ph type="body" sz="quarter" idx="3"/>
          </p:nvPr>
        </p:nvSpPr>
        <p:spPr>
          <a:xfrm>
            <a:off x="6240488" y="1844675"/>
            <a:ext cx="5543525"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1" name="Straight Connector 10">
            <a:extLst>
              <a:ext uri="{FF2B5EF4-FFF2-40B4-BE49-F238E27FC236}">
                <a16:creationId xmlns:a16="http://schemas.microsoft.com/office/drawing/2014/main" id="{E3312D50-F15E-3EC8-DA94-32D5A9D1EBA4}"/>
              </a:ext>
            </a:extLst>
          </p:cNvPr>
          <p:cNvCxnSpPr>
            <a:cxnSpLocks/>
          </p:cNvCxnSpPr>
          <p:nvPr/>
        </p:nvCxnSpPr>
        <p:spPr>
          <a:xfrm>
            <a:off x="6096000"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312287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Comparison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2420888"/>
            <a:ext cx="3599780"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95801" y="2420888"/>
            <a:ext cx="3600400"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F79EEE-7C92-4C70-ADA6-26F20A494A5D}"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C5896EA-FF55-0154-224C-599A7C2568AA}"/>
              </a:ext>
            </a:extLst>
          </p:cNvPr>
          <p:cNvSpPr>
            <a:spLocks noGrp="1"/>
          </p:cNvSpPr>
          <p:nvPr>
            <p:ph type="body" idx="13"/>
          </p:nvPr>
        </p:nvSpPr>
        <p:spPr>
          <a:xfrm>
            <a:off x="407975" y="1844675"/>
            <a:ext cx="3599125"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4">
            <a:extLst>
              <a:ext uri="{FF2B5EF4-FFF2-40B4-BE49-F238E27FC236}">
                <a16:creationId xmlns:a16="http://schemas.microsoft.com/office/drawing/2014/main" id="{10BF1523-1E04-DB5B-3A95-0BF8D194A830}"/>
              </a:ext>
            </a:extLst>
          </p:cNvPr>
          <p:cNvSpPr>
            <a:spLocks noGrp="1"/>
          </p:cNvSpPr>
          <p:nvPr>
            <p:ph type="body" sz="quarter" idx="3"/>
          </p:nvPr>
        </p:nvSpPr>
        <p:spPr>
          <a:xfrm>
            <a:off x="4296433" y="1844675"/>
            <a:ext cx="3600096"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0" name="Straight Connector 9">
            <a:extLst>
              <a:ext uri="{FF2B5EF4-FFF2-40B4-BE49-F238E27FC236}">
                <a16:creationId xmlns:a16="http://schemas.microsoft.com/office/drawing/2014/main" id="{718E971A-6710-C2BB-F744-7619ED66F7A1}"/>
              </a:ext>
            </a:extLst>
          </p:cNvPr>
          <p:cNvCxnSpPr>
            <a:cxnSpLocks/>
          </p:cNvCxnSpPr>
          <p:nvPr userDrawn="1"/>
        </p:nvCxnSpPr>
        <p:spPr>
          <a:xfrm>
            <a:off x="4151784"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3E3ADCF-3508-E6D9-DD76-0D136F2DF6EE}"/>
              </a:ext>
            </a:extLst>
          </p:cNvPr>
          <p:cNvCxnSpPr>
            <a:cxnSpLocks/>
          </p:cNvCxnSpPr>
          <p:nvPr userDrawn="1"/>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Content Placeholder 3">
            <a:extLst>
              <a:ext uri="{FF2B5EF4-FFF2-40B4-BE49-F238E27FC236}">
                <a16:creationId xmlns:a16="http://schemas.microsoft.com/office/drawing/2014/main" id="{6FE21C01-8778-92CB-6C3B-855251BB171F}"/>
              </a:ext>
            </a:extLst>
          </p:cNvPr>
          <p:cNvSpPr>
            <a:spLocks noGrp="1"/>
          </p:cNvSpPr>
          <p:nvPr>
            <p:ph sz="half" idx="14"/>
          </p:nvPr>
        </p:nvSpPr>
        <p:spPr>
          <a:xfrm>
            <a:off x="8184232" y="2420888"/>
            <a:ext cx="3599781"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4">
            <a:extLst>
              <a:ext uri="{FF2B5EF4-FFF2-40B4-BE49-F238E27FC236}">
                <a16:creationId xmlns:a16="http://schemas.microsoft.com/office/drawing/2014/main" id="{493E4F3A-8AAD-E825-C637-245CC58A74DE}"/>
              </a:ext>
            </a:extLst>
          </p:cNvPr>
          <p:cNvSpPr>
            <a:spLocks noGrp="1"/>
          </p:cNvSpPr>
          <p:nvPr>
            <p:ph type="body" sz="quarter" idx="15"/>
          </p:nvPr>
        </p:nvSpPr>
        <p:spPr>
          <a:xfrm>
            <a:off x="8184866" y="1844675"/>
            <a:ext cx="3599477"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6751835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and Highl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1844675"/>
            <a:ext cx="748821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84EBF8-A38E-45A0-95D7-945283F1E2FE}"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71EBD4D-3E71-905B-0AA1-F24A59D6306D}"/>
              </a:ext>
            </a:extLst>
          </p:cNvPr>
          <p:cNvSpPr>
            <a:spLocks noGrp="1"/>
          </p:cNvSpPr>
          <p:nvPr>
            <p:ph type="body" sz="quarter" idx="16"/>
          </p:nvPr>
        </p:nvSpPr>
        <p:spPr>
          <a:xfrm>
            <a:off x="8184234" y="1844675"/>
            <a:ext cx="3599780" cy="4176713"/>
          </a:xfrm>
        </p:spPr>
        <p:txBody>
          <a:bodyPr/>
          <a:lstStyle>
            <a:lvl1pPr>
              <a:lnSpc>
                <a:spcPct val="100000"/>
              </a:lnSpc>
              <a:defRPr sz="2400" b="1">
                <a:solidFill>
                  <a:schemeClr val="accent2"/>
                </a:solidFill>
              </a:defRPr>
            </a:lvl1pPr>
            <a:lvl2pPr>
              <a:defRPr>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cxnSp>
        <p:nvCxnSpPr>
          <p:cNvPr id="4" name="Straight Connector 3">
            <a:extLst>
              <a:ext uri="{FF2B5EF4-FFF2-40B4-BE49-F238E27FC236}">
                <a16:creationId xmlns:a16="http://schemas.microsoft.com/office/drawing/2014/main" id="{87DD12A4-CAAA-276A-3515-43F04C708942}"/>
              </a:ext>
            </a:extLst>
          </p:cNvPr>
          <p:cNvCxnSpPr>
            <a:cxnSpLocks/>
          </p:cNvCxnSpPr>
          <p:nvPr/>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41038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and Highligh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95801" y="1844675"/>
            <a:ext cx="748821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00731F-9916-473B-AC82-AC8750A47D63}" type="datetime3">
              <a:rPr lang="en-US" smtClean="0"/>
              <a:t>1 October 2026</a:t>
            </a:fld>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71EBD4D-3E71-905B-0AA1-F24A59D6306D}"/>
              </a:ext>
            </a:extLst>
          </p:cNvPr>
          <p:cNvSpPr>
            <a:spLocks noGrp="1"/>
          </p:cNvSpPr>
          <p:nvPr>
            <p:ph type="body" sz="quarter" idx="16"/>
          </p:nvPr>
        </p:nvSpPr>
        <p:spPr>
          <a:xfrm>
            <a:off x="407988" y="1844675"/>
            <a:ext cx="3600450" cy="4176713"/>
          </a:xfrm>
        </p:spPr>
        <p:txBody>
          <a:bodyPr/>
          <a:lstStyle>
            <a:lvl1pPr>
              <a:lnSpc>
                <a:spcPct val="100000"/>
              </a:lnSpc>
              <a:defRPr sz="2400" b="1">
                <a:solidFill>
                  <a:schemeClr val="accent2"/>
                </a:solidFill>
              </a:defRPr>
            </a:lvl1pPr>
            <a:lvl2pPr>
              <a:defRPr>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123435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ACA3FAB0-2B33-4026-8022-FB4BDB72EDB3}"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3" name="Text Placeholder 2">
            <a:extLst>
              <a:ext uri="{FF2B5EF4-FFF2-40B4-BE49-F238E27FC236}">
                <a16:creationId xmlns:a16="http://schemas.microsoft.com/office/drawing/2014/main" id="{F89566B9-12F8-284C-8FF9-6FDC1AED19A4}"/>
              </a:ext>
            </a:extLst>
          </p:cNvPr>
          <p:cNvSpPr>
            <a:spLocks noGrp="1"/>
          </p:cNvSpPr>
          <p:nvPr>
            <p:ph type="body" sz="quarter" idx="16"/>
          </p:nvPr>
        </p:nvSpPr>
        <p:spPr>
          <a:xfrm>
            <a:off x="407988" y="3429000"/>
            <a:ext cx="3600450" cy="2592388"/>
          </a:xfrm>
        </p:spPr>
        <p:txBody>
          <a:bodyPr/>
          <a:lstStyle/>
          <a:p>
            <a:pPr lvl="0"/>
            <a:r>
              <a:rPr lang="en-US"/>
              <a:t>Click to edit Master text styles</a:t>
            </a:r>
          </a:p>
          <a:p>
            <a:pPr lvl="1"/>
            <a:r>
              <a:rPr lang="en-US"/>
              <a:t>Second level</a:t>
            </a:r>
          </a:p>
          <a:p>
            <a:pPr lvl="2"/>
            <a:r>
              <a:rPr lang="en-US"/>
              <a:t>Third level</a:t>
            </a:r>
          </a:p>
        </p:txBody>
      </p:sp>
      <p:sp>
        <p:nvSpPr>
          <p:cNvPr id="10" name="Text Placeholder 2">
            <a:extLst>
              <a:ext uri="{FF2B5EF4-FFF2-40B4-BE49-F238E27FC236}">
                <a16:creationId xmlns:a16="http://schemas.microsoft.com/office/drawing/2014/main" id="{8007EE78-B21B-23A7-54BF-B521D91B2AA9}"/>
              </a:ext>
            </a:extLst>
          </p:cNvPr>
          <p:cNvSpPr>
            <a:spLocks noGrp="1"/>
          </p:cNvSpPr>
          <p:nvPr>
            <p:ph type="body" sz="quarter" idx="17"/>
          </p:nvPr>
        </p:nvSpPr>
        <p:spPr>
          <a:xfrm>
            <a:off x="4295801" y="3429000"/>
            <a:ext cx="3600398" cy="2592388"/>
          </a:xfrm>
        </p:spPr>
        <p:txBody>
          <a:bodyPr/>
          <a:lstStyle/>
          <a:p>
            <a:pPr lvl="0"/>
            <a:r>
              <a:rPr lang="en-US"/>
              <a:t>Click to edit Master text styles</a:t>
            </a:r>
          </a:p>
          <a:p>
            <a:pPr lvl="1"/>
            <a:r>
              <a:rPr lang="en-US"/>
              <a:t>Second level</a:t>
            </a:r>
          </a:p>
          <a:p>
            <a:pPr lvl="2"/>
            <a:r>
              <a:rPr lang="en-US"/>
              <a:t>Third level</a:t>
            </a:r>
          </a:p>
        </p:txBody>
      </p:sp>
      <p:sp>
        <p:nvSpPr>
          <p:cNvPr id="11" name="Text Placeholder 2">
            <a:extLst>
              <a:ext uri="{FF2B5EF4-FFF2-40B4-BE49-F238E27FC236}">
                <a16:creationId xmlns:a16="http://schemas.microsoft.com/office/drawing/2014/main" id="{CA93C399-907E-C5BB-591E-631455558992}"/>
              </a:ext>
            </a:extLst>
          </p:cNvPr>
          <p:cNvSpPr>
            <a:spLocks noGrp="1"/>
          </p:cNvSpPr>
          <p:nvPr>
            <p:ph type="body" sz="quarter" idx="18"/>
          </p:nvPr>
        </p:nvSpPr>
        <p:spPr>
          <a:xfrm>
            <a:off x="8183564" y="3429000"/>
            <a:ext cx="3600450" cy="2592388"/>
          </a:xfrm>
        </p:spPr>
        <p:txBody>
          <a:bodyPr/>
          <a:lstStyle/>
          <a:p>
            <a:pPr lvl="0"/>
            <a:r>
              <a:rPr lang="en-US"/>
              <a:t>Click to edit Master text styles</a:t>
            </a:r>
          </a:p>
          <a:p>
            <a:pPr lvl="1"/>
            <a:r>
              <a:rPr lang="en-US"/>
              <a:t>Second level</a:t>
            </a:r>
          </a:p>
          <a:p>
            <a:pPr lvl="2"/>
            <a:r>
              <a:rPr lang="en-US"/>
              <a:t>Third level</a:t>
            </a:r>
          </a:p>
        </p:txBody>
      </p:sp>
      <p:sp>
        <p:nvSpPr>
          <p:cNvPr id="12" name="Text Placeholder 2">
            <a:extLst>
              <a:ext uri="{FF2B5EF4-FFF2-40B4-BE49-F238E27FC236}">
                <a16:creationId xmlns:a16="http://schemas.microsoft.com/office/drawing/2014/main" id="{3CA9FCC5-FDD9-DC9F-FD7E-DC299FDA37D0}"/>
              </a:ext>
            </a:extLst>
          </p:cNvPr>
          <p:cNvSpPr>
            <a:spLocks noGrp="1"/>
          </p:cNvSpPr>
          <p:nvPr>
            <p:ph type="body" idx="1"/>
          </p:nvPr>
        </p:nvSpPr>
        <p:spPr>
          <a:xfrm>
            <a:off x="407988" y="1844675"/>
            <a:ext cx="3599780"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4">
            <a:extLst>
              <a:ext uri="{FF2B5EF4-FFF2-40B4-BE49-F238E27FC236}">
                <a16:creationId xmlns:a16="http://schemas.microsoft.com/office/drawing/2014/main" id="{EFAA3442-C32E-C521-1F86-60CC0A49B347}"/>
              </a:ext>
            </a:extLst>
          </p:cNvPr>
          <p:cNvSpPr>
            <a:spLocks noGrp="1"/>
          </p:cNvSpPr>
          <p:nvPr>
            <p:ph type="body" sz="quarter" idx="3"/>
          </p:nvPr>
        </p:nvSpPr>
        <p:spPr>
          <a:xfrm>
            <a:off x="4295800" y="1844675"/>
            <a:ext cx="3600400"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2A73817A-8DA0-A644-79C7-07F500AD431C}"/>
              </a:ext>
            </a:extLst>
          </p:cNvPr>
          <p:cNvSpPr>
            <a:spLocks noGrp="1"/>
          </p:cNvSpPr>
          <p:nvPr>
            <p:ph type="body" sz="quarter" idx="19"/>
          </p:nvPr>
        </p:nvSpPr>
        <p:spPr>
          <a:xfrm>
            <a:off x="8184232" y="1844675"/>
            <a:ext cx="3599781"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6" name="Straight Connector 15">
            <a:extLst>
              <a:ext uri="{FF2B5EF4-FFF2-40B4-BE49-F238E27FC236}">
                <a16:creationId xmlns:a16="http://schemas.microsoft.com/office/drawing/2014/main" id="{F5691066-5FF3-2B0D-FA81-A572DB654937}"/>
              </a:ext>
            </a:extLst>
          </p:cNvPr>
          <p:cNvCxnSpPr>
            <a:cxnSpLocks/>
          </p:cNvCxnSpPr>
          <p:nvPr/>
        </p:nvCxnSpPr>
        <p:spPr>
          <a:xfrm>
            <a:off x="4151784"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01E8CBD-88AD-3DB4-D8FB-969D10AE3B5F}"/>
              </a:ext>
            </a:extLst>
          </p:cNvPr>
          <p:cNvCxnSpPr>
            <a:cxnSpLocks/>
          </p:cNvCxnSpPr>
          <p:nvPr/>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918778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and Pictur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7988"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7642BECA-EF0C-BD72-6F7D-E1F5C6BCE1B6}"/>
              </a:ext>
            </a:extLst>
          </p:cNvPr>
          <p:cNvSpPr>
            <a:spLocks noGrp="1"/>
          </p:cNvSpPr>
          <p:nvPr>
            <p:ph type="pic" sz="quarter" idx="13"/>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4" name="Text Placeholder 2">
            <a:extLst>
              <a:ext uri="{FF2B5EF4-FFF2-40B4-BE49-F238E27FC236}">
                <a16:creationId xmlns:a16="http://schemas.microsoft.com/office/drawing/2014/main" id="{BA7DE626-2ACE-F5B9-6AEB-1372D3578784}"/>
              </a:ext>
            </a:extLst>
          </p:cNvPr>
          <p:cNvSpPr>
            <a:spLocks noGrp="1"/>
          </p:cNvSpPr>
          <p:nvPr>
            <p:ph type="body" sz="quarter" idx="19"/>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
        <p:nvSpPr>
          <p:cNvPr id="13" name="Title 12">
            <a:extLst>
              <a:ext uri="{FF2B5EF4-FFF2-40B4-BE49-F238E27FC236}">
                <a16:creationId xmlns:a16="http://schemas.microsoft.com/office/drawing/2014/main" id="{B136D86C-C951-D3DD-DC58-A2F034437F3C}"/>
              </a:ext>
            </a:extLst>
          </p:cNvPr>
          <p:cNvSpPr>
            <a:spLocks noGrp="1"/>
          </p:cNvSpPr>
          <p:nvPr>
            <p:ph type="title"/>
          </p:nvPr>
        </p:nvSpPr>
        <p:spPr>
          <a:xfrm>
            <a:off x="407989" y="548680"/>
            <a:ext cx="5543995" cy="1008112"/>
          </a:xfrm>
        </p:spPr>
        <p:txBody>
          <a:bodyPr/>
          <a:lstStyle/>
          <a:p>
            <a:r>
              <a:rPr lang="en-US"/>
              <a:t>Click to edit Master title style</a:t>
            </a:r>
            <a:endParaRPr lang="en-GB" dirty="0"/>
          </a:p>
        </p:txBody>
      </p:sp>
      <p:sp>
        <p:nvSpPr>
          <p:cNvPr id="14" name="Date Placeholder 13">
            <a:extLst>
              <a:ext uri="{FF2B5EF4-FFF2-40B4-BE49-F238E27FC236}">
                <a16:creationId xmlns:a16="http://schemas.microsoft.com/office/drawing/2014/main" id="{DCDF58FA-8C3D-B675-9126-F1692CC7A0BE}"/>
              </a:ext>
            </a:extLst>
          </p:cNvPr>
          <p:cNvSpPr>
            <a:spLocks noGrp="1"/>
          </p:cNvSpPr>
          <p:nvPr>
            <p:ph type="dt" sz="half" idx="20"/>
          </p:nvPr>
        </p:nvSpPr>
        <p:spPr/>
        <p:txBody>
          <a:bodyPr/>
          <a:lstStyle/>
          <a:p>
            <a:fld id="{46F98249-4418-430D-BC85-CBEB2C55707B}" type="datetime3">
              <a:rPr lang="en-US" smtClean="0"/>
              <a:t>1 October 2026</a:t>
            </a:fld>
            <a:endParaRPr lang="en-US" dirty="0"/>
          </a:p>
        </p:txBody>
      </p:sp>
      <p:sp>
        <p:nvSpPr>
          <p:cNvPr id="15" name="Footer Placeholder 14">
            <a:extLst>
              <a:ext uri="{FF2B5EF4-FFF2-40B4-BE49-F238E27FC236}">
                <a16:creationId xmlns:a16="http://schemas.microsoft.com/office/drawing/2014/main" id="{B9E7EBBE-A29B-487A-342B-20BED545D032}"/>
              </a:ext>
            </a:extLst>
          </p:cNvPr>
          <p:cNvSpPr>
            <a:spLocks noGrp="1"/>
          </p:cNvSpPr>
          <p:nvPr>
            <p:ph type="ftr" sz="quarter" idx="21"/>
          </p:nvPr>
        </p:nvSpPr>
        <p:spPr/>
        <p:txBody>
          <a:bodyPr/>
          <a:lstStyle/>
          <a:p>
            <a:endParaRPr lang="en-US" dirty="0"/>
          </a:p>
        </p:txBody>
      </p:sp>
      <p:sp>
        <p:nvSpPr>
          <p:cNvPr id="16" name="Slide Number Placeholder 15">
            <a:extLst>
              <a:ext uri="{FF2B5EF4-FFF2-40B4-BE49-F238E27FC236}">
                <a16:creationId xmlns:a16="http://schemas.microsoft.com/office/drawing/2014/main" id="{4C8549BF-7C39-73C0-AAC2-4716780B4413}"/>
              </a:ext>
            </a:extLst>
          </p:cNvPr>
          <p:cNvSpPr>
            <a:spLocks noGrp="1"/>
          </p:cNvSpPr>
          <p:nvPr>
            <p:ph type="sldNum" sz="quarter" idx="2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92278471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and Picture 2">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D09D38C-52A6-5776-24AC-CFA5EDE05C6E}"/>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2" name="Title 1"/>
          <p:cNvSpPr>
            <a:spLocks noGrp="1"/>
          </p:cNvSpPr>
          <p:nvPr>
            <p:ph type="title"/>
          </p:nvPr>
        </p:nvSpPr>
        <p:spPr>
          <a:xfrm>
            <a:off x="6240016" y="549274"/>
            <a:ext cx="5543997" cy="100806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240017"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890A3BEA-E991-BB69-13DF-37F81DC12291}"/>
              </a:ext>
            </a:extLst>
          </p:cNvPr>
          <p:cNvSpPr>
            <a:spLocks noGrp="1"/>
          </p:cNvSpPr>
          <p:nvPr>
            <p:ph type="dt" sz="half" idx="14"/>
          </p:nvPr>
        </p:nvSpPr>
        <p:spPr/>
        <p:txBody>
          <a:bodyPr/>
          <a:lstStyle/>
          <a:p>
            <a:fld id="{30F635E9-B524-4054-960B-A142DA44153E}" type="datetime3">
              <a:rPr lang="en-US" smtClean="0"/>
              <a:t>1 October 2026</a:t>
            </a:fld>
            <a:endParaRPr lang="en-US" dirty="0"/>
          </a:p>
        </p:txBody>
      </p:sp>
      <p:sp>
        <p:nvSpPr>
          <p:cNvPr id="11" name="Footer Placeholder 10">
            <a:extLst>
              <a:ext uri="{FF2B5EF4-FFF2-40B4-BE49-F238E27FC236}">
                <a16:creationId xmlns:a16="http://schemas.microsoft.com/office/drawing/2014/main" id="{84538942-38C8-91EC-489B-EFBBFE80BBD3}"/>
              </a:ext>
            </a:extLst>
          </p:cNvPr>
          <p:cNvSpPr>
            <a:spLocks noGrp="1"/>
          </p:cNvSpPr>
          <p:nvPr>
            <p:ph type="ftr" sz="quarter" idx="15"/>
          </p:nvPr>
        </p:nvSpPr>
        <p:spPr/>
        <p:txBody>
          <a:bodyPr/>
          <a:lstStyle/>
          <a:p>
            <a:endParaRPr lang="en-US" dirty="0"/>
          </a:p>
        </p:txBody>
      </p:sp>
      <p:sp>
        <p:nvSpPr>
          <p:cNvPr id="12" name="Slide Number Placeholder 11">
            <a:extLst>
              <a:ext uri="{FF2B5EF4-FFF2-40B4-BE49-F238E27FC236}">
                <a16:creationId xmlns:a16="http://schemas.microsoft.com/office/drawing/2014/main" id="{F730571B-A724-50EC-034C-E271DC6477D1}"/>
              </a:ext>
            </a:extLst>
          </p:cNvPr>
          <p:cNvSpPr>
            <a:spLocks noGrp="1"/>
          </p:cNvSpPr>
          <p:nvPr>
            <p:ph type="sldNum" sz="quarter" idx="16"/>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4596845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and 2 Picture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7988"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62C22325-F61C-98FA-19DF-99B544D06B1B}"/>
              </a:ext>
            </a:extLst>
          </p:cNvPr>
          <p:cNvSpPr>
            <a:spLocks noGrp="1"/>
          </p:cNvSpPr>
          <p:nvPr>
            <p:ph type="pic" sz="quarter" idx="13"/>
          </p:nvPr>
        </p:nvSpPr>
        <p:spPr>
          <a:xfrm>
            <a:off x="6240016" y="0"/>
            <a:ext cx="5951984" cy="3356992"/>
          </a:xfrm>
          <a:custGeom>
            <a:avLst/>
            <a:gdLst>
              <a:gd name="connsiteX0" fmla="*/ 0 w 5951984"/>
              <a:gd name="connsiteY0" fmla="*/ 0 h 3356992"/>
              <a:gd name="connsiteX1" fmla="*/ 5951984 w 5951984"/>
              <a:gd name="connsiteY1" fmla="*/ 0 h 3356992"/>
              <a:gd name="connsiteX2" fmla="*/ 5951984 w 5951984"/>
              <a:gd name="connsiteY2" fmla="*/ 3356992 h 3356992"/>
              <a:gd name="connsiteX3" fmla="*/ 1689711 w 5951984"/>
              <a:gd name="connsiteY3" fmla="*/ 3356992 h 3356992"/>
              <a:gd name="connsiteX4" fmla="*/ 1286149 w 5951984"/>
              <a:gd name="connsiteY4" fmla="*/ 2570260 h 3356992"/>
              <a:gd name="connsiteX5" fmla="*/ 845854 w 5951984"/>
              <a:gd name="connsiteY5" fmla="*/ 1713507 h 3356992"/>
              <a:gd name="connsiteX6" fmla="*/ 405558 w 5951984"/>
              <a:gd name="connsiteY6" fmla="*/ 856753 h 3356992"/>
              <a:gd name="connsiteX7" fmla="*/ 0 w 5951984"/>
              <a:gd name="connsiteY7" fmla="*/ 64733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1984" h="3356992">
                <a:moveTo>
                  <a:pt x="0" y="0"/>
                </a:moveTo>
                <a:lnTo>
                  <a:pt x="5951984" y="0"/>
                </a:lnTo>
                <a:lnTo>
                  <a:pt x="5951984" y="3356992"/>
                </a:lnTo>
                <a:lnTo>
                  <a:pt x="1689711" y="3356992"/>
                </a:lnTo>
                <a:lnTo>
                  <a:pt x="1286149" y="2570260"/>
                </a:lnTo>
                <a:lnTo>
                  <a:pt x="845854" y="1713507"/>
                </a:lnTo>
                <a:lnTo>
                  <a:pt x="405558" y="856753"/>
                </a:lnTo>
                <a:lnTo>
                  <a:pt x="0" y="6473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4" name="Picture Placeholder 13">
            <a:extLst>
              <a:ext uri="{FF2B5EF4-FFF2-40B4-BE49-F238E27FC236}">
                <a16:creationId xmlns:a16="http://schemas.microsoft.com/office/drawing/2014/main" id="{2919189E-A891-5B5C-F128-8A0C3DA03DBB}"/>
              </a:ext>
            </a:extLst>
          </p:cNvPr>
          <p:cNvSpPr>
            <a:spLocks noGrp="1"/>
          </p:cNvSpPr>
          <p:nvPr>
            <p:ph type="pic" sz="quarter" idx="14"/>
          </p:nvPr>
        </p:nvSpPr>
        <p:spPr>
          <a:xfrm>
            <a:off x="8003568" y="3501008"/>
            <a:ext cx="4188432" cy="3356992"/>
          </a:xfrm>
          <a:custGeom>
            <a:avLst/>
            <a:gdLst>
              <a:gd name="connsiteX0" fmla="*/ 0 w 4188432"/>
              <a:gd name="connsiteY0" fmla="*/ 0 h 3356992"/>
              <a:gd name="connsiteX1" fmla="*/ 4188432 w 4188432"/>
              <a:gd name="connsiteY1" fmla="*/ 0 h 3356992"/>
              <a:gd name="connsiteX2" fmla="*/ 4188432 w 4188432"/>
              <a:gd name="connsiteY2" fmla="*/ 3356992 h 3356992"/>
              <a:gd name="connsiteX3" fmla="*/ 1723278 w 4188432"/>
              <a:gd name="connsiteY3" fmla="*/ 3356992 h 3356992"/>
              <a:gd name="connsiteX4" fmla="*/ 1282983 w 4188432"/>
              <a:gd name="connsiteY4" fmla="*/ 2498649 h 3356992"/>
              <a:gd name="connsiteX5" fmla="*/ 842688 w 4188432"/>
              <a:gd name="connsiteY5" fmla="*/ 1641896 h 3356992"/>
              <a:gd name="connsiteX6" fmla="*/ 402392 w 4188432"/>
              <a:gd name="connsiteY6" fmla="*/ 785143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8432" h="3356992">
                <a:moveTo>
                  <a:pt x="0" y="0"/>
                </a:moveTo>
                <a:lnTo>
                  <a:pt x="4188432" y="0"/>
                </a:lnTo>
                <a:lnTo>
                  <a:pt x="4188432" y="3356992"/>
                </a:lnTo>
                <a:lnTo>
                  <a:pt x="1723278" y="3356992"/>
                </a:lnTo>
                <a:lnTo>
                  <a:pt x="1282983" y="2498649"/>
                </a:lnTo>
                <a:lnTo>
                  <a:pt x="842688" y="1641896"/>
                </a:lnTo>
                <a:lnTo>
                  <a:pt x="402392" y="78514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1" name="Date Placeholder 10">
            <a:extLst>
              <a:ext uri="{FF2B5EF4-FFF2-40B4-BE49-F238E27FC236}">
                <a16:creationId xmlns:a16="http://schemas.microsoft.com/office/drawing/2014/main" id="{9AB318D4-C5E4-6B51-8461-1CC640F9355E}"/>
              </a:ext>
            </a:extLst>
          </p:cNvPr>
          <p:cNvSpPr>
            <a:spLocks noGrp="1"/>
          </p:cNvSpPr>
          <p:nvPr>
            <p:ph type="dt" sz="half" idx="16"/>
          </p:nvPr>
        </p:nvSpPr>
        <p:spPr/>
        <p:txBody>
          <a:bodyPr/>
          <a:lstStyle/>
          <a:p>
            <a:fld id="{532575C0-E963-4395-BF39-327DB8FF1C92}" type="datetime3">
              <a:rPr lang="en-US" smtClean="0"/>
              <a:t>1 October 2026</a:t>
            </a:fld>
            <a:endParaRPr lang="en-US" dirty="0"/>
          </a:p>
        </p:txBody>
      </p:sp>
      <p:sp>
        <p:nvSpPr>
          <p:cNvPr id="12" name="Footer Placeholder 11">
            <a:extLst>
              <a:ext uri="{FF2B5EF4-FFF2-40B4-BE49-F238E27FC236}">
                <a16:creationId xmlns:a16="http://schemas.microsoft.com/office/drawing/2014/main" id="{2B264BFF-29C1-E735-1F1C-D49847A44B14}"/>
              </a:ext>
            </a:extLst>
          </p:cNvPr>
          <p:cNvSpPr>
            <a:spLocks noGrp="1"/>
          </p:cNvSpPr>
          <p:nvPr>
            <p:ph type="ftr" sz="quarter" idx="17"/>
          </p:nvPr>
        </p:nvSpPr>
        <p:spPr/>
        <p:txBody>
          <a:bodyPr/>
          <a:lstStyle/>
          <a:p>
            <a:endParaRPr lang="en-US" dirty="0"/>
          </a:p>
        </p:txBody>
      </p:sp>
      <p:sp>
        <p:nvSpPr>
          <p:cNvPr id="13" name="Slide Number Placeholder 12">
            <a:extLst>
              <a:ext uri="{FF2B5EF4-FFF2-40B4-BE49-F238E27FC236}">
                <a16:creationId xmlns:a16="http://schemas.microsoft.com/office/drawing/2014/main" id="{4BBBB0F7-5688-68CB-8AE3-814025C62FB6}"/>
              </a:ext>
            </a:extLst>
          </p:cNvPr>
          <p:cNvSpPr>
            <a:spLocks noGrp="1"/>
          </p:cNvSpPr>
          <p:nvPr>
            <p:ph type="sldNum" sz="quarter" idx="18"/>
          </p:nvPr>
        </p:nvSpPr>
        <p:spPr/>
        <p:txBody>
          <a:bodyPr/>
          <a:lstStyle/>
          <a:p>
            <a:fld id="{5B16D1FE-3A35-41BA-8EBE-413702045235}" type="slidenum">
              <a:rPr lang="en-US" smtClean="0"/>
              <a:pPr/>
              <a:t>‹#›</a:t>
            </a:fld>
            <a:endParaRPr lang="en-US" dirty="0"/>
          </a:p>
        </p:txBody>
      </p:sp>
      <p:sp>
        <p:nvSpPr>
          <p:cNvPr id="15" name="Title 14">
            <a:extLst>
              <a:ext uri="{FF2B5EF4-FFF2-40B4-BE49-F238E27FC236}">
                <a16:creationId xmlns:a16="http://schemas.microsoft.com/office/drawing/2014/main" id="{D731E667-4044-2045-3ABD-D2986698F082}"/>
              </a:ext>
            </a:extLst>
          </p:cNvPr>
          <p:cNvSpPr>
            <a:spLocks noGrp="1"/>
          </p:cNvSpPr>
          <p:nvPr>
            <p:ph type="title"/>
          </p:nvPr>
        </p:nvSpPr>
        <p:spPr>
          <a:xfrm>
            <a:off x="407989" y="548680"/>
            <a:ext cx="5543996" cy="1008112"/>
          </a:xfrm>
        </p:spPr>
        <p:txBody>
          <a:bodyPr/>
          <a:lstStyle/>
          <a:p>
            <a:r>
              <a:rPr lang="en-US"/>
              <a:t>Click to edit Master title style</a:t>
            </a:r>
            <a:endParaRPr lang="en-GB" dirty="0"/>
          </a:p>
        </p:txBody>
      </p:sp>
    </p:spTree>
    <p:extLst>
      <p:ext uri="{BB962C8B-B14F-4D97-AF65-F5344CB8AC3E}">
        <p14:creationId xmlns:p14="http://schemas.microsoft.com/office/powerpoint/2010/main" val="26686212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and 2 Pictures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05B91F3-75BC-1093-B8F2-91DBFB5E7AB8}"/>
              </a:ext>
            </a:extLst>
          </p:cNvPr>
          <p:cNvSpPr>
            <a:spLocks noGrp="1"/>
          </p:cNvSpPr>
          <p:nvPr>
            <p:ph type="pic" sz="quarter" idx="13"/>
          </p:nvPr>
        </p:nvSpPr>
        <p:spPr>
          <a:xfrm>
            <a:off x="1" y="0"/>
            <a:ext cx="4180197" cy="3356992"/>
          </a:xfrm>
          <a:custGeom>
            <a:avLst/>
            <a:gdLst>
              <a:gd name="connsiteX0" fmla="*/ 0 w 4180197"/>
              <a:gd name="connsiteY0" fmla="*/ 0 h 3356992"/>
              <a:gd name="connsiteX1" fmla="*/ 2465154 w 4180197"/>
              <a:gd name="connsiteY1" fmla="*/ 0 h 3356992"/>
              <a:gd name="connsiteX2" fmla="*/ 2903065 w 4180197"/>
              <a:gd name="connsiteY2" fmla="*/ 856753 h 3356992"/>
              <a:gd name="connsiteX3" fmla="*/ 3340181 w 4180197"/>
              <a:gd name="connsiteY3" fmla="*/ 1713507 h 3356992"/>
              <a:gd name="connsiteX4" fmla="*/ 3778092 w 4180197"/>
              <a:gd name="connsiteY4" fmla="*/ 2570260 h 3356992"/>
              <a:gd name="connsiteX5" fmla="*/ 4180197 w 4180197"/>
              <a:gd name="connsiteY5" fmla="*/ 3356992 h 3356992"/>
              <a:gd name="connsiteX6" fmla="*/ 0 w 4180197"/>
              <a:gd name="connsiteY6" fmla="*/ 3356992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97" h="3356992">
                <a:moveTo>
                  <a:pt x="0" y="0"/>
                </a:moveTo>
                <a:lnTo>
                  <a:pt x="2465154" y="0"/>
                </a:lnTo>
                <a:lnTo>
                  <a:pt x="2903065" y="856753"/>
                </a:lnTo>
                <a:lnTo>
                  <a:pt x="3340181" y="1713507"/>
                </a:lnTo>
                <a:lnTo>
                  <a:pt x="3778092" y="2570260"/>
                </a:lnTo>
                <a:lnTo>
                  <a:pt x="4180197" y="3356992"/>
                </a:lnTo>
                <a:lnTo>
                  <a:pt x="0" y="3356992"/>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8" name="Picture Placeholder 7">
            <a:extLst>
              <a:ext uri="{FF2B5EF4-FFF2-40B4-BE49-F238E27FC236}">
                <a16:creationId xmlns:a16="http://schemas.microsoft.com/office/drawing/2014/main" id="{B45109F2-ACF6-9853-75E4-3A604379021C}"/>
              </a:ext>
            </a:extLst>
          </p:cNvPr>
          <p:cNvSpPr>
            <a:spLocks noGrp="1"/>
          </p:cNvSpPr>
          <p:nvPr>
            <p:ph type="pic" sz="quarter" idx="14"/>
          </p:nvPr>
        </p:nvSpPr>
        <p:spPr>
          <a:xfrm>
            <a:off x="0" y="3501008"/>
            <a:ext cx="5951985" cy="3356992"/>
          </a:xfrm>
          <a:custGeom>
            <a:avLst/>
            <a:gdLst>
              <a:gd name="connsiteX0" fmla="*/ 0 w 5951985"/>
              <a:gd name="connsiteY0" fmla="*/ 0 h 3356992"/>
              <a:gd name="connsiteX1" fmla="*/ 4253705 w 5951985"/>
              <a:gd name="connsiteY1" fmla="*/ 0 h 3356992"/>
              <a:gd name="connsiteX2" fmla="*/ 4653914 w 5951985"/>
              <a:gd name="connsiteY2" fmla="*/ 785143 h 3356992"/>
              <a:gd name="connsiteX3" fmla="*/ 5091825 w 5951985"/>
              <a:gd name="connsiteY3" fmla="*/ 1641896 h 3356992"/>
              <a:gd name="connsiteX4" fmla="*/ 5528941 w 5951985"/>
              <a:gd name="connsiteY4" fmla="*/ 2498649 h 3356992"/>
              <a:gd name="connsiteX5" fmla="*/ 5951985 w 5951985"/>
              <a:gd name="connsiteY5" fmla="*/ 3324852 h 3356992"/>
              <a:gd name="connsiteX6" fmla="*/ 5951985 w 5951985"/>
              <a:gd name="connsiteY6" fmla="*/ 3356992 h 3356992"/>
              <a:gd name="connsiteX7" fmla="*/ 0 w 5951985"/>
              <a:gd name="connsiteY7" fmla="*/ 3356992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1985" h="3356992">
                <a:moveTo>
                  <a:pt x="0" y="0"/>
                </a:moveTo>
                <a:lnTo>
                  <a:pt x="4253705" y="0"/>
                </a:lnTo>
                <a:lnTo>
                  <a:pt x="4653914" y="785143"/>
                </a:lnTo>
                <a:lnTo>
                  <a:pt x="5091825" y="1641896"/>
                </a:lnTo>
                <a:lnTo>
                  <a:pt x="5528941" y="2498649"/>
                </a:lnTo>
                <a:lnTo>
                  <a:pt x="5951985" y="3324852"/>
                </a:lnTo>
                <a:lnTo>
                  <a:pt x="5951985" y="3356992"/>
                </a:lnTo>
                <a:lnTo>
                  <a:pt x="0" y="3356992"/>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1" name="Date Placeholder 10">
            <a:extLst>
              <a:ext uri="{FF2B5EF4-FFF2-40B4-BE49-F238E27FC236}">
                <a16:creationId xmlns:a16="http://schemas.microsoft.com/office/drawing/2014/main" id="{9AB318D4-C5E4-6B51-8461-1CC640F9355E}"/>
              </a:ext>
            </a:extLst>
          </p:cNvPr>
          <p:cNvSpPr>
            <a:spLocks noGrp="1"/>
          </p:cNvSpPr>
          <p:nvPr>
            <p:ph type="dt" sz="half" idx="16"/>
          </p:nvPr>
        </p:nvSpPr>
        <p:spPr/>
        <p:txBody>
          <a:bodyPr/>
          <a:lstStyle>
            <a:lvl1pPr>
              <a:defRPr>
                <a:noFill/>
              </a:defRPr>
            </a:lvl1pPr>
          </a:lstStyle>
          <a:p>
            <a:fld id="{E97F5548-2E80-4CB4-808D-BEB3B069CB39}" type="datetime3">
              <a:rPr lang="en-US" smtClean="0"/>
              <a:t>1 October 2026</a:t>
            </a:fld>
            <a:endParaRPr lang="en-US" dirty="0"/>
          </a:p>
        </p:txBody>
      </p:sp>
      <p:sp>
        <p:nvSpPr>
          <p:cNvPr id="12" name="Footer Placeholder 11">
            <a:extLst>
              <a:ext uri="{FF2B5EF4-FFF2-40B4-BE49-F238E27FC236}">
                <a16:creationId xmlns:a16="http://schemas.microsoft.com/office/drawing/2014/main" id="{2B264BFF-29C1-E735-1F1C-D49847A44B14}"/>
              </a:ext>
            </a:extLst>
          </p:cNvPr>
          <p:cNvSpPr>
            <a:spLocks noGrp="1"/>
          </p:cNvSpPr>
          <p:nvPr>
            <p:ph type="ftr" sz="quarter" idx="17"/>
          </p:nvPr>
        </p:nvSpPr>
        <p:spPr/>
        <p:txBody>
          <a:bodyPr/>
          <a:lstStyle>
            <a:lvl1pPr>
              <a:defRPr>
                <a:noFill/>
              </a:defRPr>
            </a:lvl1pPr>
          </a:lstStyle>
          <a:p>
            <a:endParaRPr lang="en-US" dirty="0"/>
          </a:p>
        </p:txBody>
      </p:sp>
      <p:sp>
        <p:nvSpPr>
          <p:cNvPr id="13" name="Slide Number Placeholder 12">
            <a:extLst>
              <a:ext uri="{FF2B5EF4-FFF2-40B4-BE49-F238E27FC236}">
                <a16:creationId xmlns:a16="http://schemas.microsoft.com/office/drawing/2014/main" id="{4BBBB0F7-5688-68CB-8AE3-814025C62FB6}"/>
              </a:ext>
            </a:extLst>
          </p:cNvPr>
          <p:cNvSpPr>
            <a:spLocks noGrp="1"/>
          </p:cNvSpPr>
          <p:nvPr>
            <p:ph type="sldNum" sz="quarter" idx="18"/>
          </p:nvPr>
        </p:nvSpPr>
        <p:spPr/>
        <p:txBody>
          <a:bodyPr/>
          <a:lstStyle/>
          <a:p>
            <a:fld id="{5B16D1FE-3A35-41BA-8EBE-413702045235}" type="slidenum">
              <a:rPr lang="en-US" smtClean="0"/>
              <a:pPr/>
              <a:t>‹#›</a:t>
            </a:fld>
            <a:endParaRPr lang="en-US" dirty="0"/>
          </a:p>
        </p:txBody>
      </p:sp>
      <p:sp>
        <p:nvSpPr>
          <p:cNvPr id="10" name="Title 1">
            <a:extLst>
              <a:ext uri="{FF2B5EF4-FFF2-40B4-BE49-F238E27FC236}">
                <a16:creationId xmlns:a16="http://schemas.microsoft.com/office/drawing/2014/main" id="{D7E8B995-1ABB-3245-C387-C00382E4F285}"/>
              </a:ext>
            </a:extLst>
          </p:cNvPr>
          <p:cNvSpPr>
            <a:spLocks noGrp="1"/>
          </p:cNvSpPr>
          <p:nvPr>
            <p:ph type="title"/>
          </p:nvPr>
        </p:nvSpPr>
        <p:spPr>
          <a:xfrm>
            <a:off x="6240016" y="549274"/>
            <a:ext cx="5543997" cy="1008064"/>
          </a:xfrm>
        </p:spPr>
        <p:txBody>
          <a:bodyPr/>
          <a:lstStyle/>
          <a:p>
            <a:r>
              <a:rPr lang="en-US"/>
              <a:t>Click to edit Master title style</a:t>
            </a:r>
            <a:endParaRPr lang="en-US" dirty="0"/>
          </a:p>
        </p:txBody>
      </p:sp>
      <p:sp>
        <p:nvSpPr>
          <p:cNvPr id="14" name="Content Placeholder 2">
            <a:extLst>
              <a:ext uri="{FF2B5EF4-FFF2-40B4-BE49-F238E27FC236}">
                <a16:creationId xmlns:a16="http://schemas.microsoft.com/office/drawing/2014/main" id="{483C0AA4-E938-3FAA-F3D2-A3F52C494FC3}"/>
              </a:ext>
            </a:extLst>
          </p:cNvPr>
          <p:cNvSpPr>
            <a:spLocks noGrp="1"/>
          </p:cNvSpPr>
          <p:nvPr>
            <p:ph sz="half" idx="1"/>
          </p:nvPr>
        </p:nvSpPr>
        <p:spPr>
          <a:xfrm>
            <a:off x="6240017"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129407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Product Pictur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3599780" cy="2592437"/>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295800" y="1844675"/>
            <a:ext cx="3600400" cy="2592437"/>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4"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4295801" y="4581128"/>
            <a:ext cx="3600398" cy="1440260"/>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2" name="Date Placeholder 1">
            <a:extLst>
              <a:ext uri="{FF2B5EF4-FFF2-40B4-BE49-F238E27FC236}">
                <a16:creationId xmlns:a16="http://schemas.microsoft.com/office/drawing/2014/main" id="{CC494563-DA14-CC81-C1A3-CF27EDFCFE51}"/>
              </a:ext>
            </a:extLst>
          </p:cNvPr>
          <p:cNvSpPr>
            <a:spLocks noGrp="1"/>
          </p:cNvSpPr>
          <p:nvPr>
            <p:ph type="dt" sz="half" idx="19"/>
          </p:nvPr>
        </p:nvSpPr>
        <p:spPr/>
        <p:txBody>
          <a:bodyPr/>
          <a:lstStyle/>
          <a:p>
            <a:fld id="{861BF0BE-E928-40B5-9A55-53B282F52AC8}" type="datetime3">
              <a:rPr lang="en-US" smtClean="0"/>
              <a:t>1 October 2026</a:t>
            </a:fld>
            <a:endParaRPr lang="en-US" dirty="0"/>
          </a:p>
        </p:txBody>
      </p:sp>
      <p:sp>
        <p:nvSpPr>
          <p:cNvPr id="10" name="Footer Placeholder 9">
            <a:extLst>
              <a:ext uri="{FF2B5EF4-FFF2-40B4-BE49-F238E27FC236}">
                <a16:creationId xmlns:a16="http://schemas.microsoft.com/office/drawing/2014/main" id="{39B411D4-47EB-1C79-3087-9D34CBED83B8}"/>
              </a:ext>
            </a:extLst>
          </p:cNvPr>
          <p:cNvSpPr>
            <a:spLocks noGrp="1"/>
          </p:cNvSpPr>
          <p:nvPr>
            <p:ph type="ftr" sz="quarter" idx="20"/>
          </p:nvPr>
        </p:nvSpPr>
        <p:spPr/>
        <p:txBody>
          <a:bodyPr/>
          <a:lstStyle/>
          <a:p>
            <a:endParaRPr lang="en-US" dirty="0"/>
          </a:p>
        </p:txBody>
      </p:sp>
      <p:sp>
        <p:nvSpPr>
          <p:cNvPr id="11" name="Slide Number Placeholder 10">
            <a:extLst>
              <a:ext uri="{FF2B5EF4-FFF2-40B4-BE49-F238E27FC236}">
                <a16:creationId xmlns:a16="http://schemas.microsoft.com/office/drawing/2014/main" id="{D01E4C71-D7DC-06FF-1A4E-0C2347727BD9}"/>
              </a:ext>
            </a:extLst>
          </p:cNvPr>
          <p:cNvSpPr>
            <a:spLocks noGrp="1"/>
          </p:cNvSpPr>
          <p:nvPr>
            <p:ph type="sldNum" sz="quarter" idx="21"/>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4743261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wo Product Pictur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7488212" cy="2592437"/>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4"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7488212" cy="1440260"/>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2" name="Date Placeholder 1">
            <a:extLst>
              <a:ext uri="{FF2B5EF4-FFF2-40B4-BE49-F238E27FC236}">
                <a16:creationId xmlns:a16="http://schemas.microsoft.com/office/drawing/2014/main" id="{BE1A5B5C-BBAF-F795-1A7F-1967E5CA290F}"/>
              </a:ext>
            </a:extLst>
          </p:cNvPr>
          <p:cNvSpPr>
            <a:spLocks noGrp="1"/>
          </p:cNvSpPr>
          <p:nvPr>
            <p:ph type="dt" sz="half" idx="19"/>
          </p:nvPr>
        </p:nvSpPr>
        <p:spPr/>
        <p:txBody>
          <a:bodyPr/>
          <a:lstStyle/>
          <a:p>
            <a:fld id="{BCCB0CE9-E652-4BB4-93FD-75095B774744}" type="datetime3">
              <a:rPr lang="en-US" smtClean="0"/>
              <a:t>1 October 2026</a:t>
            </a:fld>
            <a:endParaRPr lang="en-US" dirty="0"/>
          </a:p>
        </p:txBody>
      </p:sp>
      <p:sp>
        <p:nvSpPr>
          <p:cNvPr id="4" name="Footer Placeholder 3">
            <a:extLst>
              <a:ext uri="{FF2B5EF4-FFF2-40B4-BE49-F238E27FC236}">
                <a16:creationId xmlns:a16="http://schemas.microsoft.com/office/drawing/2014/main" id="{57C1213D-C2FD-6A4D-0F06-3F804BDCFDA3}"/>
              </a:ext>
            </a:extLst>
          </p:cNvPr>
          <p:cNvSpPr>
            <a:spLocks noGrp="1"/>
          </p:cNvSpPr>
          <p:nvPr>
            <p:ph type="ftr" sz="quarter" idx="20"/>
          </p:nvPr>
        </p:nvSpPr>
        <p:spPr/>
        <p:txBody>
          <a:bodyPr/>
          <a:lstStyle/>
          <a:p>
            <a:endParaRPr lang="en-US" dirty="0"/>
          </a:p>
        </p:txBody>
      </p:sp>
      <p:sp>
        <p:nvSpPr>
          <p:cNvPr id="10" name="Slide Number Placeholder 9">
            <a:extLst>
              <a:ext uri="{FF2B5EF4-FFF2-40B4-BE49-F238E27FC236}">
                <a16:creationId xmlns:a16="http://schemas.microsoft.com/office/drawing/2014/main" id="{56241C6F-251A-D6C9-DF18-C7E7EE07BD88}"/>
              </a:ext>
            </a:extLst>
          </p:cNvPr>
          <p:cNvSpPr>
            <a:spLocks noGrp="1"/>
          </p:cNvSpPr>
          <p:nvPr>
            <p:ph type="sldNum" sz="quarter" idx="21"/>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30783846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roduct Cas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3600450" cy="1440260"/>
          </a:xfrm>
        </p:spPr>
        <p:txBody>
          <a:bodyPr/>
          <a:lstStyle>
            <a:lvl1pPr>
              <a:defRPr sz="1800" b="1">
                <a:solidFill>
                  <a:schemeClr val="accent2"/>
                </a:solidFill>
              </a:defRPr>
            </a:lvl1pPr>
            <a:lvl2pPr>
              <a:defRPr sz="1800">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4069CD21-258E-F584-DB10-DDDF64A8BB88}"/>
              </a:ext>
            </a:extLst>
          </p:cNvPr>
          <p:cNvSpPr>
            <a:spLocks noGrp="1"/>
          </p:cNvSpPr>
          <p:nvPr>
            <p:ph sz="half" idx="1"/>
          </p:nvPr>
        </p:nvSpPr>
        <p:spPr>
          <a:xfrm>
            <a:off x="4295800" y="1844675"/>
            <a:ext cx="7488213"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3E3964F-AFAC-891A-5214-28B0F7BCE156}"/>
              </a:ext>
            </a:extLst>
          </p:cNvPr>
          <p:cNvSpPr>
            <a:spLocks noGrp="1"/>
          </p:cNvSpPr>
          <p:nvPr>
            <p:ph type="dt" sz="half" idx="17"/>
          </p:nvPr>
        </p:nvSpPr>
        <p:spPr/>
        <p:txBody>
          <a:bodyPr/>
          <a:lstStyle/>
          <a:p>
            <a:fld id="{328097AE-0DA7-4A45-BC38-5313283E2D9D}" type="datetime3">
              <a:rPr lang="en-US" smtClean="0"/>
              <a:t>1 October 2026</a:t>
            </a:fld>
            <a:endParaRPr lang="en-US" dirty="0"/>
          </a:p>
        </p:txBody>
      </p:sp>
      <p:sp>
        <p:nvSpPr>
          <p:cNvPr id="8" name="Footer Placeholder 7">
            <a:extLst>
              <a:ext uri="{FF2B5EF4-FFF2-40B4-BE49-F238E27FC236}">
                <a16:creationId xmlns:a16="http://schemas.microsoft.com/office/drawing/2014/main" id="{7A359FB3-5363-BBD7-8294-1DE1329EE694}"/>
              </a:ext>
            </a:extLst>
          </p:cNvPr>
          <p:cNvSpPr>
            <a:spLocks noGrp="1"/>
          </p:cNvSpPr>
          <p:nvPr>
            <p:ph type="ftr" sz="quarter" idx="18"/>
          </p:nvPr>
        </p:nvSpPr>
        <p:spPr/>
        <p:txBody>
          <a:bodyPr/>
          <a:lstStyle/>
          <a:p>
            <a:endParaRPr lang="en-US" dirty="0"/>
          </a:p>
        </p:txBody>
      </p:sp>
      <p:sp>
        <p:nvSpPr>
          <p:cNvPr id="10" name="Slide Number Placeholder 9">
            <a:extLst>
              <a:ext uri="{FF2B5EF4-FFF2-40B4-BE49-F238E27FC236}">
                <a16:creationId xmlns:a16="http://schemas.microsoft.com/office/drawing/2014/main" id="{DAA5D0B9-447A-F3D5-F8F2-07B039C7633B}"/>
              </a:ext>
            </a:extLst>
          </p:cNvPr>
          <p:cNvSpPr>
            <a:spLocks noGrp="1"/>
          </p:cNvSpPr>
          <p:nvPr>
            <p:ph type="sldNum" sz="quarter" idx="19"/>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28210556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roduct Cas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8184234" y="1844675"/>
            <a:ext cx="3599780" cy="2592437"/>
          </a:xfrm>
          <a:solidFill>
            <a:schemeClr val="bg2"/>
          </a:solidFill>
        </p:spPr>
        <p:txBody>
          <a:bodyPr/>
          <a:lstStyle>
            <a:lvl1pPr>
              <a:defRPr sz="1000"/>
            </a:lvl1pPr>
          </a:lstStyle>
          <a:p>
            <a:r>
              <a:rPr lang="en-US"/>
              <a:t>Click icon to add picture</a:t>
            </a:r>
            <a:endParaRPr lang="en-GB" dirty="0"/>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8184234" y="4581128"/>
            <a:ext cx="3599780" cy="1440260"/>
          </a:xfrm>
        </p:spPr>
        <p:txBody>
          <a:bodyPr/>
          <a:lstStyle>
            <a:lvl1pPr>
              <a:defRPr sz="1800" b="1">
                <a:solidFill>
                  <a:schemeClr val="accent2"/>
                </a:solidFill>
              </a:defRPr>
            </a:lvl1pPr>
            <a:lvl2pPr>
              <a:defRPr sz="1800">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4069CD21-258E-F584-DB10-DDDF64A8BB88}"/>
              </a:ext>
            </a:extLst>
          </p:cNvPr>
          <p:cNvSpPr>
            <a:spLocks noGrp="1"/>
          </p:cNvSpPr>
          <p:nvPr>
            <p:ph sz="half" idx="1"/>
          </p:nvPr>
        </p:nvSpPr>
        <p:spPr>
          <a:xfrm>
            <a:off x="407988" y="1844675"/>
            <a:ext cx="7495828"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9CAC5B-0885-5983-A752-B7772C6BE75E}"/>
              </a:ext>
            </a:extLst>
          </p:cNvPr>
          <p:cNvSpPr>
            <a:spLocks noGrp="1"/>
          </p:cNvSpPr>
          <p:nvPr>
            <p:ph type="dt" sz="half" idx="17"/>
          </p:nvPr>
        </p:nvSpPr>
        <p:spPr/>
        <p:txBody>
          <a:bodyPr/>
          <a:lstStyle/>
          <a:p>
            <a:fld id="{71B795A0-B0DD-48F7-89AE-E7B093DA61B2}" type="datetime3">
              <a:rPr lang="en-US" smtClean="0"/>
              <a:t>1 October 2026</a:t>
            </a:fld>
            <a:endParaRPr lang="en-US" dirty="0"/>
          </a:p>
        </p:txBody>
      </p:sp>
      <p:sp>
        <p:nvSpPr>
          <p:cNvPr id="8" name="Footer Placeholder 7">
            <a:extLst>
              <a:ext uri="{FF2B5EF4-FFF2-40B4-BE49-F238E27FC236}">
                <a16:creationId xmlns:a16="http://schemas.microsoft.com/office/drawing/2014/main" id="{B14670D1-B039-76C6-4937-2BADDC7351D3}"/>
              </a:ext>
            </a:extLst>
          </p:cNvPr>
          <p:cNvSpPr>
            <a:spLocks noGrp="1"/>
          </p:cNvSpPr>
          <p:nvPr>
            <p:ph type="ftr" sz="quarter" idx="18"/>
          </p:nvPr>
        </p:nvSpPr>
        <p:spPr/>
        <p:txBody>
          <a:bodyPr/>
          <a:lstStyle/>
          <a:p>
            <a:endParaRPr lang="en-US" dirty="0"/>
          </a:p>
        </p:txBody>
      </p:sp>
      <p:sp>
        <p:nvSpPr>
          <p:cNvPr id="10" name="Slide Number Placeholder 9">
            <a:extLst>
              <a:ext uri="{FF2B5EF4-FFF2-40B4-BE49-F238E27FC236}">
                <a16:creationId xmlns:a16="http://schemas.microsoft.com/office/drawing/2014/main" id="{62400DED-003B-82AF-556C-66F7300463D3}"/>
              </a:ext>
            </a:extLst>
          </p:cNvPr>
          <p:cNvSpPr>
            <a:spLocks noGrp="1"/>
          </p:cNvSpPr>
          <p:nvPr>
            <p:ph type="sldNum" sz="quarter" idx="19"/>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7508403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Product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9" y="3717033"/>
            <a:ext cx="3599780" cy="2304355"/>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295800" y="3717033"/>
            <a:ext cx="3600400" cy="2304355"/>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2" y="3717033"/>
            <a:ext cx="3599781" cy="2304355"/>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2" name="Text Placeholder 2">
            <a:extLst>
              <a:ext uri="{FF2B5EF4-FFF2-40B4-BE49-F238E27FC236}">
                <a16:creationId xmlns:a16="http://schemas.microsoft.com/office/drawing/2014/main" id="{C12460F8-53D5-D49D-CCD5-2AB026B60FFC}"/>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4">
            <a:extLst>
              <a:ext uri="{FF2B5EF4-FFF2-40B4-BE49-F238E27FC236}">
                <a16:creationId xmlns:a16="http://schemas.microsoft.com/office/drawing/2014/main" id="{E65CDEC5-CCC3-05E5-2109-79577D28DD87}"/>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4">
            <a:extLst>
              <a:ext uri="{FF2B5EF4-FFF2-40B4-BE49-F238E27FC236}">
                <a16:creationId xmlns:a16="http://schemas.microsoft.com/office/drawing/2014/main" id="{CD684454-A390-CDC0-AD9B-DFA0DB463D1D}"/>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Date Placeholder 15">
            <a:extLst>
              <a:ext uri="{FF2B5EF4-FFF2-40B4-BE49-F238E27FC236}">
                <a16:creationId xmlns:a16="http://schemas.microsoft.com/office/drawing/2014/main" id="{EB006A7F-B34E-D6DA-D234-2F2B4DD705EB}"/>
              </a:ext>
            </a:extLst>
          </p:cNvPr>
          <p:cNvSpPr>
            <a:spLocks noGrp="1"/>
          </p:cNvSpPr>
          <p:nvPr>
            <p:ph type="dt" sz="half" idx="20"/>
          </p:nvPr>
        </p:nvSpPr>
        <p:spPr/>
        <p:txBody>
          <a:bodyPr/>
          <a:lstStyle/>
          <a:p>
            <a:fld id="{AE315EC7-3CFD-4AA5-BEA7-F82871B312A9}" type="datetime3">
              <a:rPr lang="en-US" smtClean="0"/>
              <a:t>1 October 2026</a:t>
            </a:fld>
            <a:endParaRPr lang="en-US" dirty="0"/>
          </a:p>
        </p:txBody>
      </p:sp>
      <p:sp>
        <p:nvSpPr>
          <p:cNvPr id="17" name="Footer Placeholder 16">
            <a:extLst>
              <a:ext uri="{FF2B5EF4-FFF2-40B4-BE49-F238E27FC236}">
                <a16:creationId xmlns:a16="http://schemas.microsoft.com/office/drawing/2014/main" id="{970AC6FC-E815-5471-6B70-56AD786B26E5}"/>
              </a:ext>
            </a:extLst>
          </p:cNvPr>
          <p:cNvSpPr>
            <a:spLocks noGrp="1"/>
          </p:cNvSpPr>
          <p:nvPr>
            <p:ph type="ftr" sz="quarter" idx="21"/>
          </p:nvPr>
        </p:nvSpPr>
        <p:spPr/>
        <p:txBody>
          <a:bodyPr/>
          <a:lstStyle/>
          <a:p>
            <a:endParaRPr lang="en-US" dirty="0"/>
          </a:p>
        </p:txBody>
      </p:sp>
      <p:sp>
        <p:nvSpPr>
          <p:cNvPr id="18" name="Slide Number Placeholder 17">
            <a:extLst>
              <a:ext uri="{FF2B5EF4-FFF2-40B4-BE49-F238E27FC236}">
                <a16:creationId xmlns:a16="http://schemas.microsoft.com/office/drawing/2014/main" id="{7A437C13-C2D7-2FA5-A9B3-F32577BB741A}"/>
              </a:ext>
            </a:extLst>
          </p:cNvPr>
          <p:cNvSpPr>
            <a:spLocks noGrp="1"/>
          </p:cNvSpPr>
          <p:nvPr>
            <p:ph type="sldNum" sz="quarter" idx="2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89559048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Product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3717033"/>
            <a:ext cx="5543996" cy="2304355"/>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6240016" y="3717033"/>
            <a:ext cx="5543997" cy="2304355"/>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2420888"/>
            <a:ext cx="5543996" cy="1152128"/>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6240488" y="2420888"/>
            <a:ext cx="5543525" cy="1152128"/>
          </a:xfrm>
        </p:spPr>
        <p:txBody>
          <a:bodyPr/>
          <a:lstStyle/>
          <a:p>
            <a:pPr lvl="0"/>
            <a:r>
              <a:rPr lang="en-US"/>
              <a:t>Click to edit Master text styles</a:t>
            </a:r>
          </a:p>
          <a:p>
            <a:pPr lvl="1"/>
            <a:r>
              <a:rPr lang="en-US"/>
              <a:t>Second level</a:t>
            </a:r>
          </a:p>
          <a:p>
            <a:pPr lvl="2"/>
            <a:r>
              <a:rPr lang="en-US"/>
              <a:t>Third level</a:t>
            </a:r>
          </a:p>
        </p:txBody>
      </p:sp>
      <p:sp>
        <p:nvSpPr>
          <p:cNvPr id="2" name="Text Placeholder 2">
            <a:extLst>
              <a:ext uri="{FF2B5EF4-FFF2-40B4-BE49-F238E27FC236}">
                <a16:creationId xmlns:a16="http://schemas.microsoft.com/office/drawing/2014/main" id="{C12460F8-53D5-D49D-CCD5-2AB026B60FFC}"/>
              </a:ext>
            </a:extLst>
          </p:cNvPr>
          <p:cNvSpPr>
            <a:spLocks noGrp="1"/>
          </p:cNvSpPr>
          <p:nvPr>
            <p:ph type="body" idx="1"/>
          </p:nvPr>
        </p:nvSpPr>
        <p:spPr>
          <a:xfrm>
            <a:off x="407975" y="1844675"/>
            <a:ext cx="5542983"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4">
            <a:extLst>
              <a:ext uri="{FF2B5EF4-FFF2-40B4-BE49-F238E27FC236}">
                <a16:creationId xmlns:a16="http://schemas.microsoft.com/office/drawing/2014/main" id="{E65CDEC5-CCC3-05E5-2109-79577D28DD87}"/>
              </a:ext>
            </a:extLst>
          </p:cNvPr>
          <p:cNvSpPr>
            <a:spLocks noGrp="1"/>
          </p:cNvSpPr>
          <p:nvPr>
            <p:ph type="body" sz="quarter" idx="3"/>
          </p:nvPr>
        </p:nvSpPr>
        <p:spPr>
          <a:xfrm>
            <a:off x="6240488" y="1844675"/>
            <a:ext cx="5543528"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Date Placeholder 11">
            <a:extLst>
              <a:ext uri="{FF2B5EF4-FFF2-40B4-BE49-F238E27FC236}">
                <a16:creationId xmlns:a16="http://schemas.microsoft.com/office/drawing/2014/main" id="{C007422C-D740-116D-D816-DEF4F0D4B3A0}"/>
              </a:ext>
            </a:extLst>
          </p:cNvPr>
          <p:cNvSpPr>
            <a:spLocks noGrp="1"/>
          </p:cNvSpPr>
          <p:nvPr>
            <p:ph type="dt" sz="half" idx="18"/>
          </p:nvPr>
        </p:nvSpPr>
        <p:spPr/>
        <p:txBody>
          <a:bodyPr/>
          <a:lstStyle/>
          <a:p>
            <a:fld id="{7C84BE1F-F46C-40EE-8DA5-E59052F3E046}" type="datetime3">
              <a:rPr lang="en-US" smtClean="0"/>
              <a:t>1 October 2026</a:t>
            </a:fld>
            <a:endParaRPr lang="en-US" dirty="0"/>
          </a:p>
        </p:txBody>
      </p:sp>
      <p:sp>
        <p:nvSpPr>
          <p:cNvPr id="16" name="Footer Placeholder 15">
            <a:extLst>
              <a:ext uri="{FF2B5EF4-FFF2-40B4-BE49-F238E27FC236}">
                <a16:creationId xmlns:a16="http://schemas.microsoft.com/office/drawing/2014/main" id="{B4363070-C085-5DB0-0026-7423B2184E8E}"/>
              </a:ext>
            </a:extLst>
          </p:cNvPr>
          <p:cNvSpPr>
            <a:spLocks noGrp="1"/>
          </p:cNvSpPr>
          <p:nvPr>
            <p:ph type="ftr" sz="quarter" idx="19"/>
          </p:nvPr>
        </p:nvSpPr>
        <p:spPr/>
        <p:txBody>
          <a:bodyPr/>
          <a:lstStyle/>
          <a:p>
            <a:endParaRPr lang="en-US" dirty="0"/>
          </a:p>
        </p:txBody>
      </p:sp>
      <p:sp>
        <p:nvSpPr>
          <p:cNvPr id="17" name="Slide Number Placeholder 16">
            <a:extLst>
              <a:ext uri="{FF2B5EF4-FFF2-40B4-BE49-F238E27FC236}">
                <a16:creationId xmlns:a16="http://schemas.microsoft.com/office/drawing/2014/main" id="{AF017768-2CF7-CF02-1F85-8C493C73605F}"/>
              </a:ext>
            </a:extLst>
          </p:cNvPr>
          <p:cNvSpPr>
            <a:spLocks noGrp="1"/>
          </p:cNvSpPr>
          <p:nvPr>
            <p:ph type="sldNum" sz="quarter" idx="20"/>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5450419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Highlight Products">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0E88811A-4106-5F88-85E8-CA5D41690973}"/>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151313" y="3717033"/>
            <a:ext cx="3889376" cy="2304355"/>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040688" y="3717033"/>
            <a:ext cx="4151311" cy="2304356"/>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7090D65D-B2E9-4770-A040-75AF7CEB5FA2}"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1844A489-5310-AED1-FF20-D1A7F90F44A4}"/>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9BB1B909-B5A3-BBF7-75F3-FA140F15118D}"/>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E4343A6-B33B-138E-E8B4-4C946F748B8D}"/>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9" name="Text Placeholder 2">
            <a:extLst>
              <a:ext uri="{FF2B5EF4-FFF2-40B4-BE49-F238E27FC236}">
                <a16:creationId xmlns:a16="http://schemas.microsoft.com/office/drawing/2014/main" id="{CD19BF13-29DD-3B32-68D0-2F6B1EDA3DA5}"/>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4">
            <a:extLst>
              <a:ext uri="{FF2B5EF4-FFF2-40B4-BE49-F238E27FC236}">
                <a16:creationId xmlns:a16="http://schemas.microsoft.com/office/drawing/2014/main" id="{1EF62AE2-C920-CA6F-1970-443612A89CE6}"/>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80921090-7B13-C9B0-82BC-21F9143B7FC3}"/>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20836908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ighlight Products 2">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9" name="Picture Placeholder 8">
            <a:extLst>
              <a:ext uri="{FF2B5EF4-FFF2-40B4-BE49-F238E27FC236}">
                <a16:creationId xmlns:a16="http://schemas.microsoft.com/office/drawing/2014/main" id="{B69BD66C-8504-C5E2-02E7-AD28D2F668CB}"/>
              </a:ext>
            </a:extLst>
          </p:cNvPr>
          <p:cNvSpPr>
            <a:spLocks noGrp="1"/>
          </p:cNvSpPr>
          <p:nvPr>
            <p:ph type="pic" sz="quarter" idx="13"/>
          </p:nvPr>
        </p:nvSpPr>
        <p:spPr>
          <a:xfrm>
            <a:off x="0" y="3717033"/>
            <a:ext cx="4151313" cy="2304355"/>
          </a:xfrm>
          <a:solidFill>
            <a:schemeClr val="bg2"/>
          </a:solidFill>
        </p:spPr>
        <p:txBody>
          <a:bodyPr/>
          <a:lstStyle>
            <a:lvl1pPr>
              <a:defRPr sz="1000"/>
            </a:lvl1pPr>
          </a:lstStyle>
          <a:p>
            <a:r>
              <a:rPr lang="en-US"/>
              <a:t>Click icon to add picture</a:t>
            </a:r>
            <a:endParaRPr lang="en-GB"/>
          </a:p>
        </p:txBody>
      </p:sp>
      <p:sp>
        <p:nvSpPr>
          <p:cNvPr id="16" name="Picture Placeholder 8">
            <a:extLst>
              <a:ext uri="{FF2B5EF4-FFF2-40B4-BE49-F238E27FC236}">
                <a16:creationId xmlns:a16="http://schemas.microsoft.com/office/drawing/2014/main" id="{09062606-FC0F-D5E4-EB60-021D2095A4CF}"/>
              </a:ext>
            </a:extLst>
          </p:cNvPr>
          <p:cNvSpPr>
            <a:spLocks noGrp="1"/>
          </p:cNvSpPr>
          <p:nvPr>
            <p:ph type="pic" sz="quarter" idx="15"/>
          </p:nvPr>
        </p:nvSpPr>
        <p:spPr>
          <a:xfrm>
            <a:off x="8040688" y="3717033"/>
            <a:ext cx="4151311" cy="2304355"/>
          </a:xfrm>
          <a:solidFill>
            <a:schemeClr val="bg2"/>
          </a:solidFill>
        </p:spPr>
        <p:txBody>
          <a:bodyPr/>
          <a:lstStyle>
            <a:lvl1pPr>
              <a:defRPr sz="1000"/>
            </a:lvl1pPr>
          </a:lstStyle>
          <a:p>
            <a:r>
              <a:rPr lang="en-US"/>
              <a:t>Click icon to add picture</a:t>
            </a:r>
            <a:endParaRPr lang="en-GB"/>
          </a:p>
        </p:txBody>
      </p:sp>
      <p:sp>
        <p:nvSpPr>
          <p:cNvPr id="17" name="Date Placeholder 16">
            <a:extLst>
              <a:ext uri="{FF2B5EF4-FFF2-40B4-BE49-F238E27FC236}">
                <a16:creationId xmlns:a16="http://schemas.microsoft.com/office/drawing/2014/main" id="{0965D103-B908-7B7F-C79C-1E0B98028F4B}"/>
              </a:ext>
            </a:extLst>
          </p:cNvPr>
          <p:cNvSpPr>
            <a:spLocks noGrp="1"/>
          </p:cNvSpPr>
          <p:nvPr>
            <p:ph type="dt" sz="half" idx="21"/>
          </p:nvPr>
        </p:nvSpPr>
        <p:spPr/>
        <p:txBody>
          <a:bodyPr/>
          <a:lstStyle/>
          <a:p>
            <a:fld id="{6CE1CB92-3E35-4AE1-875F-6EF1029AF5E6}" type="datetime3">
              <a:rPr lang="en-US" smtClean="0"/>
              <a:t>1 October 2026</a:t>
            </a:fld>
            <a:endParaRPr lang="en-US" dirty="0"/>
          </a:p>
        </p:txBody>
      </p:sp>
      <p:sp>
        <p:nvSpPr>
          <p:cNvPr id="18" name="Footer Placeholder 17">
            <a:extLst>
              <a:ext uri="{FF2B5EF4-FFF2-40B4-BE49-F238E27FC236}">
                <a16:creationId xmlns:a16="http://schemas.microsoft.com/office/drawing/2014/main" id="{5ECFFF64-9053-8CAF-B91A-A58860DE4B65}"/>
              </a:ext>
            </a:extLst>
          </p:cNvPr>
          <p:cNvSpPr>
            <a:spLocks noGrp="1"/>
          </p:cNvSpPr>
          <p:nvPr>
            <p:ph type="ftr" sz="quarter" idx="22"/>
          </p:nvPr>
        </p:nvSpPr>
        <p:spPr/>
        <p:txBody>
          <a:bodyPr/>
          <a:lstStyle/>
          <a:p>
            <a:endParaRPr lang="en-US" dirty="0"/>
          </a:p>
        </p:txBody>
      </p:sp>
      <p:sp>
        <p:nvSpPr>
          <p:cNvPr id="19" name="Slide Number Placeholder 18">
            <a:extLst>
              <a:ext uri="{FF2B5EF4-FFF2-40B4-BE49-F238E27FC236}">
                <a16:creationId xmlns:a16="http://schemas.microsoft.com/office/drawing/2014/main" id="{880FD83C-8535-12BF-91BB-1BEA6EE5AFDF}"/>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AF641EC9-568A-C3ED-22B2-34FE3A215053}"/>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4DC71462-AE8F-2A78-EE2E-9B7954AB7806}"/>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1AA0BC4-4755-1068-B70D-EFC35B72392B}"/>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13" name="Text Placeholder 2">
            <a:extLst>
              <a:ext uri="{FF2B5EF4-FFF2-40B4-BE49-F238E27FC236}">
                <a16:creationId xmlns:a16="http://schemas.microsoft.com/office/drawing/2014/main" id="{3435487D-09DB-FC17-5B16-37374D0EDF07}"/>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F4C8225A-31CF-1C00-D728-989A398AB890}"/>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39016365-5CB4-F7DB-E49C-618FD9E1FE81}"/>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2">
            <a:extLst>
              <a:ext uri="{FF2B5EF4-FFF2-40B4-BE49-F238E27FC236}">
                <a16:creationId xmlns:a16="http://schemas.microsoft.com/office/drawing/2014/main" id="{8DFCAB70-F4D3-E367-D96D-6DAA05629250}"/>
              </a:ext>
            </a:extLst>
          </p:cNvPr>
          <p:cNvSpPr>
            <a:spLocks noGrp="1"/>
          </p:cNvSpPr>
          <p:nvPr>
            <p:ph type="body" sz="quarter" idx="20"/>
          </p:nvPr>
        </p:nvSpPr>
        <p:spPr>
          <a:xfrm>
            <a:off x="4151313" y="3717032"/>
            <a:ext cx="3889375"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7590788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Highlight Products 3">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9" name="Picture Placeholder 8">
            <a:extLst>
              <a:ext uri="{FF2B5EF4-FFF2-40B4-BE49-F238E27FC236}">
                <a16:creationId xmlns:a16="http://schemas.microsoft.com/office/drawing/2014/main" id="{613B908F-1DDF-F0DD-37D0-77FEF89ECE40}"/>
              </a:ext>
            </a:extLst>
          </p:cNvPr>
          <p:cNvSpPr>
            <a:spLocks noGrp="1"/>
          </p:cNvSpPr>
          <p:nvPr>
            <p:ph type="pic" sz="quarter" idx="13"/>
          </p:nvPr>
        </p:nvSpPr>
        <p:spPr>
          <a:xfrm>
            <a:off x="0" y="3717033"/>
            <a:ext cx="4151313" cy="2304355"/>
          </a:xfrm>
          <a:solidFill>
            <a:schemeClr val="bg2"/>
          </a:solidFill>
        </p:spPr>
        <p:txBody>
          <a:bodyPr/>
          <a:lstStyle>
            <a:lvl1pPr>
              <a:defRPr sz="1000"/>
            </a:lvl1pPr>
          </a:lstStyle>
          <a:p>
            <a:r>
              <a:rPr lang="en-US"/>
              <a:t>Click icon to add picture</a:t>
            </a:r>
            <a:endParaRPr lang="en-GB"/>
          </a:p>
        </p:txBody>
      </p:sp>
      <p:sp>
        <p:nvSpPr>
          <p:cNvPr id="16" name="Picture Placeholder 8">
            <a:extLst>
              <a:ext uri="{FF2B5EF4-FFF2-40B4-BE49-F238E27FC236}">
                <a16:creationId xmlns:a16="http://schemas.microsoft.com/office/drawing/2014/main" id="{A50D2020-AD18-BC80-A346-B86B9969518D}"/>
              </a:ext>
            </a:extLst>
          </p:cNvPr>
          <p:cNvSpPr>
            <a:spLocks noGrp="1"/>
          </p:cNvSpPr>
          <p:nvPr>
            <p:ph type="pic" sz="quarter" idx="14"/>
          </p:nvPr>
        </p:nvSpPr>
        <p:spPr>
          <a:xfrm>
            <a:off x="4151313" y="3717033"/>
            <a:ext cx="3889375" cy="2304355"/>
          </a:xfrm>
          <a:solidFill>
            <a:schemeClr val="bg2"/>
          </a:solidFill>
        </p:spPr>
        <p:txBody>
          <a:bodyPr/>
          <a:lstStyle>
            <a:lvl1pPr>
              <a:defRPr sz="1000"/>
            </a:lvl1pPr>
          </a:lstStyle>
          <a:p>
            <a:r>
              <a:rPr lang="en-US"/>
              <a:t>Click icon to add picture</a:t>
            </a:r>
            <a:endParaRPr lang="en-GB"/>
          </a:p>
        </p:txBody>
      </p:sp>
      <p:sp>
        <p:nvSpPr>
          <p:cNvPr id="17" name="Date Placeholder 16">
            <a:extLst>
              <a:ext uri="{FF2B5EF4-FFF2-40B4-BE49-F238E27FC236}">
                <a16:creationId xmlns:a16="http://schemas.microsoft.com/office/drawing/2014/main" id="{D2F94CBA-C235-D825-991F-45AEA9EFC72E}"/>
              </a:ext>
            </a:extLst>
          </p:cNvPr>
          <p:cNvSpPr>
            <a:spLocks noGrp="1"/>
          </p:cNvSpPr>
          <p:nvPr>
            <p:ph type="dt" sz="half" idx="21"/>
          </p:nvPr>
        </p:nvSpPr>
        <p:spPr/>
        <p:txBody>
          <a:bodyPr/>
          <a:lstStyle/>
          <a:p>
            <a:fld id="{84EE040F-A63B-4B0E-991C-38B9BE5F62A2}" type="datetime3">
              <a:rPr lang="en-US" smtClean="0"/>
              <a:t>1 October 2026</a:t>
            </a:fld>
            <a:endParaRPr lang="en-US" dirty="0"/>
          </a:p>
        </p:txBody>
      </p:sp>
      <p:sp>
        <p:nvSpPr>
          <p:cNvPr id="18" name="Footer Placeholder 17">
            <a:extLst>
              <a:ext uri="{FF2B5EF4-FFF2-40B4-BE49-F238E27FC236}">
                <a16:creationId xmlns:a16="http://schemas.microsoft.com/office/drawing/2014/main" id="{04D3B586-DB38-4818-19BE-97449162CCF6}"/>
              </a:ext>
            </a:extLst>
          </p:cNvPr>
          <p:cNvSpPr>
            <a:spLocks noGrp="1"/>
          </p:cNvSpPr>
          <p:nvPr>
            <p:ph type="ftr" sz="quarter" idx="22"/>
          </p:nvPr>
        </p:nvSpPr>
        <p:spPr/>
        <p:txBody>
          <a:bodyPr/>
          <a:lstStyle/>
          <a:p>
            <a:endParaRPr lang="en-US" dirty="0"/>
          </a:p>
        </p:txBody>
      </p:sp>
      <p:sp>
        <p:nvSpPr>
          <p:cNvPr id="19" name="Slide Number Placeholder 18">
            <a:extLst>
              <a:ext uri="{FF2B5EF4-FFF2-40B4-BE49-F238E27FC236}">
                <a16:creationId xmlns:a16="http://schemas.microsoft.com/office/drawing/2014/main" id="{D3413A37-40BD-0523-4B42-385FF45DA098}"/>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D68911FD-CD79-8C48-FD1F-4C922DB7732B}"/>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62B85062-EDAD-B73B-7B0A-8F5974B79CE9}"/>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7D294A7C-D273-7C5B-A651-1644BE0BEBE7}"/>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13" name="Text Placeholder 2">
            <a:extLst>
              <a:ext uri="{FF2B5EF4-FFF2-40B4-BE49-F238E27FC236}">
                <a16:creationId xmlns:a16="http://schemas.microsoft.com/office/drawing/2014/main" id="{8E66B095-EC91-2239-78D8-80D89F75AF92}"/>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3299F341-3B2B-8196-9440-46124FB7E694}"/>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115ECE21-176F-F115-65BA-E2ABBE4BF7EE}"/>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ext Placeholder 2">
            <a:extLst>
              <a:ext uri="{FF2B5EF4-FFF2-40B4-BE49-F238E27FC236}">
                <a16:creationId xmlns:a16="http://schemas.microsoft.com/office/drawing/2014/main" id="{09458398-2856-3067-5F28-8F764090A240}"/>
              </a:ext>
            </a:extLst>
          </p:cNvPr>
          <p:cNvSpPr>
            <a:spLocks noGrp="1"/>
          </p:cNvSpPr>
          <p:nvPr>
            <p:ph type="body" sz="quarter" idx="20"/>
          </p:nvPr>
        </p:nvSpPr>
        <p:spPr>
          <a:xfrm>
            <a:off x="8040688" y="3717032"/>
            <a:ext cx="4151312"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25548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Highlights">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E1EDE74A-AD64-43AB-880A-469989077659}"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C9A81D43-2A87-7D8B-3084-7FAC51173A12}"/>
              </a:ext>
            </a:extLst>
          </p:cNvPr>
          <p:cNvSpPr>
            <a:spLocks noGrp="1"/>
          </p:cNvSpPr>
          <p:nvPr>
            <p:ph type="body" sz="quarter" idx="24"/>
          </p:nvPr>
        </p:nvSpPr>
        <p:spPr>
          <a:xfrm>
            <a:off x="4151313" y="3717032"/>
            <a:ext cx="3889376" cy="2304356"/>
          </a:xfrm>
          <a:solidFill>
            <a:schemeClr val="accent4"/>
          </a:solidFill>
        </p:spPr>
        <p:txBody>
          <a:bodyPr lIns="432000" tIns="288000" rIns="432000" bIns="288000"/>
          <a:lstStyle>
            <a:lvl1pPr>
              <a:defRPr sz="1600" b="1">
                <a:solidFill>
                  <a:schemeClr val="accent2"/>
                </a:solidFill>
              </a:defRPr>
            </a:lvl1pPr>
            <a:lvl2pPr>
              <a:defRPr sz="1600">
                <a:solidFill>
                  <a:schemeClr val="accent2"/>
                </a:solidFill>
              </a:defRPr>
            </a:lvl2pPr>
            <a:lvl3pPr>
              <a:defRPr>
                <a:solidFill>
                  <a:schemeClr val="accent2"/>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9" name="Text Placeholder 8">
            <a:extLst>
              <a:ext uri="{FF2B5EF4-FFF2-40B4-BE49-F238E27FC236}">
                <a16:creationId xmlns:a16="http://schemas.microsoft.com/office/drawing/2014/main" id="{F1E9A983-C184-292C-FCB8-B134DA776E2A}"/>
              </a:ext>
            </a:extLst>
          </p:cNvPr>
          <p:cNvSpPr>
            <a:spLocks noGrp="1"/>
          </p:cNvSpPr>
          <p:nvPr>
            <p:ph type="body" sz="quarter" idx="26"/>
          </p:nvPr>
        </p:nvSpPr>
        <p:spPr>
          <a:xfrm>
            <a:off x="407988" y="1844675"/>
            <a:ext cx="11376025" cy="1584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ext Placeholder 2">
            <a:extLst>
              <a:ext uri="{FF2B5EF4-FFF2-40B4-BE49-F238E27FC236}">
                <a16:creationId xmlns:a16="http://schemas.microsoft.com/office/drawing/2014/main" id="{17FC383E-DDB5-9BEB-7303-367FE2E3A177}"/>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3" name="Text Placeholder 2">
            <a:extLst>
              <a:ext uri="{FF2B5EF4-FFF2-40B4-BE49-F238E27FC236}">
                <a16:creationId xmlns:a16="http://schemas.microsoft.com/office/drawing/2014/main" id="{AEAD5233-7D78-5DD0-DE62-AB65FAFA59F7}"/>
              </a:ext>
            </a:extLst>
          </p:cNvPr>
          <p:cNvSpPr>
            <a:spLocks noGrp="1"/>
          </p:cNvSpPr>
          <p:nvPr>
            <p:ph type="body" sz="quarter" idx="27"/>
          </p:nvPr>
        </p:nvSpPr>
        <p:spPr>
          <a:xfrm>
            <a:off x="8040688" y="3717032"/>
            <a:ext cx="4151312" cy="2304356"/>
          </a:xfrm>
          <a:solidFill>
            <a:srgbClr val="115EFA"/>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782193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Highlights 2">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4F5CC819-B43B-41E5-A010-0A27490D97B1}"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2" name="Text Placeholder 8">
            <a:extLst>
              <a:ext uri="{FF2B5EF4-FFF2-40B4-BE49-F238E27FC236}">
                <a16:creationId xmlns:a16="http://schemas.microsoft.com/office/drawing/2014/main" id="{415694B7-E753-7533-97B2-CE82DA66B371}"/>
              </a:ext>
            </a:extLst>
          </p:cNvPr>
          <p:cNvSpPr>
            <a:spLocks noGrp="1"/>
          </p:cNvSpPr>
          <p:nvPr>
            <p:ph type="body" sz="quarter" idx="26"/>
          </p:nvPr>
        </p:nvSpPr>
        <p:spPr>
          <a:xfrm>
            <a:off x="407988" y="1844675"/>
            <a:ext cx="11376025" cy="1584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Picture Placeholder 8">
            <a:extLst>
              <a:ext uri="{FF2B5EF4-FFF2-40B4-BE49-F238E27FC236}">
                <a16:creationId xmlns:a16="http://schemas.microsoft.com/office/drawing/2014/main" id="{F6C549E9-7222-5C4C-2FD1-B2A978BC03AB}"/>
              </a:ext>
            </a:extLst>
          </p:cNvPr>
          <p:cNvSpPr>
            <a:spLocks noGrp="1"/>
          </p:cNvSpPr>
          <p:nvPr>
            <p:ph type="pic" sz="quarter" idx="15"/>
          </p:nvPr>
        </p:nvSpPr>
        <p:spPr>
          <a:xfrm>
            <a:off x="8040688" y="3717033"/>
            <a:ext cx="4151311" cy="2304355"/>
          </a:xfrm>
          <a:solidFill>
            <a:schemeClr val="bg2"/>
          </a:solidFill>
        </p:spPr>
        <p:txBody>
          <a:bodyPr/>
          <a:lstStyle>
            <a:lvl1pPr>
              <a:defRPr sz="1000"/>
            </a:lvl1pPr>
          </a:lstStyle>
          <a:p>
            <a:r>
              <a:rPr lang="en-US"/>
              <a:t>Click icon to add picture</a:t>
            </a:r>
            <a:endParaRPr lang="en-GB"/>
          </a:p>
        </p:txBody>
      </p:sp>
      <p:sp>
        <p:nvSpPr>
          <p:cNvPr id="4" name="Text Placeholder 2">
            <a:extLst>
              <a:ext uri="{FF2B5EF4-FFF2-40B4-BE49-F238E27FC236}">
                <a16:creationId xmlns:a16="http://schemas.microsoft.com/office/drawing/2014/main" id="{5CB240BB-DFBB-B457-BCE9-B77029C6B204}"/>
              </a:ext>
            </a:extLst>
          </p:cNvPr>
          <p:cNvSpPr>
            <a:spLocks noGrp="1"/>
          </p:cNvSpPr>
          <p:nvPr>
            <p:ph type="body" sz="quarter" idx="24"/>
          </p:nvPr>
        </p:nvSpPr>
        <p:spPr>
          <a:xfrm>
            <a:off x="4151313" y="3717032"/>
            <a:ext cx="3889376" cy="2304356"/>
          </a:xfrm>
          <a:solidFill>
            <a:schemeClr val="accent4"/>
          </a:solidFill>
        </p:spPr>
        <p:txBody>
          <a:bodyPr lIns="432000" tIns="288000" rIns="432000" bIns="288000"/>
          <a:lstStyle>
            <a:lvl1pPr>
              <a:defRPr sz="1600" b="1">
                <a:solidFill>
                  <a:schemeClr val="accent2"/>
                </a:solidFill>
              </a:defRPr>
            </a:lvl1pPr>
            <a:lvl2pPr>
              <a:defRPr sz="1600">
                <a:solidFill>
                  <a:schemeClr val="accent2"/>
                </a:solidFill>
              </a:defRPr>
            </a:lvl2pPr>
            <a:lvl3pPr>
              <a:defRPr>
                <a:solidFill>
                  <a:schemeClr val="accent2"/>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CECAE5DB-B563-0FA0-58DA-78BFCC985920}"/>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8383891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ntent Picture Background">
    <p:bg>
      <p:bgPr>
        <a:solidFill>
          <a:schemeClr val="bg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7E58B3B-4D6E-375D-E8F7-083ED84956BB}"/>
              </a:ext>
            </a:extLst>
          </p:cNvPr>
          <p:cNvSpPr>
            <a:spLocks noGrp="1"/>
          </p:cNvSpPr>
          <p:nvPr>
            <p:ph type="pic" sz="quarter" idx="14"/>
          </p:nvPr>
        </p:nvSpPr>
        <p:spPr>
          <a:xfrm>
            <a:off x="0" y="1"/>
            <a:ext cx="12192000" cy="6858000"/>
          </a:xfrm>
          <a:solidFill>
            <a:schemeClr val="bg2">
              <a:lumMod val="90000"/>
            </a:schemeClr>
          </a:solidFill>
        </p:spPr>
        <p:txBody>
          <a:bodyPr/>
          <a:lstStyle>
            <a:lvl1pPr>
              <a:defRPr sz="1000"/>
            </a:lvl1pPr>
          </a:lstStyle>
          <a:p>
            <a:r>
              <a:rPr lang="en-US"/>
              <a:t>Click icon to add picture</a:t>
            </a:r>
            <a:endParaRPr lang="en-GB"/>
          </a:p>
        </p:txBody>
      </p:sp>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Date Placeholder 6"/>
          <p:cNvSpPr>
            <a:spLocks noGrp="1"/>
          </p:cNvSpPr>
          <p:nvPr>
            <p:ph type="dt" sz="half" idx="10"/>
          </p:nvPr>
        </p:nvSpPr>
        <p:spPr/>
        <p:txBody>
          <a:bodyPr/>
          <a:lstStyle>
            <a:lvl1pPr>
              <a:defRPr>
                <a:solidFill>
                  <a:schemeClr val="bg1"/>
                </a:solidFill>
              </a:defRPr>
            </a:lvl1pPr>
          </a:lstStyle>
          <a:p>
            <a:fld id="{8C9DF63D-ED94-46E4-B158-9F8CBCEFFBAF}"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2">
            <a:extLst>
              <a:ext uri="{FF2B5EF4-FFF2-40B4-BE49-F238E27FC236}">
                <a16:creationId xmlns:a16="http://schemas.microsoft.com/office/drawing/2014/main" id="{FC04CCAA-3C3C-6391-BC98-7CBE819B797F}"/>
              </a:ext>
            </a:extLst>
          </p:cNvPr>
          <p:cNvSpPr>
            <a:spLocks noGrp="1"/>
          </p:cNvSpPr>
          <p:nvPr>
            <p:ph type="body" sz="quarter" idx="19"/>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42941154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noChangeAspect="1"/>
          </p:cNvSpPr>
          <p:nvPr>
            <p:ph type="pic" sz="quarter" idx="13"/>
          </p:nvPr>
        </p:nvSpPr>
        <p:spPr>
          <a:xfrm>
            <a:off x="767919" y="1844675"/>
            <a:ext cx="2879821" cy="2880000"/>
          </a:xfrm>
          <a:prstGeom prst="ellipse">
            <a:avLst/>
          </a:prstGeom>
          <a:solidFill>
            <a:schemeClr val="bg2"/>
          </a:solidFill>
        </p:spPr>
        <p:txBody>
          <a:bodyPr/>
          <a:lstStyle>
            <a:lvl1pPr algn="ctr">
              <a:defRPr sz="1000"/>
            </a:lvl1pPr>
          </a:lstStyle>
          <a:p>
            <a:r>
              <a:rPr lang="en-US"/>
              <a:t>Click icon to add picture</a:t>
            </a:r>
            <a:endParaRPr lang="en-GB" dirty="0"/>
          </a:p>
        </p:txBody>
      </p:sp>
      <p:sp>
        <p:nvSpPr>
          <p:cNvPr id="13" name="Picture Placeholder 8">
            <a:extLst>
              <a:ext uri="{FF2B5EF4-FFF2-40B4-BE49-F238E27FC236}">
                <a16:creationId xmlns:a16="http://schemas.microsoft.com/office/drawing/2014/main" id="{77D5736D-2F13-0DB0-3DBC-A4313B7EFC19}"/>
              </a:ext>
            </a:extLst>
          </p:cNvPr>
          <p:cNvSpPr>
            <a:spLocks noGrp="1" noChangeAspect="1"/>
          </p:cNvSpPr>
          <p:nvPr>
            <p:ph type="pic" sz="quarter" idx="14"/>
          </p:nvPr>
        </p:nvSpPr>
        <p:spPr>
          <a:xfrm>
            <a:off x="4656000" y="1844674"/>
            <a:ext cx="2880000" cy="2880000"/>
          </a:xfrm>
          <a:prstGeom prst="ellipse">
            <a:avLst/>
          </a:prstGeom>
          <a:solidFill>
            <a:schemeClr val="bg2"/>
          </a:solidFill>
        </p:spPr>
        <p:txBody>
          <a:bodyPr/>
          <a:lstStyle>
            <a:lvl1pPr algn="ct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noChangeAspect="1"/>
          </p:cNvSpPr>
          <p:nvPr>
            <p:ph type="pic" sz="quarter" idx="15"/>
          </p:nvPr>
        </p:nvSpPr>
        <p:spPr>
          <a:xfrm>
            <a:off x="8544592" y="1844674"/>
            <a:ext cx="2880000" cy="2880000"/>
          </a:xfrm>
          <a:prstGeom prst="ellipse">
            <a:avLst/>
          </a:prstGeom>
          <a:solidFill>
            <a:schemeClr val="bg2"/>
          </a:solidFill>
        </p:spPr>
        <p:txBody>
          <a:bodyPr/>
          <a:lstStyle>
            <a:lvl1pPr algn="ct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CC494563-DA14-CC81-C1A3-CF27EDFCFE51}"/>
              </a:ext>
            </a:extLst>
          </p:cNvPr>
          <p:cNvSpPr>
            <a:spLocks noGrp="1"/>
          </p:cNvSpPr>
          <p:nvPr>
            <p:ph type="dt" sz="half" idx="19"/>
          </p:nvPr>
        </p:nvSpPr>
        <p:spPr/>
        <p:txBody>
          <a:bodyPr/>
          <a:lstStyle/>
          <a:p>
            <a:fld id="{861BF0BE-E928-40B5-9A55-53B282F52AC8}" type="datetime3">
              <a:rPr lang="en-US" smtClean="0"/>
              <a:t>1 October 2026</a:t>
            </a:fld>
            <a:endParaRPr lang="en-US" dirty="0"/>
          </a:p>
        </p:txBody>
      </p:sp>
      <p:sp>
        <p:nvSpPr>
          <p:cNvPr id="10" name="Footer Placeholder 9">
            <a:extLst>
              <a:ext uri="{FF2B5EF4-FFF2-40B4-BE49-F238E27FC236}">
                <a16:creationId xmlns:a16="http://schemas.microsoft.com/office/drawing/2014/main" id="{39B411D4-47EB-1C79-3087-9D34CBED83B8}"/>
              </a:ext>
            </a:extLst>
          </p:cNvPr>
          <p:cNvSpPr>
            <a:spLocks noGrp="1"/>
          </p:cNvSpPr>
          <p:nvPr>
            <p:ph type="ftr" sz="quarter" idx="20"/>
          </p:nvPr>
        </p:nvSpPr>
        <p:spPr/>
        <p:txBody>
          <a:bodyPr/>
          <a:lstStyle/>
          <a:p>
            <a:endParaRPr lang="en-US" dirty="0"/>
          </a:p>
        </p:txBody>
      </p:sp>
      <p:sp>
        <p:nvSpPr>
          <p:cNvPr id="11" name="Slide Number Placeholder 10">
            <a:extLst>
              <a:ext uri="{FF2B5EF4-FFF2-40B4-BE49-F238E27FC236}">
                <a16:creationId xmlns:a16="http://schemas.microsoft.com/office/drawing/2014/main" id="{D01E4C71-D7DC-06FF-1A4E-0C2347727BD9}"/>
              </a:ext>
            </a:extLst>
          </p:cNvPr>
          <p:cNvSpPr>
            <a:spLocks noGrp="1"/>
          </p:cNvSpPr>
          <p:nvPr>
            <p:ph type="sldNum" sz="quarter" idx="21"/>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BD0121CD-9C45-66A8-CB74-5C6A1A188F92}"/>
              </a:ext>
            </a:extLst>
          </p:cNvPr>
          <p:cNvSpPr>
            <a:spLocks noGrp="1"/>
          </p:cNvSpPr>
          <p:nvPr>
            <p:ph type="body" sz="quarter" idx="22"/>
          </p:nvPr>
        </p:nvSpPr>
        <p:spPr>
          <a:xfrm>
            <a:off x="4295775"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
        <p:nvSpPr>
          <p:cNvPr id="6" name="Text Placeholder 2">
            <a:extLst>
              <a:ext uri="{FF2B5EF4-FFF2-40B4-BE49-F238E27FC236}">
                <a16:creationId xmlns:a16="http://schemas.microsoft.com/office/drawing/2014/main" id="{9F784041-EB67-20AA-7E7F-F57ED6BC8352}"/>
              </a:ext>
            </a:extLst>
          </p:cNvPr>
          <p:cNvSpPr>
            <a:spLocks noGrp="1"/>
          </p:cNvSpPr>
          <p:nvPr>
            <p:ph type="body" sz="quarter" idx="23"/>
          </p:nvPr>
        </p:nvSpPr>
        <p:spPr>
          <a:xfrm>
            <a:off x="8183563"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8177457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Just Titl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DEBD7-2361-B0FF-D550-3B9C61A4332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35592731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Just Title ">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3642BD39-5254-4AD2-A52B-320CB9D47118}"/>
              </a:ext>
            </a:extLst>
          </p:cNvPr>
          <p:cNvSpPr>
            <a:spLocks noGrp="1"/>
          </p:cNvSpPr>
          <p:nvPr>
            <p:ph type="pic" sz="quarter" idx="15"/>
          </p:nvPr>
        </p:nvSpPr>
        <p:spPr>
          <a:xfrm>
            <a:off x="767409" y="3613150"/>
            <a:ext cx="5423842" cy="2408238"/>
          </a:xfrm>
          <a:custGeom>
            <a:avLst/>
            <a:gdLst>
              <a:gd name="connsiteX0" fmla="*/ 0 w 5423842"/>
              <a:gd name="connsiteY0" fmla="*/ 0 h 2408238"/>
              <a:gd name="connsiteX1" fmla="*/ 5423842 w 5423842"/>
              <a:gd name="connsiteY1" fmla="*/ 0 h 2408238"/>
              <a:gd name="connsiteX2" fmla="*/ 5423842 w 5423842"/>
              <a:gd name="connsiteY2" fmla="*/ 2408238 h 2408238"/>
              <a:gd name="connsiteX3" fmla="*/ 0 w 5423842"/>
              <a:gd name="connsiteY3" fmla="*/ 2408238 h 2408238"/>
            </a:gdLst>
            <a:ahLst/>
            <a:cxnLst>
              <a:cxn ang="0">
                <a:pos x="connsiteX0" y="connsiteY0"/>
              </a:cxn>
              <a:cxn ang="0">
                <a:pos x="connsiteX1" y="connsiteY1"/>
              </a:cxn>
              <a:cxn ang="0">
                <a:pos x="connsiteX2" y="connsiteY2"/>
              </a:cxn>
              <a:cxn ang="0">
                <a:pos x="connsiteX3" y="connsiteY3"/>
              </a:cxn>
            </a:cxnLst>
            <a:rect l="l" t="t" r="r" b="b"/>
            <a:pathLst>
              <a:path w="5423842" h="2408238">
                <a:moveTo>
                  <a:pt x="0" y="0"/>
                </a:moveTo>
                <a:lnTo>
                  <a:pt x="5423842" y="0"/>
                </a:lnTo>
                <a:lnTo>
                  <a:pt x="5423842" y="2408238"/>
                </a:lnTo>
                <a:lnTo>
                  <a:pt x="0" y="2408238"/>
                </a:lnTo>
                <a:close/>
              </a:path>
            </a:pathLst>
          </a:custGeom>
        </p:spPr>
        <p:txBody>
          <a:bodyPr wrap="square">
            <a:noAutofit/>
          </a:bodyPr>
          <a:lstStyle/>
          <a:p>
            <a:endParaRPr lang="en-US"/>
          </a:p>
        </p:txBody>
      </p:sp>
      <p:sp>
        <p:nvSpPr>
          <p:cNvPr id="14" name="Picture Placeholder 13">
            <a:extLst>
              <a:ext uri="{FF2B5EF4-FFF2-40B4-BE49-F238E27FC236}">
                <a16:creationId xmlns:a16="http://schemas.microsoft.com/office/drawing/2014/main" id="{4CA7C9A8-E474-4E5D-BBE2-5D88396226EE}"/>
              </a:ext>
            </a:extLst>
          </p:cNvPr>
          <p:cNvSpPr>
            <a:spLocks noGrp="1"/>
          </p:cNvSpPr>
          <p:nvPr>
            <p:ph type="pic" sz="quarter" idx="14"/>
          </p:nvPr>
        </p:nvSpPr>
        <p:spPr>
          <a:xfrm>
            <a:off x="191344" y="188640"/>
            <a:ext cx="5400600" cy="3281391"/>
          </a:xfrm>
          <a:custGeom>
            <a:avLst/>
            <a:gdLst>
              <a:gd name="connsiteX0" fmla="*/ 0 w 5400600"/>
              <a:gd name="connsiteY0" fmla="*/ 0 h 3281391"/>
              <a:gd name="connsiteX1" fmla="*/ 5400600 w 5400600"/>
              <a:gd name="connsiteY1" fmla="*/ 0 h 3281391"/>
              <a:gd name="connsiteX2" fmla="*/ 5400600 w 5400600"/>
              <a:gd name="connsiteY2" fmla="*/ 3281391 h 3281391"/>
              <a:gd name="connsiteX3" fmla="*/ 0 w 5400600"/>
              <a:gd name="connsiteY3" fmla="*/ 3281391 h 3281391"/>
            </a:gdLst>
            <a:ahLst/>
            <a:cxnLst>
              <a:cxn ang="0">
                <a:pos x="connsiteX0" y="connsiteY0"/>
              </a:cxn>
              <a:cxn ang="0">
                <a:pos x="connsiteX1" y="connsiteY1"/>
              </a:cxn>
              <a:cxn ang="0">
                <a:pos x="connsiteX2" y="connsiteY2"/>
              </a:cxn>
              <a:cxn ang="0">
                <a:pos x="connsiteX3" y="connsiteY3"/>
              </a:cxn>
            </a:cxnLst>
            <a:rect l="l" t="t" r="r" b="b"/>
            <a:pathLst>
              <a:path w="5400600" h="3281391">
                <a:moveTo>
                  <a:pt x="0" y="0"/>
                </a:moveTo>
                <a:lnTo>
                  <a:pt x="5400600" y="0"/>
                </a:lnTo>
                <a:lnTo>
                  <a:pt x="5400600" y="3281391"/>
                </a:lnTo>
                <a:lnTo>
                  <a:pt x="0" y="3281391"/>
                </a:lnTo>
                <a:close/>
              </a:path>
            </a:pathLst>
          </a:custGeom>
        </p:spPr>
        <p:txBody>
          <a:bodyPr wrap="square">
            <a:noAutofit/>
          </a:bodyPr>
          <a:lstStyle/>
          <a:p>
            <a:endParaRPr lang="en-US"/>
          </a:p>
        </p:txBody>
      </p:sp>
      <p:sp>
        <p:nvSpPr>
          <p:cNvPr id="12" name="Picture Placeholder 11">
            <a:extLst>
              <a:ext uri="{FF2B5EF4-FFF2-40B4-BE49-F238E27FC236}">
                <a16:creationId xmlns:a16="http://schemas.microsoft.com/office/drawing/2014/main" id="{476203C4-8626-4608-8540-F7B37BED2A10}"/>
              </a:ext>
            </a:extLst>
          </p:cNvPr>
          <p:cNvSpPr>
            <a:spLocks noGrp="1"/>
          </p:cNvSpPr>
          <p:nvPr>
            <p:ph type="pic" sz="quarter" idx="13"/>
          </p:nvPr>
        </p:nvSpPr>
        <p:spPr>
          <a:xfrm>
            <a:off x="5735960" y="188640"/>
            <a:ext cx="6264696" cy="4320480"/>
          </a:xfrm>
          <a:custGeom>
            <a:avLst/>
            <a:gdLst>
              <a:gd name="connsiteX0" fmla="*/ 0 w 6264696"/>
              <a:gd name="connsiteY0" fmla="*/ 0 h 4320480"/>
              <a:gd name="connsiteX1" fmla="*/ 6264696 w 6264696"/>
              <a:gd name="connsiteY1" fmla="*/ 0 h 4320480"/>
              <a:gd name="connsiteX2" fmla="*/ 6264696 w 6264696"/>
              <a:gd name="connsiteY2" fmla="*/ 4320480 h 4320480"/>
              <a:gd name="connsiteX3" fmla="*/ 629671 w 6264696"/>
              <a:gd name="connsiteY3" fmla="*/ 4320480 h 4320480"/>
              <a:gd name="connsiteX4" fmla="*/ 629671 w 6264696"/>
              <a:gd name="connsiteY4" fmla="*/ 3281391 h 4320480"/>
              <a:gd name="connsiteX5" fmla="*/ 0 w 6264696"/>
              <a:gd name="connsiteY5" fmla="*/ 3281391 h 432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696" h="4320480">
                <a:moveTo>
                  <a:pt x="0" y="0"/>
                </a:moveTo>
                <a:lnTo>
                  <a:pt x="6264696" y="0"/>
                </a:lnTo>
                <a:lnTo>
                  <a:pt x="6264696" y="4320480"/>
                </a:lnTo>
                <a:lnTo>
                  <a:pt x="629671" y="4320480"/>
                </a:lnTo>
                <a:lnTo>
                  <a:pt x="629671" y="3281391"/>
                </a:lnTo>
                <a:lnTo>
                  <a:pt x="0" y="3281391"/>
                </a:lnTo>
                <a:close/>
              </a:path>
            </a:pathLst>
          </a:custGeom>
        </p:spPr>
        <p:txBody>
          <a:bodyPr wrap="square">
            <a:noAutofit/>
          </a:bodyPr>
          <a:lstStyle/>
          <a:p>
            <a:endParaRPr lang="en-US"/>
          </a:p>
        </p:txBody>
      </p:sp>
      <p:sp>
        <p:nvSpPr>
          <p:cNvPr id="2" name="Title 1">
            <a:extLst>
              <a:ext uri="{FF2B5EF4-FFF2-40B4-BE49-F238E27FC236}">
                <a16:creationId xmlns:a16="http://schemas.microsoft.com/office/drawing/2014/main" id="{62EDEBD7-2361-B0FF-D550-3B9C61A43324}"/>
              </a:ext>
            </a:extLst>
          </p:cNvPr>
          <p:cNvSpPr>
            <a:spLocks noGrp="1"/>
          </p:cNvSpPr>
          <p:nvPr>
            <p:ph type="title"/>
          </p:nvPr>
        </p:nvSpPr>
        <p:spPr>
          <a:xfrm>
            <a:off x="6670204" y="5229200"/>
            <a:ext cx="5188296" cy="430887"/>
          </a:xfrm>
        </p:spPr>
        <p:txBody>
          <a:bodyPr vert="horz" wrap="square" lIns="0" tIns="0" rIns="0" bIns="0" rtlCol="0" anchor="t" anchorCtr="0">
            <a:spAutoFit/>
          </a:bodyPr>
          <a:lstStyle>
            <a:lvl1pPr>
              <a:defRPr lang="en-GB" sz="2800"/>
            </a:lvl1pPr>
          </a:lstStyle>
          <a:p>
            <a:pPr marL="0" lvl="0" algn="ctr"/>
            <a:r>
              <a:rPr lang="en-US" dirty="0"/>
              <a:t>Click to edit Master title style</a:t>
            </a:r>
            <a:endParaRPr lang="en-GB" dirty="0"/>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5783051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o ">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9675615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hank You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accent2"/>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7" name="Group 6">
            <a:extLst>
              <a:ext uri="{FF2B5EF4-FFF2-40B4-BE49-F238E27FC236}">
                <a16:creationId xmlns:a16="http://schemas.microsoft.com/office/drawing/2014/main" id="{88111A34-160B-5E4A-BBB9-B527517B02E0}"/>
              </a:ext>
            </a:extLst>
          </p:cNvPr>
          <p:cNvGrpSpPr>
            <a:grpSpLocks noChangeAspect="1"/>
          </p:cNvGrpSpPr>
          <p:nvPr/>
        </p:nvGrpSpPr>
        <p:grpSpPr>
          <a:xfrm>
            <a:off x="407988" y="576000"/>
            <a:ext cx="1130400" cy="437949"/>
            <a:chOff x="2389188" y="1992313"/>
            <a:chExt cx="7424738" cy="2876551"/>
          </a:xfrm>
          <a:solidFill>
            <a:schemeClr val="accent2"/>
          </a:solidFill>
        </p:grpSpPr>
        <p:sp>
          <p:nvSpPr>
            <p:cNvPr id="8" name="Freeform 5">
              <a:extLst>
                <a:ext uri="{FF2B5EF4-FFF2-40B4-BE49-F238E27FC236}">
                  <a16:creationId xmlns:a16="http://schemas.microsoft.com/office/drawing/2014/main" id="{B9F0DAF2-A9D6-63CF-6EEE-6FCFBB3CED83}"/>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E42D6B06-3804-BC09-9BA8-381F8D5A25C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0" name="Date Placeholder 9">
            <a:extLst>
              <a:ext uri="{FF2B5EF4-FFF2-40B4-BE49-F238E27FC236}">
                <a16:creationId xmlns:a16="http://schemas.microsoft.com/office/drawing/2014/main" id="{4B7E675F-CD0B-B380-9D74-9F6A984A5CBE}"/>
              </a:ext>
            </a:extLst>
          </p:cNvPr>
          <p:cNvSpPr>
            <a:spLocks noGrp="1"/>
          </p:cNvSpPr>
          <p:nvPr>
            <p:ph type="dt" sz="half" idx="10"/>
          </p:nvPr>
        </p:nvSpPr>
        <p:spPr/>
        <p:txBody>
          <a:bodyPr/>
          <a:lstStyle>
            <a:lvl1pPr>
              <a:defRPr>
                <a:noFill/>
              </a:defRPr>
            </a:lvl1pPr>
          </a:lstStyle>
          <a:p>
            <a:fld id="{B0B0DD62-209E-425B-80D6-8D5BC6328449}" type="datetime3">
              <a:rPr lang="en-US" smtClean="0"/>
              <a:t>1 October 2026</a:t>
            </a:fld>
            <a:endParaRPr lang="en-US" dirty="0"/>
          </a:p>
        </p:txBody>
      </p:sp>
      <p:sp>
        <p:nvSpPr>
          <p:cNvPr id="11" name="Footer Placeholder 10">
            <a:extLst>
              <a:ext uri="{FF2B5EF4-FFF2-40B4-BE49-F238E27FC236}">
                <a16:creationId xmlns:a16="http://schemas.microsoft.com/office/drawing/2014/main" id="{6E7AE93F-C253-84DC-4405-57A3849C30EB}"/>
              </a:ext>
            </a:extLst>
          </p:cNvPr>
          <p:cNvSpPr>
            <a:spLocks noGrp="1"/>
          </p:cNvSpPr>
          <p:nvPr>
            <p:ph type="ftr" sz="quarter" idx="11"/>
          </p:nvPr>
        </p:nvSpPr>
        <p:spPr/>
        <p:txBody>
          <a:bodyPr/>
          <a:lstStyle>
            <a:lvl1pPr>
              <a:defRPr>
                <a:noFill/>
              </a:defRPr>
            </a:lvl1pPr>
          </a:lstStyle>
          <a:p>
            <a:endParaRPr lang="en-US" dirty="0"/>
          </a:p>
        </p:txBody>
      </p:sp>
      <p:sp>
        <p:nvSpPr>
          <p:cNvPr id="18" name="Slide Number Placeholder 17">
            <a:extLst>
              <a:ext uri="{FF2B5EF4-FFF2-40B4-BE49-F238E27FC236}">
                <a16:creationId xmlns:a16="http://schemas.microsoft.com/office/drawing/2014/main" id="{54AE54CC-4485-00F8-6865-9D4B1BB595A5}"/>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60119524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Thank You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19191453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hank You Light Blue">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5499773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Picture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accent2"/>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7" name="Group 6">
            <a:extLst>
              <a:ext uri="{FF2B5EF4-FFF2-40B4-BE49-F238E27FC236}">
                <a16:creationId xmlns:a16="http://schemas.microsoft.com/office/drawing/2014/main" id="{88111A34-160B-5E4A-BBB9-B527517B02E0}"/>
              </a:ext>
            </a:extLst>
          </p:cNvPr>
          <p:cNvGrpSpPr>
            <a:grpSpLocks noChangeAspect="1"/>
          </p:cNvGrpSpPr>
          <p:nvPr/>
        </p:nvGrpSpPr>
        <p:grpSpPr>
          <a:xfrm>
            <a:off x="407988" y="576000"/>
            <a:ext cx="1130400" cy="437949"/>
            <a:chOff x="2389188" y="1992313"/>
            <a:chExt cx="7424738" cy="2876551"/>
          </a:xfrm>
          <a:solidFill>
            <a:schemeClr val="accent2"/>
          </a:solidFill>
        </p:grpSpPr>
        <p:sp>
          <p:nvSpPr>
            <p:cNvPr id="8" name="Freeform 5">
              <a:extLst>
                <a:ext uri="{FF2B5EF4-FFF2-40B4-BE49-F238E27FC236}">
                  <a16:creationId xmlns:a16="http://schemas.microsoft.com/office/drawing/2014/main" id="{B9F0DAF2-A9D6-63CF-6EEE-6FCFBB3CED83}"/>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E42D6B06-3804-BC09-9BA8-381F8D5A25C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0" name="Date Placeholder 9">
            <a:extLst>
              <a:ext uri="{FF2B5EF4-FFF2-40B4-BE49-F238E27FC236}">
                <a16:creationId xmlns:a16="http://schemas.microsoft.com/office/drawing/2014/main" id="{4B7E675F-CD0B-B380-9D74-9F6A984A5CBE}"/>
              </a:ext>
            </a:extLst>
          </p:cNvPr>
          <p:cNvSpPr>
            <a:spLocks noGrp="1"/>
          </p:cNvSpPr>
          <p:nvPr>
            <p:ph type="dt" sz="half" idx="10"/>
          </p:nvPr>
        </p:nvSpPr>
        <p:spPr/>
        <p:txBody>
          <a:bodyPr/>
          <a:lstStyle>
            <a:lvl1pPr>
              <a:defRPr>
                <a:noFill/>
              </a:defRPr>
            </a:lvl1pPr>
          </a:lstStyle>
          <a:p>
            <a:fld id="{B0B0DD62-209E-425B-80D6-8D5BC6328449}" type="datetime3">
              <a:rPr lang="en-US" smtClean="0"/>
              <a:t>1 October 2026</a:t>
            </a:fld>
            <a:endParaRPr lang="en-US" dirty="0"/>
          </a:p>
        </p:txBody>
      </p:sp>
      <p:sp>
        <p:nvSpPr>
          <p:cNvPr id="11" name="Footer Placeholder 10">
            <a:extLst>
              <a:ext uri="{FF2B5EF4-FFF2-40B4-BE49-F238E27FC236}">
                <a16:creationId xmlns:a16="http://schemas.microsoft.com/office/drawing/2014/main" id="{6E7AE93F-C253-84DC-4405-57A3849C30EB}"/>
              </a:ext>
            </a:extLst>
          </p:cNvPr>
          <p:cNvSpPr>
            <a:spLocks noGrp="1"/>
          </p:cNvSpPr>
          <p:nvPr>
            <p:ph type="ftr" sz="quarter" idx="11"/>
          </p:nvPr>
        </p:nvSpPr>
        <p:spPr/>
        <p:txBody>
          <a:bodyPr/>
          <a:lstStyle>
            <a:lvl1pPr>
              <a:defRPr>
                <a:noFill/>
              </a:defRPr>
            </a:lvl1pPr>
          </a:lstStyle>
          <a:p>
            <a:endParaRPr lang="en-US" dirty="0"/>
          </a:p>
        </p:txBody>
      </p:sp>
      <p:sp>
        <p:nvSpPr>
          <p:cNvPr id="18" name="Slide Number Placeholder 17">
            <a:extLst>
              <a:ext uri="{FF2B5EF4-FFF2-40B4-BE49-F238E27FC236}">
                <a16:creationId xmlns:a16="http://schemas.microsoft.com/office/drawing/2014/main" id="{54AE54CC-4485-00F8-6865-9D4B1BB595A5}"/>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450BC700-0ECE-F0AF-38D7-0264B58D1D6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8754539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Picture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E393BD64-6D58-4343-D3B4-7FB7BB2348C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2518708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Picture Light Blue">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E393BD64-6D58-4343-D3B4-7FB7BB2348C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5320830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Logo Yellow">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2BF987D3-94ED-4346-BA0E-C2418F3A4535}"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grpSp>
        <p:nvGrpSpPr>
          <p:cNvPr id="7" name="Group 6">
            <a:extLst>
              <a:ext uri="{FF2B5EF4-FFF2-40B4-BE49-F238E27FC236}">
                <a16:creationId xmlns:a16="http://schemas.microsoft.com/office/drawing/2014/main" id="{5122DD8F-06C8-6092-4AEE-6F419E6AE39C}"/>
              </a:ext>
            </a:extLst>
          </p:cNvPr>
          <p:cNvGrpSpPr>
            <a:grpSpLocks noChangeAspect="1"/>
          </p:cNvGrpSpPr>
          <p:nvPr/>
        </p:nvGrpSpPr>
        <p:grpSpPr>
          <a:xfrm>
            <a:off x="4237590" y="2709000"/>
            <a:ext cx="3716820" cy="1440000"/>
            <a:chOff x="2389188" y="1992313"/>
            <a:chExt cx="7424738" cy="2876551"/>
          </a:xfrm>
          <a:solidFill>
            <a:schemeClr val="accent2"/>
          </a:solidFill>
        </p:grpSpPr>
        <p:sp>
          <p:nvSpPr>
            <p:cNvPr id="8" name="Freeform 5">
              <a:extLst>
                <a:ext uri="{FF2B5EF4-FFF2-40B4-BE49-F238E27FC236}">
                  <a16:creationId xmlns:a16="http://schemas.microsoft.com/office/drawing/2014/main" id="{DBDC538C-CF08-240D-31FC-42D67CB83C3E}"/>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4F9087B9-0E76-AC2F-A2C4-3D31D17FBFF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5764076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Logo Blue">
    <p:bg>
      <p:bgPr>
        <a:solidFill>
          <a:schemeClr val="accent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9F5B65EA-EE44-45C4-A4B8-0C6C07CC8D04}"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grpSp>
        <p:nvGrpSpPr>
          <p:cNvPr id="2" name="Group 1">
            <a:extLst>
              <a:ext uri="{FF2B5EF4-FFF2-40B4-BE49-F238E27FC236}">
                <a16:creationId xmlns:a16="http://schemas.microsoft.com/office/drawing/2014/main" id="{9CE59E56-778D-B4BE-5F7C-6F85EEB11C5A}"/>
              </a:ext>
            </a:extLst>
          </p:cNvPr>
          <p:cNvGrpSpPr>
            <a:grpSpLocks noChangeAspect="1"/>
          </p:cNvGrpSpPr>
          <p:nvPr/>
        </p:nvGrpSpPr>
        <p:grpSpPr>
          <a:xfrm>
            <a:off x="4237590" y="2709000"/>
            <a:ext cx="3716820" cy="1440000"/>
            <a:chOff x="2389188" y="1992313"/>
            <a:chExt cx="7424738" cy="2876551"/>
          </a:xfrm>
          <a:solidFill>
            <a:schemeClr val="bg1"/>
          </a:solidFill>
        </p:grpSpPr>
        <p:sp>
          <p:nvSpPr>
            <p:cNvPr id="10" name="Freeform 5">
              <a:extLst>
                <a:ext uri="{FF2B5EF4-FFF2-40B4-BE49-F238E27FC236}">
                  <a16:creationId xmlns:a16="http://schemas.microsoft.com/office/drawing/2014/main" id="{2250B84F-BEFC-3CD3-E0E3-6FEA5EDEA1A8}"/>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066AA960-BA64-4BEB-B4C1-6A3D54D66B28}"/>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6791137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Logo Light Blue">
    <p:bg>
      <p:bgPr>
        <a:solidFill>
          <a:schemeClr val="accent6"/>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9F5B65EA-EE44-45C4-A4B8-0C6C07CC8D04}"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grpSp>
        <p:nvGrpSpPr>
          <p:cNvPr id="2" name="Group 1">
            <a:extLst>
              <a:ext uri="{FF2B5EF4-FFF2-40B4-BE49-F238E27FC236}">
                <a16:creationId xmlns:a16="http://schemas.microsoft.com/office/drawing/2014/main" id="{9CE59E56-778D-B4BE-5F7C-6F85EEB11C5A}"/>
              </a:ext>
            </a:extLst>
          </p:cNvPr>
          <p:cNvGrpSpPr>
            <a:grpSpLocks noChangeAspect="1"/>
          </p:cNvGrpSpPr>
          <p:nvPr/>
        </p:nvGrpSpPr>
        <p:grpSpPr>
          <a:xfrm>
            <a:off x="4237590" y="2709000"/>
            <a:ext cx="3716820" cy="1440000"/>
            <a:chOff x="2389188" y="1992313"/>
            <a:chExt cx="7424738" cy="2876551"/>
          </a:xfrm>
          <a:solidFill>
            <a:schemeClr val="bg1"/>
          </a:solidFill>
        </p:grpSpPr>
        <p:sp>
          <p:nvSpPr>
            <p:cNvPr id="10" name="Freeform 5">
              <a:extLst>
                <a:ext uri="{FF2B5EF4-FFF2-40B4-BE49-F238E27FC236}">
                  <a16:creationId xmlns:a16="http://schemas.microsoft.com/office/drawing/2014/main" id="{2250B84F-BEFC-3CD3-E0E3-6FEA5EDEA1A8}"/>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066AA960-BA64-4BEB-B4C1-6A3D54D66B28}"/>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9484798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Section Header Blue">
  <p:cSld name="1_Section Header Blue">
    <p:bg>
      <p:bgPr>
        <a:solidFill>
          <a:schemeClr val="accent2"/>
        </a:solidFill>
        <a:effectLst/>
      </p:bgPr>
    </p:bg>
    <p:spTree>
      <p:nvGrpSpPr>
        <p:cNvPr id="1" name="Shape 35"/>
        <p:cNvGrpSpPr/>
        <p:nvPr/>
      </p:nvGrpSpPr>
      <p:grpSpPr>
        <a:xfrm>
          <a:off x="0" y="0"/>
          <a:ext cx="0" cy="0"/>
          <a:chOff x="0" y="0"/>
          <a:chExt cx="0" cy="0"/>
        </a:xfrm>
      </p:grpSpPr>
      <p:sp>
        <p:nvSpPr>
          <p:cNvPr id="36" name="Google Shape;36;p2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8"/>
          <p:cNvSpPr>
            <a:spLocks noGrp="1"/>
          </p:cNvSpPr>
          <p:nvPr>
            <p:ph type="sldNum" idx="12"/>
          </p:nvPr>
        </p:nvSpPr>
        <p:spPr>
          <a:xfrm flipH="1">
            <a:off x="407989"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1pPr>
            <a:lvl2pPr marL="0" lvl="1"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2pPr>
            <a:lvl3pPr marL="0" lvl="2"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3pPr>
            <a:lvl4pPr marL="0" lvl="3"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4pPr>
            <a:lvl5pPr marL="0" lvl="4"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5pPr>
            <a:lvl6pPr marL="0" lvl="5"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6pPr>
            <a:lvl7pPr marL="0" lvl="6"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7pPr>
            <a:lvl8pPr marL="0" lvl="7"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8pPr>
            <a:lvl9pPr marL="0" lvl="8"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9pPr>
          </a:lstStyle>
          <a:p>
            <a:fld id="{00000000-1234-1234-1234-123412341234}" type="slidenum">
              <a:rPr lang="en-US" smtClean="0"/>
              <a:pPr/>
              <a:t>‹#›</a:t>
            </a:fld>
            <a:endParaRPr lang="en-US"/>
          </a:p>
        </p:txBody>
      </p:sp>
      <p:sp>
        <p:nvSpPr>
          <p:cNvPr id="39" name="Google Shape;39;p28"/>
          <p:cNvSpPr txBox="1">
            <a:spLocks noGrp="1"/>
          </p:cNvSpPr>
          <p:nvPr>
            <p:ph type="title"/>
          </p:nvPr>
        </p:nvSpPr>
        <p:spPr>
          <a:xfrm>
            <a:off x="407989" y="3140968"/>
            <a:ext cx="11376025"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8"/>
          <p:cNvSpPr txBox="1">
            <a:spLocks noGrp="1"/>
          </p:cNvSpPr>
          <p:nvPr>
            <p:ph type="subTitle" idx="1"/>
          </p:nvPr>
        </p:nvSpPr>
        <p:spPr>
          <a:xfrm>
            <a:off x="407989" y="5373216"/>
            <a:ext cx="11376025" cy="648618"/>
          </a:xfrm>
          <a:prstGeom prst="rect">
            <a:avLst/>
          </a:prstGeom>
          <a:noFill/>
          <a:ln>
            <a:noFill/>
          </a:ln>
        </p:spPr>
        <p:txBody>
          <a:bodyPr spcFirstLastPara="1" wrap="square" lIns="0" tIns="0" rIns="0" bIns="0" anchor="t" anchorCtr="0">
            <a:noAutofit/>
          </a:bodyPr>
          <a:lstStyle>
            <a:lvl1pPr lvl="0" algn="l">
              <a:lnSpc>
                <a:spcPct val="100000"/>
              </a:lnSpc>
              <a:spcBef>
                <a:spcPts val="150"/>
              </a:spcBef>
              <a:spcAft>
                <a:spcPts val="0"/>
              </a:spcAft>
              <a:buClr>
                <a:schemeClr val="lt1"/>
              </a:buClr>
              <a:buSzPts val="1350"/>
              <a:buFont typeface="Arial"/>
              <a:buNone/>
              <a:defRPr sz="1350" b="0">
                <a:solidFill>
                  <a:schemeClr val="lt1"/>
                </a:solidFill>
              </a:defRPr>
            </a:lvl1pPr>
            <a:lvl2pPr lvl="1" algn="ctr">
              <a:lnSpc>
                <a:spcPct val="120000"/>
              </a:lnSpc>
              <a:spcBef>
                <a:spcPts val="450"/>
              </a:spcBef>
              <a:spcAft>
                <a:spcPts val="0"/>
              </a:spcAft>
              <a:buClr>
                <a:schemeClr val="accent2"/>
              </a:buClr>
              <a:buSzPts val="1500"/>
              <a:buNone/>
              <a:defRPr sz="1500"/>
            </a:lvl2pPr>
            <a:lvl3pPr lvl="2" algn="ctr">
              <a:lnSpc>
                <a:spcPct val="120000"/>
              </a:lnSpc>
              <a:spcBef>
                <a:spcPts val="450"/>
              </a:spcBef>
              <a:spcAft>
                <a:spcPts val="0"/>
              </a:spcAft>
              <a:buClr>
                <a:schemeClr val="accent2"/>
              </a:buClr>
              <a:buSzPts val="1350"/>
              <a:buNone/>
              <a:defRPr sz="1350"/>
            </a:lvl3pPr>
            <a:lvl4pPr lvl="3" algn="ctr">
              <a:lnSpc>
                <a:spcPct val="120000"/>
              </a:lnSpc>
              <a:spcBef>
                <a:spcPts val="450"/>
              </a:spcBef>
              <a:spcAft>
                <a:spcPts val="0"/>
              </a:spcAft>
              <a:buClr>
                <a:schemeClr val="accent2"/>
              </a:buClr>
              <a:buSzPts val="1200"/>
              <a:buNone/>
              <a:defRPr sz="1200"/>
            </a:lvl4pPr>
            <a:lvl5pPr lvl="4" algn="ctr">
              <a:lnSpc>
                <a:spcPct val="120000"/>
              </a:lnSpc>
              <a:spcBef>
                <a:spcPts val="450"/>
              </a:spcBef>
              <a:spcAft>
                <a:spcPts val="0"/>
              </a:spcAft>
              <a:buClr>
                <a:schemeClr val="accent2"/>
              </a:buClr>
              <a:buSzPts val="1200"/>
              <a:buNone/>
              <a:defRPr sz="1200"/>
            </a:lvl5pPr>
            <a:lvl6pPr lvl="5" algn="ctr">
              <a:lnSpc>
                <a:spcPct val="120000"/>
              </a:lnSpc>
              <a:spcBef>
                <a:spcPts val="450"/>
              </a:spcBef>
              <a:spcAft>
                <a:spcPts val="0"/>
              </a:spcAft>
              <a:buClr>
                <a:schemeClr val="accent2"/>
              </a:buClr>
              <a:buSzPts val="1200"/>
              <a:buNone/>
              <a:defRPr sz="1200"/>
            </a:lvl6pPr>
            <a:lvl7pPr lvl="6" algn="ctr">
              <a:lnSpc>
                <a:spcPct val="120000"/>
              </a:lnSpc>
              <a:spcBef>
                <a:spcPts val="450"/>
              </a:spcBef>
              <a:spcAft>
                <a:spcPts val="0"/>
              </a:spcAft>
              <a:buClr>
                <a:schemeClr val="accent2"/>
              </a:buClr>
              <a:buSzPts val="1200"/>
              <a:buNone/>
              <a:defRPr sz="1200"/>
            </a:lvl7pPr>
            <a:lvl8pPr lvl="7" algn="ctr">
              <a:lnSpc>
                <a:spcPct val="120000"/>
              </a:lnSpc>
              <a:spcBef>
                <a:spcPts val="450"/>
              </a:spcBef>
              <a:spcAft>
                <a:spcPts val="0"/>
              </a:spcAft>
              <a:buClr>
                <a:schemeClr val="accent2"/>
              </a:buClr>
              <a:buSzPts val="1200"/>
              <a:buNone/>
              <a:defRPr sz="1200"/>
            </a:lvl8pPr>
            <a:lvl9pPr lvl="8" algn="ctr">
              <a:lnSpc>
                <a:spcPct val="120000"/>
              </a:lnSpc>
              <a:spcBef>
                <a:spcPts val="450"/>
              </a:spcBef>
              <a:spcAft>
                <a:spcPts val="0"/>
              </a:spcAft>
              <a:buClr>
                <a:schemeClr val="accent2"/>
              </a:buClr>
              <a:buSzPts val="1200"/>
              <a:buNone/>
              <a:defRPr sz="1200"/>
            </a:lvl9pPr>
          </a:lstStyle>
          <a:p>
            <a:endParaRPr/>
          </a:p>
        </p:txBody>
      </p:sp>
      <p:sp>
        <p:nvSpPr>
          <p:cNvPr id="41" name="Google Shape;41;p28"/>
          <p:cNvSpPr/>
          <p:nvPr/>
        </p:nvSpPr>
        <p:spPr>
          <a:xfrm>
            <a:off x="10646501" y="6236625"/>
            <a:ext cx="1130963"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endParaRPr sz="105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3866142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16F6E-8675-4C27-A0A9-8079253621E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56530EE-4ED8-4901-A8EC-2F4163CF10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869F036-4BE4-495D-B068-443F2064146D}"/>
              </a:ext>
            </a:extLst>
          </p:cNvPr>
          <p:cNvSpPr>
            <a:spLocks noGrp="1"/>
          </p:cNvSpPr>
          <p:nvPr>
            <p:ph type="dt" sz="half" idx="10"/>
          </p:nvPr>
        </p:nvSpPr>
        <p:spPr>
          <a:xfrm>
            <a:off x="837338" y="6356455"/>
            <a:ext cx="2743558" cy="364601"/>
          </a:xfrm>
          <a:prstGeom prst="rect">
            <a:avLst/>
          </a:prstGeom>
        </p:spPr>
        <p:txBody>
          <a:bodyPr/>
          <a:lstStyle/>
          <a:p>
            <a:fld id="{B3F35B75-0443-4BA1-BB6C-A2439D18ED0B}" type="datetimeFigureOut">
              <a:rPr lang="en-GB" smtClean="0"/>
              <a:t>01/10/2026</a:t>
            </a:fld>
            <a:endParaRPr lang="en-GB"/>
          </a:p>
        </p:txBody>
      </p:sp>
      <p:sp>
        <p:nvSpPr>
          <p:cNvPr id="5" name="Footer Placeholder 4">
            <a:extLst>
              <a:ext uri="{FF2B5EF4-FFF2-40B4-BE49-F238E27FC236}">
                <a16:creationId xmlns:a16="http://schemas.microsoft.com/office/drawing/2014/main" id="{28B9347D-1930-4F4F-A2B5-1C4F007F47B5}"/>
              </a:ext>
            </a:extLst>
          </p:cNvPr>
          <p:cNvSpPr>
            <a:spLocks noGrp="1"/>
          </p:cNvSpPr>
          <p:nvPr>
            <p:ph type="ftr" sz="quarter" idx="11"/>
          </p:nvPr>
        </p:nvSpPr>
        <p:spPr>
          <a:xfrm>
            <a:off x="4037820" y="6356455"/>
            <a:ext cx="4116376" cy="364601"/>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3CB298AB-7A9B-4AE9-813B-0780FD47FAB2}"/>
              </a:ext>
            </a:extLst>
          </p:cNvPr>
          <p:cNvSpPr>
            <a:spLocks noGrp="1"/>
          </p:cNvSpPr>
          <p:nvPr>
            <p:ph type="sldNum" sz="quarter" idx="12"/>
          </p:nvPr>
        </p:nvSpPr>
        <p:spPr>
          <a:xfrm>
            <a:off x="8611112" y="6356455"/>
            <a:ext cx="2743558" cy="364601"/>
          </a:xfrm>
          <a:prstGeom prst="rect">
            <a:avLst/>
          </a:prstGeom>
        </p:spPr>
        <p:txBody>
          <a:bodyPr/>
          <a:lstStyle/>
          <a:p>
            <a:fld id="{0E10210E-5D22-48D1-8D23-5B7CE8D08F6C}" type="slidenum">
              <a:rPr lang="en-GB" smtClean="0"/>
              <a:t>‹#›</a:t>
            </a:fld>
            <a:endParaRPr lang="en-GB"/>
          </a:p>
        </p:txBody>
      </p:sp>
    </p:spTree>
    <p:extLst>
      <p:ext uri="{BB962C8B-B14F-4D97-AF65-F5344CB8AC3E}">
        <p14:creationId xmlns:p14="http://schemas.microsoft.com/office/powerpoint/2010/main" val="158433582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6368E2B-389D-4F29-BBB8-48C4190BCF21}"/>
              </a:ext>
            </a:extLst>
          </p:cNvPr>
          <p:cNvSpPr/>
          <p:nvPr userDrawn="1"/>
        </p:nvSpPr>
        <p:spPr bwMode="auto">
          <a:xfrm rot="16200000">
            <a:off x="6975140" y="1641140"/>
            <a:ext cx="6858000" cy="3575720"/>
          </a:xfrm>
          <a:custGeom>
            <a:avLst/>
            <a:gdLst>
              <a:gd name="connsiteX0" fmla="*/ 6858000 w 6858000"/>
              <a:gd name="connsiteY0" fmla="*/ 0 h 3575720"/>
              <a:gd name="connsiteX1" fmla="*/ 6858000 w 6858000"/>
              <a:gd name="connsiteY1" fmla="*/ 3575720 h 3575720"/>
              <a:gd name="connsiteX2" fmla="*/ 0 w 6858000"/>
              <a:gd name="connsiteY2" fmla="*/ 3575720 h 3575720"/>
              <a:gd name="connsiteX3" fmla="*/ 0 w 6858000"/>
              <a:gd name="connsiteY3" fmla="*/ 1605169 h 3575720"/>
            </a:gdLst>
            <a:ahLst/>
            <a:cxnLst>
              <a:cxn ang="0">
                <a:pos x="connsiteX0" y="connsiteY0"/>
              </a:cxn>
              <a:cxn ang="0">
                <a:pos x="connsiteX1" y="connsiteY1"/>
              </a:cxn>
              <a:cxn ang="0">
                <a:pos x="connsiteX2" y="connsiteY2"/>
              </a:cxn>
              <a:cxn ang="0">
                <a:pos x="connsiteX3" y="connsiteY3"/>
              </a:cxn>
            </a:cxnLst>
            <a:rect l="l" t="t" r="r" b="b"/>
            <a:pathLst>
              <a:path w="6858000" h="3575720">
                <a:moveTo>
                  <a:pt x="6858000" y="0"/>
                </a:moveTo>
                <a:lnTo>
                  <a:pt x="6858000" y="3575720"/>
                </a:lnTo>
                <a:lnTo>
                  <a:pt x="0" y="3575720"/>
                </a:lnTo>
                <a:lnTo>
                  <a:pt x="0" y="1605169"/>
                </a:lnTo>
                <a:close/>
              </a:path>
            </a:pathLst>
          </a:custGeom>
          <a:solidFill>
            <a:schemeClr val="accent2">
              <a:alpha val="36000"/>
            </a:schemeClr>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7" name="Freeform: Shape 6">
            <a:extLst>
              <a:ext uri="{FF2B5EF4-FFF2-40B4-BE49-F238E27FC236}">
                <a16:creationId xmlns:a16="http://schemas.microsoft.com/office/drawing/2014/main" id="{6D6168A1-23B3-4066-81D8-8E2344C5BE8A}"/>
              </a:ext>
            </a:extLst>
          </p:cNvPr>
          <p:cNvSpPr/>
          <p:nvPr userDrawn="1"/>
        </p:nvSpPr>
        <p:spPr bwMode="auto">
          <a:xfrm rot="16200000">
            <a:off x="7027143" y="1693143"/>
            <a:ext cx="6858000" cy="3471714"/>
          </a:xfrm>
          <a:custGeom>
            <a:avLst/>
            <a:gdLst>
              <a:gd name="connsiteX0" fmla="*/ 6858000 w 6858000"/>
              <a:gd name="connsiteY0" fmla="*/ 0 h 3471714"/>
              <a:gd name="connsiteX1" fmla="*/ 6858000 w 6858000"/>
              <a:gd name="connsiteY1" fmla="*/ 3471714 h 3471714"/>
              <a:gd name="connsiteX2" fmla="*/ 0 w 6858000"/>
              <a:gd name="connsiteY2" fmla="*/ 3471714 h 3471714"/>
              <a:gd name="connsiteX3" fmla="*/ 0 w 6858000"/>
              <a:gd name="connsiteY3" fmla="*/ 1517448 h 3471714"/>
            </a:gdLst>
            <a:ahLst/>
            <a:cxnLst>
              <a:cxn ang="0">
                <a:pos x="connsiteX0" y="connsiteY0"/>
              </a:cxn>
              <a:cxn ang="0">
                <a:pos x="connsiteX1" y="connsiteY1"/>
              </a:cxn>
              <a:cxn ang="0">
                <a:pos x="connsiteX2" y="connsiteY2"/>
              </a:cxn>
              <a:cxn ang="0">
                <a:pos x="connsiteX3" y="connsiteY3"/>
              </a:cxn>
            </a:cxnLst>
            <a:rect l="l" t="t" r="r" b="b"/>
            <a:pathLst>
              <a:path w="6858000" h="3471714">
                <a:moveTo>
                  <a:pt x="6858000" y="0"/>
                </a:moveTo>
                <a:lnTo>
                  <a:pt x="6858000" y="3471714"/>
                </a:lnTo>
                <a:lnTo>
                  <a:pt x="0" y="3471714"/>
                </a:lnTo>
                <a:lnTo>
                  <a:pt x="0" y="1517448"/>
                </a:lnTo>
                <a:close/>
              </a:path>
            </a:pathLst>
          </a:custGeom>
          <a:solidFill>
            <a:schemeClr val="accent2"/>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8" name="Isosceles Triangle 7">
            <a:extLst>
              <a:ext uri="{FF2B5EF4-FFF2-40B4-BE49-F238E27FC236}">
                <a16:creationId xmlns:a16="http://schemas.microsoft.com/office/drawing/2014/main" id="{846E0ED7-91CA-4897-9F5B-E96FA8582735}"/>
              </a:ext>
            </a:extLst>
          </p:cNvPr>
          <p:cNvSpPr/>
          <p:nvPr userDrawn="1"/>
        </p:nvSpPr>
        <p:spPr bwMode="auto">
          <a:xfrm>
            <a:off x="0" y="5229200"/>
            <a:ext cx="767408" cy="1628800"/>
          </a:xfrm>
          <a:prstGeom prst="triangle">
            <a:avLst>
              <a:gd name="adj" fmla="val 0"/>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 name="Title 1">
            <a:extLst>
              <a:ext uri="{FF2B5EF4-FFF2-40B4-BE49-F238E27FC236}">
                <a16:creationId xmlns:a16="http://schemas.microsoft.com/office/drawing/2014/main" id="{D54EA69E-4DB7-48AD-B3B8-7B5D5EB37F98}"/>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75F0C89-1B3A-4C5C-8E48-5FDD45CC7970}"/>
              </a:ext>
            </a:extLst>
          </p:cNvPr>
          <p:cNvSpPr>
            <a:spLocks noGrp="1"/>
          </p:cNvSpPr>
          <p:nvPr>
            <p:ph type="sldNum" sz="quarter" idx="10"/>
          </p:nvPr>
        </p:nvSpPr>
        <p:spPr/>
        <p:txBody>
          <a:bodyPr/>
          <a:lstStyle/>
          <a:p>
            <a:fld id="{5B16D1FE-3A35-41BA-8EBE-413702045235}" type="slidenum">
              <a:rPr lang="en-US" smtClean="0"/>
              <a:pPr/>
              <a:t>‹#›</a:t>
            </a:fld>
            <a:endParaRPr lang="en-US" dirty="0"/>
          </a:p>
        </p:txBody>
      </p:sp>
      <p:sp>
        <p:nvSpPr>
          <p:cNvPr id="4" name="Date Placeholder 3">
            <a:extLst>
              <a:ext uri="{FF2B5EF4-FFF2-40B4-BE49-F238E27FC236}">
                <a16:creationId xmlns:a16="http://schemas.microsoft.com/office/drawing/2014/main" id="{2B81FCAE-AE74-453A-9005-C3C4FD096909}"/>
              </a:ext>
            </a:extLst>
          </p:cNvPr>
          <p:cNvSpPr>
            <a:spLocks noGrp="1"/>
          </p:cNvSpPr>
          <p:nvPr>
            <p:ph type="dt" sz="half" idx="11"/>
          </p:nvPr>
        </p:nvSpPr>
        <p:spPr/>
        <p:txBody>
          <a:bodyPr/>
          <a:lstStyle/>
          <a:p>
            <a:fld id="{51BDD1B9-97B7-4AB4-A1BF-0E41666B646A}" type="datetime3">
              <a:rPr lang="en-US" smtClean="0"/>
              <a:t>1 October 2026</a:t>
            </a:fld>
            <a:endParaRPr lang="en-US" dirty="0"/>
          </a:p>
        </p:txBody>
      </p:sp>
      <p:sp>
        <p:nvSpPr>
          <p:cNvPr id="5" name="Footer Placeholder 4">
            <a:extLst>
              <a:ext uri="{FF2B5EF4-FFF2-40B4-BE49-F238E27FC236}">
                <a16:creationId xmlns:a16="http://schemas.microsoft.com/office/drawing/2014/main" id="{2E71D2E9-FED0-4C8B-BD2B-A88CF2A0D1B7}"/>
              </a:ext>
            </a:extLst>
          </p:cNvPr>
          <p:cNvSpPr>
            <a:spLocks noGrp="1"/>
          </p:cNvSpPr>
          <p:nvPr>
            <p:ph type="ftr" sz="quarter" idx="12"/>
          </p:nvPr>
        </p:nvSpPr>
        <p:spPr/>
        <p:txBody>
          <a:bodyPr/>
          <a:lstStyle/>
          <a:p>
            <a:endParaRPr lang="en-US" dirty="0"/>
          </a:p>
        </p:txBody>
      </p:sp>
      <p:sp>
        <p:nvSpPr>
          <p:cNvPr id="13" name="Picture Placeholder 19">
            <a:extLst>
              <a:ext uri="{FF2B5EF4-FFF2-40B4-BE49-F238E27FC236}">
                <a16:creationId xmlns:a16="http://schemas.microsoft.com/office/drawing/2014/main" id="{3BA43EE3-E28D-4ADC-A513-89FCA4044B6D}"/>
              </a:ext>
            </a:extLst>
          </p:cNvPr>
          <p:cNvSpPr>
            <a:spLocks noGrp="1"/>
          </p:cNvSpPr>
          <p:nvPr>
            <p:ph type="pic" sz="quarter" idx="14"/>
          </p:nvPr>
        </p:nvSpPr>
        <p:spPr>
          <a:xfrm>
            <a:off x="6731000" y="664468"/>
            <a:ext cx="4813300" cy="5241032"/>
          </a:xfrm>
        </p:spPr>
        <p:txBody>
          <a:bodyPr/>
          <a:lstStyle/>
          <a:p>
            <a:endParaRPr lang="en-US" dirty="0"/>
          </a:p>
        </p:txBody>
      </p:sp>
      <p:sp>
        <p:nvSpPr>
          <p:cNvPr id="14" name="Google Shape;41;p28">
            <a:extLst>
              <a:ext uri="{FF2B5EF4-FFF2-40B4-BE49-F238E27FC236}">
                <a16:creationId xmlns:a16="http://schemas.microsoft.com/office/drawing/2014/main" id="{A5F10391-19D9-4C96-8649-D534C0AA89E1}"/>
              </a:ext>
            </a:extLst>
          </p:cNvPr>
          <p:cNvSpPr/>
          <p:nvPr userDrawn="1"/>
        </p:nvSpPr>
        <p:spPr>
          <a:xfrm>
            <a:off x="10646501" y="6236625"/>
            <a:ext cx="1130963"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endParaRPr sz="105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81737176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Section title and description" userDrawn="1">
  <p:cSld name="Section title and description">
    <p:spTree>
      <p:nvGrpSpPr>
        <p:cNvPr id="1" name="Shape 44"/>
        <p:cNvGrpSpPr/>
        <p:nvPr/>
      </p:nvGrpSpPr>
      <p:grpSpPr>
        <a:xfrm>
          <a:off x="0" y="0"/>
          <a:ext cx="0" cy="0"/>
          <a:chOff x="0" y="0"/>
          <a:chExt cx="0" cy="0"/>
        </a:xfrm>
      </p:grpSpPr>
      <p:sp>
        <p:nvSpPr>
          <p:cNvPr id="47" name="Google Shape;47;p9"/>
          <p:cNvSpPr txBox="1">
            <a:spLocks noGrp="1"/>
          </p:cNvSpPr>
          <p:nvPr>
            <p:ph type="subTitle" idx="1"/>
          </p:nvPr>
        </p:nvSpPr>
        <p:spPr>
          <a:xfrm>
            <a:off x="515967" y="1355200"/>
            <a:ext cx="4859861" cy="112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800"/>
              <a:buNone/>
              <a:defRPr sz="2400"/>
            </a:lvl1pPr>
            <a:lvl2pPr lvl="1" algn="ctr">
              <a:lnSpc>
                <a:spcPct val="100000"/>
              </a:lnSpc>
              <a:spcBef>
                <a:spcPts val="0"/>
              </a:spcBef>
              <a:spcAft>
                <a:spcPts val="0"/>
              </a:spcAft>
              <a:buClr>
                <a:schemeClr val="accent5"/>
              </a:buClr>
              <a:buSzPts val="2100"/>
              <a:buNone/>
              <a:defRPr sz="2800">
                <a:solidFill>
                  <a:schemeClr val="accent5"/>
                </a:solidFill>
              </a:defRPr>
            </a:lvl2pPr>
            <a:lvl3pPr lvl="2" algn="ctr">
              <a:lnSpc>
                <a:spcPct val="100000"/>
              </a:lnSpc>
              <a:spcBef>
                <a:spcPts val="0"/>
              </a:spcBef>
              <a:spcAft>
                <a:spcPts val="0"/>
              </a:spcAft>
              <a:buClr>
                <a:schemeClr val="accent5"/>
              </a:buClr>
              <a:buSzPts val="2100"/>
              <a:buNone/>
              <a:defRPr sz="2800">
                <a:solidFill>
                  <a:schemeClr val="accent5"/>
                </a:solidFill>
              </a:defRPr>
            </a:lvl3pPr>
            <a:lvl4pPr lvl="3" algn="ctr">
              <a:lnSpc>
                <a:spcPct val="100000"/>
              </a:lnSpc>
              <a:spcBef>
                <a:spcPts val="0"/>
              </a:spcBef>
              <a:spcAft>
                <a:spcPts val="0"/>
              </a:spcAft>
              <a:buClr>
                <a:schemeClr val="accent5"/>
              </a:buClr>
              <a:buSzPts val="2100"/>
              <a:buNone/>
              <a:defRPr sz="2800">
                <a:solidFill>
                  <a:schemeClr val="accent5"/>
                </a:solidFill>
              </a:defRPr>
            </a:lvl4pPr>
            <a:lvl5pPr lvl="4" algn="ctr">
              <a:lnSpc>
                <a:spcPct val="100000"/>
              </a:lnSpc>
              <a:spcBef>
                <a:spcPts val="0"/>
              </a:spcBef>
              <a:spcAft>
                <a:spcPts val="0"/>
              </a:spcAft>
              <a:buClr>
                <a:schemeClr val="accent5"/>
              </a:buClr>
              <a:buSzPts val="2100"/>
              <a:buNone/>
              <a:defRPr sz="2800">
                <a:solidFill>
                  <a:schemeClr val="accent5"/>
                </a:solidFill>
              </a:defRPr>
            </a:lvl5pPr>
            <a:lvl6pPr lvl="5" algn="ctr">
              <a:lnSpc>
                <a:spcPct val="100000"/>
              </a:lnSpc>
              <a:spcBef>
                <a:spcPts val="0"/>
              </a:spcBef>
              <a:spcAft>
                <a:spcPts val="0"/>
              </a:spcAft>
              <a:buClr>
                <a:schemeClr val="accent5"/>
              </a:buClr>
              <a:buSzPts val="2100"/>
              <a:buNone/>
              <a:defRPr sz="2800">
                <a:solidFill>
                  <a:schemeClr val="accent5"/>
                </a:solidFill>
              </a:defRPr>
            </a:lvl6pPr>
            <a:lvl7pPr lvl="6" algn="ctr">
              <a:lnSpc>
                <a:spcPct val="100000"/>
              </a:lnSpc>
              <a:spcBef>
                <a:spcPts val="0"/>
              </a:spcBef>
              <a:spcAft>
                <a:spcPts val="0"/>
              </a:spcAft>
              <a:buClr>
                <a:schemeClr val="accent5"/>
              </a:buClr>
              <a:buSzPts val="2100"/>
              <a:buNone/>
              <a:defRPr sz="2800">
                <a:solidFill>
                  <a:schemeClr val="accent5"/>
                </a:solidFill>
              </a:defRPr>
            </a:lvl7pPr>
            <a:lvl8pPr lvl="7" algn="ctr">
              <a:lnSpc>
                <a:spcPct val="100000"/>
              </a:lnSpc>
              <a:spcBef>
                <a:spcPts val="0"/>
              </a:spcBef>
              <a:spcAft>
                <a:spcPts val="0"/>
              </a:spcAft>
              <a:buClr>
                <a:schemeClr val="accent5"/>
              </a:buClr>
              <a:buSzPts val="2100"/>
              <a:buNone/>
              <a:defRPr sz="2800">
                <a:solidFill>
                  <a:schemeClr val="accent5"/>
                </a:solidFill>
              </a:defRPr>
            </a:lvl8pPr>
            <a:lvl9pPr lvl="8" algn="ctr">
              <a:lnSpc>
                <a:spcPct val="100000"/>
              </a:lnSpc>
              <a:spcBef>
                <a:spcPts val="0"/>
              </a:spcBef>
              <a:spcAft>
                <a:spcPts val="0"/>
              </a:spcAft>
              <a:buClr>
                <a:schemeClr val="accent5"/>
              </a:buClr>
              <a:buSzPts val="2100"/>
              <a:buNone/>
              <a:defRPr sz="2800">
                <a:solidFill>
                  <a:schemeClr val="accent5"/>
                </a:solidFill>
              </a:defRPr>
            </a:lvl9pPr>
          </a:lstStyle>
          <a:p>
            <a:endParaRPr dirty="0"/>
          </a:p>
        </p:txBody>
      </p:sp>
      <p:sp>
        <p:nvSpPr>
          <p:cNvPr id="50" name="Google Shape;50;p9"/>
          <p:cNvSpPr txBox="1">
            <a:spLocks noGrp="1"/>
          </p:cNvSpPr>
          <p:nvPr>
            <p:ph type="title"/>
          </p:nvPr>
        </p:nvSpPr>
        <p:spPr>
          <a:xfrm>
            <a:off x="517201" y="407500"/>
            <a:ext cx="4858719" cy="914800"/>
          </a:xfrm>
          <a:prstGeom prst="rect">
            <a:avLst/>
          </a:prstGeom>
        </p:spPr>
        <p:txBody>
          <a:bodyPr spcFirstLastPara="1" wrap="square" lIns="91425" tIns="91425" rIns="91425" bIns="91425" anchor="b"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
        <p:nvSpPr>
          <p:cNvPr id="17" name="Date Placeholder 3">
            <a:extLst>
              <a:ext uri="{FF2B5EF4-FFF2-40B4-BE49-F238E27FC236}">
                <a16:creationId xmlns:a16="http://schemas.microsoft.com/office/drawing/2014/main" id="{7C72C95E-E85C-481E-814E-8B58BA51EE6C}"/>
              </a:ext>
            </a:extLst>
          </p:cNvPr>
          <p:cNvSpPr>
            <a:spLocks noGrp="1"/>
          </p:cNvSpPr>
          <p:nvPr>
            <p:ph type="dt" sz="half" idx="10"/>
          </p:nvPr>
        </p:nvSpPr>
        <p:spPr>
          <a:xfrm>
            <a:off x="911424" y="6381328"/>
            <a:ext cx="1224136" cy="143296"/>
          </a:xfrm>
        </p:spPr>
        <p:txBody>
          <a:bodyPr/>
          <a:lstStyle/>
          <a:p>
            <a:fld id="{C7994ACF-0F5C-4FA0-9875-6777C252D231}" type="datetime3">
              <a:rPr lang="en-US" smtClean="0"/>
              <a:t>1 October 2026</a:t>
            </a:fld>
            <a:endParaRPr lang="en-US"/>
          </a:p>
        </p:txBody>
      </p:sp>
      <p:sp>
        <p:nvSpPr>
          <p:cNvPr id="18" name="Footer Placeholder 4">
            <a:extLst>
              <a:ext uri="{FF2B5EF4-FFF2-40B4-BE49-F238E27FC236}">
                <a16:creationId xmlns:a16="http://schemas.microsoft.com/office/drawing/2014/main" id="{B08DCC21-FFAB-418F-84CF-7DB76D760D10}"/>
              </a:ext>
            </a:extLst>
          </p:cNvPr>
          <p:cNvSpPr>
            <a:spLocks noGrp="1"/>
          </p:cNvSpPr>
          <p:nvPr>
            <p:ph type="ftr" sz="quarter" idx="11"/>
          </p:nvPr>
        </p:nvSpPr>
        <p:spPr>
          <a:xfrm>
            <a:off x="2279576" y="6381328"/>
            <a:ext cx="7632848" cy="144016"/>
          </a:xfrm>
        </p:spPr>
        <p:txBody>
          <a:bodyPr/>
          <a:lstStyle/>
          <a:p>
            <a:endParaRPr lang="en-US"/>
          </a:p>
        </p:txBody>
      </p:sp>
      <p:sp>
        <p:nvSpPr>
          <p:cNvPr id="19" name="Slide Number Placeholder 5">
            <a:extLst>
              <a:ext uri="{FF2B5EF4-FFF2-40B4-BE49-F238E27FC236}">
                <a16:creationId xmlns:a16="http://schemas.microsoft.com/office/drawing/2014/main" id="{5079EBBF-0D61-428E-86B1-9EE911B1F2DE}"/>
              </a:ext>
            </a:extLst>
          </p:cNvPr>
          <p:cNvSpPr>
            <a:spLocks noGrp="1"/>
          </p:cNvSpPr>
          <p:nvPr>
            <p:ph type="sldNum" sz="quarter" idx="12"/>
          </p:nvPr>
        </p:nvSpPr>
        <p:spPr>
          <a:xfrm flipH="1">
            <a:off x="407989" y="6381328"/>
            <a:ext cx="359420" cy="143296"/>
          </a:xfrm>
        </p:spPr>
        <p:txBody>
          <a:bodyPr/>
          <a:lstStyle/>
          <a:p>
            <a:fld id="{5B16D1FE-3A35-41BA-8EBE-413702045235}" type="slidenum">
              <a:rPr lang="en-US" smtClean="0"/>
              <a:t>‹#›</a:t>
            </a:fld>
            <a:endParaRPr lang="en-US"/>
          </a:p>
        </p:txBody>
      </p:sp>
      <p:sp>
        <p:nvSpPr>
          <p:cNvPr id="3" name="Picture Placeholder 2">
            <a:extLst>
              <a:ext uri="{FF2B5EF4-FFF2-40B4-BE49-F238E27FC236}">
                <a16:creationId xmlns:a16="http://schemas.microsoft.com/office/drawing/2014/main" id="{44FB581E-DE23-45FC-904A-9D6F1E1C4ADA}"/>
              </a:ext>
            </a:extLst>
          </p:cNvPr>
          <p:cNvSpPr>
            <a:spLocks noGrp="1"/>
          </p:cNvSpPr>
          <p:nvPr>
            <p:ph type="pic" sz="quarter" idx="13"/>
          </p:nvPr>
        </p:nvSpPr>
        <p:spPr>
          <a:xfrm>
            <a:off x="5670550" y="1479550"/>
            <a:ext cx="2378075" cy="1949450"/>
          </a:xfrm>
          <a:pattFill prst="pct5">
            <a:fgClr>
              <a:schemeClr val="tx1"/>
            </a:fgClr>
            <a:bgClr>
              <a:schemeClr val="bg1"/>
            </a:bgClr>
          </a:pattFill>
        </p:spPr>
        <p:txBody>
          <a:bodyPr/>
          <a:lstStyle/>
          <a:p>
            <a:endParaRPr lang="en-US"/>
          </a:p>
        </p:txBody>
      </p:sp>
      <p:sp>
        <p:nvSpPr>
          <p:cNvPr id="15" name="Picture Placeholder 2">
            <a:extLst>
              <a:ext uri="{FF2B5EF4-FFF2-40B4-BE49-F238E27FC236}">
                <a16:creationId xmlns:a16="http://schemas.microsoft.com/office/drawing/2014/main" id="{27B77C5E-ED96-43D8-9436-1E3209ABF32C}"/>
              </a:ext>
            </a:extLst>
          </p:cNvPr>
          <p:cNvSpPr>
            <a:spLocks noGrp="1"/>
          </p:cNvSpPr>
          <p:nvPr>
            <p:ph type="pic" sz="quarter" idx="14"/>
          </p:nvPr>
        </p:nvSpPr>
        <p:spPr>
          <a:xfrm>
            <a:off x="8516327" y="1479550"/>
            <a:ext cx="2378075" cy="1949450"/>
          </a:xfrm>
          <a:pattFill prst="pct5">
            <a:fgClr>
              <a:schemeClr val="tx1"/>
            </a:fgClr>
            <a:bgClr>
              <a:schemeClr val="bg1"/>
            </a:bgClr>
          </a:pattFill>
        </p:spPr>
        <p:txBody>
          <a:bodyPr/>
          <a:lstStyle/>
          <a:p>
            <a:endParaRPr lang="en-US"/>
          </a:p>
        </p:txBody>
      </p:sp>
      <p:sp>
        <p:nvSpPr>
          <p:cNvPr id="20" name="Picture Placeholder 2">
            <a:extLst>
              <a:ext uri="{FF2B5EF4-FFF2-40B4-BE49-F238E27FC236}">
                <a16:creationId xmlns:a16="http://schemas.microsoft.com/office/drawing/2014/main" id="{B92FE778-11FC-41AF-B148-92DA0E13B812}"/>
              </a:ext>
            </a:extLst>
          </p:cNvPr>
          <p:cNvSpPr>
            <a:spLocks noGrp="1"/>
          </p:cNvSpPr>
          <p:nvPr>
            <p:ph type="pic" sz="quarter" idx="15"/>
          </p:nvPr>
        </p:nvSpPr>
        <p:spPr>
          <a:xfrm>
            <a:off x="5670550" y="3858539"/>
            <a:ext cx="2378075" cy="1949450"/>
          </a:xfrm>
          <a:pattFill prst="pct5">
            <a:fgClr>
              <a:schemeClr val="tx1"/>
            </a:fgClr>
            <a:bgClr>
              <a:schemeClr val="bg1"/>
            </a:bgClr>
          </a:pattFill>
        </p:spPr>
        <p:txBody>
          <a:bodyPr/>
          <a:lstStyle/>
          <a:p>
            <a:endParaRPr lang="en-US"/>
          </a:p>
        </p:txBody>
      </p:sp>
      <p:sp>
        <p:nvSpPr>
          <p:cNvPr id="21" name="Picture Placeholder 2">
            <a:extLst>
              <a:ext uri="{FF2B5EF4-FFF2-40B4-BE49-F238E27FC236}">
                <a16:creationId xmlns:a16="http://schemas.microsoft.com/office/drawing/2014/main" id="{5532FDC1-89EA-4A36-8439-B69FA85EB990}"/>
              </a:ext>
            </a:extLst>
          </p:cNvPr>
          <p:cNvSpPr>
            <a:spLocks noGrp="1"/>
          </p:cNvSpPr>
          <p:nvPr>
            <p:ph type="pic" sz="quarter" idx="16"/>
          </p:nvPr>
        </p:nvSpPr>
        <p:spPr>
          <a:xfrm>
            <a:off x="8516327" y="3858539"/>
            <a:ext cx="2378075" cy="1949450"/>
          </a:xfrm>
          <a:pattFill prst="pct5">
            <a:fgClr>
              <a:schemeClr val="tx1"/>
            </a:fgClr>
            <a:bgClr>
              <a:schemeClr val="bg1"/>
            </a:bgClr>
          </a:pattFill>
        </p:spPr>
        <p:txBody>
          <a:bodyPr/>
          <a:lstStyle/>
          <a:p>
            <a:endParaRPr lang="en-US"/>
          </a:p>
        </p:txBody>
      </p:sp>
    </p:spTree>
    <p:extLst>
      <p:ext uri="{BB962C8B-B14F-4D97-AF65-F5344CB8AC3E}">
        <p14:creationId xmlns:p14="http://schemas.microsoft.com/office/powerpoint/2010/main" val="22588652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ustom Layout_New">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389980F1-5FEC-4881-B862-B78BCB6E788D}"/>
              </a:ext>
            </a:extLst>
          </p:cNvPr>
          <p:cNvSpPr>
            <a:spLocks noGrp="1"/>
          </p:cNvSpPr>
          <p:nvPr>
            <p:ph type="pic" sz="quarter" idx="15"/>
          </p:nvPr>
        </p:nvSpPr>
        <p:spPr>
          <a:xfrm>
            <a:off x="9099550" y="3960814"/>
            <a:ext cx="2691260" cy="1995823"/>
          </a:xfrm>
          <a:custGeom>
            <a:avLst/>
            <a:gdLst>
              <a:gd name="connsiteX0" fmla="*/ 0 w 2691260"/>
              <a:gd name="connsiteY0" fmla="*/ 0 h 1995823"/>
              <a:gd name="connsiteX1" fmla="*/ 2691260 w 2691260"/>
              <a:gd name="connsiteY1" fmla="*/ 0 h 1995823"/>
              <a:gd name="connsiteX2" fmla="*/ 2691260 w 2691260"/>
              <a:gd name="connsiteY2" fmla="*/ 1995823 h 1995823"/>
              <a:gd name="connsiteX3" fmla="*/ 0 w 2691260"/>
              <a:gd name="connsiteY3" fmla="*/ 1995823 h 1995823"/>
            </a:gdLst>
            <a:ahLst/>
            <a:cxnLst>
              <a:cxn ang="0">
                <a:pos x="connsiteX0" y="connsiteY0"/>
              </a:cxn>
              <a:cxn ang="0">
                <a:pos x="connsiteX1" y="connsiteY1"/>
              </a:cxn>
              <a:cxn ang="0">
                <a:pos x="connsiteX2" y="connsiteY2"/>
              </a:cxn>
              <a:cxn ang="0">
                <a:pos x="connsiteX3" y="connsiteY3"/>
              </a:cxn>
            </a:cxnLst>
            <a:rect l="l" t="t" r="r" b="b"/>
            <a:pathLst>
              <a:path w="2691260" h="1995823">
                <a:moveTo>
                  <a:pt x="0" y="0"/>
                </a:moveTo>
                <a:lnTo>
                  <a:pt x="2691260" y="0"/>
                </a:lnTo>
                <a:lnTo>
                  <a:pt x="2691260" y="1995823"/>
                </a:lnTo>
                <a:lnTo>
                  <a:pt x="0" y="1995823"/>
                </a:lnTo>
                <a:close/>
              </a:path>
            </a:pathLst>
          </a:custGeom>
        </p:spPr>
        <p:txBody>
          <a:bodyPr wrap="square">
            <a:noAutofit/>
          </a:bodyPr>
          <a:lstStyle/>
          <a:p>
            <a:endParaRPr lang="en-US" dirty="0"/>
          </a:p>
        </p:txBody>
      </p:sp>
      <p:sp>
        <p:nvSpPr>
          <p:cNvPr id="26" name="Picture Placeholder 25">
            <a:extLst>
              <a:ext uri="{FF2B5EF4-FFF2-40B4-BE49-F238E27FC236}">
                <a16:creationId xmlns:a16="http://schemas.microsoft.com/office/drawing/2014/main" id="{5EEA9F09-0485-4961-8597-A0349EEAF3BD}"/>
              </a:ext>
            </a:extLst>
          </p:cNvPr>
          <p:cNvSpPr>
            <a:spLocks noGrp="1"/>
          </p:cNvSpPr>
          <p:nvPr>
            <p:ph type="pic" sz="quarter" idx="14"/>
          </p:nvPr>
        </p:nvSpPr>
        <p:spPr>
          <a:xfrm>
            <a:off x="6240464" y="3960814"/>
            <a:ext cx="2732087" cy="1995487"/>
          </a:xfrm>
          <a:custGeom>
            <a:avLst/>
            <a:gdLst>
              <a:gd name="connsiteX0" fmla="*/ 0 w 2732087"/>
              <a:gd name="connsiteY0" fmla="*/ 0 h 1995487"/>
              <a:gd name="connsiteX1" fmla="*/ 2732087 w 2732087"/>
              <a:gd name="connsiteY1" fmla="*/ 0 h 1995487"/>
              <a:gd name="connsiteX2" fmla="*/ 2732087 w 2732087"/>
              <a:gd name="connsiteY2" fmla="*/ 1995487 h 1995487"/>
              <a:gd name="connsiteX3" fmla="*/ 0 w 2732087"/>
              <a:gd name="connsiteY3" fmla="*/ 1995487 h 1995487"/>
            </a:gdLst>
            <a:ahLst/>
            <a:cxnLst>
              <a:cxn ang="0">
                <a:pos x="connsiteX0" y="connsiteY0"/>
              </a:cxn>
              <a:cxn ang="0">
                <a:pos x="connsiteX1" y="connsiteY1"/>
              </a:cxn>
              <a:cxn ang="0">
                <a:pos x="connsiteX2" y="connsiteY2"/>
              </a:cxn>
              <a:cxn ang="0">
                <a:pos x="connsiteX3" y="connsiteY3"/>
              </a:cxn>
            </a:cxnLst>
            <a:rect l="l" t="t" r="r" b="b"/>
            <a:pathLst>
              <a:path w="2732087" h="1995487">
                <a:moveTo>
                  <a:pt x="0" y="0"/>
                </a:moveTo>
                <a:lnTo>
                  <a:pt x="2732087" y="0"/>
                </a:lnTo>
                <a:lnTo>
                  <a:pt x="2732087" y="1995487"/>
                </a:lnTo>
                <a:lnTo>
                  <a:pt x="0" y="1995487"/>
                </a:lnTo>
                <a:close/>
              </a:path>
            </a:pathLst>
          </a:custGeom>
        </p:spPr>
        <p:txBody>
          <a:bodyPr wrap="square">
            <a:noAutofit/>
          </a:bodyPr>
          <a:lstStyle/>
          <a:p>
            <a:endParaRPr lang="en-US" dirty="0"/>
          </a:p>
        </p:txBody>
      </p:sp>
      <p:sp>
        <p:nvSpPr>
          <p:cNvPr id="24" name="Picture Placeholder 23">
            <a:extLst>
              <a:ext uri="{FF2B5EF4-FFF2-40B4-BE49-F238E27FC236}">
                <a16:creationId xmlns:a16="http://schemas.microsoft.com/office/drawing/2014/main" id="{DB482EED-7F05-4532-90C4-22F6062A94C2}"/>
              </a:ext>
            </a:extLst>
          </p:cNvPr>
          <p:cNvSpPr>
            <a:spLocks noGrp="1"/>
          </p:cNvSpPr>
          <p:nvPr>
            <p:ph type="pic" sz="quarter" idx="13"/>
          </p:nvPr>
        </p:nvSpPr>
        <p:spPr>
          <a:xfrm>
            <a:off x="6240016" y="1410720"/>
            <a:ext cx="5550884" cy="2399280"/>
          </a:xfrm>
          <a:custGeom>
            <a:avLst/>
            <a:gdLst>
              <a:gd name="connsiteX0" fmla="*/ 0 w 5550884"/>
              <a:gd name="connsiteY0" fmla="*/ 0 h 2399280"/>
              <a:gd name="connsiteX1" fmla="*/ 5550884 w 5550884"/>
              <a:gd name="connsiteY1" fmla="*/ 0 h 2399280"/>
              <a:gd name="connsiteX2" fmla="*/ 5550884 w 5550884"/>
              <a:gd name="connsiteY2" fmla="*/ 2399280 h 2399280"/>
              <a:gd name="connsiteX3" fmla="*/ 0 w 5550884"/>
              <a:gd name="connsiteY3" fmla="*/ 2399280 h 2399280"/>
            </a:gdLst>
            <a:ahLst/>
            <a:cxnLst>
              <a:cxn ang="0">
                <a:pos x="connsiteX0" y="connsiteY0"/>
              </a:cxn>
              <a:cxn ang="0">
                <a:pos x="connsiteX1" y="connsiteY1"/>
              </a:cxn>
              <a:cxn ang="0">
                <a:pos x="connsiteX2" y="connsiteY2"/>
              </a:cxn>
              <a:cxn ang="0">
                <a:pos x="connsiteX3" y="connsiteY3"/>
              </a:cxn>
            </a:cxnLst>
            <a:rect l="l" t="t" r="r" b="b"/>
            <a:pathLst>
              <a:path w="5550884" h="2399280">
                <a:moveTo>
                  <a:pt x="0" y="0"/>
                </a:moveTo>
                <a:lnTo>
                  <a:pt x="5550884" y="0"/>
                </a:lnTo>
                <a:lnTo>
                  <a:pt x="5550884" y="2399280"/>
                </a:lnTo>
                <a:lnTo>
                  <a:pt x="0" y="2399280"/>
                </a:lnTo>
                <a:close/>
              </a:path>
            </a:pathLst>
          </a:custGeom>
        </p:spPr>
        <p:txBody>
          <a:bodyPr wrap="square">
            <a:noAutofit/>
          </a:bodyPr>
          <a:lstStyle/>
          <a:p>
            <a:endParaRPr lang="en-US" dirty="0"/>
          </a:p>
        </p:txBody>
      </p:sp>
      <p:sp>
        <p:nvSpPr>
          <p:cNvPr id="2" name="Title 1">
            <a:extLst>
              <a:ext uri="{FF2B5EF4-FFF2-40B4-BE49-F238E27FC236}">
                <a16:creationId xmlns:a16="http://schemas.microsoft.com/office/drawing/2014/main" id="{478DE7B9-6983-409D-94DA-D9B6A0974550}"/>
              </a:ext>
            </a:extLst>
          </p:cNvPr>
          <p:cNvSpPr>
            <a:spLocks noGrp="1"/>
          </p:cNvSpPr>
          <p:nvPr>
            <p:ph type="title"/>
          </p:nvPr>
        </p:nvSpPr>
        <p:spPr>
          <a:xfrm>
            <a:off x="2567919" y="548680"/>
            <a:ext cx="7056163" cy="492443"/>
          </a:xfrm>
        </p:spPr>
        <p:txBody>
          <a:bodyPr wrap="square">
            <a:spAutoFit/>
          </a:bodyPr>
          <a:lstStyle>
            <a:lvl1pPr algn="ctr">
              <a:defRPr/>
            </a:lvl1pPr>
          </a:lstStyle>
          <a:p>
            <a:r>
              <a:rPr lang="en-US"/>
              <a:t>Click to edit Master title style</a:t>
            </a:r>
          </a:p>
        </p:txBody>
      </p:sp>
      <p:sp>
        <p:nvSpPr>
          <p:cNvPr id="3" name="Slide Number Placeholder 2">
            <a:extLst>
              <a:ext uri="{FF2B5EF4-FFF2-40B4-BE49-F238E27FC236}">
                <a16:creationId xmlns:a16="http://schemas.microsoft.com/office/drawing/2014/main" id="{8765734B-D8A2-4DF6-A375-0EFE5A1AEA9C}"/>
              </a:ext>
            </a:extLst>
          </p:cNvPr>
          <p:cNvSpPr>
            <a:spLocks noGrp="1"/>
          </p:cNvSpPr>
          <p:nvPr>
            <p:ph type="sldNum" sz="quarter" idx="10"/>
          </p:nvPr>
        </p:nvSpPr>
        <p:spPr/>
        <p:txBody>
          <a:bodyPr/>
          <a:lstStyle/>
          <a:p>
            <a:fld id="{5B16D1FE-3A35-41BA-8EBE-413702045235}" type="slidenum">
              <a:rPr lang="en-US" smtClean="0"/>
              <a:pPr/>
              <a:t>‹#›</a:t>
            </a:fld>
            <a:endParaRPr lang="en-US" dirty="0"/>
          </a:p>
        </p:txBody>
      </p:sp>
      <p:sp>
        <p:nvSpPr>
          <p:cNvPr id="4" name="Date Placeholder 3">
            <a:extLst>
              <a:ext uri="{FF2B5EF4-FFF2-40B4-BE49-F238E27FC236}">
                <a16:creationId xmlns:a16="http://schemas.microsoft.com/office/drawing/2014/main" id="{BA98E704-81FA-452E-B1F7-78057D96C935}"/>
              </a:ext>
            </a:extLst>
          </p:cNvPr>
          <p:cNvSpPr>
            <a:spLocks noGrp="1"/>
          </p:cNvSpPr>
          <p:nvPr>
            <p:ph type="dt" sz="half" idx="11"/>
          </p:nvPr>
        </p:nvSpPr>
        <p:spPr/>
        <p:txBody>
          <a:bodyPr/>
          <a:lstStyle/>
          <a:p>
            <a:fld id="{14C37123-A8A4-49EF-8DC8-3A6BB0483B8B}" type="datetime3">
              <a:rPr lang="en-US" smtClean="0"/>
              <a:t>1 October 2026</a:t>
            </a:fld>
            <a:endParaRPr lang="en-US" dirty="0"/>
          </a:p>
        </p:txBody>
      </p:sp>
      <p:sp>
        <p:nvSpPr>
          <p:cNvPr id="5" name="Footer Placeholder 4">
            <a:extLst>
              <a:ext uri="{FF2B5EF4-FFF2-40B4-BE49-F238E27FC236}">
                <a16:creationId xmlns:a16="http://schemas.microsoft.com/office/drawing/2014/main" id="{ABD0B83D-2235-4F28-BD01-37357E349883}"/>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412808132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Section title and description" userDrawn="1">
  <p:cSld name="1_Section title and description">
    <p:spTree>
      <p:nvGrpSpPr>
        <p:cNvPr id="1" name="Shape 44"/>
        <p:cNvGrpSpPr/>
        <p:nvPr/>
      </p:nvGrpSpPr>
      <p:grpSpPr>
        <a:xfrm>
          <a:off x="0" y="0"/>
          <a:ext cx="0" cy="0"/>
          <a:chOff x="0" y="0"/>
          <a:chExt cx="0" cy="0"/>
        </a:xfrm>
      </p:grpSpPr>
      <p:sp>
        <p:nvSpPr>
          <p:cNvPr id="47" name="Google Shape;47;p9"/>
          <p:cNvSpPr txBox="1">
            <a:spLocks noGrp="1"/>
          </p:cNvSpPr>
          <p:nvPr>
            <p:ph type="subTitle" idx="1"/>
          </p:nvPr>
        </p:nvSpPr>
        <p:spPr>
          <a:xfrm>
            <a:off x="515967" y="1355200"/>
            <a:ext cx="5251043" cy="112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800"/>
              <a:buNone/>
              <a:defRPr sz="2400"/>
            </a:lvl1pPr>
            <a:lvl2pPr lvl="1" algn="ctr">
              <a:lnSpc>
                <a:spcPct val="100000"/>
              </a:lnSpc>
              <a:spcBef>
                <a:spcPts val="0"/>
              </a:spcBef>
              <a:spcAft>
                <a:spcPts val="0"/>
              </a:spcAft>
              <a:buClr>
                <a:schemeClr val="accent5"/>
              </a:buClr>
              <a:buSzPts val="2100"/>
              <a:buNone/>
              <a:defRPr sz="2800">
                <a:solidFill>
                  <a:schemeClr val="accent5"/>
                </a:solidFill>
              </a:defRPr>
            </a:lvl2pPr>
            <a:lvl3pPr lvl="2" algn="ctr">
              <a:lnSpc>
                <a:spcPct val="100000"/>
              </a:lnSpc>
              <a:spcBef>
                <a:spcPts val="0"/>
              </a:spcBef>
              <a:spcAft>
                <a:spcPts val="0"/>
              </a:spcAft>
              <a:buClr>
                <a:schemeClr val="accent5"/>
              </a:buClr>
              <a:buSzPts val="2100"/>
              <a:buNone/>
              <a:defRPr sz="2800">
                <a:solidFill>
                  <a:schemeClr val="accent5"/>
                </a:solidFill>
              </a:defRPr>
            </a:lvl3pPr>
            <a:lvl4pPr lvl="3" algn="ctr">
              <a:lnSpc>
                <a:spcPct val="100000"/>
              </a:lnSpc>
              <a:spcBef>
                <a:spcPts val="0"/>
              </a:spcBef>
              <a:spcAft>
                <a:spcPts val="0"/>
              </a:spcAft>
              <a:buClr>
                <a:schemeClr val="accent5"/>
              </a:buClr>
              <a:buSzPts val="2100"/>
              <a:buNone/>
              <a:defRPr sz="2800">
                <a:solidFill>
                  <a:schemeClr val="accent5"/>
                </a:solidFill>
              </a:defRPr>
            </a:lvl4pPr>
            <a:lvl5pPr lvl="4" algn="ctr">
              <a:lnSpc>
                <a:spcPct val="100000"/>
              </a:lnSpc>
              <a:spcBef>
                <a:spcPts val="0"/>
              </a:spcBef>
              <a:spcAft>
                <a:spcPts val="0"/>
              </a:spcAft>
              <a:buClr>
                <a:schemeClr val="accent5"/>
              </a:buClr>
              <a:buSzPts val="2100"/>
              <a:buNone/>
              <a:defRPr sz="2800">
                <a:solidFill>
                  <a:schemeClr val="accent5"/>
                </a:solidFill>
              </a:defRPr>
            </a:lvl5pPr>
            <a:lvl6pPr lvl="5" algn="ctr">
              <a:lnSpc>
                <a:spcPct val="100000"/>
              </a:lnSpc>
              <a:spcBef>
                <a:spcPts val="0"/>
              </a:spcBef>
              <a:spcAft>
                <a:spcPts val="0"/>
              </a:spcAft>
              <a:buClr>
                <a:schemeClr val="accent5"/>
              </a:buClr>
              <a:buSzPts val="2100"/>
              <a:buNone/>
              <a:defRPr sz="2800">
                <a:solidFill>
                  <a:schemeClr val="accent5"/>
                </a:solidFill>
              </a:defRPr>
            </a:lvl6pPr>
            <a:lvl7pPr lvl="6" algn="ctr">
              <a:lnSpc>
                <a:spcPct val="100000"/>
              </a:lnSpc>
              <a:spcBef>
                <a:spcPts val="0"/>
              </a:spcBef>
              <a:spcAft>
                <a:spcPts val="0"/>
              </a:spcAft>
              <a:buClr>
                <a:schemeClr val="accent5"/>
              </a:buClr>
              <a:buSzPts val="2100"/>
              <a:buNone/>
              <a:defRPr sz="2800">
                <a:solidFill>
                  <a:schemeClr val="accent5"/>
                </a:solidFill>
              </a:defRPr>
            </a:lvl7pPr>
            <a:lvl8pPr lvl="7" algn="ctr">
              <a:lnSpc>
                <a:spcPct val="100000"/>
              </a:lnSpc>
              <a:spcBef>
                <a:spcPts val="0"/>
              </a:spcBef>
              <a:spcAft>
                <a:spcPts val="0"/>
              </a:spcAft>
              <a:buClr>
                <a:schemeClr val="accent5"/>
              </a:buClr>
              <a:buSzPts val="2100"/>
              <a:buNone/>
              <a:defRPr sz="2800">
                <a:solidFill>
                  <a:schemeClr val="accent5"/>
                </a:solidFill>
              </a:defRPr>
            </a:lvl8pPr>
            <a:lvl9pPr lvl="8" algn="ctr">
              <a:lnSpc>
                <a:spcPct val="100000"/>
              </a:lnSpc>
              <a:spcBef>
                <a:spcPts val="0"/>
              </a:spcBef>
              <a:spcAft>
                <a:spcPts val="0"/>
              </a:spcAft>
              <a:buClr>
                <a:schemeClr val="accent5"/>
              </a:buClr>
              <a:buSzPts val="2100"/>
              <a:buNone/>
              <a:defRPr sz="2800">
                <a:solidFill>
                  <a:schemeClr val="accent5"/>
                </a:solidFill>
              </a:defRPr>
            </a:lvl9pPr>
          </a:lstStyle>
          <a:p>
            <a:endParaRPr dirty="0"/>
          </a:p>
        </p:txBody>
      </p:sp>
      <p:sp>
        <p:nvSpPr>
          <p:cNvPr id="50" name="Google Shape;50;p9"/>
          <p:cNvSpPr txBox="1">
            <a:spLocks noGrp="1"/>
          </p:cNvSpPr>
          <p:nvPr>
            <p:ph type="title"/>
          </p:nvPr>
        </p:nvSpPr>
        <p:spPr>
          <a:xfrm>
            <a:off x="517201" y="407500"/>
            <a:ext cx="5249809" cy="914800"/>
          </a:xfrm>
          <a:prstGeom prst="rect">
            <a:avLst/>
          </a:prstGeom>
        </p:spPr>
        <p:txBody>
          <a:bodyPr spcFirstLastPara="1" wrap="square" lIns="91425" tIns="91425" rIns="91425" bIns="91425" anchor="b"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
        <p:nvSpPr>
          <p:cNvPr id="13" name="Picture Placeholder 12">
            <a:extLst>
              <a:ext uri="{FF2B5EF4-FFF2-40B4-BE49-F238E27FC236}">
                <a16:creationId xmlns:a16="http://schemas.microsoft.com/office/drawing/2014/main" id="{E2AB8DFC-09BC-4FC7-9A4B-C1AC6974F21C}"/>
              </a:ext>
            </a:extLst>
          </p:cNvPr>
          <p:cNvSpPr>
            <a:spLocks noGrp="1"/>
          </p:cNvSpPr>
          <p:nvPr userDrawn="1">
            <p:ph type="pic" sz="quarter" idx="13"/>
          </p:nvPr>
        </p:nvSpPr>
        <p:spPr>
          <a:xfrm>
            <a:off x="6995191" y="585008"/>
            <a:ext cx="4432776" cy="2633441"/>
          </a:xfrm>
          <a:custGeom>
            <a:avLst/>
            <a:gdLst>
              <a:gd name="connsiteX0" fmla="*/ 0 w 3324582"/>
              <a:gd name="connsiteY0" fmla="*/ 0 h 1975081"/>
              <a:gd name="connsiteX1" fmla="*/ 3324582 w 3324582"/>
              <a:gd name="connsiteY1" fmla="*/ 0 h 1975081"/>
              <a:gd name="connsiteX2" fmla="*/ 3324582 w 3324582"/>
              <a:gd name="connsiteY2" fmla="*/ 1975081 h 1975081"/>
              <a:gd name="connsiteX3" fmla="*/ 0 w 3324582"/>
              <a:gd name="connsiteY3" fmla="*/ 1975081 h 1975081"/>
            </a:gdLst>
            <a:ahLst/>
            <a:cxnLst>
              <a:cxn ang="0">
                <a:pos x="connsiteX0" y="connsiteY0"/>
              </a:cxn>
              <a:cxn ang="0">
                <a:pos x="connsiteX1" y="connsiteY1"/>
              </a:cxn>
              <a:cxn ang="0">
                <a:pos x="connsiteX2" y="connsiteY2"/>
              </a:cxn>
              <a:cxn ang="0">
                <a:pos x="connsiteX3" y="connsiteY3"/>
              </a:cxn>
            </a:cxnLst>
            <a:rect l="l" t="t" r="r" b="b"/>
            <a:pathLst>
              <a:path w="3324582" h="1975081">
                <a:moveTo>
                  <a:pt x="0" y="0"/>
                </a:moveTo>
                <a:lnTo>
                  <a:pt x="3324582" y="0"/>
                </a:lnTo>
                <a:lnTo>
                  <a:pt x="3324582" y="1975081"/>
                </a:lnTo>
                <a:lnTo>
                  <a:pt x="0" y="1975081"/>
                </a:lnTo>
                <a:close/>
              </a:path>
            </a:pathLst>
          </a:custGeom>
        </p:spPr>
        <p:txBody>
          <a:bodyPr wrap="square">
            <a:noAutofit/>
          </a:bodyPr>
          <a:lstStyle/>
          <a:p>
            <a:endParaRPr lang="en-US"/>
          </a:p>
        </p:txBody>
      </p:sp>
      <p:sp>
        <p:nvSpPr>
          <p:cNvPr id="16" name="Picture Placeholder 15">
            <a:extLst>
              <a:ext uri="{FF2B5EF4-FFF2-40B4-BE49-F238E27FC236}">
                <a16:creationId xmlns:a16="http://schemas.microsoft.com/office/drawing/2014/main" id="{E774966E-982F-4735-8ECA-21B41A5BB292}"/>
              </a:ext>
            </a:extLst>
          </p:cNvPr>
          <p:cNvSpPr>
            <a:spLocks noGrp="1"/>
          </p:cNvSpPr>
          <p:nvPr>
            <p:ph type="pic" sz="quarter" idx="14"/>
          </p:nvPr>
        </p:nvSpPr>
        <p:spPr>
          <a:xfrm>
            <a:off x="6995191" y="3315209"/>
            <a:ext cx="4432776" cy="2633441"/>
          </a:xfrm>
          <a:custGeom>
            <a:avLst/>
            <a:gdLst>
              <a:gd name="connsiteX0" fmla="*/ 0 w 3324582"/>
              <a:gd name="connsiteY0" fmla="*/ 0 h 1975081"/>
              <a:gd name="connsiteX1" fmla="*/ 3324582 w 3324582"/>
              <a:gd name="connsiteY1" fmla="*/ 0 h 1975081"/>
              <a:gd name="connsiteX2" fmla="*/ 3324582 w 3324582"/>
              <a:gd name="connsiteY2" fmla="*/ 1975081 h 1975081"/>
              <a:gd name="connsiteX3" fmla="*/ 0 w 3324582"/>
              <a:gd name="connsiteY3" fmla="*/ 1975081 h 1975081"/>
            </a:gdLst>
            <a:ahLst/>
            <a:cxnLst>
              <a:cxn ang="0">
                <a:pos x="connsiteX0" y="connsiteY0"/>
              </a:cxn>
              <a:cxn ang="0">
                <a:pos x="connsiteX1" y="connsiteY1"/>
              </a:cxn>
              <a:cxn ang="0">
                <a:pos x="connsiteX2" y="connsiteY2"/>
              </a:cxn>
              <a:cxn ang="0">
                <a:pos x="connsiteX3" y="connsiteY3"/>
              </a:cxn>
            </a:cxnLst>
            <a:rect l="l" t="t" r="r" b="b"/>
            <a:pathLst>
              <a:path w="3324582" h="1975081">
                <a:moveTo>
                  <a:pt x="0" y="0"/>
                </a:moveTo>
                <a:lnTo>
                  <a:pt x="3324582" y="0"/>
                </a:lnTo>
                <a:lnTo>
                  <a:pt x="3324582" y="1975081"/>
                </a:lnTo>
                <a:lnTo>
                  <a:pt x="0" y="1975081"/>
                </a:lnTo>
                <a:close/>
              </a:path>
            </a:pathLst>
          </a:custGeom>
        </p:spPr>
        <p:txBody>
          <a:bodyPr wrap="square">
            <a:noAutofit/>
          </a:bodyPr>
          <a:lstStyle/>
          <a:p>
            <a:endParaRPr lang="en-US"/>
          </a:p>
        </p:txBody>
      </p:sp>
      <p:sp>
        <p:nvSpPr>
          <p:cNvPr id="17" name="Date Placeholder 3">
            <a:extLst>
              <a:ext uri="{FF2B5EF4-FFF2-40B4-BE49-F238E27FC236}">
                <a16:creationId xmlns:a16="http://schemas.microsoft.com/office/drawing/2014/main" id="{7C72C95E-E85C-481E-814E-8B58BA51EE6C}"/>
              </a:ext>
            </a:extLst>
          </p:cNvPr>
          <p:cNvSpPr>
            <a:spLocks noGrp="1"/>
          </p:cNvSpPr>
          <p:nvPr>
            <p:ph type="dt" sz="half" idx="10"/>
          </p:nvPr>
        </p:nvSpPr>
        <p:spPr>
          <a:xfrm>
            <a:off x="911424" y="6381328"/>
            <a:ext cx="1224136" cy="143296"/>
          </a:xfrm>
        </p:spPr>
        <p:txBody>
          <a:bodyPr/>
          <a:lstStyle/>
          <a:p>
            <a:fld id="{C7994ACF-0F5C-4FA0-9875-6777C252D231}" type="datetime3">
              <a:rPr lang="en-US" smtClean="0"/>
              <a:t>1 October 2026</a:t>
            </a:fld>
            <a:endParaRPr lang="en-US"/>
          </a:p>
        </p:txBody>
      </p:sp>
      <p:sp>
        <p:nvSpPr>
          <p:cNvPr id="18" name="Footer Placeholder 4">
            <a:extLst>
              <a:ext uri="{FF2B5EF4-FFF2-40B4-BE49-F238E27FC236}">
                <a16:creationId xmlns:a16="http://schemas.microsoft.com/office/drawing/2014/main" id="{B08DCC21-FFAB-418F-84CF-7DB76D760D10}"/>
              </a:ext>
            </a:extLst>
          </p:cNvPr>
          <p:cNvSpPr>
            <a:spLocks noGrp="1"/>
          </p:cNvSpPr>
          <p:nvPr>
            <p:ph type="ftr" sz="quarter" idx="11"/>
          </p:nvPr>
        </p:nvSpPr>
        <p:spPr>
          <a:xfrm>
            <a:off x="2279576" y="6381328"/>
            <a:ext cx="7632848" cy="144016"/>
          </a:xfrm>
        </p:spPr>
        <p:txBody>
          <a:bodyPr/>
          <a:lstStyle/>
          <a:p>
            <a:endParaRPr lang="en-US"/>
          </a:p>
        </p:txBody>
      </p:sp>
      <p:sp>
        <p:nvSpPr>
          <p:cNvPr id="19" name="Slide Number Placeholder 5">
            <a:extLst>
              <a:ext uri="{FF2B5EF4-FFF2-40B4-BE49-F238E27FC236}">
                <a16:creationId xmlns:a16="http://schemas.microsoft.com/office/drawing/2014/main" id="{5079EBBF-0D61-428E-86B1-9EE911B1F2DE}"/>
              </a:ext>
            </a:extLst>
          </p:cNvPr>
          <p:cNvSpPr>
            <a:spLocks noGrp="1"/>
          </p:cNvSpPr>
          <p:nvPr>
            <p:ph type="sldNum" sz="quarter" idx="12"/>
          </p:nvPr>
        </p:nvSpPr>
        <p:spPr>
          <a:xfrm flipH="1">
            <a:off x="407989" y="6381328"/>
            <a:ext cx="359420" cy="143296"/>
          </a:xfrm>
        </p:spPr>
        <p:txBody>
          <a:bodyPr/>
          <a:lstStyle/>
          <a:p>
            <a:fld id="{5B16D1FE-3A35-41BA-8EBE-413702045235}" type="slidenum">
              <a:rPr lang="en-US" smtClean="0"/>
              <a:t>‹#›</a:t>
            </a:fld>
            <a:endParaRPr lang="en-US"/>
          </a:p>
        </p:txBody>
      </p:sp>
    </p:spTree>
    <p:extLst>
      <p:ext uri="{BB962C8B-B14F-4D97-AF65-F5344CB8AC3E}">
        <p14:creationId xmlns:p14="http://schemas.microsoft.com/office/powerpoint/2010/main" val="220943720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109"/>
        <p:cNvGrpSpPr/>
        <p:nvPr/>
      </p:nvGrpSpPr>
      <p:grpSpPr>
        <a:xfrm>
          <a:off x="0" y="0"/>
          <a:ext cx="0" cy="0"/>
          <a:chOff x="0" y="0"/>
          <a:chExt cx="0" cy="0"/>
        </a:xfrm>
      </p:grpSpPr>
      <p:sp>
        <p:nvSpPr>
          <p:cNvPr id="13" name="Title 12">
            <a:extLst>
              <a:ext uri="{FF2B5EF4-FFF2-40B4-BE49-F238E27FC236}">
                <a16:creationId xmlns:a16="http://schemas.microsoft.com/office/drawing/2014/main" id="{6E4BBAD1-9F63-4541-A889-611984C5B33D}"/>
              </a:ext>
            </a:extLst>
          </p:cNvPr>
          <p:cNvSpPr>
            <a:spLocks noGrp="1"/>
          </p:cNvSpPr>
          <p:nvPr>
            <p:ph type="title"/>
          </p:nvPr>
        </p:nvSpPr>
        <p:spPr>
          <a:xfrm>
            <a:off x="407989" y="404664"/>
            <a:ext cx="11376024" cy="492443"/>
          </a:xfrm>
        </p:spPr>
        <p:txBody>
          <a:bodyPr>
            <a:spAutoFit/>
          </a:bodyPr>
          <a:lstStyle/>
          <a:p>
            <a:r>
              <a:rPr lang="en-US" dirty="0"/>
              <a:t>Click to edit Master title style</a:t>
            </a:r>
          </a:p>
        </p:txBody>
      </p:sp>
      <p:sp>
        <p:nvSpPr>
          <p:cNvPr id="24" name="Date Placeholder 2">
            <a:extLst>
              <a:ext uri="{FF2B5EF4-FFF2-40B4-BE49-F238E27FC236}">
                <a16:creationId xmlns:a16="http://schemas.microsoft.com/office/drawing/2014/main" id="{428126AC-EAB9-491A-AF9B-0B604B0C57F3}"/>
              </a:ext>
            </a:extLst>
          </p:cNvPr>
          <p:cNvSpPr>
            <a:spLocks noGrp="1"/>
          </p:cNvSpPr>
          <p:nvPr>
            <p:ph type="dt" sz="half" idx="13"/>
          </p:nvPr>
        </p:nvSpPr>
        <p:spPr>
          <a:xfrm>
            <a:off x="911424" y="6381328"/>
            <a:ext cx="1224136" cy="143296"/>
          </a:xfrm>
        </p:spPr>
        <p:txBody>
          <a:bodyPr/>
          <a:lstStyle>
            <a:lvl1pPr>
              <a:defRPr>
                <a:noFill/>
              </a:defRPr>
            </a:lvl1pPr>
          </a:lstStyle>
          <a:p>
            <a:endParaRPr lang="en-US" dirty="0"/>
          </a:p>
        </p:txBody>
      </p:sp>
      <p:sp>
        <p:nvSpPr>
          <p:cNvPr id="25" name="Footer Placeholder 3">
            <a:extLst>
              <a:ext uri="{FF2B5EF4-FFF2-40B4-BE49-F238E27FC236}">
                <a16:creationId xmlns:a16="http://schemas.microsoft.com/office/drawing/2014/main" id="{6A9C9226-198F-424F-B262-4815E603D4FA}"/>
              </a:ext>
            </a:extLst>
          </p:cNvPr>
          <p:cNvSpPr>
            <a:spLocks noGrp="1"/>
          </p:cNvSpPr>
          <p:nvPr>
            <p:ph type="ftr" sz="quarter" idx="14"/>
          </p:nvPr>
        </p:nvSpPr>
        <p:spPr>
          <a:xfrm>
            <a:off x="2279576" y="6381328"/>
            <a:ext cx="7632848" cy="144016"/>
          </a:xfrm>
        </p:spPr>
        <p:txBody>
          <a:bodyPr/>
          <a:lstStyle>
            <a:lvl1pPr>
              <a:defRPr>
                <a:noFill/>
              </a:defRPr>
            </a:lvl1pPr>
          </a:lstStyle>
          <a:p>
            <a:endParaRPr lang="en-US" dirty="0"/>
          </a:p>
        </p:txBody>
      </p:sp>
      <p:sp>
        <p:nvSpPr>
          <p:cNvPr id="27" name="Google Shape;28;p22">
            <a:extLst>
              <a:ext uri="{FF2B5EF4-FFF2-40B4-BE49-F238E27FC236}">
                <a16:creationId xmlns:a16="http://schemas.microsoft.com/office/drawing/2014/main" id="{17A89F74-E87F-4BA8-B71C-3A2C0855306F}"/>
              </a:ext>
            </a:extLst>
          </p:cNvPr>
          <p:cNvSpPr>
            <a:spLocks noGrp="1"/>
          </p:cNvSpPr>
          <p:nvPr>
            <p:ph type="sldNum" idx="15"/>
          </p:nvPr>
        </p:nvSpPr>
        <p:spPr>
          <a:xfrm flipH="1">
            <a:off x="407988"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fld id="{00000000-1234-1234-1234-123412341234}" type="slidenum">
              <a:rPr lang="en-US" smtClean="0"/>
              <a:pPr/>
              <a:t>‹#›</a:t>
            </a:fld>
            <a:endParaRPr lang="en-US"/>
          </a:p>
        </p:txBody>
      </p:sp>
      <p:sp>
        <p:nvSpPr>
          <p:cNvPr id="19" name="Picture Placeholder 13">
            <a:extLst>
              <a:ext uri="{FF2B5EF4-FFF2-40B4-BE49-F238E27FC236}">
                <a16:creationId xmlns:a16="http://schemas.microsoft.com/office/drawing/2014/main" id="{BC618DAC-62C3-4824-B188-57B8FA69CAA7}"/>
              </a:ext>
            </a:extLst>
          </p:cNvPr>
          <p:cNvSpPr>
            <a:spLocks noGrp="1"/>
          </p:cNvSpPr>
          <p:nvPr>
            <p:ph type="pic" sz="quarter" idx="10"/>
          </p:nvPr>
        </p:nvSpPr>
        <p:spPr>
          <a:xfrm>
            <a:off x="365125" y="3531202"/>
            <a:ext cx="3642643" cy="2418078"/>
          </a:xfrm>
          <a:custGeom>
            <a:avLst/>
            <a:gdLst>
              <a:gd name="connsiteX0" fmla="*/ 0 w 3668908"/>
              <a:gd name="connsiteY0" fmla="*/ 0 h 2418078"/>
              <a:gd name="connsiteX1" fmla="*/ 3668908 w 3668908"/>
              <a:gd name="connsiteY1" fmla="*/ 0 h 2418078"/>
              <a:gd name="connsiteX2" fmla="*/ 3668908 w 3668908"/>
              <a:gd name="connsiteY2" fmla="*/ 2418078 h 2418078"/>
              <a:gd name="connsiteX3" fmla="*/ 0 w 3668908"/>
              <a:gd name="connsiteY3" fmla="*/ 2418078 h 2418078"/>
            </a:gdLst>
            <a:ahLst/>
            <a:cxnLst>
              <a:cxn ang="0">
                <a:pos x="connsiteX0" y="connsiteY0"/>
              </a:cxn>
              <a:cxn ang="0">
                <a:pos x="connsiteX1" y="connsiteY1"/>
              </a:cxn>
              <a:cxn ang="0">
                <a:pos x="connsiteX2" y="connsiteY2"/>
              </a:cxn>
              <a:cxn ang="0">
                <a:pos x="connsiteX3" y="connsiteY3"/>
              </a:cxn>
            </a:cxnLst>
            <a:rect l="l" t="t" r="r" b="b"/>
            <a:pathLst>
              <a:path w="3668908" h="2418078">
                <a:moveTo>
                  <a:pt x="0" y="0"/>
                </a:moveTo>
                <a:lnTo>
                  <a:pt x="3668908" y="0"/>
                </a:lnTo>
                <a:lnTo>
                  <a:pt x="3668908" y="2418078"/>
                </a:lnTo>
                <a:lnTo>
                  <a:pt x="0" y="2418078"/>
                </a:lnTo>
                <a:close/>
              </a:path>
            </a:pathLst>
          </a:custGeom>
          <a:pattFill prst="pct5">
            <a:fgClr>
              <a:schemeClr val="accent2"/>
            </a:fgClr>
            <a:bgClr>
              <a:schemeClr val="bg1"/>
            </a:bgClr>
          </a:pattFill>
          <a:ln w="15240">
            <a:solidFill>
              <a:schemeClr val="bg1"/>
            </a:solidFill>
          </a:ln>
        </p:spPr>
        <p:txBody>
          <a:bodyPr wrap="square">
            <a:noAutofit/>
          </a:bodyPr>
          <a:lstStyle/>
          <a:p>
            <a:endParaRPr lang="en-US"/>
          </a:p>
        </p:txBody>
      </p:sp>
      <p:sp>
        <p:nvSpPr>
          <p:cNvPr id="21" name="Picture Placeholder 16">
            <a:extLst>
              <a:ext uri="{FF2B5EF4-FFF2-40B4-BE49-F238E27FC236}">
                <a16:creationId xmlns:a16="http://schemas.microsoft.com/office/drawing/2014/main" id="{A2B435EA-2586-40C1-AAC6-BF66EA4DE833}"/>
              </a:ext>
            </a:extLst>
          </p:cNvPr>
          <p:cNvSpPr>
            <a:spLocks noGrp="1"/>
          </p:cNvSpPr>
          <p:nvPr>
            <p:ph type="pic" sz="quarter" idx="11"/>
          </p:nvPr>
        </p:nvSpPr>
        <p:spPr>
          <a:xfrm>
            <a:off x="4266379" y="3531202"/>
            <a:ext cx="3642643" cy="2418078"/>
          </a:xfrm>
          <a:custGeom>
            <a:avLst/>
            <a:gdLst>
              <a:gd name="connsiteX0" fmla="*/ 0 w 3642643"/>
              <a:gd name="connsiteY0" fmla="*/ 0 h 2418078"/>
              <a:gd name="connsiteX1" fmla="*/ 3642643 w 3642643"/>
              <a:gd name="connsiteY1" fmla="*/ 0 h 2418078"/>
              <a:gd name="connsiteX2" fmla="*/ 3642643 w 3642643"/>
              <a:gd name="connsiteY2" fmla="*/ 2418078 h 2418078"/>
              <a:gd name="connsiteX3" fmla="*/ 0 w 3642643"/>
              <a:gd name="connsiteY3" fmla="*/ 2418078 h 2418078"/>
            </a:gdLst>
            <a:ahLst/>
            <a:cxnLst>
              <a:cxn ang="0">
                <a:pos x="connsiteX0" y="connsiteY0"/>
              </a:cxn>
              <a:cxn ang="0">
                <a:pos x="connsiteX1" y="connsiteY1"/>
              </a:cxn>
              <a:cxn ang="0">
                <a:pos x="connsiteX2" y="connsiteY2"/>
              </a:cxn>
              <a:cxn ang="0">
                <a:pos x="connsiteX3" y="connsiteY3"/>
              </a:cxn>
            </a:cxnLst>
            <a:rect l="l" t="t" r="r" b="b"/>
            <a:pathLst>
              <a:path w="3642643" h="2418078">
                <a:moveTo>
                  <a:pt x="0" y="0"/>
                </a:moveTo>
                <a:lnTo>
                  <a:pt x="3642643" y="0"/>
                </a:lnTo>
                <a:lnTo>
                  <a:pt x="3642643" y="2418078"/>
                </a:lnTo>
                <a:lnTo>
                  <a:pt x="0" y="2418078"/>
                </a:lnTo>
                <a:close/>
              </a:path>
            </a:pathLst>
          </a:custGeom>
          <a:pattFill prst="pct5">
            <a:fgClr>
              <a:schemeClr val="accent2"/>
            </a:fgClr>
            <a:bgClr>
              <a:schemeClr val="bg1"/>
            </a:bgClr>
          </a:pattFill>
          <a:ln w="15240">
            <a:solidFill>
              <a:schemeClr val="bg1"/>
            </a:solidFill>
          </a:ln>
        </p:spPr>
        <p:txBody>
          <a:bodyPr wrap="square">
            <a:noAutofit/>
          </a:bodyPr>
          <a:lstStyle/>
          <a:p>
            <a:endParaRPr lang="en-US"/>
          </a:p>
        </p:txBody>
      </p:sp>
      <p:sp>
        <p:nvSpPr>
          <p:cNvPr id="22" name="Picture Placeholder 19">
            <a:extLst>
              <a:ext uri="{FF2B5EF4-FFF2-40B4-BE49-F238E27FC236}">
                <a16:creationId xmlns:a16="http://schemas.microsoft.com/office/drawing/2014/main" id="{96BAC893-11A4-48C1-9C7B-8CA7ADF84CA6}"/>
              </a:ext>
            </a:extLst>
          </p:cNvPr>
          <p:cNvSpPr>
            <a:spLocks noGrp="1"/>
          </p:cNvSpPr>
          <p:nvPr>
            <p:ph type="pic" sz="quarter" idx="12"/>
          </p:nvPr>
        </p:nvSpPr>
        <p:spPr>
          <a:xfrm>
            <a:off x="8141371" y="3531202"/>
            <a:ext cx="3642643" cy="2418078"/>
          </a:xfrm>
          <a:custGeom>
            <a:avLst/>
            <a:gdLst>
              <a:gd name="connsiteX0" fmla="*/ 0 w 3922608"/>
              <a:gd name="connsiteY0" fmla="*/ 0 h 2418078"/>
              <a:gd name="connsiteX1" fmla="*/ 3922608 w 3922608"/>
              <a:gd name="connsiteY1" fmla="*/ 0 h 2418078"/>
              <a:gd name="connsiteX2" fmla="*/ 3922608 w 3922608"/>
              <a:gd name="connsiteY2" fmla="*/ 2418078 h 2418078"/>
              <a:gd name="connsiteX3" fmla="*/ 0 w 3922608"/>
              <a:gd name="connsiteY3" fmla="*/ 2418078 h 2418078"/>
            </a:gdLst>
            <a:ahLst/>
            <a:cxnLst>
              <a:cxn ang="0">
                <a:pos x="connsiteX0" y="connsiteY0"/>
              </a:cxn>
              <a:cxn ang="0">
                <a:pos x="connsiteX1" y="connsiteY1"/>
              </a:cxn>
              <a:cxn ang="0">
                <a:pos x="connsiteX2" y="connsiteY2"/>
              </a:cxn>
              <a:cxn ang="0">
                <a:pos x="connsiteX3" y="connsiteY3"/>
              </a:cxn>
            </a:cxnLst>
            <a:rect l="l" t="t" r="r" b="b"/>
            <a:pathLst>
              <a:path w="3922608" h="2418078">
                <a:moveTo>
                  <a:pt x="0" y="0"/>
                </a:moveTo>
                <a:lnTo>
                  <a:pt x="3922608" y="0"/>
                </a:lnTo>
                <a:lnTo>
                  <a:pt x="3922608" y="2418078"/>
                </a:lnTo>
                <a:lnTo>
                  <a:pt x="0" y="2418078"/>
                </a:lnTo>
                <a:close/>
              </a:path>
            </a:pathLst>
          </a:custGeom>
          <a:pattFill prst="pct5">
            <a:fgClr>
              <a:schemeClr val="accent2"/>
            </a:fgClr>
            <a:bgClr>
              <a:schemeClr val="bg1"/>
            </a:bgClr>
          </a:pattFill>
          <a:ln w="15240">
            <a:solidFill>
              <a:schemeClr val="bg1"/>
            </a:solidFill>
          </a:ln>
        </p:spPr>
        <p:txBody>
          <a:bodyPr wrap="square">
            <a:noAutofit/>
          </a:bodyPr>
          <a:lstStyle/>
          <a:p>
            <a:endParaRPr lang="en-US"/>
          </a:p>
        </p:txBody>
      </p:sp>
    </p:spTree>
    <p:extLst>
      <p:ext uri="{BB962C8B-B14F-4D97-AF65-F5344CB8AC3E}">
        <p14:creationId xmlns:p14="http://schemas.microsoft.com/office/powerpoint/2010/main" val="353611574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1.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noChangeAspect="1"/>
          </p:cNvSpPr>
          <p:nvPr>
            <p:ph type="sldNum" sz="quarter" idx="4"/>
          </p:nvPr>
        </p:nvSpPr>
        <p:spPr>
          <a:xfrm flipH="1">
            <a:off x="407988" y="6381328"/>
            <a:ext cx="359420" cy="143296"/>
          </a:xfrm>
          <a:prstGeom prst="parallelogram">
            <a:avLst>
              <a:gd name="adj" fmla="val 51419"/>
            </a:avLst>
          </a:prstGeom>
          <a:solidFill>
            <a:schemeClr val="accent1"/>
          </a:solidFill>
          <a:ln>
            <a:noFill/>
          </a:ln>
        </p:spPr>
        <p:txBody>
          <a:bodyPr vert="horz" wrap="none" lIns="0" tIns="0" rIns="0" bIns="0" rtlCol="0" anchor="ctr" anchorCtr="0"/>
          <a:lstStyle>
            <a:lvl1pPr algn="ctr">
              <a:defRPr sz="600" b="0" cap="all" spc="100" baseline="0">
                <a:solidFill>
                  <a:schemeClr val="accent2"/>
                </a:solidFill>
              </a:defRPr>
            </a:lvl1pPr>
          </a:lstStyle>
          <a:p>
            <a:fld id="{5B16D1FE-3A35-41BA-8EBE-413702045235}" type="slidenum">
              <a:rPr lang="en-US" smtClean="0"/>
              <a:pPr/>
              <a:t>‹#›</a:t>
            </a:fld>
            <a:endParaRPr lang="en-US" dirty="0"/>
          </a:p>
        </p:txBody>
      </p:sp>
      <p:sp>
        <p:nvSpPr>
          <p:cNvPr id="2" name="Title Placeholder 1"/>
          <p:cNvSpPr>
            <a:spLocks noGrp="1"/>
          </p:cNvSpPr>
          <p:nvPr>
            <p:ph type="title"/>
          </p:nvPr>
        </p:nvSpPr>
        <p:spPr>
          <a:xfrm>
            <a:off x="407989" y="548680"/>
            <a:ext cx="11376024" cy="1008112"/>
          </a:xfrm>
          <a:prstGeom prst="rect">
            <a:avLst/>
          </a:prstGeom>
        </p:spPr>
        <p:txBody>
          <a:bodyPr vert="horz" wrap="square" lIns="0" tIns="0" rIns="0" bIns="0" rtlCol="0" anchor="t" anchorCtr="0">
            <a:noAutofit/>
          </a:bodyPr>
          <a:lstStyle/>
          <a:p>
            <a:r>
              <a:rPr lang="en-US" noProof="0"/>
              <a:t>Click to edit Master title style</a:t>
            </a:r>
            <a:endParaRPr lang="en-US" noProof="0" dirty="0"/>
          </a:p>
        </p:txBody>
      </p:sp>
      <p:sp>
        <p:nvSpPr>
          <p:cNvPr id="3" name="Text Placeholder 2"/>
          <p:cNvSpPr>
            <a:spLocks noGrp="1"/>
          </p:cNvSpPr>
          <p:nvPr>
            <p:ph type="body" idx="1"/>
          </p:nvPr>
        </p:nvSpPr>
        <p:spPr>
          <a:xfrm>
            <a:off x="407988" y="1844823"/>
            <a:ext cx="11376025" cy="4176565"/>
          </a:xfrm>
          <a:prstGeom prst="rect">
            <a:avLst/>
          </a:prstGeom>
        </p:spPr>
        <p:txBody>
          <a:bodyPr vert="horz" wrap="square" lIns="0" tIns="0" rIns="0" bIns="0" rtlCol="0" anchor="t" anchorCtr="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p:cNvSpPr>
            <a:spLocks noGrp="1"/>
          </p:cNvSpPr>
          <p:nvPr>
            <p:ph type="dt" sz="half" idx="2"/>
          </p:nvPr>
        </p:nvSpPr>
        <p:spPr>
          <a:xfrm>
            <a:off x="911424" y="6381328"/>
            <a:ext cx="1224136" cy="143296"/>
          </a:xfrm>
          <a:prstGeom prst="rect">
            <a:avLst/>
          </a:prstGeom>
        </p:spPr>
        <p:txBody>
          <a:bodyPr vert="horz" wrap="none" lIns="0" tIns="0" rIns="0" bIns="0" rtlCol="0" anchor="ctr" anchorCtr="0">
            <a:noAutofit/>
          </a:bodyPr>
          <a:lstStyle>
            <a:lvl1pPr algn="l">
              <a:defRPr sz="600" b="0" cap="all" spc="200" baseline="0">
                <a:solidFill>
                  <a:schemeClr val="accent2"/>
                </a:solidFill>
              </a:defRPr>
            </a:lvl1pPr>
          </a:lstStyle>
          <a:p>
            <a:fld id="{07146E88-7547-413C-92A8-02673B838C07}" type="datetime3">
              <a:rPr lang="en-US" smtClean="0"/>
              <a:t>1 October 2026</a:t>
            </a:fld>
            <a:endParaRPr lang="en-US" dirty="0"/>
          </a:p>
        </p:txBody>
      </p:sp>
      <p:sp>
        <p:nvSpPr>
          <p:cNvPr id="5" name="Footer Placeholder 4"/>
          <p:cNvSpPr>
            <a:spLocks noGrp="1"/>
          </p:cNvSpPr>
          <p:nvPr>
            <p:ph type="ftr" sz="quarter" idx="3"/>
          </p:nvPr>
        </p:nvSpPr>
        <p:spPr>
          <a:xfrm>
            <a:off x="2279576" y="6381328"/>
            <a:ext cx="7632848" cy="144016"/>
          </a:xfrm>
          <a:prstGeom prst="rect">
            <a:avLst/>
          </a:prstGeom>
        </p:spPr>
        <p:txBody>
          <a:bodyPr vert="horz" wrap="square" lIns="0" tIns="0" rIns="0" bIns="0" rtlCol="0" anchor="ctr" anchorCtr="0">
            <a:noAutofit/>
          </a:bodyPr>
          <a:lstStyle>
            <a:lvl1pPr algn="l">
              <a:defRPr sz="600" b="0" cap="all" spc="200" baseline="0">
                <a:solidFill>
                  <a:schemeClr val="accent2"/>
                </a:solidFill>
              </a:defRPr>
            </a:lvl1pPr>
          </a:lstStyle>
          <a:p>
            <a:endParaRPr lang="en-US" dirty="0"/>
          </a:p>
        </p:txBody>
      </p:sp>
      <p:sp>
        <p:nvSpPr>
          <p:cNvPr id="14" name="(c)" hidden="1"/>
          <p:cNvSpPr txBox="1"/>
          <p:nvPr/>
        </p:nvSpPr>
        <p:spPr>
          <a:xfrm>
            <a:off x="11997738" y="6891795"/>
            <a:ext cx="187552" cy="30778"/>
          </a:xfrm>
          <a:prstGeom prst="rect">
            <a:avLst/>
          </a:prstGeom>
          <a:noFill/>
        </p:spPr>
        <p:txBody>
          <a:bodyPr wrap="none" lIns="0" tIns="0" rIns="0" bIns="0" rtlCol="0">
            <a:spAutoFit/>
          </a:bodyPr>
          <a:lstStyle/>
          <a:p>
            <a:pPr algn="r"/>
            <a:r>
              <a:rPr lang="fi-FI" sz="200" dirty="0">
                <a:solidFill>
                  <a:schemeClr val="bg1"/>
                </a:solidFill>
                <a:latin typeface="+mn-lt"/>
              </a:rPr>
              <a:t>©grow. for</a:t>
            </a:r>
            <a:r>
              <a:rPr lang="fi-FI" sz="200" baseline="0" dirty="0">
                <a:solidFill>
                  <a:schemeClr val="bg1"/>
                </a:solidFill>
                <a:latin typeface="+mn-lt"/>
              </a:rPr>
              <a:t> </a:t>
            </a:r>
            <a:r>
              <a:rPr lang="fi-FI" sz="200" baseline="0" dirty="0" err="1">
                <a:solidFill>
                  <a:schemeClr val="bg1"/>
                </a:solidFill>
                <a:latin typeface="+mn-lt"/>
              </a:rPr>
              <a:t>lamor</a:t>
            </a:r>
            <a:endParaRPr lang="en-GB" sz="200" dirty="0" err="1">
              <a:solidFill>
                <a:schemeClr val="bg1"/>
              </a:solidFill>
              <a:latin typeface="+mn-lt"/>
            </a:endParaRPr>
          </a:p>
        </p:txBody>
      </p:sp>
      <p:pic>
        <p:nvPicPr>
          <p:cNvPr id="15" name="(logo)" descr="Z:\GRW (grow)\logot\copyright_grow.png" hidden="1"/>
          <p:cNvPicPr>
            <a:picLocks noChangeAspect="1" noChangeArrowheads="1"/>
          </p:cNvPicPr>
          <p:nvPr/>
        </p:nvPicPr>
        <p:blipFill>
          <a:blip r:embed="rId66" cstate="email">
            <a:extLst>
              <a:ext uri="{28A0092B-C50C-407E-A947-70E740481C1C}">
                <a14:useLocalDpi xmlns:a14="http://schemas.microsoft.com/office/drawing/2010/main"/>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6">
            <a:extLst>
              <a:ext uri="{FF2B5EF4-FFF2-40B4-BE49-F238E27FC236}">
                <a16:creationId xmlns:a16="http://schemas.microsoft.com/office/drawing/2014/main" id="{E86E414C-BDA4-6235-036B-2F3BB126709C}"/>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48088419"/>
      </p:ext>
    </p:extLst>
  </p:cSld>
  <p:clrMap bg1="lt1" tx1="dk1" bg2="lt2" tx2="dk2" accent1="accent1" accent2="accent2" accent3="accent3" accent4="accent4" accent5="accent5" accent6="accent6" hlink="hlink" folHlink="folHlink"/>
  <p:sldLayoutIdLst>
    <p:sldLayoutId id="2147483743" r:id="rId1"/>
    <p:sldLayoutId id="2147483742" r:id="rId2"/>
    <p:sldLayoutId id="2147483762" r:id="rId3"/>
    <p:sldLayoutId id="2147483760" r:id="rId4"/>
    <p:sldLayoutId id="2147483759" r:id="rId5"/>
    <p:sldLayoutId id="2147483747" r:id="rId6"/>
    <p:sldLayoutId id="2147483709" r:id="rId7"/>
    <p:sldLayoutId id="2147483763" r:id="rId8"/>
    <p:sldLayoutId id="2147483746" r:id="rId9"/>
    <p:sldLayoutId id="2147483735" r:id="rId10"/>
    <p:sldLayoutId id="2147483764" r:id="rId11"/>
    <p:sldLayoutId id="2147483650" r:id="rId12"/>
    <p:sldLayoutId id="2147483706" r:id="rId13"/>
    <p:sldLayoutId id="2147483755" r:id="rId14"/>
    <p:sldLayoutId id="2147483769" r:id="rId15"/>
    <p:sldLayoutId id="2147483750" r:id="rId16"/>
    <p:sldLayoutId id="2147483663" r:id="rId17"/>
    <p:sldLayoutId id="2147483765" r:id="rId18"/>
    <p:sldLayoutId id="2147483761" r:id="rId19"/>
    <p:sldLayoutId id="2147483753" r:id="rId20"/>
    <p:sldLayoutId id="2147483752" r:id="rId21"/>
    <p:sldLayoutId id="2147483713" r:id="rId22"/>
    <p:sldLayoutId id="2147483652" r:id="rId23"/>
    <p:sldLayoutId id="2147483741" r:id="rId24"/>
    <p:sldLayoutId id="2147483771" r:id="rId25"/>
    <p:sldLayoutId id="2147483710" r:id="rId26"/>
    <p:sldLayoutId id="2147483711" r:id="rId27"/>
    <p:sldLayoutId id="2147483712" r:id="rId28"/>
    <p:sldLayoutId id="2147483700" r:id="rId29"/>
    <p:sldLayoutId id="2147483701" r:id="rId30"/>
    <p:sldLayoutId id="2147483728" r:id="rId31"/>
    <p:sldLayoutId id="2147483744" r:id="rId32"/>
    <p:sldLayoutId id="2147483703" r:id="rId33"/>
    <p:sldLayoutId id="2147483720" r:id="rId34"/>
    <p:sldLayoutId id="2147483704" r:id="rId35"/>
    <p:sldLayoutId id="2147483705" r:id="rId36"/>
    <p:sldLayoutId id="2147483721" r:id="rId37"/>
    <p:sldLayoutId id="2147483722" r:id="rId38"/>
    <p:sldLayoutId id="2147483723" r:id="rId39"/>
    <p:sldLayoutId id="2147483725" r:id="rId40"/>
    <p:sldLayoutId id="2147483724" r:id="rId41"/>
    <p:sldLayoutId id="2147483727" r:id="rId42"/>
    <p:sldLayoutId id="2147483726" r:id="rId43"/>
    <p:sldLayoutId id="2147483756" r:id="rId44"/>
    <p:sldLayoutId id="2147483770" r:id="rId45"/>
    <p:sldLayoutId id="2147483714" r:id="rId46"/>
    <p:sldLayoutId id="2147483773" r:id="rId47"/>
    <p:sldLayoutId id="2147483754" r:id="rId48"/>
    <p:sldLayoutId id="2147483732" r:id="rId49"/>
    <p:sldLayoutId id="2147483731" r:id="rId50"/>
    <p:sldLayoutId id="2147483766" r:id="rId51"/>
    <p:sldLayoutId id="2147483757" r:id="rId52"/>
    <p:sldLayoutId id="2147483758" r:id="rId53"/>
    <p:sldLayoutId id="2147483767" r:id="rId54"/>
    <p:sldLayoutId id="2147483715" r:id="rId55"/>
    <p:sldLayoutId id="2147483716" r:id="rId56"/>
    <p:sldLayoutId id="2147483768" r:id="rId57"/>
    <p:sldLayoutId id="2147483772" r:id="rId58"/>
    <p:sldLayoutId id="2147483774" r:id="rId59"/>
    <p:sldLayoutId id="2147483775" r:id="rId60"/>
    <p:sldLayoutId id="2147483776" r:id="rId61"/>
    <p:sldLayoutId id="2147483777" r:id="rId62"/>
    <p:sldLayoutId id="2147483778" r:id="rId63"/>
    <p:sldLayoutId id="2147483779" r:id="rId64"/>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p:txStyles>
    <p:titleStyle>
      <a:lvl1pPr algn="l" defTabSz="914400" rtl="0" eaLnBrk="1" latinLnBrk="0" hangingPunct="1">
        <a:lnSpc>
          <a:spcPct val="100000"/>
        </a:lnSpc>
        <a:spcBef>
          <a:spcPct val="0"/>
        </a:spcBef>
        <a:buNone/>
        <a:defRPr sz="3200" b="1" kern="1200">
          <a:solidFill>
            <a:schemeClr val="accent2"/>
          </a:solidFill>
          <a:latin typeface="+mj-lt"/>
          <a:ea typeface="+mj-ea"/>
          <a:cs typeface="+mj-cs"/>
        </a:defRPr>
      </a:lvl1pPr>
    </p:titleStyle>
    <p:body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60.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6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63.xml"/><Relationship Id="rId4" Type="http://schemas.openxmlformats.org/officeDocument/2006/relationships/image" Target="../media/image20.jpeg"/></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22.jpe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7.xml"/><Relationship Id="rId6" Type="http://schemas.openxmlformats.org/officeDocument/2006/relationships/image" Target="../media/image26.png"/><Relationship Id="rId5" Type="http://schemas.openxmlformats.org/officeDocument/2006/relationships/image" Target="../media/image25.jpeg"/><Relationship Id="rId4" Type="http://schemas.openxmlformats.org/officeDocument/2006/relationships/image" Target="../media/image24.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7.jpe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64.xml"/><Relationship Id="rId5" Type="http://schemas.openxmlformats.org/officeDocument/2006/relationships/image" Target="../media/image30.jpeg"/><Relationship Id="rId4" Type="http://schemas.openxmlformats.org/officeDocument/2006/relationships/image" Target="../media/image29.jpe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11" name="Rectangle 10">
            <a:extLst>
              <a:ext uri="{FF2B5EF4-FFF2-40B4-BE49-F238E27FC236}">
                <a16:creationId xmlns:a16="http://schemas.microsoft.com/office/drawing/2014/main" id="{7F15F2E0-2963-48E0-84B6-539D34E4EDC2}"/>
              </a:ext>
            </a:extLst>
          </p:cNvPr>
          <p:cNvSpPr/>
          <p:nvPr/>
        </p:nvSpPr>
        <p:spPr bwMode="auto">
          <a:xfrm>
            <a:off x="0" y="2456892"/>
            <a:ext cx="7608168" cy="1944216"/>
          </a:xfrm>
          <a:prstGeom prst="rect">
            <a:avLst/>
          </a:prstGeom>
          <a:gradFill>
            <a:gsLst>
              <a:gs pos="0">
                <a:schemeClr val="bg1">
                  <a:alpha val="11000"/>
                </a:schemeClr>
              </a:gs>
              <a:gs pos="100000">
                <a:schemeClr val="bg1">
                  <a:alpha val="0"/>
                </a:scheme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2" name="Rectangle 11">
            <a:extLst>
              <a:ext uri="{FF2B5EF4-FFF2-40B4-BE49-F238E27FC236}">
                <a16:creationId xmlns:a16="http://schemas.microsoft.com/office/drawing/2014/main" id="{A165B7CF-2C43-4EB0-96BD-4AED632DDBE7}"/>
              </a:ext>
            </a:extLst>
          </p:cNvPr>
          <p:cNvSpPr/>
          <p:nvPr/>
        </p:nvSpPr>
        <p:spPr bwMode="auto">
          <a:xfrm>
            <a:off x="0" y="2456892"/>
            <a:ext cx="70338" cy="1944216"/>
          </a:xfrm>
          <a:prstGeom prst="rect">
            <a:avLst/>
          </a:prstGeom>
          <a:solidFill>
            <a:schemeClr val="bg1">
              <a:alpha val="44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542" name="Google Shape;542;p1"/>
          <p:cNvSpPr txBox="1">
            <a:spLocks noGrp="1"/>
          </p:cNvSpPr>
          <p:nvPr>
            <p:ph type="title"/>
          </p:nvPr>
        </p:nvSpPr>
        <p:spPr>
          <a:xfrm>
            <a:off x="501795" y="2967335"/>
            <a:ext cx="6604578" cy="923330"/>
          </a:xfrm>
          <a:prstGeom prst="rect">
            <a:avLst/>
          </a:prstGeom>
          <a:noFill/>
          <a:ln>
            <a:noFill/>
          </a:ln>
        </p:spPr>
        <p:txBody>
          <a:bodyPr spcFirstLastPara="1" vert="horz" wrap="square" lIns="0" tIns="0" rIns="0" bIns="0" rtlCol="0" anchor="b" anchorCtr="0">
            <a:spAutoFit/>
          </a:bodyPr>
          <a:lstStyle/>
          <a:p>
            <a:pPr>
              <a:buSzPts val="4100"/>
            </a:pPr>
            <a:r>
              <a:rPr lang="en-GB" sz="6000" dirty="0"/>
              <a:t>Recovery Devices</a:t>
            </a:r>
            <a:endParaRPr sz="6000" dirty="0"/>
          </a:p>
        </p:txBody>
      </p:sp>
      <p:pic>
        <p:nvPicPr>
          <p:cNvPr id="8" name="Picture Placeholder 7">
            <a:extLst>
              <a:ext uri="{FF2B5EF4-FFF2-40B4-BE49-F238E27FC236}">
                <a16:creationId xmlns:a16="http://schemas.microsoft.com/office/drawing/2014/main" id="{BAFFEC8C-4273-4FF8-A54D-6131F06DBBF6}"/>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5879976" y="0"/>
            <a:ext cx="6312024" cy="6858000"/>
          </a:xfrm>
          <a:ln w="38100">
            <a:solidFill>
              <a:schemeClr val="bg1"/>
            </a:solidFill>
          </a:ln>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38180-D45B-F132-130A-0596A1A770C4}"/>
              </a:ext>
            </a:extLst>
          </p:cNvPr>
          <p:cNvSpPr>
            <a:spLocks noGrp="1"/>
          </p:cNvSpPr>
          <p:nvPr>
            <p:ph type="title"/>
          </p:nvPr>
        </p:nvSpPr>
        <p:spPr>
          <a:xfrm>
            <a:off x="552005" y="1556792"/>
            <a:ext cx="5543995" cy="492443"/>
          </a:xfrm>
        </p:spPr>
        <p:txBody>
          <a:bodyPr>
            <a:spAutoFit/>
          </a:bodyPr>
          <a:lstStyle/>
          <a:p>
            <a:r>
              <a:rPr lang="en-US" sz="3200" dirty="0"/>
              <a:t>Recovery Devices</a:t>
            </a:r>
            <a:endParaRPr lang="en-GB" dirty="0"/>
          </a:p>
        </p:txBody>
      </p:sp>
      <p:sp>
        <p:nvSpPr>
          <p:cNvPr id="3" name="Date Placeholder 2">
            <a:extLst>
              <a:ext uri="{FF2B5EF4-FFF2-40B4-BE49-F238E27FC236}">
                <a16:creationId xmlns:a16="http://schemas.microsoft.com/office/drawing/2014/main" id="{EDEFCC5D-E676-754E-1FC6-3D3E83A383D2}"/>
              </a:ext>
            </a:extLst>
          </p:cNvPr>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5" name="Slide Number Placeholder 4">
            <a:extLst>
              <a:ext uri="{FF2B5EF4-FFF2-40B4-BE49-F238E27FC236}">
                <a16:creationId xmlns:a16="http://schemas.microsoft.com/office/drawing/2014/main" id="{84423494-B9BD-A765-E194-4C79CDF1CF7D}"/>
              </a:ext>
            </a:extLst>
          </p:cNvPr>
          <p:cNvSpPr>
            <a:spLocks noGrp="1"/>
          </p:cNvSpPr>
          <p:nvPr>
            <p:ph type="sldNum" sz="quarter" idx="12"/>
          </p:nvPr>
        </p:nvSpPr>
        <p:spPr/>
        <p:txBody>
          <a:bodyPr/>
          <a:lstStyle/>
          <a:p>
            <a:fld id="{5B16D1FE-3A35-41BA-8EBE-413702045235}" type="slidenum">
              <a:rPr lang="en-US" smtClean="0"/>
              <a:pPr/>
              <a:t>2</a:t>
            </a:fld>
            <a:endParaRPr lang="en-US" dirty="0"/>
          </a:p>
        </p:txBody>
      </p:sp>
      <p:sp>
        <p:nvSpPr>
          <p:cNvPr id="6" name="Text Placeholder 5">
            <a:extLst>
              <a:ext uri="{FF2B5EF4-FFF2-40B4-BE49-F238E27FC236}">
                <a16:creationId xmlns:a16="http://schemas.microsoft.com/office/drawing/2014/main" id="{83612422-C49A-15AA-9B4A-92F9E5AFC824}"/>
              </a:ext>
            </a:extLst>
          </p:cNvPr>
          <p:cNvSpPr>
            <a:spLocks noGrp="1"/>
          </p:cNvSpPr>
          <p:nvPr>
            <p:ph type="body" sz="quarter" idx="13"/>
          </p:nvPr>
        </p:nvSpPr>
        <p:spPr>
          <a:xfrm>
            <a:off x="1313906" y="3060725"/>
            <a:ext cx="4968552" cy="276999"/>
          </a:xfrm>
        </p:spPr>
        <p:txBody>
          <a:bodyPr>
            <a:spAutoFit/>
          </a:bodyPr>
          <a:lstStyle/>
          <a:p>
            <a:r>
              <a:rPr lang="en-US" dirty="0">
                <a:sym typeface="Arial" charset="0"/>
              </a:rPr>
              <a:t>Explain what a skimmer is</a:t>
            </a:r>
          </a:p>
        </p:txBody>
      </p:sp>
      <p:sp>
        <p:nvSpPr>
          <p:cNvPr id="7" name="Text Placeholder 6">
            <a:extLst>
              <a:ext uri="{FF2B5EF4-FFF2-40B4-BE49-F238E27FC236}">
                <a16:creationId xmlns:a16="http://schemas.microsoft.com/office/drawing/2014/main" id="{5C2901CA-A2E8-F85B-662A-C5D9E9F97C7F}"/>
              </a:ext>
            </a:extLst>
          </p:cNvPr>
          <p:cNvSpPr>
            <a:spLocks noGrp="1"/>
          </p:cNvSpPr>
          <p:nvPr>
            <p:ph type="body" sz="quarter" idx="14"/>
          </p:nvPr>
        </p:nvSpPr>
        <p:spPr>
          <a:xfrm>
            <a:off x="570434" y="2983224"/>
            <a:ext cx="432000" cy="432000"/>
          </a:xfrm>
        </p:spPr>
        <p:txBody>
          <a:bodyPr/>
          <a:lstStyle/>
          <a:p>
            <a:r>
              <a:rPr lang="en-GB" dirty="0"/>
              <a:t>1</a:t>
            </a:r>
          </a:p>
        </p:txBody>
      </p:sp>
      <p:sp>
        <p:nvSpPr>
          <p:cNvPr id="8" name="Text Placeholder 7">
            <a:extLst>
              <a:ext uri="{FF2B5EF4-FFF2-40B4-BE49-F238E27FC236}">
                <a16:creationId xmlns:a16="http://schemas.microsoft.com/office/drawing/2014/main" id="{E46C2235-417A-F054-BCC5-A37210CE6A17}"/>
              </a:ext>
            </a:extLst>
          </p:cNvPr>
          <p:cNvSpPr>
            <a:spLocks noGrp="1"/>
          </p:cNvSpPr>
          <p:nvPr>
            <p:ph type="body" sz="quarter" idx="15"/>
          </p:nvPr>
        </p:nvSpPr>
        <p:spPr>
          <a:xfrm>
            <a:off x="570434" y="3717914"/>
            <a:ext cx="432000" cy="432000"/>
          </a:xfrm>
        </p:spPr>
        <p:txBody>
          <a:bodyPr/>
          <a:lstStyle/>
          <a:p>
            <a:r>
              <a:rPr lang="en-GB" dirty="0"/>
              <a:t>2</a:t>
            </a:r>
          </a:p>
        </p:txBody>
      </p:sp>
      <p:sp>
        <p:nvSpPr>
          <p:cNvPr id="9" name="Text Placeholder 8">
            <a:extLst>
              <a:ext uri="{FF2B5EF4-FFF2-40B4-BE49-F238E27FC236}">
                <a16:creationId xmlns:a16="http://schemas.microsoft.com/office/drawing/2014/main" id="{AA59FF4E-0DBC-6FA7-0CE5-000B3C392CE2}"/>
              </a:ext>
            </a:extLst>
          </p:cNvPr>
          <p:cNvSpPr>
            <a:spLocks noGrp="1"/>
          </p:cNvSpPr>
          <p:nvPr>
            <p:ph type="body" sz="quarter" idx="16"/>
          </p:nvPr>
        </p:nvSpPr>
        <p:spPr>
          <a:xfrm>
            <a:off x="570434" y="4437994"/>
            <a:ext cx="432000" cy="432000"/>
          </a:xfrm>
        </p:spPr>
        <p:txBody>
          <a:bodyPr/>
          <a:lstStyle/>
          <a:p>
            <a:r>
              <a:rPr lang="en-GB" dirty="0"/>
              <a:t>3</a:t>
            </a:r>
          </a:p>
        </p:txBody>
      </p:sp>
      <p:sp>
        <p:nvSpPr>
          <p:cNvPr id="12" name="Text Placeholder 11">
            <a:extLst>
              <a:ext uri="{FF2B5EF4-FFF2-40B4-BE49-F238E27FC236}">
                <a16:creationId xmlns:a16="http://schemas.microsoft.com/office/drawing/2014/main" id="{F7D4A129-BC27-BFFC-EA57-B8FDDCBFA0FD}"/>
              </a:ext>
            </a:extLst>
          </p:cNvPr>
          <p:cNvSpPr>
            <a:spLocks noGrp="1"/>
          </p:cNvSpPr>
          <p:nvPr>
            <p:ph type="body" sz="quarter" idx="19"/>
          </p:nvPr>
        </p:nvSpPr>
        <p:spPr>
          <a:xfrm>
            <a:off x="1313906" y="3795415"/>
            <a:ext cx="4968552" cy="553998"/>
          </a:xfrm>
        </p:spPr>
        <p:txBody>
          <a:bodyPr>
            <a:spAutoFit/>
          </a:bodyPr>
          <a:lstStyle/>
          <a:p>
            <a:r>
              <a:rPr lang="en-GB" sz="1800" b="0" i="0" u="none" strike="noStrike" dirty="0">
                <a:solidFill>
                  <a:srgbClr val="002F5F"/>
                </a:solidFill>
                <a:effectLst/>
              </a:rPr>
              <a:t>Understand the various types of skimmers and how they work</a:t>
            </a:r>
            <a:r>
              <a:rPr lang="en-GB" dirty="0">
                <a:solidFill>
                  <a:srgbClr val="002F5F"/>
                </a:solidFill>
              </a:rPr>
              <a:t> </a:t>
            </a:r>
          </a:p>
        </p:txBody>
      </p:sp>
      <p:sp>
        <p:nvSpPr>
          <p:cNvPr id="13" name="Text Placeholder 12">
            <a:extLst>
              <a:ext uri="{FF2B5EF4-FFF2-40B4-BE49-F238E27FC236}">
                <a16:creationId xmlns:a16="http://schemas.microsoft.com/office/drawing/2014/main" id="{AA524D6C-3B2C-E5AF-7E54-EC2F866458FD}"/>
              </a:ext>
            </a:extLst>
          </p:cNvPr>
          <p:cNvSpPr>
            <a:spLocks noGrp="1"/>
          </p:cNvSpPr>
          <p:nvPr>
            <p:ph type="body" sz="quarter" idx="20"/>
          </p:nvPr>
        </p:nvSpPr>
        <p:spPr>
          <a:xfrm>
            <a:off x="1313906" y="4515495"/>
            <a:ext cx="5832648" cy="553998"/>
          </a:xfrm>
        </p:spPr>
        <p:txBody>
          <a:bodyPr wrap="square">
            <a:spAutoFit/>
          </a:bodyPr>
          <a:lstStyle/>
          <a:p>
            <a:r>
              <a:rPr lang="en-GB" sz="1800" b="0" i="0" u="none" strike="noStrike" dirty="0">
                <a:solidFill>
                  <a:srgbClr val="002F5F"/>
                </a:solidFill>
                <a:effectLst/>
              </a:rPr>
              <a:t>Understand the advantages and disadvantages of the different skimmer types</a:t>
            </a:r>
            <a:r>
              <a:rPr lang="en-GB" dirty="0">
                <a:solidFill>
                  <a:srgbClr val="002F5F"/>
                </a:solidFill>
              </a:rPr>
              <a:t> </a:t>
            </a:r>
            <a:endParaRPr lang="en-US" dirty="0">
              <a:solidFill>
                <a:srgbClr val="002F5F"/>
              </a:solidFill>
            </a:endParaRPr>
          </a:p>
        </p:txBody>
      </p:sp>
      <p:pic>
        <p:nvPicPr>
          <p:cNvPr id="19" name="Picture 18" descr="A blue letter on a black background&#10;&#10;Description automatically generated">
            <a:extLst>
              <a:ext uri="{FF2B5EF4-FFF2-40B4-BE49-F238E27FC236}">
                <a16:creationId xmlns:a16="http://schemas.microsoft.com/office/drawing/2014/main" id="{75B3B56A-3C7C-B1FD-F89E-7D77D97DAF9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683549" y="6225979"/>
            <a:ext cx="1194054" cy="310698"/>
          </a:xfrm>
          <a:prstGeom prst="rect">
            <a:avLst/>
          </a:prstGeom>
        </p:spPr>
      </p:pic>
      <p:sp>
        <p:nvSpPr>
          <p:cNvPr id="18" name="Google Shape;571;p16">
            <a:extLst>
              <a:ext uri="{FF2B5EF4-FFF2-40B4-BE49-F238E27FC236}">
                <a16:creationId xmlns:a16="http://schemas.microsoft.com/office/drawing/2014/main" id="{A00FA8F2-1191-43A0-9103-B5E40C6BB19B}"/>
              </a:ext>
            </a:extLst>
          </p:cNvPr>
          <p:cNvSpPr txBox="1">
            <a:spLocks/>
          </p:cNvSpPr>
          <p:nvPr/>
        </p:nvSpPr>
        <p:spPr>
          <a:xfrm>
            <a:off x="552005" y="2251762"/>
            <a:ext cx="3383755" cy="369332"/>
          </a:xfrm>
          <a:prstGeom prst="rect">
            <a:avLst/>
          </a:prstGeom>
          <a:noFill/>
          <a:ln>
            <a:noFill/>
          </a:ln>
        </p:spPr>
        <p:txBody>
          <a:bodyPr spcFirstLastPara="1" vert="horz" wrap="square" lIns="0" tIns="0" rIns="0" bIns="0" rtlCol="0" anchor="t" anchorCtr="0">
            <a:spAutoFit/>
          </a:bodyPr>
          <a:lstStyle>
            <a:lvl1pPr marL="0" indent="0" algn="l" defTabSz="914400" rtl="0" eaLnBrk="1" latinLnBrk="0" hangingPunct="1">
              <a:lnSpc>
                <a:spcPct val="100000"/>
              </a:lnSpc>
              <a:spcBef>
                <a:spcPts val="200"/>
              </a:spcBef>
              <a:buFontTx/>
              <a:buNone/>
              <a:defRPr sz="1800" b="0" kern="1200">
                <a:solidFill>
                  <a:schemeClr val="bg1"/>
                </a:solidFill>
                <a:latin typeface="+mn-lt"/>
                <a:ea typeface="+mn-ea"/>
                <a:cs typeface="+mn-cs"/>
              </a:defRPr>
            </a:lvl1pPr>
            <a:lvl2pPr marL="457200" indent="0" algn="ctr" defTabSz="914400" rtl="0" eaLnBrk="1" latinLnBrk="0" hangingPunct="1">
              <a:lnSpc>
                <a:spcPct val="120000"/>
              </a:lnSpc>
              <a:spcBef>
                <a:spcPts val="600"/>
              </a:spcBef>
              <a:buFont typeface="Arial" panose="020B0604020202020204" pitchFamily="34" charset="0"/>
              <a:buNone/>
              <a:defRPr sz="2000" kern="1200">
                <a:solidFill>
                  <a:schemeClr val="accent2"/>
                </a:solidFill>
                <a:latin typeface="+mn-lt"/>
                <a:ea typeface="+mn-ea"/>
                <a:cs typeface="+mn-cs"/>
              </a:defRPr>
            </a:lvl2pPr>
            <a:lvl3pPr marL="914400" indent="0" algn="ctr" defTabSz="914400" rtl="0" eaLnBrk="1" latinLnBrk="0" hangingPunct="1">
              <a:lnSpc>
                <a:spcPct val="120000"/>
              </a:lnSpc>
              <a:spcBef>
                <a:spcPts val="600"/>
              </a:spcBef>
              <a:buFont typeface="Arial" panose="020B0604020202020204" pitchFamily="34" charset="0"/>
              <a:buNone/>
              <a:defRPr sz="1800" kern="1200">
                <a:solidFill>
                  <a:schemeClr val="accent2"/>
                </a:solidFill>
                <a:latin typeface="+mn-lt"/>
                <a:ea typeface="+mn-ea"/>
                <a:cs typeface="+mn-cs"/>
              </a:defRPr>
            </a:lvl3pPr>
            <a:lvl4pPr marL="1371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4pPr>
            <a:lvl5pPr marL="18288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5pPr>
            <a:lvl6pPr marL="22860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6pPr>
            <a:lvl7pPr marL="27432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7pPr>
            <a:lvl8pPr marL="32004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8pPr>
            <a:lvl9pPr marL="3657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9pPr>
          </a:lstStyle>
          <a:p>
            <a:pPr>
              <a:spcBef>
                <a:spcPts val="0"/>
              </a:spcBef>
              <a:buSzPts val="1300"/>
            </a:pPr>
            <a:r>
              <a:rPr lang="en-US" sz="2400" dirty="0">
                <a:solidFill>
                  <a:srgbClr val="002F5F"/>
                </a:solidFill>
              </a:rPr>
              <a:t>Objectives</a:t>
            </a:r>
          </a:p>
        </p:txBody>
      </p:sp>
      <p:pic>
        <p:nvPicPr>
          <p:cNvPr id="34" name="Picture Placeholder 33">
            <a:extLst>
              <a:ext uri="{FF2B5EF4-FFF2-40B4-BE49-F238E27FC236}">
                <a16:creationId xmlns:a16="http://schemas.microsoft.com/office/drawing/2014/main" id="{FE365A8C-8337-4837-8903-95177F33F422}"/>
              </a:ext>
            </a:extLst>
          </p:cNvPr>
          <p:cNvPicPr>
            <a:picLocks noGrp="1" noChangeAspect="1"/>
          </p:cNvPicPr>
          <p:nvPr>
            <p:ph type="pic" sz="quarter" idx="23"/>
          </p:nvPr>
        </p:nvPicPr>
        <p:blipFill rotWithShape="1">
          <a:blip r:embed="rId4" cstate="email">
            <a:extLst>
              <a:ext uri="{28A0092B-C50C-407E-A947-70E740481C1C}">
                <a14:useLocalDpi xmlns:a14="http://schemas.microsoft.com/office/drawing/2010/main"/>
              </a:ext>
            </a:extLst>
          </a:blip>
          <a:srcRect/>
          <a:stretch/>
        </p:blipFill>
        <p:spPr>
          <a:xfrm>
            <a:off x="6206870" y="0"/>
            <a:ext cx="5985131" cy="6858000"/>
          </a:xfrm>
        </p:spPr>
      </p:pic>
    </p:spTree>
    <p:extLst>
      <p:ext uri="{BB962C8B-B14F-4D97-AF65-F5344CB8AC3E}">
        <p14:creationId xmlns:p14="http://schemas.microsoft.com/office/powerpoint/2010/main" val="398298495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16"/>
          <p:cNvSpPr txBox="1">
            <a:spLocks noGrp="1"/>
          </p:cNvSpPr>
          <p:nvPr>
            <p:ph type="dt" sz="half" idx="10"/>
          </p:nvPr>
        </p:nvSpPr>
        <p:spPr>
          <a:prstGeom prst="rect">
            <a:avLst/>
          </a:prstGeom>
          <a:noFill/>
          <a:ln>
            <a:noFill/>
          </a:ln>
        </p:spPr>
        <p:txBody>
          <a:bodyPr spcFirstLastPara="1" vert="horz" wrap="square" lIns="0" tIns="0" rIns="0" bIns="0" rtlCol="0" anchor="ctr" anchorCtr="0">
            <a:noAutofit/>
          </a:bodyPr>
          <a:lstStyle/>
          <a:p>
            <a:r>
              <a:rPr lang="en-US" dirty="0"/>
              <a:t>17 JANUARY 2024</a:t>
            </a:r>
            <a:endParaRPr dirty="0"/>
          </a:p>
        </p:txBody>
      </p:sp>
      <p:sp>
        <p:nvSpPr>
          <p:cNvPr id="569" name="Google Shape;569;p16"/>
          <p:cNvSpPr>
            <a:spLocks noGrp="1"/>
          </p:cNvSpPr>
          <p:nvPr>
            <p:ph type="sldNum" sz="quarter" idx="12"/>
          </p:nvPr>
        </p:nvSpPr>
        <p:spPr>
          <a:prstGeom prst="parallelogram">
            <a:avLst>
              <a:gd name="adj" fmla="val 51419"/>
            </a:avLst>
          </a:prstGeom>
          <a:solidFill>
            <a:schemeClr val="accent1"/>
          </a:solidFill>
          <a:ln>
            <a:noFill/>
          </a:ln>
        </p:spPr>
        <p:txBody>
          <a:bodyPr spcFirstLastPara="1" vert="horz" wrap="square" lIns="0" tIns="0" rIns="0" bIns="0" rtlCol="0" anchor="ctr" anchorCtr="0">
            <a:noAutofit/>
          </a:bodyPr>
          <a:lstStyle/>
          <a:p>
            <a:fld id="{00000000-1234-1234-1234-123412341234}" type="slidenum">
              <a:rPr lang="en-US"/>
              <a:pPr/>
              <a:t>3</a:t>
            </a:fld>
            <a:endParaRPr/>
          </a:p>
        </p:txBody>
      </p:sp>
      <p:sp>
        <p:nvSpPr>
          <p:cNvPr id="570" name="Google Shape;570;p16"/>
          <p:cNvSpPr txBox="1">
            <a:spLocks noGrp="1"/>
          </p:cNvSpPr>
          <p:nvPr>
            <p:ph type="title"/>
          </p:nvPr>
        </p:nvSpPr>
        <p:spPr>
          <a:xfrm>
            <a:off x="550863" y="3212976"/>
            <a:ext cx="6408092" cy="1477328"/>
          </a:xfrm>
          <a:prstGeom prst="rect">
            <a:avLst/>
          </a:prstGeom>
          <a:noFill/>
          <a:ln>
            <a:noFill/>
          </a:ln>
        </p:spPr>
        <p:txBody>
          <a:bodyPr spcFirstLastPara="1" vert="horz" wrap="square" lIns="0" tIns="0" rIns="0" bIns="0" rtlCol="0" anchor="b" anchorCtr="0">
            <a:spAutoFit/>
          </a:bodyPr>
          <a:lstStyle/>
          <a:p>
            <a:r>
              <a:rPr lang="en-US" dirty="0"/>
              <a:t>What do you know about skimmers? </a:t>
            </a:r>
          </a:p>
        </p:txBody>
      </p:sp>
      <p:sp>
        <p:nvSpPr>
          <p:cNvPr id="571" name="Google Shape;571;p16"/>
          <p:cNvSpPr txBox="1">
            <a:spLocks noGrp="1"/>
          </p:cNvSpPr>
          <p:nvPr>
            <p:ph type="subTitle" idx="1"/>
          </p:nvPr>
        </p:nvSpPr>
        <p:spPr>
          <a:xfrm>
            <a:off x="550863" y="4992274"/>
            <a:ext cx="6408092" cy="664797"/>
          </a:xfrm>
          <a:prstGeom prst="rect">
            <a:avLst/>
          </a:prstGeom>
          <a:noFill/>
          <a:ln>
            <a:noFill/>
          </a:ln>
        </p:spPr>
        <p:txBody>
          <a:bodyPr spcFirstLastPara="1" vert="horz" wrap="square" lIns="0" tIns="0" rIns="0" bIns="0" rtlCol="0" anchor="t" anchorCtr="0">
            <a:spAutoFit/>
          </a:bodyPr>
          <a:lstStyle/>
          <a:p>
            <a:pPr>
              <a:lnSpc>
                <a:spcPct val="120000"/>
              </a:lnSpc>
              <a:spcBef>
                <a:spcPts val="0"/>
              </a:spcBef>
              <a:buSzPts val="1300"/>
            </a:pPr>
            <a:r>
              <a:rPr lang="en-US" dirty="0"/>
              <a:t>Do these words mean anything to you?</a:t>
            </a:r>
          </a:p>
          <a:p>
            <a:pPr>
              <a:lnSpc>
                <a:spcPct val="120000"/>
              </a:lnSpc>
              <a:spcBef>
                <a:spcPts val="0"/>
              </a:spcBef>
              <a:buSzPts val="1300"/>
            </a:pPr>
            <a:r>
              <a:rPr lang="en-US" dirty="0" err="1"/>
              <a:t>Oleophillic</a:t>
            </a:r>
            <a:r>
              <a:rPr lang="en-US" dirty="0"/>
              <a:t> / Weir / Vacuum / Mechanical / Manual / Sorbents</a:t>
            </a:r>
          </a:p>
        </p:txBody>
      </p:sp>
      <p:pic>
        <p:nvPicPr>
          <p:cNvPr id="6" name="Picture Placeholder 5">
            <a:extLst>
              <a:ext uri="{FF2B5EF4-FFF2-40B4-BE49-F238E27FC236}">
                <a16:creationId xmlns:a16="http://schemas.microsoft.com/office/drawing/2014/main" id="{E8954FF6-85E3-4AB4-8643-4FD20F1CB9EC}"/>
              </a:ext>
            </a:extLst>
          </p:cNvPr>
          <p:cNvPicPr>
            <a:picLocks noGrp="1" noChangeAspect="1"/>
          </p:cNvPicPr>
          <p:nvPr>
            <p:ph type="pic" sz="quarter" idx="20"/>
          </p:nvPr>
        </p:nvPicPr>
        <p:blipFill>
          <a:blip r:embed="rId3" cstate="email">
            <a:extLst>
              <a:ext uri="{28A0092B-C50C-407E-A947-70E740481C1C}">
                <a14:useLocalDpi xmlns:a14="http://schemas.microsoft.com/office/drawing/2010/main"/>
              </a:ext>
            </a:extLst>
          </a:blip>
          <a:srcRect/>
          <a:stretch/>
        </p:blipFill>
        <p:spPr>
          <a:xfrm>
            <a:off x="5879976" y="0"/>
            <a:ext cx="6312024" cy="6858000"/>
          </a:xfrm>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C99C5A52-DED2-485D-87FF-EDAADAE59A3F}"/>
              </a:ext>
            </a:extLst>
          </p:cNvPr>
          <p:cNvSpPr>
            <a:spLocks noGrp="1"/>
          </p:cNvSpPr>
          <p:nvPr>
            <p:ph type="title"/>
          </p:nvPr>
        </p:nvSpPr>
        <p:spPr>
          <a:xfrm>
            <a:off x="550863" y="802746"/>
            <a:ext cx="4391867" cy="492443"/>
          </a:xfrm>
        </p:spPr>
        <p:txBody>
          <a:bodyPr wrap="square">
            <a:spAutoFit/>
          </a:bodyPr>
          <a:lstStyle/>
          <a:p>
            <a:r>
              <a:rPr lang="en-US" dirty="0"/>
              <a:t>Sell me your skimmer</a:t>
            </a:r>
          </a:p>
        </p:txBody>
      </p:sp>
      <p:sp>
        <p:nvSpPr>
          <p:cNvPr id="4" name="Slide Number Placeholder 3">
            <a:extLst>
              <a:ext uri="{FF2B5EF4-FFF2-40B4-BE49-F238E27FC236}">
                <a16:creationId xmlns:a16="http://schemas.microsoft.com/office/drawing/2014/main" id="{3547E56A-9ABC-4FD2-854D-22488D0CFBE3}"/>
              </a:ext>
            </a:extLst>
          </p:cNvPr>
          <p:cNvSpPr>
            <a:spLocks noGrp="1"/>
          </p:cNvSpPr>
          <p:nvPr>
            <p:ph type="sldNum" sz="quarter" idx="10"/>
          </p:nvPr>
        </p:nvSpPr>
        <p:spPr/>
        <p:txBody>
          <a:bodyPr/>
          <a:lstStyle/>
          <a:p>
            <a:fld id="{5B16D1FE-3A35-41BA-8EBE-413702045235}" type="slidenum">
              <a:rPr lang="en-US" smtClean="0"/>
              <a:pPr/>
              <a:t>4</a:t>
            </a:fld>
            <a:endParaRPr lang="en-US" dirty="0"/>
          </a:p>
        </p:txBody>
      </p:sp>
      <p:sp>
        <p:nvSpPr>
          <p:cNvPr id="2" name="Date Placeholder 1">
            <a:extLst>
              <a:ext uri="{FF2B5EF4-FFF2-40B4-BE49-F238E27FC236}">
                <a16:creationId xmlns:a16="http://schemas.microsoft.com/office/drawing/2014/main" id="{7ACD2354-A830-43AB-BCE2-6DDBD5DF2CFF}"/>
              </a:ext>
            </a:extLst>
          </p:cNvPr>
          <p:cNvSpPr>
            <a:spLocks noGrp="1"/>
          </p:cNvSpPr>
          <p:nvPr>
            <p:ph type="dt" sz="half" idx="11"/>
          </p:nvPr>
        </p:nvSpPr>
        <p:spPr/>
        <p:txBody>
          <a:bodyPr/>
          <a:lstStyle/>
          <a:p>
            <a:fld id="{25D1E695-4ED5-4AC6-A8EC-23F58C4ACD0F}" type="datetime3">
              <a:rPr lang="en-US" smtClean="0"/>
              <a:t>1 October 2026</a:t>
            </a:fld>
            <a:endParaRPr lang="en-US" dirty="0"/>
          </a:p>
        </p:txBody>
      </p:sp>
      <p:sp>
        <p:nvSpPr>
          <p:cNvPr id="8" name="Rectangle 7">
            <a:extLst>
              <a:ext uri="{FF2B5EF4-FFF2-40B4-BE49-F238E27FC236}">
                <a16:creationId xmlns:a16="http://schemas.microsoft.com/office/drawing/2014/main" id="{D0E1921A-344F-43DB-A338-8D7A8F5BAA70}"/>
              </a:ext>
            </a:extLst>
          </p:cNvPr>
          <p:cNvSpPr/>
          <p:nvPr/>
        </p:nvSpPr>
        <p:spPr bwMode="auto">
          <a:xfrm>
            <a:off x="550863" y="1674505"/>
            <a:ext cx="2615088" cy="1875779"/>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10" name="Text Placeholder 16">
            <a:extLst>
              <a:ext uri="{FF2B5EF4-FFF2-40B4-BE49-F238E27FC236}">
                <a16:creationId xmlns:a16="http://schemas.microsoft.com/office/drawing/2014/main" id="{0610156C-280D-41BB-838A-5636D02AF7B3}"/>
              </a:ext>
            </a:extLst>
          </p:cNvPr>
          <p:cNvSpPr txBox="1">
            <a:spLocks/>
          </p:cNvSpPr>
          <p:nvPr/>
        </p:nvSpPr>
        <p:spPr>
          <a:xfrm>
            <a:off x="681293" y="1833880"/>
            <a:ext cx="2377028" cy="1557029"/>
          </a:xfrm>
          <a:prstGeom prst="rect">
            <a:avLst/>
          </a:prstGeom>
        </p:spPr>
        <p:txBody>
          <a:bodyPr wrap="square">
            <a:spAutoFit/>
          </a:bodyPr>
          <a:lstStyle>
            <a:lvl1pPr marL="0" indent="0" algn="l" defTabSz="685800" rtl="0" eaLnBrk="1" latinLnBrk="0" hangingPunct="1">
              <a:lnSpc>
                <a:spcPct val="120000"/>
              </a:lnSpc>
              <a:spcBef>
                <a:spcPts val="450"/>
              </a:spcBef>
              <a:buFontTx/>
              <a:buNone/>
              <a:defRPr sz="1350" kern="1200">
                <a:solidFill>
                  <a:schemeClr val="accent2"/>
                </a:solidFill>
                <a:latin typeface="+mn-lt"/>
                <a:ea typeface="+mn-ea"/>
                <a:cs typeface="+mn-cs"/>
              </a:defRPr>
            </a:lvl1pPr>
            <a:lvl2pPr marL="200025" indent="-200025" algn="l" defTabSz="685800" rtl="0" eaLnBrk="1" latinLnBrk="0" hangingPunct="1">
              <a:lnSpc>
                <a:spcPct val="120000"/>
              </a:lnSpc>
              <a:spcBef>
                <a:spcPts val="450"/>
              </a:spcBef>
              <a:buFont typeface="Arial" panose="020B0604020202020204" pitchFamily="34" charset="0"/>
              <a:buChar char="•"/>
              <a:defRPr sz="1350" kern="1200">
                <a:solidFill>
                  <a:schemeClr val="accent2"/>
                </a:solidFill>
                <a:latin typeface="+mn-lt"/>
                <a:ea typeface="+mn-ea"/>
                <a:cs typeface="+mn-cs"/>
              </a:defRPr>
            </a:lvl2pPr>
            <a:lvl3pPr marL="407194" indent="-207169"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3pPr>
            <a:lvl4pPr marL="607219" indent="-200025"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4pPr>
            <a:lvl5pPr marL="807244"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5pPr>
            <a:lvl6pPr marL="1007269"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6pPr>
            <a:lvl7pPr marL="1214438" indent="-207169"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7pPr>
            <a:lvl8pPr marL="1414463"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8pPr>
            <a:lvl9pPr marL="1614488"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9pPr>
          </a:lstStyle>
          <a:p>
            <a:pPr marL="342891" indent="-342891">
              <a:spcBef>
                <a:spcPts val="0"/>
              </a:spcBef>
              <a:spcAft>
                <a:spcPts val="533"/>
              </a:spcAft>
              <a:buFont typeface="Arial" panose="020B0604020202020204" pitchFamily="34" charset="0"/>
              <a:buChar char="•"/>
            </a:pPr>
            <a:r>
              <a:rPr lang="en-US" sz="1333" b="1" dirty="0"/>
              <a:t>Oleophilic</a:t>
            </a:r>
          </a:p>
          <a:p>
            <a:pPr marL="342891" indent="-342891">
              <a:spcBef>
                <a:spcPts val="0"/>
              </a:spcBef>
              <a:spcAft>
                <a:spcPts val="533"/>
              </a:spcAft>
              <a:buFont typeface="Arial" panose="020B0604020202020204" pitchFamily="34" charset="0"/>
              <a:buChar char="•"/>
            </a:pPr>
            <a:r>
              <a:rPr lang="en-US" sz="1333" b="1" dirty="0"/>
              <a:t>Weir</a:t>
            </a:r>
          </a:p>
          <a:p>
            <a:pPr marL="342891" indent="-342891">
              <a:spcBef>
                <a:spcPts val="0"/>
              </a:spcBef>
              <a:spcAft>
                <a:spcPts val="533"/>
              </a:spcAft>
              <a:buFont typeface="Arial" panose="020B0604020202020204" pitchFamily="34" charset="0"/>
              <a:buChar char="•"/>
            </a:pPr>
            <a:r>
              <a:rPr lang="en-US" sz="1333" b="1" dirty="0"/>
              <a:t>Mechanical / Manual</a:t>
            </a:r>
          </a:p>
          <a:p>
            <a:pPr marL="342891" indent="-342891">
              <a:spcBef>
                <a:spcPts val="0"/>
              </a:spcBef>
              <a:spcAft>
                <a:spcPts val="533"/>
              </a:spcAft>
              <a:buFont typeface="Arial" panose="020B0604020202020204" pitchFamily="34" charset="0"/>
              <a:buChar char="•"/>
            </a:pPr>
            <a:r>
              <a:rPr lang="en-US" sz="1333" b="1" dirty="0"/>
              <a:t>Vacuum</a:t>
            </a:r>
          </a:p>
          <a:p>
            <a:pPr marL="342891" indent="-342891">
              <a:spcBef>
                <a:spcPts val="0"/>
              </a:spcBef>
              <a:spcAft>
                <a:spcPts val="533"/>
              </a:spcAft>
              <a:buFont typeface="Arial" panose="020B0604020202020204" pitchFamily="34" charset="0"/>
              <a:buChar char="•"/>
            </a:pPr>
            <a:r>
              <a:rPr lang="en-US" sz="1333" b="1" dirty="0"/>
              <a:t>Sorbents</a:t>
            </a:r>
          </a:p>
        </p:txBody>
      </p:sp>
      <p:pic>
        <p:nvPicPr>
          <p:cNvPr id="12" name="Picture 4" descr="A female port owner, wearing a high-visibility safety vest, stands thoughtfully at a busy port. She is considering different oil recovery devices displayed in front of her, including various types of skimmers and barriers. The scene captures her indecision as she evaluates the options, with large ships and cranes in the background, symbolizing the bustling activity of the port. The image conveys a sense of responsibility and the complexity of her decision-making process.">
            <a:extLst>
              <a:ext uri="{FF2B5EF4-FFF2-40B4-BE49-F238E27FC236}">
                <a16:creationId xmlns:a16="http://schemas.microsoft.com/office/drawing/2014/main" id="{F3125572-5231-4FBD-AE18-37646AF43C0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528048" y="1054093"/>
            <a:ext cx="4967295" cy="49672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9A130528-81C1-405A-8372-F646018863FF}"/>
              </a:ext>
            </a:extLst>
          </p:cNvPr>
          <p:cNvSpPr/>
          <p:nvPr/>
        </p:nvSpPr>
        <p:spPr bwMode="auto">
          <a:xfrm>
            <a:off x="1919536" y="3920668"/>
            <a:ext cx="5544616" cy="1875779"/>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15" name="Google Shape;571;p16">
            <a:extLst>
              <a:ext uri="{FF2B5EF4-FFF2-40B4-BE49-F238E27FC236}">
                <a16:creationId xmlns:a16="http://schemas.microsoft.com/office/drawing/2014/main" id="{54DFA07B-C709-4178-911E-AE30ED20AC47}"/>
              </a:ext>
            </a:extLst>
          </p:cNvPr>
          <p:cNvSpPr txBox="1">
            <a:spLocks/>
          </p:cNvSpPr>
          <p:nvPr/>
        </p:nvSpPr>
        <p:spPr>
          <a:xfrm>
            <a:off x="2224584" y="4046588"/>
            <a:ext cx="1574590" cy="276999"/>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dirty="0">
                <a:solidFill>
                  <a:srgbClr val="002F5F"/>
                </a:solidFill>
              </a:rPr>
              <a:t>Exercise!</a:t>
            </a:r>
          </a:p>
        </p:txBody>
      </p:sp>
      <p:sp>
        <p:nvSpPr>
          <p:cNvPr id="16" name="Text Placeholder 16">
            <a:extLst>
              <a:ext uri="{FF2B5EF4-FFF2-40B4-BE49-F238E27FC236}">
                <a16:creationId xmlns:a16="http://schemas.microsoft.com/office/drawing/2014/main" id="{C8F98E6F-9412-4129-A82D-C6CA0228689C}"/>
              </a:ext>
            </a:extLst>
          </p:cNvPr>
          <p:cNvSpPr txBox="1">
            <a:spLocks/>
          </p:cNvSpPr>
          <p:nvPr/>
        </p:nvSpPr>
        <p:spPr>
          <a:xfrm>
            <a:off x="2135560" y="4365104"/>
            <a:ext cx="5796644" cy="1246752"/>
          </a:xfrm>
          <a:prstGeom prst="rect">
            <a:avLst/>
          </a:prstGeom>
        </p:spPr>
        <p:txBody>
          <a:bodyPr wrap="square">
            <a:spAutoFit/>
          </a:bodyPr>
          <a:lstStyle>
            <a:lvl1pPr marL="0" indent="0" algn="l" defTabSz="685800" rtl="0" eaLnBrk="1" latinLnBrk="0" hangingPunct="1">
              <a:lnSpc>
                <a:spcPct val="120000"/>
              </a:lnSpc>
              <a:spcBef>
                <a:spcPts val="450"/>
              </a:spcBef>
              <a:buFontTx/>
              <a:buNone/>
              <a:defRPr sz="1350" kern="1200">
                <a:solidFill>
                  <a:schemeClr val="accent2"/>
                </a:solidFill>
                <a:latin typeface="+mn-lt"/>
                <a:ea typeface="+mn-ea"/>
                <a:cs typeface="+mn-cs"/>
              </a:defRPr>
            </a:lvl1pPr>
            <a:lvl2pPr marL="200025" indent="-200025" algn="l" defTabSz="685800" rtl="0" eaLnBrk="1" latinLnBrk="0" hangingPunct="1">
              <a:lnSpc>
                <a:spcPct val="120000"/>
              </a:lnSpc>
              <a:spcBef>
                <a:spcPts val="450"/>
              </a:spcBef>
              <a:buFont typeface="Arial" panose="020B0604020202020204" pitchFamily="34" charset="0"/>
              <a:buChar char="•"/>
              <a:defRPr sz="1350" kern="1200">
                <a:solidFill>
                  <a:schemeClr val="accent2"/>
                </a:solidFill>
                <a:latin typeface="+mn-lt"/>
                <a:ea typeface="+mn-ea"/>
                <a:cs typeface="+mn-cs"/>
              </a:defRPr>
            </a:lvl2pPr>
            <a:lvl3pPr marL="407194" indent="-207169"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3pPr>
            <a:lvl4pPr marL="607219" indent="-200025"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4pPr>
            <a:lvl5pPr marL="807244"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5pPr>
            <a:lvl6pPr marL="1007269"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6pPr>
            <a:lvl7pPr marL="1214438" indent="-207169"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7pPr>
            <a:lvl8pPr marL="1414463"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8pPr>
            <a:lvl9pPr marL="1614488"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9pPr>
          </a:lstStyle>
          <a:p>
            <a:pPr marL="342900" indent="-342900">
              <a:spcBef>
                <a:spcPts val="0"/>
              </a:spcBef>
              <a:spcAft>
                <a:spcPts val="533"/>
              </a:spcAft>
              <a:buSzPct val="80000"/>
              <a:buFont typeface="+mj-lt"/>
              <a:buAutoNum type="arabicPeriod"/>
            </a:pPr>
            <a:r>
              <a:rPr lang="en-US" sz="1333" dirty="0">
                <a:solidFill>
                  <a:schemeClr val="tx1"/>
                </a:solidFill>
              </a:rPr>
              <a:t>How does it work?</a:t>
            </a:r>
          </a:p>
          <a:p>
            <a:pPr marL="342900" indent="-342900">
              <a:spcBef>
                <a:spcPts val="0"/>
              </a:spcBef>
              <a:spcAft>
                <a:spcPts val="533"/>
              </a:spcAft>
              <a:buSzPct val="80000"/>
              <a:buFont typeface="+mj-lt"/>
              <a:buAutoNum type="arabicPeriod"/>
            </a:pPr>
            <a:r>
              <a:rPr lang="en-US" sz="1333" dirty="0">
                <a:solidFill>
                  <a:schemeClr val="tx1"/>
                </a:solidFill>
              </a:rPr>
              <a:t>What oil product does it work on? Light, medium, heavy</a:t>
            </a:r>
          </a:p>
          <a:p>
            <a:pPr marL="342900" indent="-342900">
              <a:spcBef>
                <a:spcPts val="0"/>
              </a:spcBef>
              <a:spcAft>
                <a:spcPts val="533"/>
              </a:spcAft>
              <a:buSzPct val="80000"/>
              <a:buFont typeface="+mj-lt"/>
              <a:buAutoNum type="arabicPeriod"/>
            </a:pPr>
            <a:r>
              <a:rPr lang="en-US" sz="1333" dirty="0">
                <a:solidFill>
                  <a:schemeClr val="tx1"/>
                </a:solidFill>
              </a:rPr>
              <a:t>List 3 positives / 1 negative</a:t>
            </a:r>
          </a:p>
          <a:p>
            <a:pPr marL="342900" indent="-342900">
              <a:spcBef>
                <a:spcPts val="0"/>
              </a:spcBef>
              <a:spcAft>
                <a:spcPts val="533"/>
              </a:spcAft>
              <a:buSzPct val="80000"/>
              <a:buFont typeface="+mj-lt"/>
              <a:buAutoNum type="arabicPeriod"/>
            </a:pPr>
            <a:r>
              <a:rPr lang="en-US" sz="1333" dirty="0">
                <a:solidFill>
                  <a:schemeClr val="tx1"/>
                </a:solidFill>
              </a:rPr>
              <a:t>Why should I buy your skimmer</a:t>
            </a:r>
          </a:p>
        </p:txBody>
      </p:sp>
    </p:spTree>
    <p:extLst>
      <p:ext uri="{BB962C8B-B14F-4D97-AF65-F5344CB8AC3E}">
        <p14:creationId xmlns:p14="http://schemas.microsoft.com/office/powerpoint/2010/main" val="39076093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E95B6266-E4D2-4C21-BB83-3F16BE556D9E}"/>
              </a:ext>
            </a:extLst>
          </p:cNvPr>
          <p:cNvSpPr/>
          <p:nvPr/>
        </p:nvSpPr>
        <p:spPr bwMode="auto">
          <a:xfrm>
            <a:off x="550863" y="3861048"/>
            <a:ext cx="4825057" cy="1714792"/>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4" name="Title 3">
            <a:extLst>
              <a:ext uri="{FF2B5EF4-FFF2-40B4-BE49-F238E27FC236}">
                <a16:creationId xmlns:a16="http://schemas.microsoft.com/office/drawing/2014/main" id="{189F1865-57BB-4D80-855E-58DF11D49F9D}"/>
              </a:ext>
            </a:extLst>
          </p:cNvPr>
          <p:cNvSpPr>
            <a:spLocks noGrp="1"/>
          </p:cNvSpPr>
          <p:nvPr>
            <p:ph type="title"/>
          </p:nvPr>
        </p:nvSpPr>
        <p:spPr>
          <a:xfrm>
            <a:off x="551108" y="814038"/>
            <a:ext cx="5578800" cy="492443"/>
          </a:xfrm>
        </p:spPr>
        <p:txBody>
          <a:bodyPr spcFirstLastPara="1" vert="horz" wrap="square" lIns="0" tIns="0" rIns="0" bIns="0" rtlCol="0" anchor="b" anchorCtr="0">
            <a:spAutoFit/>
          </a:bodyPr>
          <a:lstStyle/>
          <a:p>
            <a:r>
              <a:rPr lang="en-US" dirty="0"/>
              <a:t>Oleophilic Skimmers</a:t>
            </a:r>
          </a:p>
        </p:txBody>
      </p:sp>
      <p:sp>
        <p:nvSpPr>
          <p:cNvPr id="18" name="Date Placeholder 3">
            <a:extLst>
              <a:ext uri="{FF2B5EF4-FFF2-40B4-BE49-F238E27FC236}">
                <a16:creationId xmlns:a16="http://schemas.microsoft.com/office/drawing/2014/main" id="{528527AD-F419-4C0E-ACE7-D50E2CE987EB}"/>
              </a:ext>
            </a:extLst>
          </p:cNvPr>
          <p:cNvSpPr>
            <a:spLocks noGrp="1"/>
          </p:cNvSpPr>
          <p:nvPr>
            <p:ph type="dt" sz="half" idx="10"/>
          </p:nvPr>
        </p:nvSpPr>
        <p:spPr>
          <a:xfrm>
            <a:off x="911424" y="6381328"/>
            <a:ext cx="1224136" cy="143296"/>
          </a:xfrm>
        </p:spPr>
        <p:txBody>
          <a:bodyPr/>
          <a:lstStyle/>
          <a:p>
            <a:fld id="{1F58556A-89C4-4765-82D8-1315E2090A14}" type="datetime3">
              <a:rPr lang="en-US" smtClean="0"/>
              <a:t>1 October 2026</a:t>
            </a:fld>
            <a:endParaRPr lang="en-US" dirty="0"/>
          </a:p>
        </p:txBody>
      </p:sp>
      <p:sp>
        <p:nvSpPr>
          <p:cNvPr id="20" name="Slide Number Placeholder 5">
            <a:extLst>
              <a:ext uri="{FF2B5EF4-FFF2-40B4-BE49-F238E27FC236}">
                <a16:creationId xmlns:a16="http://schemas.microsoft.com/office/drawing/2014/main" id="{252CFF33-2220-40EE-A048-0E9B5406E836}"/>
              </a:ext>
            </a:extLst>
          </p:cNvPr>
          <p:cNvSpPr>
            <a:spLocks noGrp="1"/>
          </p:cNvSpPr>
          <p:nvPr>
            <p:ph type="sldNum" sz="quarter" idx="12"/>
          </p:nvPr>
        </p:nvSpPr>
        <p:spPr>
          <a:xfrm flipH="1">
            <a:off x="407989" y="6381328"/>
            <a:ext cx="359420" cy="143296"/>
          </a:xfrm>
        </p:spPr>
        <p:txBody>
          <a:bodyPr/>
          <a:lstStyle/>
          <a:p>
            <a:fld id="{5B16D1FE-3A35-41BA-8EBE-413702045235}" type="slidenum">
              <a:rPr lang="en-US" smtClean="0"/>
              <a:t>5</a:t>
            </a:fld>
            <a:endParaRPr lang="en-US"/>
          </a:p>
        </p:txBody>
      </p:sp>
      <p:sp>
        <p:nvSpPr>
          <p:cNvPr id="26" name="Text Placeholder 16">
            <a:extLst>
              <a:ext uri="{FF2B5EF4-FFF2-40B4-BE49-F238E27FC236}">
                <a16:creationId xmlns:a16="http://schemas.microsoft.com/office/drawing/2014/main" id="{E6148410-985C-4875-95D4-EB45A700DD1F}"/>
              </a:ext>
            </a:extLst>
          </p:cNvPr>
          <p:cNvSpPr txBox="1">
            <a:spLocks/>
          </p:cNvSpPr>
          <p:nvPr/>
        </p:nvSpPr>
        <p:spPr>
          <a:xfrm>
            <a:off x="479376" y="1484784"/>
            <a:ext cx="5256584" cy="1879682"/>
          </a:xfrm>
          <a:prstGeom prst="rect">
            <a:avLst/>
          </a:prstGeom>
        </p:spPr>
        <p:txBody>
          <a:bodyPr wrap="square">
            <a:spAutoFit/>
          </a:bodyPr>
          <a:lstStyle>
            <a:lvl1pPr marL="0" indent="0" algn="l" defTabSz="685800" rtl="0" eaLnBrk="1" latinLnBrk="0" hangingPunct="1">
              <a:lnSpc>
                <a:spcPct val="120000"/>
              </a:lnSpc>
              <a:spcBef>
                <a:spcPts val="450"/>
              </a:spcBef>
              <a:buFontTx/>
              <a:buNone/>
              <a:defRPr sz="1350" kern="1200">
                <a:solidFill>
                  <a:schemeClr val="accent2"/>
                </a:solidFill>
                <a:latin typeface="+mn-lt"/>
                <a:ea typeface="+mn-ea"/>
                <a:cs typeface="+mn-cs"/>
              </a:defRPr>
            </a:lvl1pPr>
            <a:lvl2pPr marL="200025" indent="-200025" algn="l" defTabSz="685800" rtl="0" eaLnBrk="1" latinLnBrk="0" hangingPunct="1">
              <a:lnSpc>
                <a:spcPct val="120000"/>
              </a:lnSpc>
              <a:spcBef>
                <a:spcPts val="450"/>
              </a:spcBef>
              <a:buFont typeface="Arial" panose="020B0604020202020204" pitchFamily="34" charset="0"/>
              <a:buChar char="•"/>
              <a:defRPr sz="1350" kern="1200">
                <a:solidFill>
                  <a:schemeClr val="accent2"/>
                </a:solidFill>
                <a:latin typeface="+mn-lt"/>
                <a:ea typeface="+mn-ea"/>
                <a:cs typeface="+mn-cs"/>
              </a:defRPr>
            </a:lvl2pPr>
            <a:lvl3pPr marL="407194" indent="-207169"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3pPr>
            <a:lvl4pPr marL="607219" indent="-200025"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4pPr>
            <a:lvl5pPr marL="807244"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5pPr>
            <a:lvl6pPr marL="1007269"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6pPr>
            <a:lvl7pPr marL="1214438" indent="-207169"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7pPr>
            <a:lvl8pPr marL="1414463"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8pPr>
            <a:lvl9pPr marL="1614488"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9pPr>
          </a:lstStyle>
          <a:p>
            <a:pPr marL="342900" indent="-342900">
              <a:spcBef>
                <a:spcPts val="0"/>
              </a:spcBef>
              <a:spcAft>
                <a:spcPts val="533"/>
              </a:spcAft>
              <a:buSzPct val="80000"/>
              <a:buFont typeface="+mj-lt"/>
              <a:buAutoNum type="arabicPeriod"/>
            </a:pPr>
            <a:r>
              <a:rPr lang="en-US" sz="1200" dirty="0">
                <a:solidFill>
                  <a:schemeClr val="tx1"/>
                </a:solidFill>
              </a:rPr>
              <a:t>Selective Recovery: Utilizes materials that adhere to oil</a:t>
            </a:r>
          </a:p>
          <a:p>
            <a:pPr marL="342900" indent="-342900">
              <a:spcBef>
                <a:spcPts val="0"/>
              </a:spcBef>
              <a:spcAft>
                <a:spcPts val="533"/>
              </a:spcAft>
              <a:buSzPct val="80000"/>
              <a:buFont typeface="+mj-lt"/>
              <a:buAutoNum type="arabicPeriod"/>
            </a:pPr>
            <a:r>
              <a:rPr lang="en-US" sz="1200" dirty="0">
                <a:solidFill>
                  <a:schemeClr val="tx1"/>
                </a:solidFill>
              </a:rPr>
              <a:t>Best on light to medium viscosity oil (100 – 2000 </a:t>
            </a:r>
            <a:r>
              <a:rPr lang="en-US" sz="1200" dirty="0" err="1">
                <a:solidFill>
                  <a:schemeClr val="tx1"/>
                </a:solidFill>
              </a:rPr>
              <a:t>centisoktes</a:t>
            </a:r>
            <a:r>
              <a:rPr lang="en-US" sz="1200" dirty="0">
                <a:solidFill>
                  <a:schemeClr val="tx1"/>
                </a:solidFill>
              </a:rPr>
              <a:t>)</a:t>
            </a:r>
          </a:p>
          <a:p>
            <a:pPr marL="342900" indent="-342900">
              <a:spcBef>
                <a:spcPts val="0"/>
              </a:spcBef>
              <a:spcAft>
                <a:spcPts val="533"/>
              </a:spcAft>
              <a:buSzPct val="80000"/>
              <a:buFont typeface="+mj-lt"/>
              <a:buAutoNum type="arabicPeriod"/>
            </a:pPr>
            <a:r>
              <a:rPr lang="en-US" sz="1200" dirty="0">
                <a:solidFill>
                  <a:schemeClr val="tx1"/>
                </a:solidFill>
              </a:rPr>
              <a:t>Operational Versatility: Functions effectively in varying water conditions, </a:t>
            </a:r>
          </a:p>
          <a:p>
            <a:pPr marL="342900" indent="-342900">
              <a:spcBef>
                <a:spcPts val="0"/>
              </a:spcBef>
              <a:spcAft>
                <a:spcPts val="533"/>
              </a:spcAft>
              <a:buSzPct val="80000"/>
              <a:buFont typeface="+mj-lt"/>
              <a:buAutoNum type="arabicPeriod"/>
            </a:pPr>
            <a:r>
              <a:rPr lang="en-US" sz="1200" dirty="0">
                <a:solidFill>
                  <a:schemeClr val="tx1"/>
                </a:solidFill>
              </a:rPr>
              <a:t>Recovery efficiency – can be 90% oil / 10% water</a:t>
            </a:r>
          </a:p>
          <a:p>
            <a:pPr marL="342900" indent="-342900">
              <a:spcBef>
                <a:spcPts val="0"/>
              </a:spcBef>
              <a:spcAft>
                <a:spcPts val="533"/>
              </a:spcAft>
              <a:buSzPct val="80000"/>
              <a:buFont typeface="+mj-lt"/>
              <a:buAutoNum type="arabicPeriod"/>
            </a:pPr>
            <a:r>
              <a:rPr lang="en-US" sz="1200" dirty="0">
                <a:solidFill>
                  <a:schemeClr val="tx1"/>
                </a:solidFill>
              </a:rPr>
              <a:t>High Oil Recovery Rates: Features high efficiency due to oleophilic materials like brushes, disks, or drums.</a:t>
            </a:r>
          </a:p>
        </p:txBody>
      </p:sp>
      <p:pic>
        <p:nvPicPr>
          <p:cNvPr id="27" name="Picture 2" descr="Minimax 25 in action">
            <a:extLst>
              <a:ext uri="{FF2B5EF4-FFF2-40B4-BE49-F238E27FC236}">
                <a16:creationId xmlns:a16="http://schemas.microsoft.com/office/drawing/2014/main" id="{AEA2E609-1BD4-4D6E-B036-AF1D81828558}"/>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984432" y="1151397"/>
            <a:ext cx="1707342" cy="1327594"/>
          </a:xfrm>
          <a:prstGeom prst="rect">
            <a:avLst/>
          </a:prstGeom>
          <a:solidFill>
            <a:schemeClr val="bg1"/>
          </a:solidFill>
          <a:ln w="50800">
            <a:solidFill>
              <a:schemeClr val="bg1"/>
            </a:solidFill>
          </a:ln>
          <a:effectLst>
            <a:outerShdw blurRad="190500" sx="101000" sy="101000" algn="ctr" rotWithShape="0">
              <a:prstClr val="black">
                <a:alpha val="10000"/>
              </a:prstClr>
            </a:outerShdw>
          </a:effectLst>
        </p:spPr>
      </p:pic>
      <p:pic>
        <p:nvPicPr>
          <p:cNvPr id="28" name="Picture 8" descr="Sternmax in action">
            <a:extLst>
              <a:ext uri="{FF2B5EF4-FFF2-40B4-BE49-F238E27FC236}">
                <a16:creationId xmlns:a16="http://schemas.microsoft.com/office/drawing/2014/main" id="{997C3D4A-A7C9-41C8-90DE-0404C1B06930}"/>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6359462" y="2668007"/>
            <a:ext cx="5364260" cy="2907833"/>
          </a:xfrm>
          <a:prstGeom prst="rect">
            <a:avLst/>
          </a:prstGeom>
          <a:solidFill>
            <a:schemeClr val="bg1"/>
          </a:solidFill>
          <a:ln w="50800">
            <a:solidFill>
              <a:schemeClr val="bg1"/>
            </a:solidFill>
          </a:ln>
          <a:effectLst>
            <a:outerShdw blurRad="190500" sx="101000" sy="101000" algn="ctr" rotWithShape="0">
              <a:prstClr val="black">
                <a:alpha val="10000"/>
              </a:prstClr>
            </a:outerShdw>
          </a:effectLst>
        </p:spPr>
      </p:pic>
      <p:grpSp>
        <p:nvGrpSpPr>
          <p:cNvPr id="5" name="Group 4">
            <a:extLst>
              <a:ext uri="{FF2B5EF4-FFF2-40B4-BE49-F238E27FC236}">
                <a16:creationId xmlns:a16="http://schemas.microsoft.com/office/drawing/2014/main" id="{0B8D0047-0A82-4D70-9A3B-C64C65738DBF}"/>
              </a:ext>
            </a:extLst>
          </p:cNvPr>
          <p:cNvGrpSpPr/>
          <p:nvPr/>
        </p:nvGrpSpPr>
        <p:grpSpPr>
          <a:xfrm>
            <a:off x="8177486" y="1116958"/>
            <a:ext cx="1623257" cy="1362033"/>
            <a:chOff x="8192357" y="1970509"/>
            <a:chExt cx="1623257" cy="1362033"/>
          </a:xfrm>
        </p:grpSpPr>
        <p:sp>
          <p:nvSpPr>
            <p:cNvPr id="19" name="Rectangle 18">
              <a:extLst>
                <a:ext uri="{FF2B5EF4-FFF2-40B4-BE49-F238E27FC236}">
                  <a16:creationId xmlns:a16="http://schemas.microsoft.com/office/drawing/2014/main" id="{EE42D062-BF88-48DE-902C-5EE439902E88}"/>
                </a:ext>
              </a:extLst>
            </p:cNvPr>
            <p:cNvSpPr/>
            <p:nvPr/>
          </p:nvSpPr>
          <p:spPr bwMode="auto">
            <a:xfrm>
              <a:off x="8192357" y="1970509"/>
              <a:ext cx="1623257" cy="1362033"/>
            </a:xfrm>
            <a:prstGeom prst="rect">
              <a:avLst/>
            </a:prstGeom>
            <a:solidFill>
              <a:schemeClr val="bg1"/>
            </a:solidFill>
            <a:ln>
              <a:noFill/>
            </a:ln>
            <a:effectLst>
              <a:outerShdw blurRad="190500" sx="101000" sy="101000" algn="ctr" rotWithShape="0">
                <a:prstClr val="black">
                  <a:alpha val="10000"/>
                </a:prstClr>
              </a:outerShdw>
            </a:effectLst>
          </p:spPr>
          <p:txBody>
            <a:bodyPr vert="horz" wrap="square" lIns="121920" tIns="60960" rIns="121920" bIns="60960" numCol="1" rtlCol="0" anchor="t" anchorCtr="0" compatLnSpc="1">
              <a:prstTxWarp prst="textNoShape">
                <a:avLst/>
              </a:prstTxWarp>
            </a:bodyPr>
            <a:lstStyle/>
            <a:p>
              <a:pPr algn="ctr"/>
              <a:endParaRPr lang="en-US" sz="2400" dirty="0"/>
            </a:p>
          </p:txBody>
        </p:sp>
        <p:pic>
          <p:nvPicPr>
            <p:cNvPr id="29" name="Picture 4" descr="Skimmer 300mm + Diverter 240VAC | Dimac">
              <a:extLst>
                <a:ext uri="{FF2B5EF4-FFF2-40B4-BE49-F238E27FC236}">
                  <a16:creationId xmlns:a16="http://schemas.microsoft.com/office/drawing/2014/main" id="{0B53D76B-7EB9-42D2-BFB4-3BA2AC9A110B}"/>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238651" y="2159525"/>
              <a:ext cx="1530669" cy="98400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 name="Group 2">
            <a:extLst>
              <a:ext uri="{FF2B5EF4-FFF2-40B4-BE49-F238E27FC236}">
                <a16:creationId xmlns:a16="http://schemas.microsoft.com/office/drawing/2014/main" id="{ADB56E1B-5675-4900-A235-0D99521D354D}"/>
              </a:ext>
            </a:extLst>
          </p:cNvPr>
          <p:cNvGrpSpPr/>
          <p:nvPr/>
        </p:nvGrpSpPr>
        <p:grpSpPr>
          <a:xfrm>
            <a:off x="6370540" y="1116958"/>
            <a:ext cx="1623257" cy="1362033"/>
            <a:chOff x="6370540" y="1970509"/>
            <a:chExt cx="1623257" cy="1362033"/>
          </a:xfrm>
        </p:grpSpPr>
        <p:sp>
          <p:nvSpPr>
            <p:cNvPr id="21" name="Rectangle 20">
              <a:extLst>
                <a:ext uri="{FF2B5EF4-FFF2-40B4-BE49-F238E27FC236}">
                  <a16:creationId xmlns:a16="http://schemas.microsoft.com/office/drawing/2014/main" id="{0ECED290-2379-41B6-ABAA-F94EAA1BEF82}"/>
                </a:ext>
              </a:extLst>
            </p:cNvPr>
            <p:cNvSpPr/>
            <p:nvPr/>
          </p:nvSpPr>
          <p:spPr bwMode="auto">
            <a:xfrm>
              <a:off x="6370540" y="1970509"/>
              <a:ext cx="1623257" cy="1362033"/>
            </a:xfrm>
            <a:prstGeom prst="rect">
              <a:avLst/>
            </a:prstGeom>
            <a:solidFill>
              <a:schemeClr val="bg1"/>
            </a:solidFill>
            <a:ln>
              <a:noFill/>
            </a:ln>
            <a:effectLst>
              <a:outerShdw blurRad="190500" sx="101000" sy="101000" algn="ctr" rotWithShape="0">
                <a:prstClr val="black">
                  <a:alpha val="10000"/>
                </a:prstClr>
              </a:outerShdw>
            </a:effectLst>
          </p:spPr>
          <p:txBody>
            <a:bodyPr vert="horz" wrap="square" lIns="121920" tIns="60960" rIns="121920" bIns="60960" numCol="1" rtlCol="0" anchor="t" anchorCtr="0" compatLnSpc="1">
              <a:prstTxWarp prst="textNoShape">
                <a:avLst/>
              </a:prstTxWarp>
            </a:bodyPr>
            <a:lstStyle/>
            <a:p>
              <a:pPr algn="ctr"/>
              <a:endParaRPr lang="en-US" sz="2400" dirty="0"/>
            </a:p>
          </p:txBody>
        </p:sp>
        <p:pic>
          <p:nvPicPr>
            <p:cNvPr id="40" name="Picture 6" descr="Disc Skimmer - Darcy Spillcare">
              <a:extLst>
                <a:ext uri="{FF2B5EF4-FFF2-40B4-BE49-F238E27FC236}">
                  <a16:creationId xmlns:a16="http://schemas.microsoft.com/office/drawing/2014/main" id="{8371A585-764B-4BE8-8102-3D3A8483D0A6}"/>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6443295" y="2251498"/>
              <a:ext cx="1477880" cy="875958"/>
            </a:xfrm>
            <a:prstGeom prst="rect">
              <a:avLst/>
            </a:prstGeom>
            <a:noFill/>
            <a:extLst>
              <a:ext uri="{909E8E84-426E-40DD-AFC4-6F175D3DCCD1}">
                <a14:hiddenFill xmlns:a14="http://schemas.microsoft.com/office/drawing/2010/main">
                  <a:solidFill>
                    <a:srgbClr val="FFFFFF"/>
                  </a:solidFill>
                </a14:hiddenFill>
              </a:ext>
            </a:extLst>
          </p:spPr>
        </p:pic>
      </p:grpSp>
      <p:sp>
        <p:nvSpPr>
          <p:cNvPr id="41" name="Google Shape;571;p16">
            <a:extLst>
              <a:ext uri="{FF2B5EF4-FFF2-40B4-BE49-F238E27FC236}">
                <a16:creationId xmlns:a16="http://schemas.microsoft.com/office/drawing/2014/main" id="{20723F06-D995-4874-B9CB-9612F69DC305}"/>
              </a:ext>
            </a:extLst>
          </p:cNvPr>
          <p:cNvSpPr txBox="1">
            <a:spLocks/>
          </p:cNvSpPr>
          <p:nvPr/>
        </p:nvSpPr>
        <p:spPr>
          <a:xfrm>
            <a:off x="831732" y="4128205"/>
            <a:ext cx="1574590" cy="276999"/>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b="1" dirty="0">
                <a:solidFill>
                  <a:srgbClr val="002F5F"/>
                </a:solidFill>
              </a:rPr>
              <a:t>Question</a:t>
            </a:r>
          </a:p>
        </p:txBody>
      </p:sp>
      <p:sp>
        <p:nvSpPr>
          <p:cNvPr id="44" name="Text Placeholder 16">
            <a:extLst>
              <a:ext uri="{FF2B5EF4-FFF2-40B4-BE49-F238E27FC236}">
                <a16:creationId xmlns:a16="http://schemas.microsoft.com/office/drawing/2014/main" id="{889D20C1-31FB-456D-948C-2EE344F7C036}"/>
              </a:ext>
            </a:extLst>
          </p:cNvPr>
          <p:cNvSpPr txBox="1">
            <a:spLocks/>
          </p:cNvSpPr>
          <p:nvPr/>
        </p:nvSpPr>
        <p:spPr>
          <a:xfrm>
            <a:off x="749699" y="4507462"/>
            <a:ext cx="4410197" cy="649730"/>
          </a:xfrm>
          <a:prstGeom prst="rect">
            <a:avLst/>
          </a:prstGeom>
        </p:spPr>
        <p:txBody>
          <a:bodyPr wrap="square">
            <a:spAutoFit/>
          </a:bodyPr>
          <a:lstStyle>
            <a:lvl1pPr marL="0" indent="0" algn="l" defTabSz="685800" rtl="0" eaLnBrk="1" latinLnBrk="0" hangingPunct="1">
              <a:lnSpc>
                <a:spcPct val="120000"/>
              </a:lnSpc>
              <a:spcBef>
                <a:spcPts val="450"/>
              </a:spcBef>
              <a:buFontTx/>
              <a:buNone/>
              <a:defRPr sz="1350" kern="1200">
                <a:solidFill>
                  <a:schemeClr val="accent2"/>
                </a:solidFill>
                <a:latin typeface="+mn-lt"/>
                <a:ea typeface="+mn-ea"/>
                <a:cs typeface="+mn-cs"/>
              </a:defRPr>
            </a:lvl1pPr>
            <a:lvl2pPr marL="200025" indent="-200025" algn="l" defTabSz="685800" rtl="0" eaLnBrk="1" latinLnBrk="0" hangingPunct="1">
              <a:lnSpc>
                <a:spcPct val="120000"/>
              </a:lnSpc>
              <a:spcBef>
                <a:spcPts val="450"/>
              </a:spcBef>
              <a:buFont typeface="Arial" panose="020B0604020202020204" pitchFamily="34" charset="0"/>
              <a:buChar char="•"/>
              <a:defRPr sz="1350" kern="1200">
                <a:solidFill>
                  <a:schemeClr val="accent2"/>
                </a:solidFill>
                <a:latin typeface="+mn-lt"/>
                <a:ea typeface="+mn-ea"/>
                <a:cs typeface="+mn-cs"/>
              </a:defRPr>
            </a:lvl2pPr>
            <a:lvl3pPr marL="407194" indent="-207169"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3pPr>
            <a:lvl4pPr marL="607219" indent="-200025"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4pPr>
            <a:lvl5pPr marL="807244"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5pPr>
            <a:lvl6pPr marL="1007269"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6pPr>
            <a:lvl7pPr marL="1214438" indent="-207169"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7pPr>
            <a:lvl8pPr marL="1414463"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8pPr>
            <a:lvl9pPr marL="1614488"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9pPr>
          </a:lstStyle>
          <a:p>
            <a:pPr marL="342900" indent="-342900">
              <a:spcBef>
                <a:spcPts val="0"/>
              </a:spcBef>
              <a:spcAft>
                <a:spcPts val="533"/>
              </a:spcAft>
              <a:buSzPct val="80000"/>
              <a:buFont typeface="+mj-lt"/>
              <a:buAutoNum type="arabicPeriod"/>
            </a:pPr>
            <a:r>
              <a:rPr lang="en-US" sz="1400" dirty="0"/>
              <a:t>Will they work on emulsified oils?</a:t>
            </a:r>
          </a:p>
          <a:p>
            <a:pPr marL="342900" indent="-342900">
              <a:spcBef>
                <a:spcPts val="0"/>
              </a:spcBef>
              <a:spcAft>
                <a:spcPts val="533"/>
              </a:spcAft>
              <a:buSzPct val="80000"/>
              <a:buFont typeface="+mj-lt"/>
              <a:buAutoNum type="arabicPeriod"/>
            </a:pPr>
            <a:r>
              <a:rPr lang="en-US" sz="1400" dirty="0"/>
              <a:t>Will they work on oil treated with dispersant?</a:t>
            </a:r>
          </a:p>
        </p:txBody>
      </p:sp>
    </p:spTree>
    <p:extLst>
      <p:ext uri="{BB962C8B-B14F-4D97-AF65-F5344CB8AC3E}">
        <p14:creationId xmlns:p14="http://schemas.microsoft.com/office/powerpoint/2010/main" val="25619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EBBB83FD-81C1-494B-86FE-AC802CCDB553}"/>
              </a:ext>
            </a:extLst>
          </p:cNvPr>
          <p:cNvSpPr/>
          <p:nvPr/>
        </p:nvSpPr>
        <p:spPr bwMode="auto">
          <a:xfrm>
            <a:off x="6161658" y="946138"/>
            <a:ext cx="5712251" cy="4726657"/>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8" name="Title 7">
            <a:extLst>
              <a:ext uri="{FF2B5EF4-FFF2-40B4-BE49-F238E27FC236}">
                <a16:creationId xmlns:a16="http://schemas.microsoft.com/office/drawing/2014/main" id="{9A75A1B1-48F2-4F49-885D-1FAE9B7A3223}"/>
              </a:ext>
            </a:extLst>
          </p:cNvPr>
          <p:cNvSpPr>
            <a:spLocks noGrp="1"/>
          </p:cNvSpPr>
          <p:nvPr>
            <p:ph type="title"/>
          </p:nvPr>
        </p:nvSpPr>
        <p:spPr>
          <a:xfrm>
            <a:off x="550343" y="848325"/>
            <a:ext cx="7056163" cy="492443"/>
          </a:xfrm>
        </p:spPr>
        <p:txBody>
          <a:bodyPr/>
          <a:lstStyle/>
          <a:p>
            <a:pPr algn="l"/>
            <a:r>
              <a:rPr lang="en-US" dirty="0"/>
              <a:t>Weir Skimmer</a:t>
            </a:r>
          </a:p>
        </p:txBody>
      </p:sp>
      <p:sp>
        <p:nvSpPr>
          <p:cNvPr id="4" name="Slide Number Placeholder 3">
            <a:extLst>
              <a:ext uri="{FF2B5EF4-FFF2-40B4-BE49-F238E27FC236}">
                <a16:creationId xmlns:a16="http://schemas.microsoft.com/office/drawing/2014/main" id="{7ED8EE1D-5D63-4DEF-A1AE-26B43371F4B2}"/>
              </a:ext>
            </a:extLst>
          </p:cNvPr>
          <p:cNvSpPr>
            <a:spLocks noGrp="1"/>
          </p:cNvSpPr>
          <p:nvPr>
            <p:ph type="sldNum" sz="quarter" idx="10"/>
          </p:nvPr>
        </p:nvSpPr>
        <p:spPr/>
        <p:txBody>
          <a:bodyPr/>
          <a:lstStyle/>
          <a:p>
            <a:fld id="{5B16D1FE-3A35-41BA-8EBE-413702045235}" type="slidenum">
              <a:rPr lang="en-US" smtClean="0"/>
              <a:pPr/>
              <a:t>6</a:t>
            </a:fld>
            <a:endParaRPr lang="en-US"/>
          </a:p>
        </p:txBody>
      </p:sp>
      <p:sp>
        <p:nvSpPr>
          <p:cNvPr id="2" name="Date Placeholder 1">
            <a:extLst>
              <a:ext uri="{FF2B5EF4-FFF2-40B4-BE49-F238E27FC236}">
                <a16:creationId xmlns:a16="http://schemas.microsoft.com/office/drawing/2014/main" id="{68D7ED68-FFBD-422D-94C4-1E0BE0346F0D}"/>
              </a:ext>
            </a:extLst>
          </p:cNvPr>
          <p:cNvSpPr>
            <a:spLocks noGrp="1"/>
          </p:cNvSpPr>
          <p:nvPr>
            <p:ph type="dt" sz="half" idx="11"/>
          </p:nvPr>
        </p:nvSpPr>
        <p:spPr/>
        <p:txBody>
          <a:bodyPr/>
          <a:lstStyle/>
          <a:p>
            <a:fld id="{C04D8C66-68A2-481E-9B7B-2266A5937B08}" type="datetime3">
              <a:rPr lang="en-US" smtClean="0"/>
              <a:t>1 October 2026</a:t>
            </a:fld>
            <a:endParaRPr lang="en-US"/>
          </a:p>
        </p:txBody>
      </p:sp>
      <p:sp>
        <p:nvSpPr>
          <p:cNvPr id="29" name="TextBox 28">
            <a:extLst>
              <a:ext uri="{FF2B5EF4-FFF2-40B4-BE49-F238E27FC236}">
                <a16:creationId xmlns:a16="http://schemas.microsoft.com/office/drawing/2014/main" id="{6F54C81D-E325-4E91-BEE2-F48B30993671}"/>
              </a:ext>
            </a:extLst>
          </p:cNvPr>
          <p:cNvSpPr txBox="1"/>
          <p:nvPr/>
        </p:nvSpPr>
        <p:spPr>
          <a:xfrm>
            <a:off x="450305" y="1601407"/>
            <a:ext cx="5328592" cy="2431050"/>
          </a:xfrm>
          <a:prstGeom prst="rect">
            <a:avLst/>
          </a:prstGeom>
          <a:noFill/>
        </p:spPr>
        <p:txBody>
          <a:bodyPr vert="horz" wrap="square" rtlCol="0">
            <a:spAutoFit/>
          </a:bodyPr>
          <a:lstStyle/>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Selective Skimming: Weir skimmers can adjust to varying oil thicknesses, typically skimming layers from 1 mm up to 10cm</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Recovery Rates: Capable of processing large volumes,</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Operational Range: Effective in both calm and moderately rough waters</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Oil Type Flexibility: Efficient across a broad spectrum of oil types, from light gasoline to heavy crude oils.</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Water Content: Typically collects between 40 - 60% water in the recovered oil,</a:t>
            </a:r>
          </a:p>
        </p:txBody>
      </p:sp>
      <p:pic>
        <p:nvPicPr>
          <p:cNvPr id="12" name="Picture 2" descr="Weir Oil Skimmers | Oil Spill Cleanup ..." hidden="1">
            <a:extLst>
              <a:ext uri="{FF2B5EF4-FFF2-40B4-BE49-F238E27FC236}">
                <a16:creationId xmlns:a16="http://schemas.microsoft.com/office/drawing/2014/main" id="{CD1AA8F6-C13B-480C-9813-6309FD202F0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6240015" y="1409700"/>
            <a:ext cx="5543851" cy="239928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Dragonfly Mini Floating Weir Skimmers ..." hidden="1">
            <a:extLst>
              <a:ext uri="{FF2B5EF4-FFF2-40B4-BE49-F238E27FC236}">
                <a16:creationId xmlns:a16="http://schemas.microsoft.com/office/drawing/2014/main" id="{D818388E-4166-4DF0-9502-8AB63F6AC0DD}"/>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235379" y="3933056"/>
            <a:ext cx="2732087" cy="199548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Dragonfly Mini Floating Weir Skimmers ..." hidden="1">
            <a:extLst>
              <a:ext uri="{FF2B5EF4-FFF2-40B4-BE49-F238E27FC236}">
                <a16:creationId xmlns:a16="http://schemas.microsoft.com/office/drawing/2014/main" id="{0B8420F4-7030-4BBC-8E73-DD0CFC13F797}"/>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9099550" y="3933056"/>
            <a:ext cx="2684316" cy="201064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Weir Oil Skimmers | Oil Spill Cleanup ...">
            <a:extLst>
              <a:ext uri="{FF2B5EF4-FFF2-40B4-BE49-F238E27FC236}">
                <a16:creationId xmlns:a16="http://schemas.microsoft.com/office/drawing/2014/main" id="{63894844-F6BD-4A6F-BB10-87555C5E897C}"/>
              </a:ext>
            </a:extLst>
          </p:cNvPr>
          <p:cNvPicPr>
            <a:picLocks noGrp="1" noChangeAspect="1" noChangeArrowheads="1"/>
          </p:cNvPicPr>
          <p:nvPr>
            <p:ph type="pic" sz="quarter" idx="13"/>
          </p:nvPr>
        </p:nvPicPr>
        <p:blipFill rotWithShape="1">
          <a:blip r:embed="rId6" cstate="screen">
            <a:extLst>
              <a:ext uri="{28A0092B-C50C-407E-A947-70E740481C1C}">
                <a14:useLocalDpi xmlns:a14="http://schemas.microsoft.com/office/drawing/2010/main"/>
              </a:ext>
            </a:extLst>
          </a:blip>
          <a:srcRect/>
          <a:stretch/>
        </p:blipFill>
        <p:spPr bwMode="auto">
          <a:xfrm>
            <a:off x="6240463" y="1035709"/>
            <a:ext cx="5549900" cy="239871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Placeholder 26" descr="Dragonfly Mini Floating Weir Skimmers ...">
            <a:extLst>
              <a:ext uri="{FF2B5EF4-FFF2-40B4-BE49-F238E27FC236}">
                <a16:creationId xmlns:a16="http://schemas.microsoft.com/office/drawing/2014/main" id="{1F80EBB7-1403-4F89-9B2F-D37C06D2C996}"/>
              </a:ext>
            </a:extLst>
          </p:cNvPr>
          <p:cNvPicPr>
            <a:picLocks noGrp="1" noChangeAspect="1" noChangeArrowheads="1"/>
          </p:cNvPicPr>
          <p:nvPr>
            <p:ph type="pic" sz="quarter" idx="14"/>
          </p:nvPr>
        </p:nvPicPr>
        <p:blipFill rotWithShape="1">
          <a:blip r:embed="rId7" cstate="screen">
            <a:extLst>
              <a:ext uri="{28A0092B-C50C-407E-A947-70E740481C1C}">
                <a14:useLocalDpi xmlns:a14="http://schemas.microsoft.com/office/drawing/2010/main"/>
              </a:ext>
            </a:extLst>
          </a:blip>
          <a:srcRect/>
          <a:stretch/>
        </p:blipFill>
        <p:spPr bwMode="auto">
          <a:xfrm>
            <a:off x="6240463" y="3585234"/>
            <a:ext cx="2732087" cy="199548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6" descr="Dragonfly Mini Floating Weir Skimmers ...">
            <a:extLst>
              <a:ext uri="{FF2B5EF4-FFF2-40B4-BE49-F238E27FC236}">
                <a16:creationId xmlns:a16="http://schemas.microsoft.com/office/drawing/2014/main" id="{78892EF6-4218-4912-A436-721D56AE9536}"/>
              </a:ext>
            </a:extLst>
          </p:cNvPr>
          <p:cNvPicPr>
            <a:picLocks noGrp="1" noChangeAspect="1" noChangeArrowheads="1"/>
          </p:cNvPicPr>
          <p:nvPr>
            <p:ph type="pic" sz="quarter" idx="15"/>
          </p:nvPr>
        </p:nvPicPr>
        <p:blipFill rotWithShape="1">
          <a:blip r:embed="rId8" cstate="screen">
            <a:extLst>
              <a:ext uri="{28A0092B-C50C-407E-A947-70E740481C1C}">
                <a14:useLocalDpi xmlns:a14="http://schemas.microsoft.com/office/drawing/2010/main"/>
              </a:ext>
            </a:extLst>
          </a:blip>
          <a:srcRect/>
          <a:stretch/>
        </p:blipFill>
        <p:spPr bwMode="auto">
          <a:xfrm>
            <a:off x="9099550" y="3585234"/>
            <a:ext cx="2690813" cy="1995487"/>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F236802C-8B25-4C1A-9858-E884DA369E76}"/>
              </a:ext>
            </a:extLst>
          </p:cNvPr>
          <p:cNvSpPr/>
          <p:nvPr/>
        </p:nvSpPr>
        <p:spPr bwMode="auto">
          <a:xfrm>
            <a:off x="571079" y="4293096"/>
            <a:ext cx="4825057" cy="1714792"/>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31" name="Google Shape;571;p16">
            <a:extLst>
              <a:ext uri="{FF2B5EF4-FFF2-40B4-BE49-F238E27FC236}">
                <a16:creationId xmlns:a16="http://schemas.microsoft.com/office/drawing/2014/main" id="{054DA61C-0917-4997-A088-6C997EE6CB9F}"/>
              </a:ext>
            </a:extLst>
          </p:cNvPr>
          <p:cNvSpPr txBox="1">
            <a:spLocks/>
          </p:cNvSpPr>
          <p:nvPr/>
        </p:nvSpPr>
        <p:spPr>
          <a:xfrm>
            <a:off x="851948" y="4639988"/>
            <a:ext cx="1574590" cy="276999"/>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b="1" dirty="0">
                <a:solidFill>
                  <a:srgbClr val="002F5F"/>
                </a:solidFill>
              </a:rPr>
              <a:t>Question</a:t>
            </a:r>
          </a:p>
        </p:txBody>
      </p:sp>
      <p:sp>
        <p:nvSpPr>
          <p:cNvPr id="32" name="Text Placeholder 16">
            <a:extLst>
              <a:ext uri="{FF2B5EF4-FFF2-40B4-BE49-F238E27FC236}">
                <a16:creationId xmlns:a16="http://schemas.microsoft.com/office/drawing/2014/main" id="{EEDF77CC-876F-491B-A652-A141B153164F}"/>
              </a:ext>
            </a:extLst>
          </p:cNvPr>
          <p:cNvSpPr txBox="1">
            <a:spLocks/>
          </p:cNvSpPr>
          <p:nvPr/>
        </p:nvSpPr>
        <p:spPr>
          <a:xfrm>
            <a:off x="769915" y="5019245"/>
            <a:ext cx="4410197" cy="649730"/>
          </a:xfrm>
          <a:prstGeom prst="rect">
            <a:avLst/>
          </a:prstGeom>
        </p:spPr>
        <p:txBody>
          <a:bodyPr wrap="square">
            <a:spAutoFit/>
          </a:bodyPr>
          <a:lstStyle>
            <a:lvl1pPr marL="0" indent="0" algn="l" defTabSz="685800" rtl="0" eaLnBrk="1" latinLnBrk="0" hangingPunct="1">
              <a:lnSpc>
                <a:spcPct val="120000"/>
              </a:lnSpc>
              <a:spcBef>
                <a:spcPts val="450"/>
              </a:spcBef>
              <a:buFontTx/>
              <a:buNone/>
              <a:defRPr sz="1350" kern="1200">
                <a:solidFill>
                  <a:schemeClr val="accent2"/>
                </a:solidFill>
                <a:latin typeface="+mn-lt"/>
                <a:ea typeface="+mn-ea"/>
                <a:cs typeface="+mn-cs"/>
              </a:defRPr>
            </a:lvl1pPr>
            <a:lvl2pPr marL="200025" indent="-200025" algn="l" defTabSz="685800" rtl="0" eaLnBrk="1" latinLnBrk="0" hangingPunct="1">
              <a:lnSpc>
                <a:spcPct val="120000"/>
              </a:lnSpc>
              <a:spcBef>
                <a:spcPts val="450"/>
              </a:spcBef>
              <a:buFont typeface="Arial" panose="020B0604020202020204" pitchFamily="34" charset="0"/>
              <a:buChar char="•"/>
              <a:defRPr sz="1350" kern="1200">
                <a:solidFill>
                  <a:schemeClr val="accent2"/>
                </a:solidFill>
                <a:latin typeface="+mn-lt"/>
                <a:ea typeface="+mn-ea"/>
                <a:cs typeface="+mn-cs"/>
              </a:defRPr>
            </a:lvl2pPr>
            <a:lvl3pPr marL="407194" indent="-207169"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3pPr>
            <a:lvl4pPr marL="607219" indent="-200025"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4pPr>
            <a:lvl5pPr marL="807244"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5pPr>
            <a:lvl6pPr marL="1007269"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6pPr>
            <a:lvl7pPr marL="1214438" indent="-207169"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7pPr>
            <a:lvl8pPr marL="1414463"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8pPr>
            <a:lvl9pPr marL="1614488"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9pPr>
          </a:lstStyle>
          <a:p>
            <a:pPr marL="342900" indent="-342900">
              <a:spcBef>
                <a:spcPts val="0"/>
              </a:spcBef>
              <a:spcAft>
                <a:spcPts val="533"/>
              </a:spcAft>
              <a:buSzPct val="80000"/>
              <a:buFont typeface="+mj-lt"/>
              <a:buAutoNum type="arabicPeriod"/>
            </a:pPr>
            <a:r>
              <a:rPr lang="en-US" sz="1400" dirty="0"/>
              <a:t>Will they work on emulsified oils?</a:t>
            </a:r>
          </a:p>
          <a:p>
            <a:pPr marL="342900" indent="-342900">
              <a:spcBef>
                <a:spcPts val="0"/>
              </a:spcBef>
              <a:spcAft>
                <a:spcPts val="533"/>
              </a:spcAft>
              <a:buSzPct val="80000"/>
              <a:buFont typeface="+mj-lt"/>
              <a:buAutoNum type="arabicPeriod"/>
            </a:pPr>
            <a:r>
              <a:rPr lang="en-US" sz="1400" dirty="0"/>
              <a:t>Will they work on oil treated with dispersant?</a:t>
            </a:r>
          </a:p>
        </p:txBody>
      </p:sp>
    </p:spTree>
    <p:extLst>
      <p:ext uri="{BB962C8B-B14F-4D97-AF65-F5344CB8AC3E}">
        <p14:creationId xmlns:p14="http://schemas.microsoft.com/office/powerpoint/2010/main" val="19403463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ECED290-2379-41B6-ABAA-F94EAA1BEF82}"/>
              </a:ext>
            </a:extLst>
          </p:cNvPr>
          <p:cNvSpPr/>
          <p:nvPr/>
        </p:nvSpPr>
        <p:spPr bwMode="auto">
          <a:xfrm>
            <a:off x="6849535" y="438149"/>
            <a:ext cx="4724400" cy="5655735"/>
          </a:xfrm>
          <a:prstGeom prst="rect">
            <a:avLst/>
          </a:prstGeom>
          <a:solidFill>
            <a:schemeClr val="bg1"/>
          </a:solidFill>
          <a:ln>
            <a:noFill/>
          </a:ln>
          <a:effectLst>
            <a:outerShdw blurRad="190500" sx="101000" sy="101000" algn="ctr" rotWithShape="0">
              <a:prstClr val="black">
                <a:alpha val="10000"/>
              </a:prstClr>
            </a:outerShdw>
          </a:effectLst>
        </p:spPr>
        <p:txBody>
          <a:bodyPr vert="horz" wrap="square" lIns="121920" tIns="60960" rIns="121920" bIns="60960" numCol="1" rtlCol="0" anchor="t" anchorCtr="0" compatLnSpc="1">
            <a:prstTxWarp prst="textNoShape">
              <a:avLst/>
            </a:prstTxWarp>
          </a:bodyPr>
          <a:lstStyle/>
          <a:p>
            <a:pPr algn="ctr"/>
            <a:endParaRPr lang="en-US" sz="2400" dirty="0"/>
          </a:p>
        </p:txBody>
      </p:sp>
      <p:sp>
        <p:nvSpPr>
          <p:cNvPr id="4" name="Title 3">
            <a:extLst>
              <a:ext uri="{FF2B5EF4-FFF2-40B4-BE49-F238E27FC236}">
                <a16:creationId xmlns:a16="http://schemas.microsoft.com/office/drawing/2014/main" id="{189F1865-57BB-4D80-855E-58DF11D49F9D}"/>
              </a:ext>
            </a:extLst>
          </p:cNvPr>
          <p:cNvSpPr>
            <a:spLocks noGrp="1"/>
          </p:cNvSpPr>
          <p:nvPr>
            <p:ph type="title"/>
          </p:nvPr>
        </p:nvSpPr>
        <p:spPr>
          <a:xfrm>
            <a:off x="556891" y="836712"/>
            <a:ext cx="5578800" cy="492443"/>
          </a:xfrm>
        </p:spPr>
        <p:txBody>
          <a:bodyPr spcFirstLastPara="1" vert="horz" wrap="square" lIns="0" tIns="0" rIns="0" bIns="0" rtlCol="0" anchor="b" anchorCtr="0">
            <a:spAutoFit/>
          </a:bodyPr>
          <a:lstStyle/>
          <a:p>
            <a:r>
              <a:rPr lang="en-US" dirty="0"/>
              <a:t>Vacuum Skimmer</a:t>
            </a:r>
          </a:p>
        </p:txBody>
      </p:sp>
      <p:sp>
        <p:nvSpPr>
          <p:cNvPr id="18" name="Date Placeholder 3">
            <a:extLst>
              <a:ext uri="{FF2B5EF4-FFF2-40B4-BE49-F238E27FC236}">
                <a16:creationId xmlns:a16="http://schemas.microsoft.com/office/drawing/2014/main" id="{528527AD-F419-4C0E-ACE7-D50E2CE987EB}"/>
              </a:ext>
            </a:extLst>
          </p:cNvPr>
          <p:cNvSpPr>
            <a:spLocks noGrp="1"/>
          </p:cNvSpPr>
          <p:nvPr>
            <p:ph type="dt" sz="half" idx="10"/>
          </p:nvPr>
        </p:nvSpPr>
        <p:spPr>
          <a:xfrm>
            <a:off x="911424" y="6381328"/>
            <a:ext cx="1224136" cy="143296"/>
          </a:xfrm>
        </p:spPr>
        <p:txBody>
          <a:bodyPr/>
          <a:lstStyle/>
          <a:p>
            <a:fld id="{1F58556A-89C4-4765-82D8-1315E2090A14}" type="datetime3">
              <a:rPr lang="en-US" smtClean="0"/>
              <a:t>1 October 2026</a:t>
            </a:fld>
            <a:endParaRPr lang="en-US" dirty="0"/>
          </a:p>
        </p:txBody>
      </p:sp>
      <p:sp>
        <p:nvSpPr>
          <p:cNvPr id="20" name="Slide Number Placeholder 5">
            <a:extLst>
              <a:ext uri="{FF2B5EF4-FFF2-40B4-BE49-F238E27FC236}">
                <a16:creationId xmlns:a16="http://schemas.microsoft.com/office/drawing/2014/main" id="{252CFF33-2220-40EE-A048-0E9B5406E836}"/>
              </a:ext>
            </a:extLst>
          </p:cNvPr>
          <p:cNvSpPr>
            <a:spLocks noGrp="1"/>
          </p:cNvSpPr>
          <p:nvPr>
            <p:ph type="sldNum" sz="quarter" idx="12"/>
          </p:nvPr>
        </p:nvSpPr>
        <p:spPr>
          <a:xfrm flipH="1">
            <a:off x="407989" y="6381328"/>
            <a:ext cx="359420" cy="143296"/>
          </a:xfrm>
        </p:spPr>
        <p:txBody>
          <a:bodyPr/>
          <a:lstStyle/>
          <a:p>
            <a:fld id="{5B16D1FE-3A35-41BA-8EBE-413702045235}" type="slidenum">
              <a:rPr lang="en-US" smtClean="0"/>
              <a:t>7</a:t>
            </a:fld>
            <a:endParaRPr lang="en-US"/>
          </a:p>
        </p:txBody>
      </p:sp>
      <p:sp>
        <p:nvSpPr>
          <p:cNvPr id="13" name="TextBox 12">
            <a:extLst>
              <a:ext uri="{FF2B5EF4-FFF2-40B4-BE49-F238E27FC236}">
                <a16:creationId xmlns:a16="http://schemas.microsoft.com/office/drawing/2014/main" id="{D2D62B7D-2F7C-4F6F-9337-176088FEFBA3}"/>
              </a:ext>
            </a:extLst>
          </p:cNvPr>
          <p:cNvSpPr txBox="1"/>
          <p:nvPr/>
        </p:nvSpPr>
        <p:spPr>
          <a:xfrm>
            <a:off x="479376" y="1484784"/>
            <a:ext cx="5578800" cy="2431050"/>
          </a:xfrm>
          <a:prstGeom prst="rect">
            <a:avLst/>
          </a:prstGeom>
          <a:noFill/>
        </p:spPr>
        <p:txBody>
          <a:bodyPr vert="horz" wrap="square" rtlCol="0">
            <a:spAutoFit/>
          </a:bodyPr>
          <a:lstStyle/>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Operational Depth: Can operate in water depths as shallow as a few inches to several feet,</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Versatility in Viscosity: Vacuum skimmers can handle any viscosity of oil</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err="1">
                <a:ln>
                  <a:noFill/>
                </a:ln>
                <a:effectLst/>
                <a:uLnTx/>
                <a:uFillTx/>
                <a:latin typeface="Arial"/>
                <a:ea typeface="+mn-ea"/>
                <a:cs typeface="+mn-cs"/>
              </a:rPr>
              <a:t>Labour</a:t>
            </a:r>
            <a:r>
              <a:rPr kumimoji="0" lang="en-US" sz="1200" b="0" i="0" u="none" strike="noStrike" kern="1200" cap="none" spc="0" normalizeH="0" baseline="0" noProof="0" dirty="0">
                <a:ln>
                  <a:noFill/>
                </a:ln>
                <a:effectLst/>
                <a:uLnTx/>
                <a:uFillTx/>
                <a:latin typeface="Arial"/>
                <a:ea typeface="+mn-ea"/>
                <a:cs typeface="+mn-cs"/>
              </a:rPr>
              <a:t> Intensity: Operating these skimmers is labor-intensive, requiring constant supervision and manual adjustments by operators.</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Water Content: High water content in recovered material, averaging around 70%, which varies based on the operator’s skill </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Explosion Risk: There is an increased risk of explosion when recovering lighter, more volatile oil products</a:t>
            </a:r>
          </a:p>
        </p:txBody>
      </p:sp>
      <p:pic>
        <p:nvPicPr>
          <p:cNvPr id="19" name="Picture 4" descr="Lamor Manta Ray Skimmer 1300x870">
            <a:extLst>
              <a:ext uri="{FF2B5EF4-FFF2-40B4-BE49-F238E27FC236}">
                <a16:creationId xmlns:a16="http://schemas.microsoft.com/office/drawing/2014/main" id="{FDD8FEA8-ADDD-471F-870E-59B0420ED702}"/>
              </a:ext>
            </a:extLst>
          </p:cNvPr>
          <p:cNvPicPr>
            <a:picLocks noGrp="1" noChangeAspect="1" noChangeArrowheads="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bwMode="auto">
          <a:xfrm>
            <a:off x="6994525" y="585788"/>
            <a:ext cx="4433888" cy="263207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Vacuum oil skimmer - SHOVELHEAD - Elastec">
            <a:extLst>
              <a:ext uri="{FF2B5EF4-FFF2-40B4-BE49-F238E27FC236}">
                <a16:creationId xmlns:a16="http://schemas.microsoft.com/office/drawing/2014/main" id="{23F4BF7E-3BAD-46C8-9BB2-9EC5B14D3A4F}"/>
              </a:ext>
            </a:extLst>
          </p:cNvPr>
          <p:cNvPicPr>
            <a:picLocks noGrp="1" noChangeAspect="1" noChangeArrowheads="1"/>
          </p:cNvPicPr>
          <p:nvPr>
            <p:ph type="pic" sz="quarter" idx="14"/>
          </p:nvPr>
        </p:nvPicPr>
        <p:blipFill rotWithShape="1">
          <a:blip r:embed="rId4" cstate="screen">
            <a:extLst>
              <a:ext uri="{28A0092B-C50C-407E-A947-70E740481C1C}">
                <a14:useLocalDpi xmlns:a14="http://schemas.microsoft.com/office/drawing/2010/main"/>
              </a:ext>
            </a:extLst>
          </a:blip>
          <a:srcRect/>
          <a:stretch/>
        </p:blipFill>
        <p:spPr bwMode="auto">
          <a:xfrm>
            <a:off x="6994525" y="3314700"/>
            <a:ext cx="4433888" cy="2633663"/>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27">
            <a:extLst>
              <a:ext uri="{FF2B5EF4-FFF2-40B4-BE49-F238E27FC236}">
                <a16:creationId xmlns:a16="http://schemas.microsoft.com/office/drawing/2014/main" id="{B3CFA778-E808-479B-913A-322F6D50540B}"/>
              </a:ext>
            </a:extLst>
          </p:cNvPr>
          <p:cNvSpPr/>
          <p:nvPr/>
        </p:nvSpPr>
        <p:spPr bwMode="auto">
          <a:xfrm>
            <a:off x="571079" y="4293096"/>
            <a:ext cx="4825057" cy="1714792"/>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29" name="Google Shape;571;p16">
            <a:extLst>
              <a:ext uri="{FF2B5EF4-FFF2-40B4-BE49-F238E27FC236}">
                <a16:creationId xmlns:a16="http://schemas.microsoft.com/office/drawing/2014/main" id="{AC747F33-E4F7-4B79-B61A-234A3A909548}"/>
              </a:ext>
            </a:extLst>
          </p:cNvPr>
          <p:cNvSpPr txBox="1">
            <a:spLocks/>
          </p:cNvSpPr>
          <p:nvPr/>
        </p:nvSpPr>
        <p:spPr>
          <a:xfrm>
            <a:off x="851948" y="4639988"/>
            <a:ext cx="1574590" cy="276999"/>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b="1" dirty="0">
                <a:solidFill>
                  <a:srgbClr val="002F5F"/>
                </a:solidFill>
              </a:rPr>
              <a:t>Question</a:t>
            </a:r>
          </a:p>
        </p:txBody>
      </p:sp>
      <p:sp>
        <p:nvSpPr>
          <p:cNvPr id="30" name="Text Placeholder 16">
            <a:extLst>
              <a:ext uri="{FF2B5EF4-FFF2-40B4-BE49-F238E27FC236}">
                <a16:creationId xmlns:a16="http://schemas.microsoft.com/office/drawing/2014/main" id="{550FF06F-E6BC-4F3A-BFBE-AC2BB67DD290}"/>
              </a:ext>
            </a:extLst>
          </p:cNvPr>
          <p:cNvSpPr txBox="1">
            <a:spLocks/>
          </p:cNvSpPr>
          <p:nvPr/>
        </p:nvSpPr>
        <p:spPr>
          <a:xfrm>
            <a:off x="769915" y="5019245"/>
            <a:ext cx="4410197" cy="649730"/>
          </a:xfrm>
          <a:prstGeom prst="rect">
            <a:avLst/>
          </a:prstGeom>
        </p:spPr>
        <p:txBody>
          <a:bodyPr wrap="square">
            <a:spAutoFit/>
          </a:bodyPr>
          <a:lstStyle>
            <a:lvl1pPr marL="0" indent="0" algn="l" defTabSz="685800" rtl="0" eaLnBrk="1" latinLnBrk="0" hangingPunct="1">
              <a:lnSpc>
                <a:spcPct val="120000"/>
              </a:lnSpc>
              <a:spcBef>
                <a:spcPts val="450"/>
              </a:spcBef>
              <a:buFontTx/>
              <a:buNone/>
              <a:defRPr sz="1350" kern="1200">
                <a:solidFill>
                  <a:schemeClr val="accent2"/>
                </a:solidFill>
                <a:latin typeface="+mn-lt"/>
                <a:ea typeface="+mn-ea"/>
                <a:cs typeface="+mn-cs"/>
              </a:defRPr>
            </a:lvl1pPr>
            <a:lvl2pPr marL="200025" indent="-200025" algn="l" defTabSz="685800" rtl="0" eaLnBrk="1" latinLnBrk="0" hangingPunct="1">
              <a:lnSpc>
                <a:spcPct val="120000"/>
              </a:lnSpc>
              <a:spcBef>
                <a:spcPts val="450"/>
              </a:spcBef>
              <a:buFont typeface="Arial" panose="020B0604020202020204" pitchFamily="34" charset="0"/>
              <a:buChar char="•"/>
              <a:defRPr sz="1350" kern="1200">
                <a:solidFill>
                  <a:schemeClr val="accent2"/>
                </a:solidFill>
                <a:latin typeface="+mn-lt"/>
                <a:ea typeface="+mn-ea"/>
                <a:cs typeface="+mn-cs"/>
              </a:defRPr>
            </a:lvl2pPr>
            <a:lvl3pPr marL="407194" indent="-207169"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3pPr>
            <a:lvl4pPr marL="607219" indent="-200025"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4pPr>
            <a:lvl5pPr marL="807244"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5pPr>
            <a:lvl6pPr marL="1007269"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6pPr>
            <a:lvl7pPr marL="1214438" indent="-207169"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7pPr>
            <a:lvl8pPr marL="1414463"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8pPr>
            <a:lvl9pPr marL="1614488"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9pPr>
          </a:lstStyle>
          <a:p>
            <a:pPr marL="342900" indent="-342900">
              <a:spcBef>
                <a:spcPts val="0"/>
              </a:spcBef>
              <a:spcAft>
                <a:spcPts val="533"/>
              </a:spcAft>
              <a:buSzPct val="80000"/>
              <a:buFont typeface="+mj-lt"/>
              <a:buAutoNum type="arabicPeriod"/>
            </a:pPr>
            <a:r>
              <a:rPr lang="en-US" sz="1400" dirty="0"/>
              <a:t>Will they work on emulsified oils?</a:t>
            </a:r>
          </a:p>
          <a:p>
            <a:pPr marL="342900" indent="-342900">
              <a:spcBef>
                <a:spcPts val="0"/>
              </a:spcBef>
              <a:spcAft>
                <a:spcPts val="533"/>
              </a:spcAft>
              <a:buSzPct val="80000"/>
              <a:buFont typeface="+mj-lt"/>
              <a:buAutoNum type="arabicPeriod"/>
            </a:pPr>
            <a:r>
              <a:rPr lang="en-US" sz="1400" dirty="0"/>
              <a:t>Will they work on oil treated with dispersant?</a:t>
            </a:r>
          </a:p>
        </p:txBody>
      </p:sp>
    </p:spTree>
    <p:extLst>
      <p:ext uri="{BB962C8B-B14F-4D97-AF65-F5344CB8AC3E}">
        <p14:creationId xmlns:p14="http://schemas.microsoft.com/office/powerpoint/2010/main" val="2644131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ED869E4-0250-4B40-AF7B-5A51AB472A5B}"/>
              </a:ext>
            </a:extLst>
          </p:cNvPr>
          <p:cNvSpPr/>
          <p:nvPr/>
        </p:nvSpPr>
        <p:spPr bwMode="auto">
          <a:xfrm rot="3120450">
            <a:off x="7006575" y="139851"/>
            <a:ext cx="8362191" cy="3906060"/>
          </a:xfrm>
          <a:custGeom>
            <a:avLst/>
            <a:gdLst>
              <a:gd name="connsiteX0" fmla="*/ 0 w 8051803"/>
              <a:gd name="connsiteY0" fmla="*/ 3906060 h 3906060"/>
              <a:gd name="connsiteX1" fmla="*/ 3050925 w 8051803"/>
              <a:gd name="connsiteY1" fmla="*/ 0 h 3906060"/>
              <a:gd name="connsiteX2" fmla="*/ 8051803 w 8051803"/>
              <a:gd name="connsiteY2" fmla="*/ 3906060 h 3906060"/>
            </a:gdLst>
            <a:ahLst/>
            <a:cxnLst>
              <a:cxn ang="0">
                <a:pos x="connsiteX0" y="connsiteY0"/>
              </a:cxn>
              <a:cxn ang="0">
                <a:pos x="connsiteX1" y="connsiteY1"/>
              </a:cxn>
              <a:cxn ang="0">
                <a:pos x="connsiteX2" y="connsiteY2"/>
              </a:cxn>
            </a:cxnLst>
            <a:rect l="l" t="t" r="r" b="b"/>
            <a:pathLst>
              <a:path w="8051803" h="3906060">
                <a:moveTo>
                  <a:pt x="0" y="3906060"/>
                </a:moveTo>
                <a:lnTo>
                  <a:pt x="3050925" y="0"/>
                </a:lnTo>
                <a:lnTo>
                  <a:pt x="8051803" y="3906060"/>
                </a:lnTo>
                <a:close/>
              </a:path>
            </a:pathLst>
          </a:custGeom>
          <a:solidFill>
            <a:srgbClr val="5D7CA7"/>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13" name="Freeform: Shape 12">
            <a:extLst>
              <a:ext uri="{FF2B5EF4-FFF2-40B4-BE49-F238E27FC236}">
                <a16:creationId xmlns:a16="http://schemas.microsoft.com/office/drawing/2014/main" id="{54A44314-A99C-4BC8-B8BA-01CD1FD493C2}"/>
              </a:ext>
            </a:extLst>
          </p:cNvPr>
          <p:cNvSpPr/>
          <p:nvPr/>
        </p:nvSpPr>
        <p:spPr bwMode="auto">
          <a:xfrm rot="3120450">
            <a:off x="7269779" y="17544"/>
            <a:ext cx="8051803" cy="3906060"/>
          </a:xfrm>
          <a:custGeom>
            <a:avLst/>
            <a:gdLst>
              <a:gd name="connsiteX0" fmla="*/ 0 w 8051803"/>
              <a:gd name="connsiteY0" fmla="*/ 3906060 h 3906060"/>
              <a:gd name="connsiteX1" fmla="*/ 3050925 w 8051803"/>
              <a:gd name="connsiteY1" fmla="*/ 0 h 3906060"/>
              <a:gd name="connsiteX2" fmla="*/ 8051803 w 8051803"/>
              <a:gd name="connsiteY2" fmla="*/ 3906060 h 3906060"/>
            </a:gdLst>
            <a:ahLst/>
            <a:cxnLst>
              <a:cxn ang="0">
                <a:pos x="connsiteX0" y="connsiteY0"/>
              </a:cxn>
              <a:cxn ang="0">
                <a:pos x="connsiteX1" y="connsiteY1"/>
              </a:cxn>
              <a:cxn ang="0">
                <a:pos x="connsiteX2" y="connsiteY2"/>
              </a:cxn>
            </a:cxnLst>
            <a:rect l="l" t="t" r="r" b="b"/>
            <a:pathLst>
              <a:path w="8051803" h="3906060">
                <a:moveTo>
                  <a:pt x="0" y="3906060"/>
                </a:moveTo>
                <a:lnTo>
                  <a:pt x="3050925" y="0"/>
                </a:lnTo>
                <a:lnTo>
                  <a:pt x="8051803" y="3906060"/>
                </a:lnTo>
                <a:close/>
              </a:path>
            </a:pathLst>
          </a:custGeom>
          <a:solidFill>
            <a:schemeClr val="accent2"/>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15" name="Title 14">
            <a:extLst>
              <a:ext uri="{FF2B5EF4-FFF2-40B4-BE49-F238E27FC236}">
                <a16:creationId xmlns:a16="http://schemas.microsoft.com/office/drawing/2014/main" id="{95203E8D-EC50-4F30-A2A7-5B2CAD97ED87}"/>
              </a:ext>
            </a:extLst>
          </p:cNvPr>
          <p:cNvSpPr>
            <a:spLocks noGrp="1"/>
          </p:cNvSpPr>
          <p:nvPr>
            <p:ph type="title"/>
          </p:nvPr>
        </p:nvSpPr>
        <p:spPr>
          <a:xfrm>
            <a:off x="552624" y="836712"/>
            <a:ext cx="4319240" cy="492443"/>
          </a:xfrm>
        </p:spPr>
        <p:txBody>
          <a:bodyPr wrap="square">
            <a:spAutoFit/>
          </a:bodyPr>
          <a:lstStyle/>
          <a:p>
            <a:r>
              <a:rPr lang="en-US" dirty="0"/>
              <a:t>Mechanical Skimmer</a:t>
            </a:r>
          </a:p>
        </p:txBody>
      </p:sp>
      <p:sp>
        <p:nvSpPr>
          <p:cNvPr id="12" name="Date Placeholder 11">
            <a:extLst>
              <a:ext uri="{FF2B5EF4-FFF2-40B4-BE49-F238E27FC236}">
                <a16:creationId xmlns:a16="http://schemas.microsoft.com/office/drawing/2014/main" id="{11302A0D-DD68-406C-AAC5-68D697104E85}"/>
              </a:ext>
            </a:extLst>
          </p:cNvPr>
          <p:cNvSpPr>
            <a:spLocks noGrp="1"/>
          </p:cNvSpPr>
          <p:nvPr>
            <p:ph type="dt" sz="half" idx="10"/>
          </p:nvPr>
        </p:nvSpPr>
        <p:spPr/>
        <p:txBody>
          <a:bodyPr/>
          <a:lstStyle/>
          <a:p>
            <a:fld id="{AE315EC7-3CFD-4AA5-BEA7-F82871B312A9}" type="datetime3">
              <a:rPr lang="en-US" smtClean="0"/>
              <a:t>1 October 2026</a:t>
            </a:fld>
            <a:endParaRPr lang="en-US" dirty="0"/>
          </a:p>
        </p:txBody>
      </p:sp>
      <p:sp>
        <p:nvSpPr>
          <p:cNvPr id="14" name="Slide Number Placeholder 13">
            <a:extLst>
              <a:ext uri="{FF2B5EF4-FFF2-40B4-BE49-F238E27FC236}">
                <a16:creationId xmlns:a16="http://schemas.microsoft.com/office/drawing/2014/main" id="{6160DE35-1333-42BE-9FB7-4608BDAA0A2A}"/>
              </a:ext>
            </a:extLst>
          </p:cNvPr>
          <p:cNvSpPr>
            <a:spLocks noGrp="1"/>
          </p:cNvSpPr>
          <p:nvPr>
            <p:ph type="sldNum" sz="quarter" idx="12"/>
          </p:nvPr>
        </p:nvSpPr>
        <p:spPr/>
        <p:txBody>
          <a:bodyPr/>
          <a:lstStyle/>
          <a:p>
            <a:fld id="{5B16D1FE-3A35-41BA-8EBE-413702045235}" type="slidenum">
              <a:rPr lang="en-US" smtClean="0"/>
              <a:pPr/>
              <a:t>8</a:t>
            </a:fld>
            <a:endParaRPr lang="en-US" dirty="0"/>
          </a:p>
        </p:txBody>
      </p:sp>
      <p:pic>
        <p:nvPicPr>
          <p:cNvPr id="18" name="Picture 2" descr="Lamor Oil Recovery bucket1300x870">
            <a:extLst>
              <a:ext uri="{FF2B5EF4-FFF2-40B4-BE49-F238E27FC236}">
                <a16:creationId xmlns:a16="http://schemas.microsoft.com/office/drawing/2014/main" id="{EDD3BD38-5415-4745-9D92-D43D874B4B15}"/>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6528048" y="670451"/>
            <a:ext cx="5222800" cy="2571204"/>
          </a:xfrm>
          <a:prstGeom prst="rect">
            <a:avLst/>
          </a:prstGeom>
          <a:noFill/>
          <a:ln w="38100" cap="flat" cmpd="sng">
            <a:solidFill>
              <a:schemeClr val="lt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pic>
      <p:pic>
        <p:nvPicPr>
          <p:cNvPr id="19" name="Picture 4" descr="Lamor bow collector 1300x870">
            <a:extLst>
              <a:ext uri="{FF2B5EF4-FFF2-40B4-BE49-F238E27FC236}">
                <a16:creationId xmlns:a16="http://schemas.microsoft.com/office/drawing/2014/main" id="{C5803474-6BED-44F8-BDCC-E05F16DB0983}"/>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6528728" y="3429000"/>
            <a:ext cx="5222120" cy="2450629"/>
          </a:xfrm>
          <a:prstGeom prst="rect">
            <a:avLst/>
          </a:prstGeom>
          <a:noFill/>
          <a:ln w="38100" cap="flat" cmpd="sng">
            <a:solidFill>
              <a:schemeClr val="lt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2ABA1F99-30F8-41A4-875D-E81EFF95EE0E}"/>
              </a:ext>
            </a:extLst>
          </p:cNvPr>
          <p:cNvSpPr txBox="1"/>
          <p:nvPr/>
        </p:nvSpPr>
        <p:spPr>
          <a:xfrm>
            <a:off x="479376" y="1743510"/>
            <a:ext cx="5578800" cy="2010037"/>
          </a:xfrm>
          <a:prstGeom prst="rect">
            <a:avLst/>
          </a:prstGeom>
          <a:noFill/>
        </p:spPr>
        <p:txBody>
          <a:bodyPr vert="horz" wrap="square" rtlCol="0">
            <a:spAutoFit/>
          </a:bodyPr>
          <a:lstStyle/>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 Recovery Rate: Mechanical skimmers can recover large </a:t>
            </a:r>
            <a:r>
              <a:rPr kumimoji="0" lang="en-US" sz="1200" b="0" i="0" u="none" strike="noStrike" kern="1200" cap="none" spc="0" normalizeH="0" baseline="0" noProof="0" dirty="0" err="1">
                <a:ln>
                  <a:noFill/>
                </a:ln>
                <a:effectLst/>
                <a:uLnTx/>
                <a:uFillTx/>
                <a:latin typeface="Arial"/>
                <a:ea typeface="+mn-ea"/>
                <a:cs typeface="+mn-cs"/>
              </a:rPr>
              <a:t>volumnes</a:t>
            </a:r>
            <a:r>
              <a:rPr kumimoji="0" lang="en-US" sz="1200" b="0" i="0" u="none" strike="noStrike" kern="1200" cap="none" spc="0" normalizeH="0" baseline="0" noProof="0" dirty="0">
                <a:ln>
                  <a:noFill/>
                </a:ln>
                <a:effectLst/>
                <a:uLnTx/>
                <a:uFillTx/>
                <a:latin typeface="Arial"/>
                <a:ea typeface="+mn-ea"/>
                <a:cs typeface="+mn-cs"/>
              </a:rPr>
              <a:t> quickly</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Viscosity Suitability: Best suited for medium to heavy oils, with operational effectiveness decreasing as oil viscosity decreases.</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Deployment Flexibility: Can be deployed in a variety of settings calm inland to icy environments</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Versatility: Needs thick layers of product to recover </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Debris: Can recover oil with debris in it </a:t>
            </a:r>
          </a:p>
        </p:txBody>
      </p:sp>
      <p:sp>
        <p:nvSpPr>
          <p:cNvPr id="22" name="Rectangle 21">
            <a:extLst>
              <a:ext uri="{FF2B5EF4-FFF2-40B4-BE49-F238E27FC236}">
                <a16:creationId xmlns:a16="http://schemas.microsoft.com/office/drawing/2014/main" id="{C0532B79-90B2-43D5-BE15-D6D17CC5F908}"/>
              </a:ext>
            </a:extLst>
          </p:cNvPr>
          <p:cNvSpPr/>
          <p:nvPr/>
        </p:nvSpPr>
        <p:spPr bwMode="auto">
          <a:xfrm>
            <a:off x="571079" y="4293096"/>
            <a:ext cx="4825057" cy="1714792"/>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23" name="Google Shape;571;p16">
            <a:extLst>
              <a:ext uri="{FF2B5EF4-FFF2-40B4-BE49-F238E27FC236}">
                <a16:creationId xmlns:a16="http://schemas.microsoft.com/office/drawing/2014/main" id="{4B5C73FE-C797-4197-A13A-45E32A14C4D7}"/>
              </a:ext>
            </a:extLst>
          </p:cNvPr>
          <p:cNvSpPr txBox="1">
            <a:spLocks/>
          </p:cNvSpPr>
          <p:nvPr/>
        </p:nvSpPr>
        <p:spPr>
          <a:xfrm>
            <a:off x="851948" y="4639988"/>
            <a:ext cx="1574590" cy="276999"/>
          </a:xfrm>
          <a:prstGeom prst="rect">
            <a:avLst/>
          </a:prstGeom>
          <a:noFill/>
          <a:ln>
            <a:noFill/>
          </a:ln>
        </p:spPr>
        <p:txBody>
          <a:bodyPr spcFirstLastPara="1" vert="horz" wrap="square" lIns="0" tIns="0" rIns="0" bIns="0" rtlCol="0" anchor="t" anchorCtr="0">
            <a:spAutoFit/>
          </a:bodyPr>
          <a:ls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buSzPts val="1300"/>
            </a:pPr>
            <a:r>
              <a:rPr lang="en-US" b="1" dirty="0">
                <a:solidFill>
                  <a:srgbClr val="002F5F"/>
                </a:solidFill>
              </a:rPr>
              <a:t>Question</a:t>
            </a:r>
          </a:p>
        </p:txBody>
      </p:sp>
      <p:sp>
        <p:nvSpPr>
          <p:cNvPr id="24" name="Text Placeholder 16">
            <a:extLst>
              <a:ext uri="{FF2B5EF4-FFF2-40B4-BE49-F238E27FC236}">
                <a16:creationId xmlns:a16="http://schemas.microsoft.com/office/drawing/2014/main" id="{85E7E966-94F5-4C0C-8183-D84FC191594D}"/>
              </a:ext>
            </a:extLst>
          </p:cNvPr>
          <p:cNvSpPr txBox="1">
            <a:spLocks/>
          </p:cNvSpPr>
          <p:nvPr/>
        </p:nvSpPr>
        <p:spPr>
          <a:xfrm>
            <a:off x="769915" y="5019245"/>
            <a:ext cx="4410197" cy="649730"/>
          </a:xfrm>
          <a:prstGeom prst="rect">
            <a:avLst/>
          </a:prstGeom>
        </p:spPr>
        <p:txBody>
          <a:bodyPr wrap="square">
            <a:spAutoFit/>
          </a:bodyPr>
          <a:lstStyle>
            <a:lvl1pPr marL="0" indent="0" algn="l" defTabSz="685800" rtl="0" eaLnBrk="1" latinLnBrk="0" hangingPunct="1">
              <a:lnSpc>
                <a:spcPct val="120000"/>
              </a:lnSpc>
              <a:spcBef>
                <a:spcPts val="450"/>
              </a:spcBef>
              <a:buFontTx/>
              <a:buNone/>
              <a:defRPr sz="1350" kern="1200">
                <a:solidFill>
                  <a:schemeClr val="accent2"/>
                </a:solidFill>
                <a:latin typeface="+mn-lt"/>
                <a:ea typeface="+mn-ea"/>
                <a:cs typeface="+mn-cs"/>
              </a:defRPr>
            </a:lvl1pPr>
            <a:lvl2pPr marL="200025" indent="-200025" algn="l" defTabSz="685800" rtl="0" eaLnBrk="1" latinLnBrk="0" hangingPunct="1">
              <a:lnSpc>
                <a:spcPct val="120000"/>
              </a:lnSpc>
              <a:spcBef>
                <a:spcPts val="450"/>
              </a:spcBef>
              <a:buFont typeface="Arial" panose="020B0604020202020204" pitchFamily="34" charset="0"/>
              <a:buChar char="•"/>
              <a:defRPr sz="1350" kern="1200">
                <a:solidFill>
                  <a:schemeClr val="accent2"/>
                </a:solidFill>
                <a:latin typeface="+mn-lt"/>
                <a:ea typeface="+mn-ea"/>
                <a:cs typeface="+mn-cs"/>
              </a:defRPr>
            </a:lvl2pPr>
            <a:lvl3pPr marL="407194" indent="-207169"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3pPr>
            <a:lvl4pPr marL="607219" indent="-200025" algn="l" defTabSz="685800" rtl="0" eaLnBrk="1" latinLnBrk="0" hangingPunct="1">
              <a:lnSpc>
                <a:spcPct val="120000"/>
              </a:lnSpc>
              <a:spcBef>
                <a:spcPts val="450"/>
              </a:spcBef>
              <a:buFont typeface="Arial" panose="020B0604020202020204" pitchFamily="34" charset="0"/>
              <a:buChar char="•"/>
              <a:defRPr sz="1200" kern="1200">
                <a:solidFill>
                  <a:schemeClr val="accent2"/>
                </a:solidFill>
                <a:latin typeface="+mn-lt"/>
                <a:ea typeface="+mn-ea"/>
                <a:cs typeface="+mn-cs"/>
              </a:defRPr>
            </a:lvl4pPr>
            <a:lvl5pPr marL="807244"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5pPr>
            <a:lvl6pPr marL="1007269"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6pPr>
            <a:lvl7pPr marL="1214438" indent="-207169"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7pPr>
            <a:lvl8pPr marL="1414463"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8pPr>
            <a:lvl9pPr marL="1614488" indent="-200025" algn="l" defTabSz="685800" rtl="0" eaLnBrk="1" latinLnBrk="0" hangingPunct="1">
              <a:lnSpc>
                <a:spcPct val="120000"/>
              </a:lnSpc>
              <a:spcBef>
                <a:spcPts val="450"/>
              </a:spcBef>
              <a:buFont typeface="Arial" panose="020B0604020202020204" pitchFamily="34" charset="0"/>
              <a:buChar char="•"/>
              <a:defRPr sz="1050" kern="1200">
                <a:solidFill>
                  <a:schemeClr val="accent2"/>
                </a:solidFill>
                <a:latin typeface="+mn-lt"/>
                <a:ea typeface="+mn-ea"/>
                <a:cs typeface="+mn-cs"/>
              </a:defRPr>
            </a:lvl9pPr>
          </a:lstStyle>
          <a:p>
            <a:pPr marL="342900" indent="-342900">
              <a:spcBef>
                <a:spcPts val="0"/>
              </a:spcBef>
              <a:spcAft>
                <a:spcPts val="533"/>
              </a:spcAft>
              <a:buSzPct val="80000"/>
              <a:buFont typeface="+mj-lt"/>
              <a:buAutoNum type="arabicPeriod"/>
            </a:pPr>
            <a:r>
              <a:rPr lang="en-US" sz="1400" dirty="0"/>
              <a:t>Will they work on emulsified oils?</a:t>
            </a:r>
          </a:p>
          <a:p>
            <a:pPr marL="342900" indent="-342900">
              <a:spcBef>
                <a:spcPts val="0"/>
              </a:spcBef>
              <a:spcAft>
                <a:spcPts val="533"/>
              </a:spcAft>
              <a:buSzPct val="80000"/>
              <a:buFont typeface="+mj-lt"/>
              <a:buAutoNum type="arabicPeriod"/>
            </a:pPr>
            <a:r>
              <a:rPr lang="en-US" sz="1400" dirty="0"/>
              <a:t>Will they work on oil treated with dispersant?</a:t>
            </a:r>
          </a:p>
        </p:txBody>
      </p:sp>
    </p:spTree>
    <p:extLst>
      <p:ext uri="{BB962C8B-B14F-4D97-AF65-F5344CB8AC3E}">
        <p14:creationId xmlns:p14="http://schemas.microsoft.com/office/powerpoint/2010/main" val="21325679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58214641-82E9-421C-B102-28B7EB2190AC}"/>
              </a:ext>
            </a:extLst>
          </p:cNvPr>
          <p:cNvSpPr/>
          <p:nvPr/>
        </p:nvSpPr>
        <p:spPr bwMode="auto">
          <a:xfrm>
            <a:off x="9441567" y="3716338"/>
            <a:ext cx="2342446" cy="2305050"/>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a:p>
        </p:txBody>
      </p:sp>
      <p:sp>
        <p:nvSpPr>
          <p:cNvPr id="46" name="Rectangle 45">
            <a:extLst>
              <a:ext uri="{FF2B5EF4-FFF2-40B4-BE49-F238E27FC236}">
                <a16:creationId xmlns:a16="http://schemas.microsoft.com/office/drawing/2014/main" id="{06A1F2CE-2440-44F7-853B-94F8CEE7CCDA}"/>
              </a:ext>
            </a:extLst>
          </p:cNvPr>
          <p:cNvSpPr/>
          <p:nvPr/>
        </p:nvSpPr>
        <p:spPr bwMode="auto">
          <a:xfrm>
            <a:off x="6776777" y="3716338"/>
            <a:ext cx="2342446" cy="2305050"/>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a:p>
        </p:txBody>
      </p:sp>
      <p:sp>
        <p:nvSpPr>
          <p:cNvPr id="4" name="Date Placeholder 3">
            <a:extLst>
              <a:ext uri="{FF2B5EF4-FFF2-40B4-BE49-F238E27FC236}">
                <a16:creationId xmlns:a16="http://schemas.microsoft.com/office/drawing/2014/main" id="{EB73DED4-FCA9-49B5-88C2-96F8A36B1003}"/>
              </a:ext>
            </a:extLst>
          </p:cNvPr>
          <p:cNvSpPr>
            <a:spLocks noGrp="1"/>
          </p:cNvSpPr>
          <p:nvPr>
            <p:ph type="dt" sz="half" idx="20"/>
          </p:nvPr>
        </p:nvSpPr>
        <p:spPr/>
        <p:txBody>
          <a:bodyPr/>
          <a:lstStyle/>
          <a:p>
            <a:fld id="{3DC4AE50-56A7-4D5D-9A6C-46186113205F}" type="datetime3">
              <a:rPr lang="en-US" smtClean="0"/>
              <a:t>1 October 2026</a:t>
            </a:fld>
            <a:endParaRPr lang="en-US" dirty="0"/>
          </a:p>
        </p:txBody>
      </p:sp>
      <p:sp>
        <p:nvSpPr>
          <p:cNvPr id="3" name="Slide Number Placeholder 2">
            <a:extLst>
              <a:ext uri="{FF2B5EF4-FFF2-40B4-BE49-F238E27FC236}">
                <a16:creationId xmlns:a16="http://schemas.microsoft.com/office/drawing/2014/main" id="{79B2EFEF-2125-42FE-A042-8743E286EACD}"/>
              </a:ext>
            </a:extLst>
          </p:cNvPr>
          <p:cNvSpPr>
            <a:spLocks noGrp="1"/>
          </p:cNvSpPr>
          <p:nvPr>
            <p:ph type="sldNum" sz="quarter" idx="22"/>
          </p:nvPr>
        </p:nvSpPr>
        <p:spPr/>
        <p:txBody>
          <a:bodyPr/>
          <a:lstStyle/>
          <a:p>
            <a:fld id="{5B16D1FE-3A35-41BA-8EBE-413702045235}" type="slidenum">
              <a:rPr lang="en-US" smtClean="0"/>
              <a:pPr/>
              <a:t>9</a:t>
            </a:fld>
            <a:endParaRPr lang="en-US" dirty="0"/>
          </a:p>
        </p:txBody>
      </p:sp>
      <p:sp>
        <p:nvSpPr>
          <p:cNvPr id="29" name="Picture Placeholder 18">
            <a:extLst>
              <a:ext uri="{FF2B5EF4-FFF2-40B4-BE49-F238E27FC236}">
                <a16:creationId xmlns:a16="http://schemas.microsoft.com/office/drawing/2014/main" id="{14A6991F-EBC2-4F0E-B411-1A666924236A}"/>
              </a:ext>
            </a:extLst>
          </p:cNvPr>
          <p:cNvSpPr txBox="1">
            <a:spLocks/>
          </p:cNvSpPr>
          <p:nvPr/>
        </p:nvSpPr>
        <p:spPr>
          <a:xfrm>
            <a:off x="0" y="3717033"/>
            <a:ext cx="119958" cy="2304355"/>
          </a:xfrm>
          <a:prstGeom prst="rect">
            <a:avLst/>
          </a:prstGeom>
          <a:solidFill>
            <a:schemeClr val="accent2"/>
          </a:solidFill>
        </p:spPr>
        <p:txBody>
          <a:bodyPr/>
          <a:lstStyle/>
          <a:p>
            <a:endParaRPr lang="en-US"/>
          </a:p>
        </p:txBody>
      </p:sp>
      <p:sp>
        <p:nvSpPr>
          <p:cNvPr id="30" name="Picture Placeholder 18">
            <a:extLst>
              <a:ext uri="{FF2B5EF4-FFF2-40B4-BE49-F238E27FC236}">
                <a16:creationId xmlns:a16="http://schemas.microsoft.com/office/drawing/2014/main" id="{EE1A04C5-D2A2-405A-B0BE-98203701EA6C}"/>
              </a:ext>
            </a:extLst>
          </p:cNvPr>
          <p:cNvSpPr txBox="1">
            <a:spLocks/>
          </p:cNvSpPr>
          <p:nvPr/>
        </p:nvSpPr>
        <p:spPr>
          <a:xfrm>
            <a:off x="12072042" y="3717033"/>
            <a:ext cx="119958" cy="2304355"/>
          </a:xfrm>
          <a:prstGeom prst="rect">
            <a:avLst/>
          </a:prstGeom>
          <a:solidFill>
            <a:schemeClr val="accent2"/>
          </a:solidFill>
        </p:spPr>
        <p:txBody>
          <a:bodyPr/>
          <a:lstStyle/>
          <a:p>
            <a:endParaRPr lang="en-US"/>
          </a:p>
        </p:txBody>
      </p:sp>
      <p:sp>
        <p:nvSpPr>
          <p:cNvPr id="31" name="Title 14">
            <a:extLst>
              <a:ext uri="{FF2B5EF4-FFF2-40B4-BE49-F238E27FC236}">
                <a16:creationId xmlns:a16="http://schemas.microsoft.com/office/drawing/2014/main" id="{D5F472D8-6578-4055-9342-F3124E16B8BA}"/>
              </a:ext>
            </a:extLst>
          </p:cNvPr>
          <p:cNvSpPr>
            <a:spLocks noGrp="1"/>
          </p:cNvSpPr>
          <p:nvPr>
            <p:ph type="title"/>
          </p:nvPr>
        </p:nvSpPr>
        <p:spPr>
          <a:xfrm>
            <a:off x="552624" y="836712"/>
            <a:ext cx="4319240" cy="492443"/>
          </a:xfrm>
        </p:spPr>
        <p:txBody>
          <a:bodyPr wrap="square">
            <a:spAutoFit/>
          </a:bodyPr>
          <a:lstStyle/>
          <a:p>
            <a:r>
              <a:rPr lang="en-US" dirty="0"/>
              <a:t>Sorbents</a:t>
            </a:r>
          </a:p>
        </p:txBody>
      </p:sp>
      <p:sp>
        <p:nvSpPr>
          <p:cNvPr id="33" name="TextBox 32">
            <a:extLst>
              <a:ext uri="{FF2B5EF4-FFF2-40B4-BE49-F238E27FC236}">
                <a16:creationId xmlns:a16="http://schemas.microsoft.com/office/drawing/2014/main" id="{E36D2102-6166-4A20-B7C9-979F8DF5D239}"/>
              </a:ext>
            </a:extLst>
          </p:cNvPr>
          <p:cNvSpPr txBox="1"/>
          <p:nvPr/>
        </p:nvSpPr>
        <p:spPr>
          <a:xfrm>
            <a:off x="479376" y="1500149"/>
            <a:ext cx="8784976" cy="1799532"/>
          </a:xfrm>
          <a:prstGeom prst="rect">
            <a:avLst/>
          </a:prstGeom>
          <a:noFill/>
        </p:spPr>
        <p:txBody>
          <a:bodyPr vert="horz" wrap="square" rtlCol="0">
            <a:spAutoFit/>
          </a:bodyPr>
          <a:lstStyle/>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High Absorbency: Sorbents are materials designed to absorb oils rapidly</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Types: Common types include natural organic (e.g., peat moss, straw), inorganic (e.g., clay, volcanic ash), and synthetic (e.g., polypropylene) </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Application: Typically used for final polishing of affected areas or small spills, </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Disposal: Used sorbents require careful handling as they become hazardous waste, </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Cost-Effectiveness: Generally cost-effective for small spills</a:t>
            </a:r>
          </a:p>
        </p:txBody>
      </p:sp>
      <p:pic>
        <p:nvPicPr>
          <p:cNvPr id="37" name="Picture 36">
            <a:extLst>
              <a:ext uri="{FF2B5EF4-FFF2-40B4-BE49-F238E27FC236}">
                <a16:creationId xmlns:a16="http://schemas.microsoft.com/office/drawing/2014/main" id="{4E1EA64E-2F57-4221-8485-BFDDF700CDE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85552" y="4097970"/>
            <a:ext cx="2071193" cy="1541785"/>
          </a:xfrm>
          <a:prstGeom prst="rect">
            <a:avLst/>
          </a:prstGeom>
        </p:spPr>
      </p:pic>
      <p:pic>
        <p:nvPicPr>
          <p:cNvPr id="40" name="Picture 2" descr="What Are Sorbents For Oil Spills">
            <a:extLst>
              <a:ext uri="{FF2B5EF4-FFF2-40B4-BE49-F238E27FC236}">
                <a16:creationId xmlns:a16="http://schemas.microsoft.com/office/drawing/2014/main" id="{735B8FC8-5829-4E5B-9234-C537B4BAF693}"/>
              </a:ext>
            </a:extLst>
          </p:cNvPr>
          <p:cNvPicPr>
            <a:picLocks noGrp="1" noChangeAspect="1" noChangeArrowheads="1"/>
          </p:cNvPicPr>
          <p:nvPr>
            <p:ph type="pic" sz="quarter" idx="13"/>
          </p:nvPr>
        </p:nvPicPr>
        <p:blipFill rotWithShape="1">
          <a:blip r:embed="rId4" cstate="screen">
            <a:extLst>
              <a:ext uri="{28A0092B-C50C-407E-A947-70E740481C1C}">
                <a14:useLocalDpi xmlns:a14="http://schemas.microsoft.com/office/drawing/2010/main"/>
              </a:ext>
            </a:extLst>
          </a:blip>
          <a:srcRect/>
          <a:stretch/>
        </p:blipFill>
        <p:spPr bwMode="auto">
          <a:xfrm>
            <a:off x="300742" y="3716338"/>
            <a:ext cx="2663676" cy="230505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a:extLst>
              <a:ext uri="{FF2B5EF4-FFF2-40B4-BE49-F238E27FC236}">
                <a16:creationId xmlns:a16="http://schemas.microsoft.com/office/drawing/2014/main" id="{30054AE2-2575-4C20-A6F9-C7F11F116ED0}"/>
              </a:ext>
            </a:extLst>
          </p:cNvPr>
          <p:cNvPicPr>
            <a:picLocks noGrp="1" noChangeAspect="1" noChangeArrowheads="1"/>
          </p:cNvPicPr>
          <p:nvPr>
            <p:ph type="pic" sz="quarter" idx="14"/>
          </p:nvPr>
        </p:nvPicPr>
        <p:blipFill rotWithShape="1">
          <a:blip r:embed="rId5" cstate="email">
            <a:extLst>
              <a:ext uri="{28A0092B-C50C-407E-A947-70E740481C1C}">
                <a14:useLocalDpi xmlns:a14="http://schemas.microsoft.com/office/drawing/2010/main"/>
              </a:ext>
            </a:extLst>
          </a:blip>
          <a:srcRect/>
          <a:stretch/>
        </p:blipFill>
        <p:spPr bwMode="auto">
          <a:xfrm>
            <a:off x="3256515" y="3716338"/>
            <a:ext cx="3240363" cy="230505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Placeholder 44">
            <a:extLst>
              <a:ext uri="{FF2B5EF4-FFF2-40B4-BE49-F238E27FC236}">
                <a16:creationId xmlns:a16="http://schemas.microsoft.com/office/drawing/2014/main" id="{0278EDFE-EF6D-4B76-9850-5412B25CB5DB}"/>
              </a:ext>
            </a:extLst>
          </p:cNvPr>
          <p:cNvPicPr>
            <a:picLocks noGrp="1" noChangeAspect="1"/>
          </p:cNvPicPr>
          <p:nvPr>
            <p:ph type="pic" sz="quarter" idx="15"/>
          </p:nvPr>
        </p:nvPicPr>
        <p:blipFill>
          <a:blip r:embed="rId6" cstate="email">
            <a:extLst>
              <a:ext uri="{28A0092B-C50C-407E-A947-70E740481C1C}">
                <a14:useLocalDpi xmlns:a14="http://schemas.microsoft.com/office/drawing/2010/main"/>
              </a:ext>
            </a:extLst>
          </a:blip>
          <a:srcRect/>
          <a:stretch>
            <a:fillRect/>
          </a:stretch>
        </p:blipFill>
        <p:spPr>
          <a:xfrm>
            <a:off x="9721467" y="3991769"/>
            <a:ext cx="1782647" cy="1754188"/>
          </a:xfrm>
          <a:prstGeom prst="rect">
            <a:avLst/>
          </a:prstGeom>
        </p:spPr>
      </p:pic>
    </p:spTree>
    <p:extLst>
      <p:ext uri="{BB962C8B-B14F-4D97-AF65-F5344CB8AC3E}">
        <p14:creationId xmlns:p14="http://schemas.microsoft.com/office/powerpoint/2010/main" val="25734757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C2CD9BC-EE6C-4374-87E3-D8797452B906}"/>
              </a:ext>
            </a:extLst>
          </p:cNvPr>
          <p:cNvSpPr/>
          <p:nvPr/>
        </p:nvSpPr>
        <p:spPr bwMode="auto">
          <a:xfrm>
            <a:off x="0" y="1988840"/>
            <a:ext cx="12192000" cy="2880320"/>
          </a:xfrm>
          <a:prstGeom prst="rect">
            <a:avLst/>
          </a:prstGeom>
          <a:solidFill>
            <a:srgbClr val="5D7CA7">
              <a:alpha val="16000"/>
            </a:srgb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 name="Date Placeholder 1">
            <a:extLst>
              <a:ext uri="{FF2B5EF4-FFF2-40B4-BE49-F238E27FC236}">
                <a16:creationId xmlns:a16="http://schemas.microsoft.com/office/drawing/2014/main" id="{9D4A576E-4E36-43AA-133A-53DD0F29C1D9}"/>
              </a:ext>
            </a:extLst>
          </p:cNvPr>
          <p:cNvSpPr>
            <a:spLocks noGrp="1"/>
          </p:cNvSpPr>
          <p:nvPr>
            <p:ph type="dt" sz="half" idx="10"/>
          </p:nvPr>
        </p:nvSpPr>
        <p:spPr/>
        <p:txBody>
          <a:bodyPr/>
          <a:lstStyle/>
          <a:p>
            <a:fld id="{B0DE974C-B015-4960-9DAB-14E5D9F97D84}" type="datetime3">
              <a:rPr lang="en-US" smtClean="0"/>
              <a:pPr/>
              <a:t>1 October 2026</a:t>
            </a:fld>
            <a:endParaRPr lang="en-US" dirty="0"/>
          </a:p>
        </p:txBody>
      </p:sp>
      <p:sp>
        <p:nvSpPr>
          <p:cNvPr id="3" name="Footer Placeholder 2">
            <a:extLst>
              <a:ext uri="{FF2B5EF4-FFF2-40B4-BE49-F238E27FC236}">
                <a16:creationId xmlns:a16="http://schemas.microsoft.com/office/drawing/2014/main" id="{B7ECC89D-16DC-56F0-819C-DFA86656F98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8B2597E-A275-6B11-A61E-AFC498F9FFA2}"/>
              </a:ext>
            </a:extLst>
          </p:cNvPr>
          <p:cNvSpPr>
            <a:spLocks noGrp="1"/>
          </p:cNvSpPr>
          <p:nvPr>
            <p:ph type="sldNum" sz="quarter" idx="12"/>
          </p:nvPr>
        </p:nvSpPr>
        <p:spPr/>
        <p:txBody>
          <a:bodyPr/>
          <a:lstStyle/>
          <a:p>
            <a:fld id="{5B16D1FE-3A35-41BA-8EBE-413702045235}" type="slidenum">
              <a:rPr lang="en-US" smtClean="0"/>
              <a:pPr/>
              <a:t>10</a:t>
            </a:fld>
            <a:endParaRPr lang="en-US" dirty="0"/>
          </a:p>
        </p:txBody>
      </p:sp>
      <p:sp>
        <p:nvSpPr>
          <p:cNvPr id="8" name="Rectangle 7">
            <a:extLst>
              <a:ext uri="{FF2B5EF4-FFF2-40B4-BE49-F238E27FC236}">
                <a16:creationId xmlns:a16="http://schemas.microsoft.com/office/drawing/2014/main" id="{303C19DC-4992-467C-8944-B24FB779ED1B}"/>
              </a:ext>
            </a:extLst>
          </p:cNvPr>
          <p:cNvSpPr/>
          <p:nvPr/>
        </p:nvSpPr>
        <p:spPr bwMode="auto">
          <a:xfrm>
            <a:off x="4326468" y="500738"/>
            <a:ext cx="3539064" cy="5640700"/>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pic>
        <p:nvPicPr>
          <p:cNvPr id="6" name="v15044gf0000cnvdp9vog65ku2ohij3g">
            <a:hlinkClick r:id="" action="ppaction://media"/>
            <a:extLst>
              <a:ext uri="{FF2B5EF4-FFF2-40B4-BE49-F238E27FC236}">
                <a16:creationId xmlns:a16="http://schemas.microsoft.com/office/drawing/2014/main" id="{6698701B-08D2-81CC-0A48-91F7CE9D87F6}"/>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b="-104"/>
          <a:stretch/>
        </p:blipFill>
        <p:spPr>
          <a:xfrm>
            <a:off x="4439816" y="620789"/>
            <a:ext cx="3312368" cy="5400599"/>
          </a:xfrm>
          <a:prstGeom prst="rect">
            <a:avLst/>
          </a:prstGeom>
        </p:spPr>
      </p:pic>
    </p:spTree>
    <p:extLst>
      <p:ext uri="{BB962C8B-B14F-4D97-AF65-F5344CB8AC3E}">
        <p14:creationId xmlns:p14="http://schemas.microsoft.com/office/powerpoint/2010/main" val="124035012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930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Freeform: Shape 40">
            <a:extLst>
              <a:ext uri="{FF2B5EF4-FFF2-40B4-BE49-F238E27FC236}">
                <a16:creationId xmlns:a16="http://schemas.microsoft.com/office/drawing/2014/main" id="{30AAF14A-93E1-43B0-B4EA-CC7FA6BF6C6D}"/>
              </a:ext>
            </a:extLst>
          </p:cNvPr>
          <p:cNvSpPr/>
          <p:nvPr/>
        </p:nvSpPr>
        <p:spPr bwMode="auto">
          <a:xfrm>
            <a:off x="0" y="3002865"/>
            <a:ext cx="12192000" cy="2808312"/>
          </a:xfrm>
          <a:custGeom>
            <a:avLst/>
            <a:gdLst>
              <a:gd name="connsiteX0" fmla="*/ 0 w 12192000"/>
              <a:gd name="connsiteY0" fmla="*/ 0 h 2808312"/>
              <a:gd name="connsiteX1" fmla="*/ 12192000 w 12192000"/>
              <a:gd name="connsiteY1" fmla="*/ 0 h 2808312"/>
              <a:gd name="connsiteX2" fmla="*/ 12192000 w 12192000"/>
              <a:gd name="connsiteY2" fmla="*/ 2808312 h 2808312"/>
              <a:gd name="connsiteX3" fmla="*/ 0 w 12192000"/>
              <a:gd name="connsiteY3" fmla="*/ 2808312 h 2808312"/>
            </a:gdLst>
            <a:ahLst/>
            <a:cxnLst>
              <a:cxn ang="0">
                <a:pos x="connsiteX0" y="connsiteY0"/>
              </a:cxn>
              <a:cxn ang="0">
                <a:pos x="connsiteX1" y="connsiteY1"/>
              </a:cxn>
              <a:cxn ang="0">
                <a:pos x="connsiteX2" y="connsiteY2"/>
              </a:cxn>
              <a:cxn ang="0">
                <a:pos x="connsiteX3" y="connsiteY3"/>
              </a:cxn>
            </a:cxnLst>
            <a:rect l="l" t="t" r="r" b="b"/>
            <a:pathLst>
              <a:path w="12192000" h="2808312">
                <a:moveTo>
                  <a:pt x="0" y="0"/>
                </a:moveTo>
                <a:lnTo>
                  <a:pt x="12192000" y="0"/>
                </a:lnTo>
                <a:lnTo>
                  <a:pt x="12192000" y="2808312"/>
                </a:lnTo>
                <a:lnTo>
                  <a:pt x="0" y="2808312"/>
                </a:lnTo>
                <a:close/>
              </a:path>
            </a:pathLst>
          </a:custGeom>
          <a:solidFill>
            <a:schemeClr val="accent2"/>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74" name="Date Placeholder 73">
            <a:extLst>
              <a:ext uri="{FF2B5EF4-FFF2-40B4-BE49-F238E27FC236}">
                <a16:creationId xmlns:a16="http://schemas.microsoft.com/office/drawing/2014/main" id="{622E0617-BB72-4A06-91B1-94B873F40C2A}"/>
              </a:ext>
            </a:extLst>
          </p:cNvPr>
          <p:cNvSpPr>
            <a:spLocks noGrp="1"/>
          </p:cNvSpPr>
          <p:nvPr>
            <p:ph type="dt" sz="half" idx="13"/>
          </p:nvPr>
        </p:nvSpPr>
        <p:spPr/>
        <p:txBody>
          <a:bodyPr/>
          <a:lstStyle/>
          <a:p>
            <a:r>
              <a:rPr lang="en-US" dirty="0">
                <a:solidFill>
                  <a:schemeClr val="accent2"/>
                </a:solidFill>
              </a:rPr>
              <a:t>23-Jan-24</a:t>
            </a:r>
          </a:p>
        </p:txBody>
      </p:sp>
      <p:sp>
        <p:nvSpPr>
          <p:cNvPr id="72" name="Footer Placeholder 71">
            <a:extLst>
              <a:ext uri="{FF2B5EF4-FFF2-40B4-BE49-F238E27FC236}">
                <a16:creationId xmlns:a16="http://schemas.microsoft.com/office/drawing/2014/main" id="{8BF285C5-64B9-4127-B9EB-C61923EFA0DF}"/>
              </a:ext>
            </a:extLst>
          </p:cNvPr>
          <p:cNvSpPr>
            <a:spLocks noGrp="1"/>
          </p:cNvSpPr>
          <p:nvPr>
            <p:ph type="ftr" sz="quarter" idx="14"/>
          </p:nvPr>
        </p:nvSpPr>
        <p:spPr/>
        <p:txBody>
          <a:bodyPr/>
          <a:lstStyle/>
          <a:p>
            <a:endParaRPr lang="en-US" dirty="0"/>
          </a:p>
        </p:txBody>
      </p:sp>
      <p:sp>
        <p:nvSpPr>
          <p:cNvPr id="73" name="Slide Number Placeholder 72">
            <a:extLst>
              <a:ext uri="{FF2B5EF4-FFF2-40B4-BE49-F238E27FC236}">
                <a16:creationId xmlns:a16="http://schemas.microsoft.com/office/drawing/2014/main" id="{04893094-E7D1-4DB5-9352-233F4437358C}"/>
              </a:ext>
            </a:extLst>
          </p:cNvPr>
          <p:cNvSpPr>
            <a:spLocks noGrp="1"/>
          </p:cNvSpPr>
          <p:nvPr>
            <p:ph type="sldNum" idx="15"/>
          </p:nvPr>
        </p:nvSpPr>
        <p:spPr/>
        <p:txBody>
          <a:bodyPr/>
          <a:lstStyle/>
          <a:p>
            <a:fld id="{5B16D1FE-3A35-41BA-8EBE-413702045235}" type="slidenum">
              <a:rPr lang="en-US" smtClean="0"/>
              <a:pPr/>
              <a:t>11</a:t>
            </a:fld>
            <a:endParaRPr lang="en-US" dirty="0"/>
          </a:p>
        </p:txBody>
      </p:sp>
      <p:pic>
        <p:nvPicPr>
          <p:cNvPr id="37" name="Picture Placeholder 36">
            <a:extLst>
              <a:ext uri="{FF2B5EF4-FFF2-40B4-BE49-F238E27FC236}">
                <a16:creationId xmlns:a16="http://schemas.microsoft.com/office/drawing/2014/main" id="{26BAF517-B75A-4BA1-AC5A-2443DD47BEF6}"/>
              </a:ext>
            </a:extLst>
          </p:cNvPr>
          <p:cNvPicPr>
            <a:picLocks noGrp="1" noChangeAspect="1"/>
          </p:cNvPicPr>
          <p:nvPr>
            <p:ph type="pic" sz="quarter" idx="12"/>
          </p:nvPr>
        </p:nvPicPr>
        <p:blipFill rotWithShape="1">
          <a:blip r:embed="rId3" cstate="email">
            <a:extLst>
              <a:ext uri="{28A0092B-C50C-407E-A947-70E740481C1C}">
                <a14:useLocalDpi xmlns:a14="http://schemas.microsoft.com/office/drawing/2010/main"/>
              </a:ext>
            </a:extLst>
          </a:blip>
          <a:srcRect/>
          <a:stretch/>
        </p:blipFill>
        <p:spPr>
          <a:xfrm>
            <a:off x="8140700" y="3176473"/>
            <a:ext cx="3643313" cy="2419350"/>
          </a:xfrm>
          <a:prstGeom prst="rect">
            <a:avLst/>
          </a:prstGeom>
        </p:spPr>
      </p:pic>
      <p:pic>
        <p:nvPicPr>
          <p:cNvPr id="38" name="Picture 2">
            <a:extLst>
              <a:ext uri="{FF2B5EF4-FFF2-40B4-BE49-F238E27FC236}">
                <a16:creationId xmlns:a16="http://schemas.microsoft.com/office/drawing/2014/main" id="{974F0D99-34AD-4E7C-9CA5-4A9E64D234A4}"/>
              </a:ext>
            </a:extLst>
          </p:cNvPr>
          <p:cNvPicPr>
            <a:picLocks noGrp="1" noChangeAspect="1" noChangeArrowheads="1"/>
          </p:cNvPicPr>
          <p:nvPr>
            <p:ph type="pic" sz="quarter" idx="11"/>
          </p:nvPr>
        </p:nvPicPr>
        <p:blipFill>
          <a:blip r:embed="rId4" cstate="email">
            <a:extLst>
              <a:ext uri="{28A0092B-C50C-407E-A947-70E740481C1C}">
                <a14:useLocalDpi xmlns:a14="http://schemas.microsoft.com/office/drawing/2010/main"/>
              </a:ext>
            </a:extLst>
          </a:blip>
          <a:srcRect/>
          <a:stretch/>
        </p:blipFill>
        <p:spPr bwMode="auto">
          <a:xfrm>
            <a:off x="4265613" y="3176473"/>
            <a:ext cx="3643312" cy="241935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8">
            <a:extLst>
              <a:ext uri="{FF2B5EF4-FFF2-40B4-BE49-F238E27FC236}">
                <a16:creationId xmlns:a16="http://schemas.microsoft.com/office/drawing/2014/main" id="{95A5E9DA-AB42-4D40-81AD-80F204A40801}"/>
              </a:ext>
            </a:extLst>
          </p:cNvPr>
          <p:cNvPicPr>
            <a:picLocks noGrp="1" noChangeAspect="1" noChangeArrowheads="1"/>
          </p:cNvPicPr>
          <p:nvPr>
            <p:ph type="pic" sz="quarter" idx="10"/>
          </p:nvPr>
        </p:nvPicPr>
        <p:blipFill>
          <a:blip r:embed="rId5" cstate="email">
            <a:extLst>
              <a:ext uri="{28A0092B-C50C-407E-A947-70E740481C1C}">
                <a14:useLocalDpi xmlns:a14="http://schemas.microsoft.com/office/drawing/2010/main"/>
              </a:ext>
            </a:extLst>
          </a:blip>
          <a:srcRect/>
          <a:stretch/>
        </p:blipFill>
        <p:spPr bwMode="auto">
          <a:xfrm>
            <a:off x="365125" y="3176473"/>
            <a:ext cx="3643313" cy="241935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B8664448-E6E6-4E33-8CFF-13ED06C59714}"/>
              </a:ext>
            </a:extLst>
          </p:cNvPr>
          <p:cNvSpPr>
            <a:spLocks noGrp="1"/>
          </p:cNvSpPr>
          <p:nvPr>
            <p:ph type="title"/>
          </p:nvPr>
        </p:nvSpPr>
        <p:spPr>
          <a:xfrm>
            <a:off x="550863" y="836712"/>
            <a:ext cx="11376024" cy="492443"/>
          </a:xfrm>
        </p:spPr>
        <p:txBody>
          <a:bodyPr/>
          <a:lstStyle/>
          <a:p>
            <a:r>
              <a:rPr lang="en-US" dirty="0"/>
              <a:t>Mechanical + Manual Recovery</a:t>
            </a:r>
          </a:p>
        </p:txBody>
      </p:sp>
      <p:sp>
        <p:nvSpPr>
          <p:cNvPr id="13" name="TextBox 12">
            <a:extLst>
              <a:ext uri="{FF2B5EF4-FFF2-40B4-BE49-F238E27FC236}">
                <a16:creationId xmlns:a16="http://schemas.microsoft.com/office/drawing/2014/main" id="{ACD8209A-8A7A-479E-AB4E-539079965478}"/>
              </a:ext>
            </a:extLst>
          </p:cNvPr>
          <p:cNvSpPr txBox="1"/>
          <p:nvPr/>
        </p:nvSpPr>
        <p:spPr>
          <a:xfrm>
            <a:off x="479376" y="1555729"/>
            <a:ext cx="8784976" cy="937180"/>
          </a:xfrm>
          <a:prstGeom prst="rect">
            <a:avLst/>
          </a:prstGeom>
          <a:noFill/>
        </p:spPr>
        <p:txBody>
          <a:bodyPr vert="horz" wrap="square" rtlCol="0">
            <a:spAutoFit/>
          </a:bodyPr>
          <a:lstStyle/>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As people fatigue recovery of oil : sediment can increase</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Needs to be monitored so that over </a:t>
            </a:r>
            <a:r>
              <a:rPr kumimoji="0" lang="en-US" sz="1200" b="0" i="0" u="none" strike="noStrike" kern="1200" cap="none" spc="0" normalizeH="0" baseline="0" noProof="0" dirty="0" err="1">
                <a:ln>
                  <a:noFill/>
                </a:ln>
                <a:effectLst/>
                <a:uLnTx/>
                <a:uFillTx/>
                <a:latin typeface="Arial"/>
                <a:ea typeface="+mn-ea"/>
                <a:cs typeface="+mn-cs"/>
              </a:rPr>
              <a:t>sterilisation</a:t>
            </a:r>
            <a:r>
              <a:rPr kumimoji="0" lang="en-US" sz="1200" b="0" i="0" u="none" strike="noStrike" kern="1200" cap="none" spc="0" normalizeH="0" baseline="0" noProof="0" dirty="0">
                <a:ln>
                  <a:noFill/>
                </a:ln>
                <a:effectLst/>
                <a:uLnTx/>
                <a:uFillTx/>
                <a:latin typeface="Arial"/>
                <a:ea typeface="+mn-ea"/>
                <a:cs typeface="+mn-cs"/>
              </a:rPr>
              <a:t> does not occur</a:t>
            </a:r>
          </a:p>
          <a:p>
            <a:pPr marL="342900" marR="0" lvl="0" indent="-342900" algn="l" defTabSz="914400" rtl="0" eaLnBrk="1" fontAlgn="auto" latinLnBrk="0" hangingPunct="1">
              <a:lnSpc>
                <a:spcPct val="114000"/>
              </a:lnSpc>
              <a:spcBef>
                <a:spcPts val="0"/>
              </a:spcBef>
              <a:spcAft>
                <a:spcPts val="900"/>
              </a:spcAft>
              <a:buClrTx/>
              <a:buSzPct val="80000"/>
              <a:buFont typeface="+mj-lt"/>
              <a:buAutoNum type="arabicPeriod"/>
              <a:tabLst/>
              <a:defRPr/>
            </a:pPr>
            <a:r>
              <a:rPr kumimoji="0" lang="en-US" sz="1200" b="0" i="0" u="none" strike="noStrike" kern="1200" cap="none" spc="0" normalizeH="0" baseline="0" noProof="0" dirty="0">
                <a:ln>
                  <a:noFill/>
                </a:ln>
                <a:effectLst/>
                <a:uLnTx/>
                <a:uFillTx/>
                <a:latin typeface="Arial"/>
                <a:ea typeface="+mn-ea"/>
                <a:cs typeface="+mn-cs"/>
              </a:rPr>
              <a:t>Used on shoreline areas with good accessibility</a:t>
            </a:r>
          </a:p>
        </p:txBody>
      </p:sp>
    </p:spTree>
    <p:extLst>
      <p:ext uri="{BB962C8B-B14F-4D97-AF65-F5344CB8AC3E}">
        <p14:creationId xmlns:p14="http://schemas.microsoft.com/office/powerpoint/2010/main" val="188457866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86282F5-3C65-4371-A013-C6BDD4CC2379}"/>
              </a:ext>
            </a:extLst>
          </p:cNvPr>
          <p:cNvSpPr/>
          <p:nvPr/>
        </p:nvSpPr>
        <p:spPr bwMode="auto">
          <a:xfrm>
            <a:off x="0" y="1700808"/>
            <a:ext cx="12192000" cy="4320580"/>
          </a:xfrm>
          <a:prstGeom prst="rect">
            <a:avLst/>
          </a:prstGeom>
          <a:solidFill>
            <a:srgbClr val="002F5F">
              <a:alpha val="4000"/>
            </a:srgbClr>
          </a:solidFill>
          <a:ln>
            <a:noFill/>
          </a:ln>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12" name="Date Placeholder 11">
            <a:extLst>
              <a:ext uri="{FF2B5EF4-FFF2-40B4-BE49-F238E27FC236}">
                <a16:creationId xmlns:a16="http://schemas.microsoft.com/office/drawing/2014/main" id="{11302A0D-DD68-406C-AAC5-68D697104E85}"/>
              </a:ext>
            </a:extLst>
          </p:cNvPr>
          <p:cNvSpPr>
            <a:spLocks noGrp="1"/>
          </p:cNvSpPr>
          <p:nvPr>
            <p:ph type="dt" sz="half" idx="10"/>
          </p:nvPr>
        </p:nvSpPr>
        <p:spPr/>
        <p:txBody>
          <a:bodyPr/>
          <a:lstStyle/>
          <a:p>
            <a:fld id="{AE315EC7-3CFD-4AA5-BEA7-F82871B312A9}" type="datetime3">
              <a:rPr lang="en-US" smtClean="0"/>
              <a:t>1 October 2026</a:t>
            </a:fld>
            <a:endParaRPr lang="en-US" dirty="0"/>
          </a:p>
        </p:txBody>
      </p:sp>
      <p:sp>
        <p:nvSpPr>
          <p:cNvPr id="14" name="Slide Number Placeholder 13">
            <a:extLst>
              <a:ext uri="{FF2B5EF4-FFF2-40B4-BE49-F238E27FC236}">
                <a16:creationId xmlns:a16="http://schemas.microsoft.com/office/drawing/2014/main" id="{6160DE35-1333-42BE-9FB7-4608BDAA0A2A}"/>
              </a:ext>
            </a:extLst>
          </p:cNvPr>
          <p:cNvSpPr>
            <a:spLocks noGrp="1"/>
          </p:cNvSpPr>
          <p:nvPr>
            <p:ph type="sldNum" sz="quarter" idx="12"/>
          </p:nvPr>
        </p:nvSpPr>
        <p:spPr/>
        <p:txBody>
          <a:bodyPr/>
          <a:lstStyle/>
          <a:p>
            <a:fld id="{5B16D1FE-3A35-41BA-8EBE-413702045235}" type="slidenum">
              <a:rPr lang="en-US" smtClean="0"/>
              <a:pPr/>
              <a:t>12</a:t>
            </a:fld>
            <a:endParaRPr lang="en-US" dirty="0"/>
          </a:p>
        </p:txBody>
      </p:sp>
      <p:sp>
        <p:nvSpPr>
          <p:cNvPr id="22" name="Rectangle 21">
            <a:extLst>
              <a:ext uri="{FF2B5EF4-FFF2-40B4-BE49-F238E27FC236}">
                <a16:creationId xmlns:a16="http://schemas.microsoft.com/office/drawing/2014/main" id="{C0532B79-90B2-43D5-BE15-D6D17CC5F908}"/>
              </a:ext>
            </a:extLst>
          </p:cNvPr>
          <p:cNvSpPr/>
          <p:nvPr/>
        </p:nvSpPr>
        <p:spPr bwMode="auto">
          <a:xfrm>
            <a:off x="1811524" y="1700808"/>
            <a:ext cx="8568952" cy="4320580"/>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sz="1400" dirty="0"/>
          </a:p>
        </p:txBody>
      </p:sp>
      <p:sp>
        <p:nvSpPr>
          <p:cNvPr id="3" name="Title 2">
            <a:extLst>
              <a:ext uri="{FF2B5EF4-FFF2-40B4-BE49-F238E27FC236}">
                <a16:creationId xmlns:a16="http://schemas.microsoft.com/office/drawing/2014/main" id="{FECC29C9-F78E-41FE-B76D-ED7D0CB58CFD}"/>
              </a:ext>
            </a:extLst>
          </p:cNvPr>
          <p:cNvSpPr>
            <a:spLocks noGrp="1"/>
          </p:cNvSpPr>
          <p:nvPr>
            <p:ph type="title"/>
          </p:nvPr>
        </p:nvSpPr>
        <p:spPr>
          <a:xfrm>
            <a:off x="552624" y="824512"/>
            <a:ext cx="11376024" cy="492443"/>
          </a:xfrm>
        </p:spPr>
        <p:txBody>
          <a:bodyPr wrap="square">
            <a:spAutoFit/>
          </a:bodyPr>
          <a:lstStyle/>
          <a:p>
            <a:pPr algn="ctr"/>
            <a:r>
              <a:rPr lang="en-US" dirty="0"/>
              <a:t>Oil Thickness Vs Skimmer functionality</a:t>
            </a:r>
          </a:p>
        </p:txBody>
      </p:sp>
      <p:pic>
        <p:nvPicPr>
          <p:cNvPr id="17" name="Picture 16" descr="Shape&#10;&#10;Description automatically generated">
            <a:extLst>
              <a:ext uri="{FF2B5EF4-FFF2-40B4-BE49-F238E27FC236}">
                <a16:creationId xmlns:a16="http://schemas.microsoft.com/office/drawing/2014/main" id="{A0C7BE37-C454-49E8-899E-9398361AD93F}"/>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2836735" y="1972730"/>
            <a:ext cx="6518531" cy="3776737"/>
          </a:xfrm>
          <a:prstGeom prst="rect">
            <a:avLst/>
          </a:prstGeom>
          <a:noFill/>
        </p:spPr>
      </p:pic>
      <p:sp>
        <p:nvSpPr>
          <p:cNvPr id="2" name="Rectangle 1">
            <a:extLst>
              <a:ext uri="{FF2B5EF4-FFF2-40B4-BE49-F238E27FC236}">
                <a16:creationId xmlns:a16="http://schemas.microsoft.com/office/drawing/2014/main" id="{8F509D55-C886-498F-9480-CCA78AE31747}"/>
              </a:ext>
            </a:extLst>
          </p:cNvPr>
          <p:cNvSpPr/>
          <p:nvPr/>
        </p:nvSpPr>
        <p:spPr bwMode="auto">
          <a:xfrm>
            <a:off x="8040216" y="5085184"/>
            <a:ext cx="1315049" cy="664283"/>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Tree>
    <p:extLst>
      <p:ext uri="{BB962C8B-B14F-4D97-AF65-F5344CB8AC3E}">
        <p14:creationId xmlns:p14="http://schemas.microsoft.com/office/powerpoint/2010/main" val="337079955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CAF1924-E827-46A1-8427-52BDD9B74F5D}"/>
              </a:ext>
            </a:extLst>
          </p:cNvPr>
          <p:cNvSpPr/>
          <p:nvPr/>
        </p:nvSpPr>
        <p:spPr bwMode="auto">
          <a:xfrm>
            <a:off x="6023992" y="0"/>
            <a:ext cx="6168008" cy="6858000"/>
          </a:xfrm>
          <a:custGeom>
            <a:avLst/>
            <a:gdLst>
              <a:gd name="connsiteX0" fmla="*/ 0 w 6168008"/>
              <a:gd name="connsiteY0" fmla="*/ 0 h 6858000"/>
              <a:gd name="connsiteX1" fmla="*/ 6168008 w 6168008"/>
              <a:gd name="connsiteY1" fmla="*/ 0 h 6858000"/>
              <a:gd name="connsiteX2" fmla="*/ 6168008 w 6168008"/>
              <a:gd name="connsiteY2" fmla="*/ 6858000 h 6858000"/>
              <a:gd name="connsiteX3" fmla="*/ 3708421 w 6168008"/>
              <a:gd name="connsiteY3" fmla="*/ 6858000 h 6858000"/>
              <a:gd name="connsiteX4" fmla="*/ 3244555 w 6168008"/>
              <a:gd name="connsiteY4" fmla="*/ 5999657 h 6858000"/>
              <a:gd name="connsiteX5" fmla="*/ 2780688 w 6168008"/>
              <a:gd name="connsiteY5" fmla="*/ 5142904 h 6858000"/>
              <a:gd name="connsiteX6" fmla="*/ 2316821 w 6168008"/>
              <a:gd name="connsiteY6" fmla="*/ 4286151 h 6858000"/>
              <a:gd name="connsiteX7" fmla="*/ 1853792 w 6168008"/>
              <a:gd name="connsiteY7" fmla="*/ 3428603 h 6858000"/>
              <a:gd name="connsiteX8" fmla="*/ 1389926 w 6168008"/>
              <a:gd name="connsiteY8" fmla="*/ 2570260 h 6858000"/>
              <a:gd name="connsiteX9" fmla="*/ 926059 w 6168008"/>
              <a:gd name="connsiteY9" fmla="*/ 1713507 h 6858000"/>
              <a:gd name="connsiteX10" fmla="*/ 462192 w 6168008"/>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68008" h="6858000">
                <a:moveTo>
                  <a:pt x="0" y="0"/>
                </a:moveTo>
                <a:lnTo>
                  <a:pt x="6168008" y="0"/>
                </a:lnTo>
                <a:lnTo>
                  <a:pt x="6168008" y="6858000"/>
                </a:lnTo>
                <a:lnTo>
                  <a:pt x="3708421" y="6858000"/>
                </a:lnTo>
                <a:lnTo>
                  <a:pt x="3244555" y="5999657"/>
                </a:lnTo>
                <a:lnTo>
                  <a:pt x="2780688" y="5142904"/>
                </a:lnTo>
                <a:lnTo>
                  <a:pt x="2316821" y="4286151"/>
                </a:lnTo>
                <a:lnTo>
                  <a:pt x="1853792" y="3428603"/>
                </a:lnTo>
                <a:lnTo>
                  <a:pt x="1389926" y="2570260"/>
                </a:lnTo>
                <a:lnTo>
                  <a:pt x="926059" y="1713507"/>
                </a:lnTo>
                <a:lnTo>
                  <a:pt x="462192" y="856753"/>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pic>
        <p:nvPicPr>
          <p:cNvPr id="18" name="Picture Placeholder 17">
            <a:extLst>
              <a:ext uri="{FF2B5EF4-FFF2-40B4-BE49-F238E27FC236}">
                <a16:creationId xmlns:a16="http://schemas.microsoft.com/office/drawing/2014/main" id="{5B5FF079-8F77-4F1A-BFB2-451F811EFDBD}"/>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6207125" y="0"/>
            <a:ext cx="5984875" cy="6858000"/>
          </a:xfrm>
        </p:spPr>
      </p:pic>
      <p:sp>
        <p:nvSpPr>
          <p:cNvPr id="6" name="Date Placeholder 5">
            <a:extLst>
              <a:ext uri="{FF2B5EF4-FFF2-40B4-BE49-F238E27FC236}">
                <a16:creationId xmlns:a16="http://schemas.microsoft.com/office/drawing/2014/main" id="{9F6C1A47-F4FA-416B-9587-70CB4CD4555E}"/>
              </a:ext>
            </a:extLst>
          </p:cNvPr>
          <p:cNvSpPr>
            <a:spLocks noGrp="1"/>
          </p:cNvSpPr>
          <p:nvPr>
            <p:ph type="dt" sz="half" idx="10"/>
          </p:nvPr>
        </p:nvSpPr>
        <p:spPr/>
        <p:txBody>
          <a:bodyPr/>
          <a:lstStyle/>
          <a:p>
            <a:fld id="{46F98249-4418-430D-BC85-CBEB2C55707B}" type="datetime3">
              <a:rPr lang="en-US" smtClean="0"/>
              <a:t>1 October 2026</a:t>
            </a:fld>
            <a:endParaRPr lang="en-US" dirty="0"/>
          </a:p>
        </p:txBody>
      </p:sp>
      <p:sp>
        <p:nvSpPr>
          <p:cNvPr id="8" name="Slide Number Placeholder 7">
            <a:extLst>
              <a:ext uri="{FF2B5EF4-FFF2-40B4-BE49-F238E27FC236}">
                <a16:creationId xmlns:a16="http://schemas.microsoft.com/office/drawing/2014/main" id="{70FFB4D4-D923-4255-9C8F-C05ABE03086C}"/>
              </a:ext>
            </a:extLst>
          </p:cNvPr>
          <p:cNvSpPr>
            <a:spLocks noGrp="1"/>
          </p:cNvSpPr>
          <p:nvPr>
            <p:ph type="sldNum" sz="quarter" idx="12"/>
          </p:nvPr>
        </p:nvSpPr>
        <p:spPr/>
        <p:txBody>
          <a:bodyPr/>
          <a:lstStyle/>
          <a:p>
            <a:fld id="{5B16D1FE-3A35-41BA-8EBE-413702045235}" type="slidenum">
              <a:rPr lang="en-US" smtClean="0"/>
              <a:pPr/>
              <a:t>13</a:t>
            </a:fld>
            <a:endParaRPr lang="en-US" dirty="0"/>
          </a:p>
        </p:txBody>
      </p:sp>
      <p:sp>
        <p:nvSpPr>
          <p:cNvPr id="9" name="Title 8">
            <a:extLst>
              <a:ext uri="{FF2B5EF4-FFF2-40B4-BE49-F238E27FC236}">
                <a16:creationId xmlns:a16="http://schemas.microsoft.com/office/drawing/2014/main" id="{9D015E64-EE1B-43D5-A2EE-A1FC1A2A5066}"/>
              </a:ext>
            </a:extLst>
          </p:cNvPr>
          <p:cNvSpPr>
            <a:spLocks noGrp="1"/>
          </p:cNvSpPr>
          <p:nvPr>
            <p:ph type="ctrTitle"/>
          </p:nvPr>
        </p:nvSpPr>
        <p:spPr>
          <a:xfrm>
            <a:off x="550863" y="3717032"/>
            <a:ext cx="7272188" cy="1329595"/>
          </a:xfrm>
        </p:spPr>
        <p:txBody>
          <a:bodyPr wrap="square">
            <a:spAutoFit/>
          </a:bodyPr>
          <a:lstStyle/>
          <a:p>
            <a:r>
              <a:rPr lang="en-US" sz="4800" dirty="0"/>
              <a:t>Which is the best skimmer?</a:t>
            </a:r>
          </a:p>
        </p:txBody>
      </p:sp>
      <p:sp>
        <p:nvSpPr>
          <p:cNvPr id="10" name="Subtitle 9">
            <a:extLst>
              <a:ext uri="{FF2B5EF4-FFF2-40B4-BE49-F238E27FC236}">
                <a16:creationId xmlns:a16="http://schemas.microsoft.com/office/drawing/2014/main" id="{E0C5DA59-882D-4D90-9CD1-9446E2B81C3A}"/>
              </a:ext>
            </a:extLst>
          </p:cNvPr>
          <p:cNvSpPr>
            <a:spLocks noGrp="1"/>
          </p:cNvSpPr>
          <p:nvPr>
            <p:ph type="subTitle" idx="1"/>
          </p:nvPr>
        </p:nvSpPr>
        <p:spPr>
          <a:xfrm>
            <a:off x="577479" y="5252312"/>
            <a:ext cx="5688012" cy="307777"/>
          </a:xfrm>
        </p:spPr>
        <p:txBody>
          <a:bodyPr>
            <a:spAutoFit/>
          </a:bodyPr>
          <a:lstStyle/>
          <a:p>
            <a:r>
              <a:rPr lang="en-US" sz="2000" dirty="0"/>
              <a:t>It depends on your scenario . . .</a:t>
            </a:r>
          </a:p>
        </p:txBody>
      </p:sp>
    </p:spTree>
    <p:extLst>
      <p:ext uri="{BB962C8B-B14F-4D97-AF65-F5344CB8AC3E}">
        <p14:creationId xmlns:p14="http://schemas.microsoft.com/office/powerpoint/2010/main" val="251631429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theme/theme1.xml><?xml version="1.0" encoding="utf-8"?>
<a:theme xmlns:a="http://schemas.openxmlformats.org/drawingml/2006/main" name="lamor">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2"/>
        </a:solidFill>
        <a:ln>
          <a:noFill/>
        </a:ln>
      </a:spPr>
      <a:bodyPr vert="horz" wrap="square" lIns="91440" tIns="45720" rIns="91440" bIns="45720" numCol="1" rtlCol="0" anchor="t" anchorCtr="0" compatLnSpc="1">
        <a:prstTxWarp prst="textNoShape">
          <a:avLst/>
        </a:prstTxWarp>
      </a:bodyPr>
      <a:lstStyle>
        <a:defPPr algn="ctr">
          <a:defRPr/>
        </a:defPPr>
      </a:lst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solidFill>
              <a:schemeClr val="accent2"/>
            </a:solidFill>
          </a:defRPr>
        </a:defPPr>
      </a:lstStyle>
    </a:txDef>
  </a:objectDefaults>
  <a:extraClrSchemeLst/>
  <a:extLst>
    <a:ext uri="{05A4C25C-085E-4340-85A3-A5531E510DB2}">
      <thm15:themeFamily xmlns:thm15="http://schemas.microsoft.com/office/thememl/2012/main" name="lamor_sample.potx" id="{0866E240-CAF8-4C92-8E7B-1EC790D68361}" vid="{AF030CEB-CB20-44A5-94FC-316307E112C5}"/>
    </a:ext>
  </a:extLst>
</a:theme>
</file>

<file path=ppt/theme/theme2.xml><?xml version="1.0" encoding="utf-8"?>
<a:theme xmlns:a="http://schemas.openxmlformats.org/drawingml/2006/main" name="Office Theme">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dc8e53c-ea3d-41cd-8c60-25d5239dfb64" xsi:nil="true"/>
    <lcf76f155ced4ddcb4097134ff3c332f xmlns="f0436948-a84c-4eca-b610-55dcc70f19ac">
      <Terms xmlns="http://schemas.microsoft.com/office/infopath/2007/PartnerControls"/>
    </lcf76f155ced4ddcb4097134ff3c332f>
    <MigrationWizIdVersion xmlns="f0436948-a84c-4eca-b610-55dcc70f19ac" xsi:nil="true"/>
    <MigrationWizIdPermissions xmlns="f0436948-a84c-4eca-b610-55dcc70f19ac" xsi:nil="true"/>
    <MigrationWizId xmlns="f0436948-a84c-4eca-b610-55dcc70f19a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CF62CD321841A42A9E7421C52D774D4" ma:contentTypeVersion="18" ma:contentTypeDescription="Create a new document." ma:contentTypeScope="" ma:versionID="3e43966c63210ab09c9b558ee6cd8d05">
  <xsd:schema xmlns:xsd="http://www.w3.org/2001/XMLSchema" xmlns:xs="http://www.w3.org/2001/XMLSchema" xmlns:p="http://schemas.microsoft.com/office/2006/metadata/properties" xmlns:ns2="f0436948-a84c-4eca-b610-55dcc70f19ac" xmlns:ns3="9dc8e53c-ea3d-41cd-8c60-25d5239dfb64" targetNamespace="http://schemas.microsoft.com/office/2006/metadata/properties" ma:root="true" ma:fieldsID="e35ea1581cfccd9461f237ead91bca45" ns2:_="" ns3:_="">
    <xsd:import namespace="f0436948-a84c-4eca-b610-55dcc70f19ac"/>
    <xsd:import namespace="9dc8e53c-ea3d-41cd-8c60-25d5239dfb64"/>
    <xsd:element name="properties">
      <xsd:complexType>
        <xsd:sequence>
          <xsd:element name="documentManagement">
            <xsd:complexType>
              <xsd:all>
                <xsd:element ref="ns2:MigrationWizId" minOccurs="0"/>
                <xsd:element ref="ns2:MigrationWizIdPermissions" minOccurs="0"/>
                <xsd:element ref="ns2:MigrationWizIdVersion" minOccurs="0"/>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436948-a84c-4eca-b610-55dcc70f19ac"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73844e6-26ab-4283-9ac6-416b1f24dba7"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c8e53c-ea3d-41cd-8c60-25d5239dfb6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fd703df-f07d-4cc1-bd71-ce67e06ab0d8}" ma:internalName="TaxCatchAll" ma:showField="CatchAllData" ma:web="9dc8e53c-ea3d-41cd-8c60-25d5239dfb64">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572B84-74A4-4065-91F7-DAC5816A0FAF}">
  <ds:schemaRefs>
    <ds:schemaRef ds:uri="http://schemas.microsoft.com/sharepoint/v3/contenttype/forms"/>
  </ds:schemaRefs>
</ds:datastoreItem>
</file>

<file path=customXml/itemProps2.xml><?xml version="1.0" encoding="utf-8"?>
<ds:datastoreItem xmlns:ds="http://schemas.openxmlformats.org/officeDocument/2006/customXml" ds:itemID="{D86B585C-57F7-4F3A-87D1-541AC39487FA}">
  <ds:schemaRefs>
    <ds:schemaRef ds:uri="http://purl.org/dc/terms/"/>
    <ds:schemaRef ds:uri="http://purl.org/dc/elements/1.1/"/>
    <ds:schemaRef ds:uri="http://schemas.microsoft.com/office/2006/documentManagement/types"/>
    <ds:schemaRef ds:uri="http://schemas.microsoft.com/office/2006/metadata/properties"/>
    <ds:schemaRef ds:uri="http://purl.org/dc/dcmitype/"/>
    <ds:schemaRef ds:uri="http://schemas.microsoft.com/office/infopath/2007/PartnerControls"/>
    <ds:schemaRef ds:uri="9dc8e53c-ea3d-41cd-8c60-25d5239dfb64"/>
    <ds:schemaRef ds:uri="http://schemas.openxmlformats.org/package/2006/metadata/core-properties"/>
    <ds:schemaRef ds:uri="ba5010ef-ae1a-4af1-8e9b-a12178645b61"/>
    <ds:schemaRef ds:uri="http://www.w3.org/XML/1998/namespace"/>
    <ds:schemaRef ds:uri="f0436948-a84c-4eca-b610-55dcc70f19ac"/>
  </ds:schemaRefs>
</ds:datastoreItem>
</file>

<file path=customXml/itemProps3.xml><?xml version="1.0" encoding="utf-8"?>
<ds:datastoreItem xmlns:ds="http://schemas.openxmlformats.org/officeDocument/2006/customXml" ds:itemID="{68365D75-AD6F-4190-BC5A-93392CFB40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436948-a84c-4eca-b610-55dcc70f19ac"/>
    <ds:schemaRef ds:uri="9dc8e53c-ea3d-41cd-8c60-25d5239dfb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lamor_sample</Template>
  <TotalTime>2527</TotalTime>
  <Words>975</Words>
  <Application>Microsoft Macintosh PowerPoint</Application>
  <PresentationFormat>Widescreen</PresentationFormat>
  <Paragraphs>116</Paragraphs>
  <Slides>13</Slides>
  <Notes>13</Notes>
  <HiddenSlides>0</HiddenSlides>
  <MMClips>1</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lamor</vt:lpstr>
      <vt:lpstr>Recovery Devices</vt:lpstr>
      <vt:lpstr>Recovery Devices</vt:lpstr>
      <vt:lpstr>What do you know about skimmers? </vt:lpstr>
      <vt:lpstr>Sell me your skimmer</vt:lpstr>
      <vt:lpstr>Oleophilic Skimmers</vt:lpstr>
      <vt:lpstr>Weir Skimmer</vt:lpstr>
      <vt:lpstr>Vacuum Skimmer</vt:lpstr>
      <vt:lpstr>Mechanical Skimmer</vt:lpstr>
      <vt:lpstr>Sorbents</vt:lpstr>
      <vt:lpstr>PowerPoint Presentation</vt:lpstr>
      <vt:lpstr>Mechanical + Manual Recovery</vt:lpstr>
      <vt:lpstr>Oil Thickness Vs Skimmer functionality</vt:lpstr>
      <vt:lpstr>Which is the best skimmer?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heading Arial bold 60pt</dc:title>
  <dc:creator>Jason Loach</dc:creator>
  <cp:lastModifiedBy>pekka Eskelinen</cp:lastModifiedBy>
  <cp:revision>119</cp:revision>
  <dcterms:created xsi:type="dcterms:W3CDTF">2026-09-08T16:33:35Z</dcterms:created>
  <dcterms:modified xsi:type="dcterms:W3CDTF">2026-10-01T10:00:40Z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0x0101006533BD2AE748184E95213713DC51845A</vt:lpwstr>
  </property>
  <property fmtid="{D5CDD505-2E9C-101B-9397-08002B2CF9AE}" pid="3" name="MediaServiceImageTags">
    <vt:lpwstr/>
  </property>
</Properties>
</file>