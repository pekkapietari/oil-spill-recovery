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3"/>
  </p:sldMasterIdLst>
  <p:notesMasterIdLst>
    <p:notesMasterId r:id="rId15"/>
  </p:notesMasterIdLst>
  <p:sldIdLst>
    <p:sldId id="1269" r:id="rId4"/>
    <p:sldId id="1268" r:id="rId5"/>
    <p:sldId id="258" r:id="rId6"/>
    <p:sldId id="1285" r:id="rId7"/>
    <p:sldId id="1265" r:id="rId8"/>
    <p:sldId id="1300" r:id="rId9"/>
    <p:sldId id="1296" r:id="rId10"/>
    <p:sldId id="262" r:id="rId11"/>
    <p:sldId id="1298" r:id="rId12"/>
    <p:sldId id="1299" r:id="rId13"/>
    <p:sldId id="265"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92">
          <p15:clr>
            <a:srgbClr val="A4A3A4"/>
          </p15:clr>
        </p15:guide>
        <p15:guide id="2" pos="3816" userDrawn="1">
          <p15:clr>
            <a:srgbClr val="A4A3A4"/>
          </p15:clr>
        </p15:guide>
        <p15:guide id="3" orient="horz" pos="1162">
          <p15:clr>
            <a:srgbClr val="A4A3A4"/>
          </p15:clr>
        </p15:guide>
        <p15:guide id="4" pos="360" userDrawn="1">
          <p15:clr>
            <a:srgbClr val="A4A3A4"/>
          </p15:clr>
        </p15:guide>
        <p15:guide id="5" pos="7416" userDrawn="1">
          <p15:clr>
            <a:srgbClr val="A4A3A4"/>
          </p15:clr>
        </p15:guide>
        <p15:guide id="6" orient="horz" pos="381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R9+Xg4W447rXik/Gq7cn4/PLZ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BEF"/>
    <a:srgbClr val="002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4906A1-5005-E445-A5FB-CB08433CD629}" v="6" dt="2024-05-28T10:57:57.251"/>
  </p1510:revLst>
</p1510:revInfo>
</file>

<file path=ppt/tableStyles.xml><?xml version="1.0" encoding="utf-8"?>
<a:tblStyleLst xmlns:a="http://schemas.openxmlformats.org/drawingml/2006/main" def="{E4D5B08A-7E20-43A0-AC44-F7E278D2211E}">
  <a:tblStyle styleId="{E4D5B08A-7E20-43A0-AC44-F7E278D2211E}" styleName="Table_0">
    <a:wholeTbl>
      <a:tcTxStyle b="off" i="off">
        <a:font>
          <a:latin typeface="Arial"/>
          <a:ea typeface="Arial"/>
          <a:cs typeface="Arial"/>
        </a:font>
        <a:schemeClr val="dk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cBdr>
      </a:tcStyle>
    </a:band1V>
    <a:band2V>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482"/>
  </p:normalViewPr>
  <p:slideViewPr>
    <p:cSldViewPr snapToGrid="0">
      <p:cViewPr varScale="1">
        <p:scale>
          <a:sx n="95" d="100"/>
          <a:sy n="95" d="100"/>
        </p:scale>
        <p:origin x="1024" y="184"/>
      </p:cViewPr>
      <p:guideLst>
        <p:guide orient="horz" pos="2292"/>
        <p:guide pos="3816"/>
        <p:guide orient="horz" pos="1162"/>
        <p:guide pos="360"/>
        <p:guide pos="7416"/>
        <p:guide orient="horz" pos="3816"/>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customschemas.google.com/relationships/presentationmetadata" Target="metadata"/><Relationship Id="rId2" Type="http://schemas.openxmlformats.org/officeDocument/2006/relationships/customXml" Target="../customXml/item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880">
          <p15:clr>
            <a:srgbClr val="F26B43"/>
          </p15:clr>
        </p15:guide>
        <p15:guide id="2" pos="216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notes"/>
          <p:cNvSpPr>
            <a:spLocks noGrp="1" noRot="1" noChangeAspect="1"/>
          </p:cNvSpPr>
          <p:nvPr>
            <p:ph type="sldImg" idx="2"/>
          </p:nvPr>
        </p:nvSpPr>
        <p:spPr>
          <a:xfrm>
            <a:off x="-9490075" y="4330700"/>
            <a:ext cx="20789900" cy="11695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1:notes"/>
          <p:cNvSpPr txBox="1">
            <a:spLocks noGrp="1"/>
          </p:cNvSpPr>
          <p:nvPr>
            <p:ph type="body" idx="1"/>
          </p:nvPr>
        </p:nvSpPr>
        <p:spPr>
          <a:xfrm>
            <a:off x="180975" y="16675768"/>
            <a:ext cx="1447800" cy="13643811"/>
          </a:xfrm>
          <a:prstGeom prst="rect">
            <a:avLst/>
          </a:prstGeom>
          <a:noFill/>
          <a:ln>
            <a:noFill/>
          </a:ln>
        </p:spPr>
        <p:txBody>
          <a:bodyPr spcFirstLastPara="1" wrap="square" lIns="91425" tIns="45700" rIns="91425" bIns="45700" anchor="t" anchorCtr="0">
            <a:noAutofit/>
          </a:bodyPr>
          <a:lstStyle/>
          <a:p>
            <a:r>
              <a:t>Welcome to the Health and Safety module. Emphasise that no operational objective is more important than protecting responders, the public, and the environment. Explain that effective safety management must be integrated into every phase of an oil spill response from mobilisation through demobilisation.</a:t>
            </a:r>
          </a:p>
        </p:txBody>
      </p:sp>
      <p:sp>
        <p:nvSpPr>
          <p:cNvPr id="540" name="Google Shape;540;p1:notes"/>
          <p:cNvSpPr txBox="1">
            <a:spLocks noGrp="1"/>
          </p:cNvSpPr>
          <p:nvPr>
            <p:ph type="sldNum" idx="12"/>
          </p:nvPr>
        </p:nvSpPr>
        <p:spPr>
          <a:xfrm>
            <a:off x="1025106" y="32912392"/>
            <a:ext cx="784225" cy="173856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Discuss the learning objectives. Participants should be able to identify common response hazards, recognise symptoms of toxic exposure, understand the purpose of safety plans and risk assessments, identify high risk activities, and select appropriate control measures. Reinforce that risk management is a continuous process throughout the response.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800" b="0" i="0" u="none" strike="noStrike" cap="none" smtClean="0">
                <a:solidFill>
                  <a:schemeClr val="dk1"/>
                </a:solidFill>
                <a:latin typeface="Arial"/>
                <a:ea typeface="Arial"/>
                <a:cs typeface="Arial"/>
                <a:sym typeface="Arial"/>
              </a:rPr>
              <a:t>2</a:t>
            </a:fld>
            <a:endParaRPr lang="en-GB" sz="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91782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Use this slide as an opening discussion. Ask participants to share examples of incidents or near misses they have experienced during spill response, marine operations, or industrial activities. Highlight lessons learned and stress the value of reporting hazards before incidents occur.</a:t>
            </a:r>
          </a:p>
        </p:txBody>
      </p:sp>
      <p:sp>
        <p:nvSpPr>
          <p:cNvPr id="565" name="Google Shape;56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6:notes"/>
          <p:cNvSpPr txBox="1">
            <a:spLocks noGrp="1"/>
          </p:cNvSpPr>
          <p:nvPr>
            <p:ph type="body" idx="1"/>
          </p:nvPr>
        </p:nvSpPr>
        <p:spPr>
          <a:xfrm>
            <a:off x="889000" y="4643438"/>
            <a:ext cx="4891088" cy="4398962"/>
          </a:xfrm>
          <a:prstGeom prst="rect">
            <a:avLst/>
          </a:prstGeom>
        </p:spPr>
        <p:txBody>
          <a:bodyPr spcFirstLastPara="1" wrap="square" lIns="96650" tIns="48325" rIns="96650" bIns="48325" anchor="t" anchorCtr="0">
            <a:noAutofit/>
          </a:bodyPr>
          <a:lstStyle/>
          <a:p>
            <a:r>
              <a:t>Ask the group why safety must be a priority during response operations. Guide discussion towards legal responsibilities, duty of care, protection of personnel, prevention of secondary incidents, reputation management, and operational effectiveness. Introduce the key safety documents used during a response including safety plans, risk assessments, JSAs, toolbox talks and emergency response procedures.</a:t>
            </a:r>
          </a:p>
        </p:txBody>
      </p:sp>
      <p:sp>
        <p:nvSpPr>
          <p:cNvPr id="565" name="Google Shape;565;p16: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participants into groups and assign the shoreline and offshore scenarios. Ask them to identify hazards, the associated risks, and possible mitigation measures. Encourage consideration of slips, trips and falls, manual handling, vessel operations, weather, fatigue, contamination, wildlife interactions, tides, machinery and vehicle movements. Capture answers for discussion.</a:t>
            </a:r>
          </a:p>
        </p:txBody>
      </p:sp>
      <p:sp>
        <p:nvSpPr>
          <p:cNvPr id="4" name="Slide Number Placeholder 3"/>
          <p:cNvSpPr>
            <a:spLocks noGrp="1"/>
          </p:cNvSpPr>
          <p:nvPr>
            <p:ph type="sldNum" sz="quarter" idx="5"/>
          </p:nvPr>
        </p:nvSpPr>
        <p:spPr/>
        <p:txBody>
          <a:bodyPr/>
          <a:lstStyle/>
          <a:p>
            <a:fld id="{6F2864D0-97CF-41B9-8B2E-A8A368785333}" type="slidenum">
              <a:rPr lang="en-GB" smtClean="0"/>
              <a:pPr/>
              <a:t>5</a:t>
            </a:fld>
            <a:endParaRPr lang="en-GB"/>
          </a:p>
        </p:txBody>
      </p:sp>
    </p:spTree>
    <p:extLst>
      <p:ext uri="{BB962C8B-B14F-4D97-AF65-F5344CB8AC3E}">
        <p14:creationId xmlns:p14="http://schemas.microsoft.com/office/powerpoint/2010/main" val="2022146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6:notes"/>
          <p:cNvSpPr txBox="1">
            <a:spLocks noGrp="1"/>
          </p:cNvSpPr>
          <p:nvPr>
            <p:ph type="body" idx="1"/>
          </p:nvPr>
        </p:nvSpPr>
        <p:spPr>
          <a:xfrm>
            <a:off x="889000" y="4643438"/>
            <a:ext cx="4891088" cy="4398962"/>
          </a:xfrm>
          <a:prstGeom prst="rect">
            <a:avLst/>
          </a:prstGeom>
        </p:spPr>
        <p:txBody>
          <a:bodyPr spcFirstLastPara="1" wrap="square" lIns="96650" tIns="48325" rIns="96650" bIns="48325" anchor="t" anchorCtr="0">
            <a:noAutofit/>
          </a:bodyPr>
          <a:lstStyle/>
          <a:p>
            <a:r>
              <a:t>Explain that exposure symptoms vary depending on the oil type and environmental conditions. Discuss common symptoms including headaches, dizziness, nausea, eye irritation, skin irritation and respiratory discomfort. Review preventive measures such as monitoring exposure, maintaining hygiene, limiting exposure duration, ensuring ventilation and wearing suitable PPE. Remind participants to report symptoms immediately.</a:t>
            </a:r>
          </a:p>
        </p:txBody>
      </p:sp>
      <p:sp>
        <p:nvSpPr>
          <p:cNvPr id="565" name="Google Shape;565;p16: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4957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the images and ask participants to identify visible hazards. Use the examples to discuss hazard recognition as a core competency. Highlight how responders must continually scan their work area for changing conditions and emerging risks.</a:t>
            </a:r>
          </a:p>
        </p:txBody>
      </p:sp>
      <p:sp>
        <p:nvSpPr>
          <p:cNvPr id="4" name="Slide Number Placeholder 3"/>
          <p:cNvSpPr>
            <a:spLocks noGrp="1"/>
          </p:cNvSpPr>
          <p:nvPr>
            <p:ph type="sldNum" sz="quarter" idx="5"/>
          </p:nvPr>
        </p:nvSpPr>
        <p:spPr/>
        <p:txBody>
          <a:bodyPr/>
          <a:lstStyle/>
          <a:p>
            <a:fld id="{6F2864D0-97CF-41B9-8B2E-A8A368785333}" type="slidenum">
              <a:rPr lang="en-GB" smtClean="0"/>
              <a:pPr/>
              <a:t>7</a:t>
            </a:fld>
            <a:endParaRPr lang="en-GB"/>
          </a:p>
        </p:txBody>
      </p:sp>
    </p:spTree>
    <p:extLst>
      <p:ext uri="{BB962C8B-B14F-4D97-AF65-F5344CB8AC3E}">
        <p14:creationId xmlns:p14="http://schemas.microsoft.com/office/powerpoint/2010/main" val="3827807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Discuss PPE selection and safe working practices. Explain that PPE is the last line of defence and should be used alongside engineering and administrative controls. Reinforce the importance of correct fit, maintenance, inspection and replacement of PPE.</a:t>
            </a:r>
          </a:p>
        </p:txBody>
      </p:sp>
      <p:sp>
        <p:nvSpPr>
          <p:cNvPr id="605" name="Google Shape;60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discuss dynamic risk assessment. Conditions during a spill response can change rapidly due to weather, tides, operational tempo, equipment failures or changes in oil behaviour. Encourage personnel to stop work whenever conditions become unsafe and reassess the task.</a:t>
            </a:r>
          </a:p>
        </p:txBody>
      </p:sp>
      <p:sp>
        <p:nvSpPr>
          <p:cNvPr id="4" name="Slide Number Placeholder 3"/>
          <p:cNvSpPr>
            <a:spLocks noGrp="1"/>
          </p:cNvSpPr>
          <p:nvPr>
            <p:ph type="sldNum" sz="quarter" idx="5"/>
          </p:nvPr>
        </p:nvSpPr>
        <p:spPr/>
        <p:txBody>
          <a:bodyPr/>
          <a:lstStyle/>
          <a:p>
            <a:fld id="{6F2864D0-97CF-41B9-8B2E-A8A368785333}" type="slidenum">
              <a:rPr lang="en-GB" smtClean="0"/>
              <a:pPr/>
              <a:t>9</a:t>
            </a:fld>
            <a:endParaRPr lang="en-GB"/>
          </a:p>
        </p:txBody>
      </p:sp>
    </p:spTree>
    <p:extLst>
      <p:ext uri="{BB962C8B-B14F-4D97-AF65-F5344CB8AC3E}">
        <p14:creationId xmlns:p14="http://schemas.microsoft.com/office/powerpoint/2010/main" val="3827807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Facilitate completion of the hazard, risk and mitigation table. Encourage participants to think through the hierarchy of controls, beginning with elimination and substitution where possible before relying on PPE. Compare shoreline and offshore hazards and discuss how controls differ between environments.</a:t>
            </a:r>
          </a:p>
        </p:txBody>
      </p:sp>
      <p:sp>
        <p:nvSpPr>
          <p:cNvPr id="4" name="Slide Number Placeholder 3"/>
          <p:cNvSpPr>
            <a:spLocks noGrp="1"/>
          </p:cNvSpPr>
          <p:nvPr>
            <p:ph type="sldNum" sz="quarter" idx="5"/>
          </p:nvPr>
        </p:nvSpPr>
        <p:spPr/>
        <p:txBody>
          <a:bodyPr/>
          <a:lstStyle/>
          <a:p>
            <a:fld id="{6F2864D0-97CF-41B9-8B2E-A8A368785333}" type="slidenum">
              <a:rPr lang="en-GB" smtClean="0"/>
              <a:pPr/>
              <a:t>10</a:t>
            </a:fld>
            <a:endParaRPr lang="en-GB"/>
          </a:p>
        </p:txBody>
      </p:sp>
    </p:spTree>
    <p:extLst>
      <p:ext uri="{BB962C8B-B14F-4D97-AF65-F5344CB8AC3E}">
        <p14:creationId xmlns:p14="http://schemas.microsoft.com/office/powerpoint/2010/main" val="2033077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Review the key safety documents used during operations. Explain the purpose of each document and how they work together. Safety Plans define the overall approach, Risk Assessments identify hazards, JSAs analyse task-specific risks, IAPs communicate operational objectives, Toolbox Talks reinforce daily safety messages, and Emergency Response Plans provide incident procedures. Emphasise the need for regular review and updates throughout the response, particularly when conditions, personnel, equipment or operational objectives change.</a:t>
            </a:r>
          </a:p>
        </p:txBody>
      </p:sp>
      <p:sp>
        <p:nvSpPr>
          <p:cNvPr id="635" name="Google Shape;63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Just Title ">
  <p:cSld name="Just Title ">
    <p:spTree>
      <p:nvGrpSpPr>
        <p:cNvPr id="1" name="Shape 43"/>
        <p:cNvGrpSpPr/>
        <p:nvPr/>
      </p:nvGrpSpPr>
      <p:grpSpPr>
        <a:xfrm>
          <a:off x="0" y="0"/>
          <a:ext cx="0" cy="0"/>
          <a:chOff x="0" y="0"/>
          <a:chExt cx="0" cy="0"/>
        </a:xfrm>
      </p:grpSpPr>
      <p:sp>
        <p:nvSpPr>
          <p:cNvPr id="44" name="Google Shape;44;p14"/>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1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icture Blue ">
  <p:cSld name="Title Slide Picture Blue ">
    <p:bg>
      <p:bgPr>
        <a:solidFill>
          <a:schemeClr val="accent2"/>
        </a:solidFill>
        <a:effectLst/>
      </p:bgPr>
    </p:bg>
    <p:spTree>
      <p:nvGrpSpPr>
        <p:cNvPr id="1" name="Shape 54"/>
        <p:cNvGrpSpPr/>
        <p:nvPr/>
      </p:nvGrpSpPr>
      <p:grpSpPr>
        <a:xfrm>
          <a:off x="0" y="0"/>
          <a:ext cx="0" cy="0"/>
          <a:chOff x="0" y="0"/>
          <a:chExt cx="0" cy="0"/>
        </a:xfrm>
      </p:grpSpPr>
      <p:sp>
        <p:nvSpPr>
          <p:cNvPr id="55" name="Google Shape;55;p16"/>
          <p:cNvSpPr>
            <a:spLocks noGrp="1"/>
          </p:cNvSpPr>
          <p:nvPr>
            <p:ph type="pic" idx="2"/>
          </p:nvPr>
        </p:nvSpPr>
        <p:spPr>
          <a:xfrm>
            <a:off x="6206870" y="0"/>
            <a:ext cx="5985131" cy="6858000"/>
          </a:xfrm>
          <a:prstGeom prst="rect">
            <a:avLst/>
          </a:prstGeom>
          <a:solidFill>
            <a:schemeClr val="lt2"/>
          </a:solidFill>
          <a:ln>
            <a:noFill/>
          </a:ln>
        </p:spPr>
      </p:sp>
      <p:sp>
        <p:nvSpPr>
          <p:cNvPr id="56" name="Google Shape;56;p1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59" name="Google Shape;59;p16"/>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6"/>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61" name="Google Shape;61;p16"/>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 type="title">
  <p:cSld name="TITLE">
    <p:bg>
      <p:bgPr>
        <a:solidFill>
          <a:schemeClr val="lt1"/>
        </a:solidFill>
        <a:effectLst/>
      </p:bgPr>
    </p:bg>
    <p:spTree>
      <p:nvGrpSpPr>
        <p:cNvPr id="1" name="Shape 62"/>
        <p:cNvGrpSpPr/>
        <p:nvPr/>
      </p:nvGrpSpPr>
      <p:grpSpPr>
        <a:xfrm>
          <a:off x="0" y="0"/>
          <a:ext cx="0" cy="0"/>
          <a:chOff x="0" y="0"/>
          <a:chExt cx="0" cy="0"/>
        </a:xfrm>
      </p:grpSpPr>
      <p:sp>
        <p:nvSpPr>
          <p:cNvPr id="63" name="Google Shape;63;p17"/>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2"/>
              </a:buClr>
              <a:buSzPts val="6000"/>
              <a:buFont typeface="Arial"/>
              <a:buNone/>
              <a:defRPr sz="6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7"/>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65" name="Google Shape;65;p1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68" name="Google Shape;68;p17"/>
          <p:cNvSpPr/>
          <p:nvPr/>
        </p:nvSpPr>
        <p:spPr>
          <a:xfrm>
            <a:off x="407988" y="576000"/>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Blue">
  <p:cSld name="Title Slide Blue">
    <p:bg>
      <p:bgPr>
        <a:solidFill>
          <a:schemeClr val="accent2"/>
        </a:solidFill>
        <a:effectLst/>
      </p:bgPr>
    </p:bg>
    <p:spTree>
      <p:nvGrpSpPr>
        <p:cNvPr id="1" name="Shape 69"/>
        <p:cNvGrpSpPr/>
        <p:nvPr/>
      </p:nvGrpSpPr>
      <p:grpSpPr>
        <a:xfrm>
          <a:off x="0" y="0"/>
          <a:ext cx="0" cy="0"/>
          <a:chOff x="0" y="0"/>
          <a:chExt cx="0" cy="0"/>
        </a:xfrm>
      </p:grpSpPr>
      <p:sp>
        <p:nvSpPr>
          <p:cNvPr id="70" name="Google Shape;70;p18"/>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8"/>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72" name="Google Shape;72;p18"/>
          <p:cNvSpPr/>
          <p:nvPr/>
        </p:nvSpPr>
        <p:spPr>
          <a:xfrm>
            <a:off x="407988" y="57467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1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Light Blue">
  <p:cSld name="Title Slide Light Blue">
    <p:bg>
      <p:bgPr>
        <a:solidFill>
          <a:schemeClr val="accent6"/>
        </a:solidFill>
        <a:effectLst/>
      </p:bgPr>
    </p:bg>
    <p:spTree>
      <p:nvGrpSpPr>
        <p:cNvPr id="1" name="Shape 76"/>
        <p:cNvGrpSpPr/>
        <p:nvPr/>
      </p:nvGrpSpPr>
      <p:grpSpPr>
        <a:xfrm>
          <a:off x="0" y="0"/>
          <a:ext cx="0" cy="0"/>
          <a:chOff x="0" y="0"/>
          <a:chExt cx="0" cy="0"/>
        </a:xfrm>
      </p:grpSpPr>
      <p:sp>
        <p:nvSpPr>
          <p:cNvPr id="77" name="Google Shape;77;p19"/>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9"/>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79" name="Google Shape;79;p19"/>
          <p:cNvSpPr/>
          <p:nvPr/>
        </p:nvSpPr>
        <p:spPr>
          <a:xfrm>
            <a:off x="407988" y="57467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1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Image">
  <p:cSld name="Title Slide Image">
    <p:bg>
      <p:bgPr>
        <a:blipFill>
          <a:blip r:embed="rId2" cstate="email">
            <a:alphaModFix/>
            <a:extLst>
              <a:ext uri="{28A0092B-C50C-407E-A947-70E740481C1C}">
                <a14:useLocalDpi xmlns:a14="http://schemas.microsoft.com/office/drawing/2010/main"/>
              </a:ext>
            </a:extLst>
          </a:blip>
          <a:stretch>
            <a:fillRect/>
          </a:stretch>
        </a:blipFill>
        <a:effectLst/>
      </p:bgPr>
    </p:bg>
    <p:spTree>
      <p:nvGrpSpPr>
        <p:cNvPr id="1" name="Shape 83"/>
        <p:cNvGrpSpPr/>
        <p:nvPr/>
      </p:nvGrpSpPr>
      <p:grpSpPr>
        <a:xfrm>
          <a:off x="0" y="0"/>
          <a:ext cx="0" cy="0"/>
          <a:chOff x="0" y="0"/>
          <a:chExt cx="0" cy="0"/>
        </a:xfrm>
      </p:grpSpPr>
      <p:sp>
        <p:nvSpPr>
          <p:cNvPr id="84" name="Google Shape;84;p20"/>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0"/>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86" name="Google Shape;86;p20"/>
          <p:cNvSpPr/>
          <p:nvPr/>
        </p:nvSpPr>
        <p:spPr>
          <a:xfrm>
            <a:off x="407988" y="57467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2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Slide Picture">
  <p:cSld name="Title Slide Picture">
    <p:bg>
      <p:bgPr>
        <a:solidFill>
          <a:schemeClr val="lt2"/>
        </a:solidFill>
        <a:effectLst/>
      </p:bgPr>
    </p:bg>
    <p:spTree>
      <p:nvGrpSpPr>
        <p:cNvPr id="1" name="Shape 90"/>
        <p:cNvGrpSpPr/>
        <p:nvPr/>
      </p:nvGrpSpPr>
      <p:grpSpPr>
        <a:xfrm>
          <a:off x="0" y="0"/>
          <a:ext cx="0" cy="0"/>
          <a:chOff x="0" y="0"/>
          <a:chExt cx="0" cy="0"/>
        </a:xfrm>
      </p:grpSpPr>
      <p:sp>
        <p:nvSpPr>
          <p:cNvPr id="91" name="Google Shape;91;p21"/>
          <p:cNvSpPr>
            <a:spLocks noGrp="1"/>
          </p:cNvSpPr>
          <p:nvPr>
            <p:ph type="pic" idx="2"/>
          </p:nvPr>
        </p:nvSpPr>
        <p:spPr>
          <a:xfrm>
            <a:off x="0" y="1"/>
            <a:ext cx="12192000" cy="6858000"/>
          </a:xfrm>
          <a:prstGeom prst="rect">
            <a:avLst/>
          </a:prstGeom>
          <a:solidFill>
            <a:srgbClr val="C9D4DC"/>
          </a:solidFill>
          <a:ln>
            <a:noFill/>
          </a:ln>
        </p:spPr>
      </p:sp>
      <p:sp>
        <p:nvSpPr>
          <p:cNvPr id="92" name="Google Shape;92;p21"/>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1"/>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94" name="Google Shape;94;p2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97" name="Google Shape;97;p21"/>
          <p:cNvSpPr txBox="1">
            <a:spLocks noGrp="1"/>
          </p:cNvSpPr>
          <p:nvPr>
            <p:ph type="body" idx="3"/>
          </p:nvPr>
        </p:nvSpPr>
        <p:spPr>
          <a:xfrm>
            <a:off x="407988" y="576000"/>
            <a:ext cx="1130400" cy="288000"/>
          </a:xfrm>
          <a:prstGeom prst="rect">
            <a:avLst/>
          </a:prstGeom>
          <a:blipFill rotWithShape="1">
            <a:blip r:embed="rId2" cstate="email">
              <a:alphaModFix/>
              <a:extLst>
                <a:ext uri="{28A0092B-C50C-407E-A947-70E740481C1C}">
                  <a14:useLocalDpi xmlns:a14="http://schemas.microsoft.com/office/drawing/2010/main"/>
                </a:ext>
              </a:extLst>
            </a:blip>
            <a:stretch>
              <a:fillRect/>
            </a:stretch>
          </a:blip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SzPts val="100"/>
              <a:buFont typeface="Arial"/>
              <a:buNone/>
              <a:defRPr sz="100"/>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Slide Picture Yellow ">
  <p:cSld name="Title Slide Picture Yellow ">
    <p:bg>
      <p:bgPr>
        <a:solidFill>
          <a:schemeClr val="lt1"/>
        </a:solidFill>
        <a:effectLst/>
      </p:bgPr>
    </p:bg>
    <p:spTree>
      <p:nvGrpSpPr>
        <p:cNvPr id="1" name="Shape 98"/>
        <p:cNvGrpSpPr/>
        <p:nvPr/>
      </p:nvGrpSpPr>
      <p:grpSpPr>
        <a:xfrm>
          <a:off x="0" y="0"/>
          <a:ext cx="0" cy="0"/>
          <a:chOff x="0" y="0"/>
          <a:chExt cx="0" cy="0"/>
        </a:xfrm>
      </p:grpSpPr>
      <p:sp>
        <p:nvSpPr>
          <p:cNvPr id="99" name="Google Shape;99;p2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02" name="Google Shape;102;p22"/>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2"/>
              </a:buClr>
              <a:buSzPts val="6000"/>
              <a:buFont typeface="Arial"/>
              <a:buNone/>
              <a:defRPr sz="6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22"/>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04" name="Google Shape;104;p22"/>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22"/>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Slide Picture Light Blue ">
  <p:cSld name="Title Slide Picture Light Blue ">
    <p:bg>
      <p:bgPr>
        <a:solidFill>
          <a:schemeClr val="accent6"/>
        </a:solidFill>
        <a:effectLst/>
      </p:bgPr>
    </p:bg>
    <p:spTree>
      <p:nvGrpSpPr>
        <p:cNvPr id="1" name="Shape 106"/>
        <p:cNvGrpSpPr/>
        <p:nvPr/>
      </p:nvGrpSpPr>
      <p:grpSpPr>
        <a:xfrm>
          <a:off x="0" y="0"/>
          <a:ext cx="0" cy="0"/>
          <a:chOff x="0" y="0"/>
          <a:chExt cx="0" cy="0"/>
        </a:xfrm>
      </p:grpSpPr>
      <p:sp>
        <p:nvSpPr>
          <p:cNvPr id="107" name="Google Shape;107;p23"/>
          <p:cNvSpPr>
            <a:spLocks noGrp="1"/>
          </p:cNvSpPr>
          <p:nvPr>
            <p:ph type="pic" idx="2"/>
          </p:nvPr>
        </p:nvSpPr>
        <p:spPr>
          <a:xfrm>
            <a:off x="6206870" y="0"/>
            <a:ext cx="5985131" cy="6858000"/>
          </a:xfrm>
          <a:prstGeom prst="rect">
            <a:avLst/>
          </a:prstGeom>
          <a:solidFill>
            <a:schemeClr val="lt2"/>
          </a:solidFill>
          <a:ln>
            <a:noFill/>
          </a:ln>
        </p:spPr>
      </p:sp>
      <p:sp>
        <p:nvSpPr>
          <p:cNvPr id="108" name="Google Shape;108;p2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11" name="Google Shape;111;p23"/>
          <p:cNvSpPr txBox="1">
            <a:spLocks noGrp="1"/>
          </p:cNvSpPr>
          <p:nvPr>
            <p:ph type="ctrTitle"/>
          </p:nvPr>
        </p:nvSpPr>
        <p:spPr>
          <a:xfrm>
            <a:off x="407988"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23"/>
          <p:cNvSpPr txBox="1">
            <a:spLocks noGrp="1"/>
          </p:cNvSpPr>
          <p:nvPr>
            <p:ph type="subTitle" idx="1"/>
          </p:nvPr>
        </p:nvSpPr>
        <p:spPr>
          <a:xfrm>
            <a:off x="407988"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13" name="Google Shape;113;p23"/>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Slide Picture Yellow 2">
  <p:cSld name="Title Slide Picture Yellow 2">
    <p:spTree>
      <p:nvGrpSpPr>
        <p:cNvPr id="1" name="Shape 114"/>
        <p:cNvGrpSpPr/>
        <p:nvPr/>
      </p:nvGrpSpPr>
      <p:grpSpPr>
        <a:xfrm>
          <a:off x="0" y="0"/>
          <a:ext cx="0" cy="0"/>
          <a:chOff x="0" y="0"/>
          <a:chExt cx="0" cy="0"/>
        </a:xfrm>
      </p:grpSpPr>
      <p:sp>
        <p:nvSpPr>
          <p:cNvPr id="115" name="Google Shape;115;p24"/>
          <p:cNvSpPr>
            <a:spLocks noGrp="1"/>
          </p:cNvSpPr>
          <p:nvPr>
            <p:ph type="pic" idx="2"/>
          </p:nvPr>
        </p:nvSpPr>
        <p:spPr>
          <a:xfrm>
            <a:off x="1" y="0"/>
            <a:ext cx="5968441" cy="6858000"/>
          </a:xfrm>
          <a:prstGeom prst="rect">
            <a:avLst/>
          </a:prstGeom>
          <a:solidFill>
            <a:schemeClr val="lt2"/>
          </a:solidFill>
          <a:ln>
            <a:noFill/>
          </a:ln>
        </p:spPr>
      </p:sp>
      <p:sp>
        <p:nvSpPr>
          <p:cNvPr id="116" name="Google Shape;116;p2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19" name="Google Shape;119;p24"/>
          <p:cNvSpPr txBox="1">
            <a:spLocks noGrp="1"/>
          </p:cNvSpPr>
          <p:nvPr>
            <p:ph type="ctrTitle"/>
          </p:nvPr>
        </p:nvSpPr>
        <p:spPr>
          <a:xfrm>
            <a:off x="6096001"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2"/>
              </a:buClr>
              <a:buSzPts val="6000"/>
              <a:buFont typeface="Arial"/>
              <a:buNone/>
              <a:defRPr sz="6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4"/>
          <p:cNvSpPr txBox="1">
            <a:spLocks noGrp="1"/>
          </p:cNvSpPr>
          <p:nvPr>
            <p:ph type="subTitle" idx="1"/>
          </p:nvPr>
        </p:nvSpPr>
        <p:spPr>
          <a:xfrm>
            <a:off x="6096001"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21" name="Google Shape;121;p24"/>
          <p:cNvSpPr/>
          <p:nvPr/>
        </p:nvSpPr>
        <p:spPr>
          <a:xfrm>
            <a:off x="10653051"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Slide Picture Blue 2">
  <p:cSld name="Title Slide Picture Blue 2">
    <p:bg>
      <p:bgPr>
        <a:solidFill>
          <a:schemeClr val="accent2"/>
        </a:solidFill>
        <a:effectLst/>
      </p:bgPr>
    </p:bg>
    <p:spTree>
      <p:nvGrpSpPr>
        <p:cNvPr id="1" name="Shape 122"/>
        <p:cNvGrpSpPr/>
        <p:nvPr/>
      </p:nvGrpSpPr>
      <p:grpSpPr>
        <a:xfrm>
          <a:off x="0" y="0"/>
          <a:ext cx="0" cy="0"/>
          <a:chOff x="0" y="0"/>
          <a:chExt cx="0" cy="0"/>
        </a:xfrm>
      </p:grpSpPr>
      <p:sp>
        <p:nvSpPr>
          <p:cNvPr id="123" name="Google Shape;123;p25"/>
          <p:cNvSpPr>
            <a:spLocks noGrp="1"/>
          </p:cNvSpPr>
          <p:nvPr>
            <p:ph type="pic" idx="2"/>
          </p:nvPr>
        </p:nvSpPr>
        <p:spPr>
          <a:xfrm>
            <a:off x="1" y="0"/>
            <a:ext cx="5968441" cy="6858000"/>
          </a:xfrm>
          <a:prstGeom prst="rect">
            <a:avLst/>
          </a:prstGeom>
          <a:solidFill>
            <a:schemeClr val="lt2"/>
          </a:solidFill>
          <a:ln>
            <a:noFill/>
          </a:ln>
        </p:spPr>
      </p:sp>
      <p:sp>
        <p:nvSpPr>
          <p:cNvPr id="124" name="Google Shape;124;p2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27" name="Google Shape;127;p25"/>
          <p:cNvSpPr txBox="1">
            <a:spLocks noGrp="1"/>
          </p:cNvSpPr>
          <p:nvPr>
            <p:ph type="ctrTitle"/>
          </p:nvPr>
        </p:nvSpPr>
        <p:spPr>
          <a:xfrm>
            <a:off x="6096001"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25"/>
          <p:cNvSpPr txBox="1">
            <a:spLocks noGrp="1"/>
          </p:cNvSpPr>
          <p:nvPr>
            <p:ph type="subTitle" idx="1"/>
          </p:nvPr>
        </p:nvSpPr>
        <p:spPr>
          <a:xfrm>
            <a:off x="6096001"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29" name="Google Shape;129;p25"/>
          <p:cNvSpPr/>
          <p:nvPr/>
        </p:nvSpPr>
        <p:spPr>
          <a:xfrm>
            <a:off x="10653051"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Picture Light Blue 2">
  <p:cSld name="Title Slide Picture Light Blue 2">
    <p:bg>
      <p:bgPr>
        <a:solidFill>
          <a:schemeClr val="accent6"/>
        </a:solidFill>
        <a:effectLst/>
      </p:bgPr>
    </p:bg>
    <p:spTree>
      <p:nvGrpSpPr>
        <p:cNvPr id="1" name="Shape 130"/>
        <p:cNvGrpSpPr/>
        <p:nvPr/>
      </p:nvGrpSpPr>
      <p:grpSpPr>
        <a:xfrm>
          <a:off x="0" y="0"/>
          <a:ext cx="0" cy="0"/>
          <a:chOff x="0" y="0"/>
          <a:chExt cx="0" cy="0"/>
        </a:xfrm>
      </p:grpSpPr>
      <p:sp>
        <p:nvSpPr>
          <p:cNvPr id="131" name="Google Shape;131;p26"/>
          <p:cNvSpPr>
            <a:spLocks noGrp="1"/>
          </p:cNvSpPr>
          <p:nvPr>
            <p:ph type="pic" idx="2"/>
          </p:nvPr>
        </p:nvSpPr>
        <p:spPr>
          <a:xfrm>
            <a:off x="1" y="0"/>
            <a:ext cx="5968441" cy="6858000"/>
          </a:xfrm>
          <a:prstGeom prst="rect">
            <a:avLst/>
          </a:prstGeom>
          <a:solidFill>
            <a:schemeClr val="lt2"/>
          </a:solidFill>
          <a:ln>
            <a:noFill/>
          </a:ln>
        </p:spPr>
      </p:sp>
      <p:sp>
        <p:nvSpPr>
          <p:cNvPr id="132" name="Google Shape;132;p2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2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35" name="Google Shape;135;p26"/>
          <p:cNvSpPr txBox="1">
            <a:spLocks noGrp="1"/>
          </p:cNvSpPr>
          <p:nvPr>
            <p:ph type="ctrTitle"/>
          </p:nvPr>
        </p:nvSpPr>
        <p:spPr>
          <a:xfrm>
            <a:off x="6096001" y="1412875"/>
            <a:ext cx="5688012" cy="338427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26"/>
          <p:cNvSpPr txBox="1">
            <a:spLocks noGrp="1"/>
          </p:cNvSpPr>
          <p:nvPr>
            <p:ph type="subTitle" idx="1"/>
          </p:nvPr>
        </p:nvSpPr>
        <p:spPr>
          <a:xfrm>
            <a:off x="6096001" y="5085184"/>
            <a:ext cx="5688012" cy="936204"/>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37" name="Google Shape;137;p26"/>
          <p:cNvSpPr/>
          <p:nvPr/>
        </p:nvSpPr>
        <p:spPr>
          <a:xfrm>
            <a:off x="10653051"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Content Blue">
  <p:cSld name="Title and Content Blue">
    <p:bg>
      <p:bgPr>
        <a:solidFill>
          <a:schemeClr val="accent2"/>
        </a:solidFill>
        <a:effectLst/>
      </p:bgPr>
    </p:bg>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2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2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43" name="Google Shape;143;p27"/>
          <p:cNvSpPr txBox="1">
            <a:spLocks noGrp="1"/>
          </p:cNvSpPr>
          <p:nvPr>
            <p:ph type="body" idx="1"/>
          </p:nvPr>
        </p:nvSpPr>
        <p:spPr>
          <a:xfrm>
            <a:off x="407988" y="1844675"/>
            <a:ext cx="11376025"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lt1"/>
              </a:buClr>
              <a:buSzPts val="1800"/>
              <a:buFont typeface="Arial"/>
              <a:buNone/>
              <a:defRPr>
                <a:solidFill>
                  <a:schemeClr val="lt1"/>
                </a:solidFill>
              </a:defRPr>
            </a:lvl1pPr>
            <a:lvl2pPr marL="914400" lvl="1" indent="-342900" algn="l">
              <a:lnSpc>
                <a:spcPct val="120000"/>
              </a:lnSpc>
              <a:spcBef>
                <a:spcPts val="600"/>
              </a:spcBef>
              <a:spcAft>
                <a:spcPts val="0"/>
              </a:spcAft>
              <a:buClr>
                <a:schemeClr val="lt1"/>
              </a:buClr>
              <a:buSzPts val="1800"/>
              <a:buChar char="•"/>
              <a:defRPr>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317500" algn="l">
              <a:lnSpc>
                <a:spcPct val="120000"/>
              </a:lnSpc>
              <a:spcBef>
                <a:spcPts val="600"/>
              </a:spcBef>
              <a:spcAft>
                <a:spcPts val="0"/>
              </a:spcAft>
              <a:buClr>
                <a:schemeClr val="lt1"/>
              </a:buClr>
              <a:buSzPts val="1400"/>
              <a:buChar char="•"/>
              <a:defRPr>
                <a:solidFill>
                  <a:schemeClr val="lt1"/>
                </a:solidFill>
              </a:defRPr>
            </a:lvl9pPr>
          </a:lstStyle>
          <a:p>
            <a:endParaRPr/>
          </a:p>
        </p:txBody>
      </p:sp>
      <p:sp>
        <p:nvSpPr>
          <p:cNvPr id="144" name="Google Shape;144;p27"/>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2"/>
        </a:solidFill>
        <a:effectLst/>
      </p:bgPr>
    </p:bg>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2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2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150" name="Google Shape;150;p28"/>
          <p:cNvSpPr txBox="1">
            <a:spLocks noGrp="1"/>
          </p:cNvSpPr>
          <p:nvPr>
            <p:ph type="body" idx="1"/>
          </p:nvPr>
        </p:nvSpPr>
        <p:spPr>
          <a:xfrm>
            <a:off x="983433" y="191683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51" name="Google Shape;151;p28"/>
          <p:cNvSpPr>
            <a:spLocks noGrp="1"/>
          </p:cNvSpPr>
          <p:nvPr>
            <p:ph type="body" idx="2"/>
          </p:nvPr>
        </p:nvSpPr>
        <p:spPr>
          <a:xfrm>
            <a:off x="383977" y="183021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52" name="Google Shape;152;p28"/>
          <p:cNvSpPr>
            <a:spLocks noGrp="1"/>
          </p:cNvSpPr>
          <p:nvPr>
            <p:ph type="body" idx="3"/>
          </p:nvPr>
        </p:nvSpPr>
        <p:spPr>
          <a:xfrm>
            <a:off x="383977" y="256490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53" name="Google Shape;153;p28"/>
          <p:cNvSpPr>
            <a:spLocks noGrp="1"/>
          </p:cNvSpPr>
          <p:nvPr>
            <p:ph type="body" idx="4"/>
          </p:nvPr>
        </p:nvSpPr>
        <p:spPr>
          <a:xfrm>
            <a:off x="383977" y="328498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54" name="Google Shape;154;p28"/>
          <p:cNvSpPr>
            <a:spLocks noGrp="1"/>
          </p:cNvSpPr>
          <p:nvPr>
            <p:ph type="body" idx="5"/>
          </p:nvPr>
        </p:nvSpPr>
        <p:spPr>
          <a:xfrm>
            <a:off x="383977" y="400506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55" name="Google Shape;155;p28"/>
          <p:cNvSpPr>
            <a:spLocks noGrp="1"/>
          </p:cNvSpPr>
          <p:nvPr>
            <p:ph type="body" idx="6"/>
          </p:nvPr>
        </p:nvSpPr>
        <p:spPr>
          <a:xfrm>
            <a:off x="383977" y="472514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56" name="Google Shape;156;p28"/>
          <p:cNvSpPr txBox="1">
            <a:spLocks noGrp="1"/>
          </p:cNvSpPr>
          <p:nvPr>
            <p:ph type="body" idx="7"/>
          </p:nvPr>
        </p:nvSpPr>
        <p:spPr>
          <a:xfrm>
            <a:off x="983433" y="263691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57" name="Google Shape;157;p28"/>
          <p:cNvSpPr txBox="1">
            <a:spLocks noGrp="1"/>
          </p:cNvSpPr>
          <p:nvPr>
            <p:ph type="body" idx="8"/>
          </p:nvPr>
        </p:nvSpPr>
        <p:spPr>
          <a:xfrm>
            <a:off x="983433" y="335699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58" name="Google Shape;158;p28"/>
          <p:cNvSpPr txBox="1">
            <a:spLocks noGrp="1"/>
          </p:cNvSpPr>
          <p:nvPr>
            <p:ph type="body" idx="9"/>
          </p:nvPr>
        </p:nvSpPr>
        <p:spPr>
          <a:xfrm>
            <a:off x="983433" y="407707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59" name="Google Shape;159;p28"/>
          <p:cNvSpPr txBox="1">
            <a:spLocks noGrp="1"/>
          </p:cNvSpPr>
          <p:nvPr>
            <p:ph type="body" idx="13"/>
          </p:nvPr>
        </p:nvSpPr>
        <p:spPr>
          <a:xfrm>
            <a:off x="983433" y="479715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60" name="Google Shape;160;p28"/>
          <p:cNvSpPr txBox="1">
            <a:spLocks noGrp="1"/>
          </p:cNvSpPr>
          <p:nvPr>
            <p:ph type="body" idx="14"/>
          </p:nvPr>
        </p:nvSpPr>
        <p:spPr>
          <a:xfrm>
            <a:off x="6815461" y="191683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61" name="Google Shape;161;p28"/>
          <p:cNvSpPr>
            <a:spLocks noGrp="1"/>
          </p:cNvSpPr>
          <p:nvPr>
            <p:ph type="body" idx="15"/>
          </p:nvPr>
        </p:nvSpPr>
        <p:spPr>
          <a:xfrm>
            <a:off x="6216005" y="183021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62" name="Google Shape;162;p28"/>
          <p:cNvSpPr>
            <a:spLocks noGrp="1"/>
          </p:cNvSpPr>
          <p:nvPr>
            <p:ph type="body" idx="16"/>
          </p:nvPr>
        </p:nvSpPr>
        <p:spPr>
          <a:xfrm>
            <a:off x="6216005" y="256490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63" name="Google Shape;163;p28"/>
          <p:cNvSpPr>
            <a:spLocks noGrp="1"/>
          </p:cNvSpPr>
          <p:nvPr>
            <p:ph type="body" idx="17"/>
          </p:nvPr>
        </p:nvSpPr>
        <p:spPr>
          <a:xfrm>
            <a:off x="6216005" y="328498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64" name="Google Shape;164;p28"/>
          <p:cNvSpPr>
            <a:spLocks noGrp="1"/>
          </p:cNvSpPr>
          <p:nvPr>
            <p:ph type="body" idx="18"/>
          </p:nvPr>
        </p:nvSpPr>
        <p:spPr>
          <a:xfrm>
            <a:off x="6216005" y="400506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65" name="Google Shape;165;p28"/>
          <p:cNvSpPr>
            <a:spLocks noGrp="1"/>
          </p:cNvSpPr>
          <p:nvPr>
            <p:ph type="body" idx="19"/>
          </p:nvPr>
        </p:nvSpPr>
        <p:spPr>
          <a:xfrm>
            <a:off x="6216005" y="4725144"/>
            <a:ext cx="432000" cy="432000"/>
          </a:xfrm>
          <a:prstGeom prst="ellipse">
            <a:avLst/>
          </a:prstGeom>
          <a:noFill/>
          <a:ln w="31750"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2"/>
              </a:buClr>
              <a:buSzPts val="1800"/>
              <a:buFont typeface="Arial"/>
              <a:buNone/>
              <a:defRPr sz="1800" b="1"/>
            </a:lvl1pPr>
            <a:lvl2pPr marL="914400" lvl="1" indent="-228600" algn="ctr">
              <a:lnSpc>
                <a:spcPct val="100000"/>
              </a:lnSpc>
              <a:spcBef>
                <a:spcPts val="0"/>
              </a:spcBef>
              <a:spcAft>
                <a:spcPts val="0"/>
              </a:spcAft>
              <a:buClr>
                <a:schemeClr val="accent2"/>
              </a:buClr>
              <a:buSzPts val="1800"/>
              <a:buFont typeface="Arial"/>
              <a:buNone/>
              <a:defRPr sz="1800" b="1"/>
            </a:lvl2pPr>
            <a:lvl3pPr marL="1371600" lvl="2" indent="-228600" algn="ctr">
              <a:lnSpc>
                <a:spcPct val="100000"/>
              </a:lnSpc>
              <a:spcBef>
                <a:spcPts val="0"/>
              </a:spcBef>
              <a:spcAft>
                <a:spcPts val="0"/>
              </a:spcAft>
              <a:buClr>
                <a:schemeClr val="accent2"/>
              </a:buClr>
              <a:buSzPts val="1800"/>
              <a:buFont typeface="Arial"/>
              <a:buNone/>
              <a:defRPr sz="1800" b="1"/>
            </a:lvl3pPr>
            <a:lvl4pPr marL="1828800" lvl="3" indent="-228600" algn="ctr">
              <a:lnSpc>
                <a:spcPct val="100000"/>
              </a:lnSpc>
              <a:spcBef>
                <a:spcPts val="0"/>
              </a:spcBef>
              <a:spcAft>
                <a:spcPts val="0"/>
              </a:spcAft>
              <a:buClr>
                <a:schemeClr val="accent2"/>
              </a:buClr>
              <a:buSzPts val="1800"/>
              <a:buFont typeface="Arial"/>
              <a:buNone/>
              <a:defRPr sz="1800" b="1"/>
            </a:lvl4pPr>
            <a:lvl5pPr marL="2286000" lvl="4" indent="-228600" algn="ctr">
              <a:lnSpc>
                <a:spcPct val="100000"/>
              </a:lnSpc>
              <a:spcBef>
                <a:spcPts val="0"/>
              </a:spcBef>
              <a:spcAft>
                <a:spcPts val="0"/>
              </a:spcAft>
              <a:buClr>
                <a:schemeClr val="accent2"/>
              </a:buClr>
              <a:buSzPts val="1800"/>
              <a:buFont typeface="Arial"/>
              <a:buNone/>
              <a:defRPr sz="1800" b="1"/>
            </a:lvl5pPr>
            <a:lvl6pPr marL="2743200" lvl="5" indent="-228600" algn="ctr">
              <a:lnSpc>
                <a:spcPct val="100000"/>
              </a:lnSpc>
              <a:spcBef>
                <a:spcPts val="0"/>
              </a:spcBef>
              <a:spcAft>
                <a:spcPts val="0"/>
              </a:spcAft>
              <a:buClr>
                <a:schemeClr val="accent2"/>
              </a:buClr>
              <a:buSzPts val="1800"/>
              <a:buFont typeface="Arial"/>
              <a:buNone/>
              <a:defRPr sz="1800" b="1"/>
            </a:lvl6pPr>
            <a:lvl7pPr marL="3200400" lvl="6" indent="-228600" algn="ctr">
              <a:lnSpc>
                <a:spcPct val="100000"/>
              </a:lnSpc>
              <a:spcBef>
                <a:spcPts val="0"/>
              </a:spcBef>
              <a:spcAft>
                <a:spcPts val="0"/>
              </a:spcAft>
              <a:buClr>
                <a:schemeClr val="accent2"/>
              </a:buClr>
              <a:buSzPts val="1800"/>
              <a:buFont typeface="Arial"/>
              <a:buNone/>
              <a:defRPr sz="1800" b="1"/>
            </a:lvl7pPr>
            <a:lvl8pPr marL="3657600" lvl="7" indent="-228600" algn="ctr">
              <a:lnSpc>
                <a:spcPct val="100000"/>
              </a:lnSpc>
              <a:spcBef>
                <a:spcPts val="0"/>
              </a:spcBef>
              <a:spcAft>
                <a:spcPts val="0"/>
              </a:spcAft>
              <a:buClr>
                <a:schemeClr val="accent2"/>
              </a:buClr>
              <a:buSzPts val="1800"/>
              <a:buFont typeface="Arial"/>
              <a:buNone/>
              <a:defRPr sz="1800" b="1"/>
            </a:lvl8pPr>
            <a:lvl9pPr marL="4114800" lvl="8" indent="-228600" algn="ctr">
              <a:lnSpc>
                <a:spcPct val="100000"/>
              </a:lnSpc>
              <a:spcBef>
                <a:spcPts val="0"/>
              </a:spcBef>
              <a:spcAft>
                <a:spcPts val="0"/>
              </a:spcAft>
              <a:buClr>
                <a:schemeClr val="accent2"/>
              </a:buClr>
              <a:buSzPts val="1800"/>
              <a:buFont typeface="Arial"/>
              <a:buNone/>
              <a:defRPr sz="1800" b="1"/>
            </a:lvl9pPr>
          </a:lstStyle>
          <a:p>
            <a:endParaRPr/>
          </a:p>
        </p:txBody>
      </p:sp>
      <p:sp>
        <p:nvSpPr>
          <p:cNvPr id="166" name="Google Shape;166;p28"/>
          <p:cNvSpPr txBox="1">
            <a:spLocks noGrp="1"/>
          </p:cNvSpPr>
          <p:nvPr>
            <p:ph type="body" idx="20"/>
          </p:nvPr>
        </p:nvSpPr>
        <p:spPr>
          <a:xfrm>
            <a:off x="6815461" y="263691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67" name="Google Shape;167;p28"/>
          <p:cNvSpPr txBox="1">
            <a:spLocks noGrp="1"/>
          </p:cNvSpPr>
          <p:nvPr>
            <p:ph type="body" idx="21"/>
          </p:nvPr>
        </p:nvSpPr>
        <p:spPr>
          <a:xfrm>
            <a:off x="6815461" y="335699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68" name="Google Shape;168;p28"/>
          <p:cNvSpPr txBox="1">
            <a:spLocks noGrp="1"/>
          </p:cNvSpPr>
          <p:nvPr>
            <p:ph type="body" idx="22"/>
          </p:nvPr>
        </p:nvSpPr>
        <p:spPr>
          <a:xfrm>
            <a:off x="6815461" y="407707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
        <p:nvSpPr>
          <p:cNvPr id="169" name="Google Shape;169;p28"/>
          <p:cNvSpPr txBox="1">
            <a:spLocks noGrp="1"/>
          </p:cNvSpPr>
          <p:nvPr>
            <p:ph type="body" idx="23"/>
          </p:nvPr>
        </p:nvSpPr>
        <p:spPr>
          <a:xfrm>
            <a:off x="6815461" y="4797152"/>
            <a:ext cx="4968552" cy="57606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2"/>
              </a:buClr>
              <a:buSzPts val="1800"/>
              <a:buFont typeface="Arial"/>
              <a:buNone/>
              <a:defRPr/>
            </a:lvl1pPr>
            <a:lvl2pPr marL="914400" lvl="1" indent="-228600" algn="l">
              <a:lnSpc>
                <a:spcPct val="100000"/>
              </a:lnSpc>
              <a:spcBef>
                <a:spcPts val="0"/>
              </a:spcBef>
              <a:spcAft>
                <a:spcPts val="0"/>
              </a:spcAft>
              <a:buClr>
                <a:schemeClr val="accent2"/>
              </a:buClr>
              <a:buSzPts val="1800"/>
              <a:buNone/>
              <a:defRPr/>
            </a:lvl2pPr>
            <a:lvl3pPr marL="1371600" lvl="2" indent="-330200" algn="l">
              <a:lnSpc>
                <a:spcPct val="100000"/>
              </a:lnSpc>
              <a:spcBef>
                <a:spcPts val="0"/>
              </a:spcBef>
              <a:spcAft>
                <a:spcPts val="0"/>
              </a:spcAft>
              <a:buClr>
                <a:schemeClr val="accent2"/>
              </a:buClr>
              <a:buSzPts val="1600"/>
              <a:buChar char="•"/>
              <a:defRPr/>
            </a:lvl3pPr>
            <a:lvl4pPr marL="1828800" lvl="3" indent="-330200" algn="l">
              <a:lnSpc>
                <a:spcPct val="100000"/>
              </a:lnSpc>
              <a:spcBef>
                <a:spcPts val="0"/>
              </a:spcBef>
              <a:spcAft>
                <a:spcPts val="0"/>
              </a:spcAft>
              <a:buClr>
                <a:schemeClr val="accent2"/>
              </a:buClr>
              <a:buSzPts val="1600"/>
              <a:buChar char="•"/>
              <a:defRPr/>
            </a:lvl4pPr>
            <a:lvl5pPr marL="2286000" lvl="4" indent="-317500" algn="l">
              <a:lnSpc>
                <a:spcPct val="100000"/>
              </a:lnSpc>
              <a:spcBef>
                <a:spcPts val="0"/>
              </a:spcBef>
              <a:spcAft>
                <a:spcPts val="0"/>
              </a:spcAft>
              <a:buClr>
                <a:schemeClr val="accent2"/>
              </a:buClr>
              <a:buSzPts val="1400"/>
              <a:buChar char="•"/>
              <a:defRPr/>
            </a:lvl5pPr>
            <a:lvl6pPr marL="2743200" lvl="5" indent="-317500" algn="l">
              <a:lnSpc>
                <a:spcPct val="100000"/>
              </a:lnSpc>
              <a:spcBef>
                <a:spcPts val="0"/>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
  <p:cSld name="Section Header ">
    <p:bg>
      <p:bgPr>
        <a:solidFill>
          <a:schemeClr val="lt1"/>
        </a:solidFill>
        <a:effectLst/>
      </p:bgPr>
    </p:bg>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407988"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2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2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2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75" name="Google Shape;175;p29"/>
          <p:cNvSpPr txBox="1">
            <a:spLocks noGrp="1"/>
          </p:cNvSpPr>
          <p:nvPr>
            <p:ph type="subTitle" idx="1"/>
          </p:nvPr>
        </p:nvSpPr>
        <p:spPr>
          <a:xfrm>
            <a:off x="407988"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Section Header Light Blue">
  <p:cSld name="Section Header Light Blue">
    <p:bg>
      <p:bgPr>
        <a:solidFill>
          <a:schemeClr val="accent6"/>
        </a:solidFill>
        <a:effectLst/>
      </p:bgPr>
    </p:bg>
    <p:spTree>
      <p:nvGrpSpPr>
        <p:cNvPr id="1" name="Shape 183"/>
        <p:cNvGrpSpPr/>
        <p:nvPr/>
      </p:nvGrpSpPr>
      <p:grpSpPr>
        <a:xfrm>
          <a:off x="0" y="0"/>
          <a:ext cx="0" cy="0"/>
          <a:chOff x="0" y="0"/>
          <a:chExt cx="0" cy="0"/>
        </a:xfrm>
      </p:grpSpPr>
      <p:sp>
        <p:nvSpPr>
          <p:cNvPr id="184" name="Google Shape;184;p3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3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3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87" name="Google Shape;187;p31"/>
          <p:cNvSpPr txBox="1">
            <a:spLocks noGrp="1"/>
          </p:cNvSpPr>
          <p:nvPr>
            <p:ph type="title"/>
          </p:nvPr>
        </p:nvSpPr>
        <p:spPr>
          <a:xfrm>
            <a:off x="407988"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31"/>
          <p:cNvSpPr txBox="1">
            <a:spLocks noGrp="1"/>
          </p:cNvSpPr>
          <p:nvPr>
            <p:ph type="subTitle" idx="1"/>
          </p:nvPr>
        </p:nvSpPr>
        <p:spPr>
          <a:xfrm>
            <a:off x="407988"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89" name="Google Shape;189;p31"/>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Section Header Image">
  <p:cSld name="Section Header Image">
    <p:bg>
      <p:bgPr>
        <a:blipFill>
          <a:blip r:embed="rId2" cstate="email">
            <a:alphaModFix/>
            <a:extLst>
              <a:ext uri="{28A0092B-C50C-407E-A947-70E740481C1C}">
                <a14:useLocalDpi xmlns:a14="http://schemas.microsoft.com/office/drawing/2010/main"/>
              </a:ext>
            </a:extLst>
          </a:blip>
          <a:stretch>
            <a:fillRect/>
          </a:stretch>
        </a:blipFill>
        <a:effectLst/>
      </p:bgPr>
    </p:bg>
    <p:spTree>
      <p:nvGrpSpPr>
        <p:cNvPr id="1" name="Shape 190"/>
        <p:cNvGrpSpPr/>
        <p:nvPr/>
      </p:nvGrpSpPr>
      <p:grpSpPr>
        <a:xfrm>
          <a:off x="0" y="0"/>
          <a:ext cx="0" cy="0"/>
          <a:chOff x="0" y="0"/>
          <a:chExt cx="0" cy="0"/>
        </a:xfrm>
      </p:grpSpPr>
      <p:sp>
        <p:nvSpPr>
          <p:cNvPr id="191" name="Google Shape;191;p3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3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3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94" name="Google Shape;194;p32"/>
          <p:cNvSpPr txBox="1">
            <a:spLocks noGrp="1"/>
          </p:cNvSpPr>
          <p:nvPr>
            <p:ph type="title"/>
          </p:nvPr>
        </p:nvSpPr>
        <p:spPr>
          <a:xfrm>
            <a:off x="407988"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32"/>
          <p:cNvSpPr txBox="1">
            <a:spLocks noGrp="1"/>
          </p:cNvSpPr>
          <p:nvPr>
            <p:ph type="subTitle" idx="1"/>
          </p:nvPr>
        </p:nvSpPr>
        <p:spPr>
          <a:xfrm>
            <a:off x="407988"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196" name="Google Shape;196;p32"/>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Picture">
  <p:cSld name="Section Header Picture">
    <p:bg>
      <p:bgPr>
        <a:solidFill>
          <a:schemeClr val="lt1"/>
        </a:solidFill>
        <a:effectLst/>
      </p:bgPr>
    </p:bg>
    <p:spTree>
      <p:nvGrpSpPr>
        <p:cNvPr id="1" name="Shape 197"/>
        <p:cNvGrpSpPr/>
        <p:nvPr/>
      </p:nvGrpSpPr>
      <p:grpSpPr>
        <a:xfrm>
          <a:off x="0" y="0"/>
          <a:ext cx="0" cy="0"/>
          <a:chOff x="0" y="0"/>
          <a:chExt cx="0" cy="0"/>
        </a:xfrm>
      </p:grpSpPr>
      <p:sp>
        <p:nvSpPr>
          <p:cNvPr id="198" name="Google Shape;198;p33"/>
          <p:cNvSpPr txBox="1">
            <a:spLocks noGrp="1"/>
          </p:cNvSpPr>
          <p:nvPr>
            <p:ph type="title"/>
          </p:nvPr>
        </p:nvSpPr>
        <p:spPr>
          <a:xfrm>
            <a:off x="407989" y="3140968"/>
            <a:ext cx="6408092"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3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3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3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202" name="Google Shape;202;p33"/>
          <p:cNvSpPr txBox="1">
            <a:spLocks noGrp="1"/>
          </p:cNvSpPr>
          <p:nvPr>
            <p:ph type="subTitle" idx="1"/>
          </p:nvPr>
        </p:nvSpPr>
        <p:spPr>
          <a:xfrm>
            <a:off x="407989" y="5373216"/>
            <a:ext cx="6408092" cy="648618"/>
          </a:xfrm>
          <a:prstGeom prst="rect">
            <a:avLst/>
          </a:prstGeom>
          <a:noFill/>
          <a:ln>
            <a:noFill/>
          </a:ln>
        </p:spPr>
        <p:txBody>
          <a:bodyPr spcFirstLastPara="1" wrap="square" lIns="0" tIns="0" rIns="0" bIns="0" anchor="t"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sp>
        <p:nvSpPr>
          <p:cNvPr id="203" name="Google Shape;203;p33"/>
          <p:cNvSpPr/>
          <p:nvPr/>
        </p:nvSpPr>
        <p:spPr>
          <a:xfrm>
            <a:off x="9619824" y="0"/>
            <a:ext cx="2572176" cy="5301208"/>
          </a:xfrm>
          <a:custGeom>
            <a:avLst/>
            <a:gdLst/>
            <a:ahLst/>
            <a:cxnLst/>
            <a:rect l="l" t="t" r="r" b="b"/>
            <a:pathLst>
              <a:path w="2572176" h="5301208" extrusionOk="0">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04" name="Google Shape;204;p33"/>
          <p:cNvSpPr>
            <a:spLocks noGrp="1"/>
          </p:cNvSpPr>
          <p:nvPr>
            <p:ph type="pic" idx="2"/>
          </p:nvPr>
        </p:nvSpPr>
        <p:spPr>
          <a:xfrm>
            <a:off x="5879976" y="0"/>
            <a:ext cx="6312024" cy="6858000"/>
          </a:xfrm>
          <a:prstGeom prst="rect">
            <a:avLst/>
          </a:prstGeom>
          <a:solidFill>
            <a:srgbClr val="C9D4DC"/>
          </a:solidFill>
          <a:ln>
            <a:noFill/>
          </a:ln>
        </p:spPr>
      </p:sp>
      <p:sp>
        <p:nvSpPr>
          <p:cNvPr id="205" name="Google Shape;205;p33"/>
          <p:cNvSpPr/>
          <p:nvPr/>
        </p:nvSpPr>
        <p:spPr>
          <a:xfrm>
            <a:off x="407988" y="578272"/>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Quote">
  <p:cSld name="Quote">
    <p:bg>
      <p:bgPr>
        <a:solidFill>
          <a:schemeClr val="accent2"/>
        </a:solidFill>
        <a:effectLst/>
      </p:bgPr>
    </p:bg>
    <p:spTree>
      <p:nvGrpSpPr>
        <p:cNvPr id="1" name="Shape 206"/>
        <p:cNvGrpSpPr/>
        <p:nvPr/>
      </p:nvGrpSpPr>
      <p:grpSpPr>
        <a:xfrm>
          <a:off x="0" y="0"/>
          <a:ext cx="0" cy="0"/>
          <a:chOff x="0" y="0"/>
          <a:chExt cx="0" cy="0"/>
        </a:xfrm>
      </p:grpSpPr>
      <p:sp>
        <p:nvSpPr>
          <p:cNvPr id="207" name="Google Shape;207;p3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3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3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210" name="Google Shape;210;p34"/>
          <p:cNvSpPr txBox="1">
            <a:spLocks noGrp="1"/>
          </p:cNvSpPr>
          <p:nvPr>
            <p:ph type="body" idx="1"/>
          </p:nvPr>
        </p:nvSpPr>
        <p:spPr>
          <a:xfrm>
            <a:off x="407987" y="1844675"/>
            <a:ext cx="9504437" cy="417671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Clr>
                <a:schemeClr val="lt1"/>
              </a:buClr>
              <a:buSzPts val="4800"/>
              <a:buFont typeface="Arial"/>
              <a:buNone/>
              <a:defRPr sz="4800" b="1" i="0">
                <a:solidFill>
                  <a:schemeClr val="lt1"/>
                </a:solidFill>
              </a:defRPr>
            </a:lvl1pPr>
            <a:lvl2pPr marL="914400" lvl="1" indent="-228600" algn="l">
              <a:lnSpc>
                <a:spcPct val="110000"/>
              </a:lnSpc>
              <a:spcBef>
                <a:spcPts val="600"/>
              </a:spcBef>
              <a:spcAft>
                <a:spcPts val="0"/>
              </a:spcAft>
              <a:buClr>
                <a:schemeClr val="accent4"/>
              </a:buClr>
              <a:buSzPts val="1600"/>
              <a:buFont typeface="Arial"/>
              <a:buNone/>
              <a:defRPr sz="1600" b="1">
                <a:solidFill>
                  <a:schemeClr val="accent4"/>
                </a:solidFill>
              </a:defRPr>
            </a:lvl2pPr>
            <a:lvl3pPr marL="1371600" lvl="2" indent="-228600" algn="l">
              <a:lnSpc>
                <a:spcPct val="90000"/>
              </a:lnSpc>
              <a:spcBef>
                <a:spcPts val="600"/>
              </a:spcBef>
              <a:spcAft>
                <a:spcPts val="0"/>
              </a:spcAft>
              <a:buClr>
                <a:schemeClr val="accent2"/>
              </a:buClr>
              <a:buSzPts val="1200"/>
              <a:buFont typeface="Arial"/>
              <a:buNone/>
              <a:defRPr sz="1200"/>
            </a:lvl3pPr>
            <a:lvl4pPr marL="1828800" lvl="3" indent="-228600" algn="l">
              <a:lnSpc>
                <a:spcPct val="90000"/>
              </a:lnSpc>
              <a:spcBef>
                <a:spcPts val="600"/>
              </a:spcBef>
              <a:spcAft>
                <a:spcPts val="0"/>
              </a:spcAft>
              <a:buClr>
                <a:schemeClr val="accent2"/>
              </a:buClr>
              <a:buSzPts val="1200"/>
              <a:buFont typeface="Arial"/>
              <a:buNone/>
              <a:defRPr sz="1200"/>
            </a:lvl4pPr>
            <a:lvl5pPr marL="2286000" lvl="4" indent="-228600" algn="l">
              <a:lnSpc>
                <a:spcPct val="90000"/>
              </a:lnSpc>
              <a:spcBef>
                <a:spcPts val="600"/>
              </a:spcBef>
              <a:spcAft>
                <a:spcPts val="0"/>
              </a:spcAft>
              <a:buClr>
                <a:schemeClr val="accent2"/>
              </a:buClr>
              <a:buSzPts val="1200"/>
              <a:buFont typeface="Arial"/>
              <a:buNone/>
              <a:defRPr sz="1200"/>
            </a:lvl5pPr>
            <a:lvl6pPr marL="2743200" lvl="5" indent="-228600" algn="l">
              <a:lnSpc>
                <a:spcPct val="90000"/>
              </a:lnSpc>
              <a:spcBef>
                <a:spcPts val="600"/>
              </a:spcBef>
              <a:spcAft>
                <a:spcPts val="0"/>
              </a:spcAft>
              <a:buClr>
                <a:schemeClr val="accent2"/>
              </a:buClr>
              <a:buSzPts val="1200"/>
              <a:buFont typeface="Arial"/>
              <a:buNone/>
              <a:defRPr sz="1200"/>
            </a:lvl6pPr>
            <a:lvl7pPr marL="3200400" lvl="6" indent="-228600" algn="l">
              <a:lnSpc>
                <a:spcPct val="90000"/>
              </a:lnSpc>
              <a:spcBef>
                <a:spcPts val="600"/>
              </a:spcBef>
              <a:spcAft>
                <a:spcPts val="0"/>
              </a:spcAft>
              <a:buClr>
                <a:schemeClr val="accent2"/>
              </a:buClr>
              <a:buSzPts val="1200"/>
              <a:buFont typeface="Arial"/>
              <a:buNone/>
              <a:defRPr sz="1200"/>
            </a:lvl7pPr>
            <a:lvl8pPr marL="3657600" lvl="7" indent="-228600" algn="l">
              <a:lnSpc>
                <a:spcPct val="90000"/>
              </a:lnSpc>
              <a:spcBef>
                <a:spcPts val="600"/>
              </a:spcBef>
              <a:spcAft>
                <a:spcPts val="0"/>
              </a:spcAft>
              <a:buClr>
                <a:schemeClr val="accent2"/>
              </a:buClr>
              <a:buSzPts val="1200"/>
              <a:buFont typeface="Arial"/>
              <a:buNone/>
              <a:defRPr sz="1200"/>
            </a:lvl8pPr>
            <a:lvl9pPr marL="4114800" lvl="8" indent="-228600" algn="l">
              <a:lnSpc>
                <a:spcPct val="90000"/>
              </a:lnSpc>
              <a:spcBef>
                <a:spcPts val="600"/>
              </a:spcBef>
              <a:spcAft>
                <a:spcPts val="0"/>
              </a:spcAft>
              <a:buClr>
                <a:schemeClr val="accent2"/>
              </a:buClr>
              <a:buSzPts val="1200"/>
              <a:buFont typeface="Arial"/>
              <a:buNone/>
              <a:defRPr sz="1200"/>
            </a:lvl9pPr>
          </a:lstStyle>
          <a:p>
            <a:endParaRPr/>
          </a:p>
        </p:txBody>
      </p:sp>
      <p:sp>
        <p:nvSpPr>
          <p:cNvPr id="211" name="Google Shape;211;p34"/>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2" name="Google Shape;212;p34"/>
          <p:cNvSpPr/>
          <p:nvPr/>
        </p:nvSpPr>
        <p:spPr>
          <a:xfrm>
            <a:off x="406847" y="1268760"/>
            <a:ext cx="448555" cy="432000"/>
          </a:xfrm>
          <a:custGeom>
            <a:avLst/>
            <a:gdLst/>
            <a:ahLst/>
            <a:cxnLst/>
            <a:rect l="l" t="t" r="r" b="b"/>
            <a:pathLst>
              <a:path w="596" h="574" extrusionOk="0">
                <a:moveTo>
                  <a:pt x="596" y="27"/>
                </a:moveTo>
                <a:lnTo>
                  <a:pt x="595" y="21"/>
                </a:lnTo>
                <a:lnTo>
                  <a:pt x="594" y="16"/>
                </a:lnTo>
                <a:lnTo>
                  <a:pt x="593" y="11"/>
                </a:lnTo>
                <a:lnTo>
                  <a:pt x="591" y="7"/>
                </a:lnTo>
                <a:lnTo>
                  <a:pt x="587" y="4"/>
                </a:lnTo>
                <a:lnTo>
                  <a:pt x="585" y="3"/>
                </a:lnTo>
                <a:lnTo>
                  <a:pt x="583" y="2"/>
                </a:lnTo>
                <a:lnTo>
                  <a:pt x="580" y="1"/>
                </a:lnTo>
                <a:lnTo>
                  <a:pt x="578" y="0"/>
                </a:lnTo>
                <a:lnTo>
                  <a:pt x="571" y="0"/>
                </a:lnTo>
                <a:lnTo>
                  <a:pt x="530" y="0"/>
                </a:lnTo>
                <a:lnTo>
                  <a:pt x="520" y="0"/>
                </a:lnTo>
                <a:lnTo>
                  <a:pt x="516" y="1"/>
                </a:lnTo>
                <a:lnTo>
                  <a:pt x="512" y="3"/>
                </a:lnTo>
                <a:lnTo>
                  <a:pt x="508" y="4"/>
                </a:lnTo>
                <a:lnTo>
                  <a:pt x="504" y="6"/>
                </a:lnTo>
                <a:lnTo>
                  <a:pt x="501" y="9"/>
                </a:lnTo>
                <a:lnTo>
                  <a:pt x="498" y="11"/>
                </a:lnTo>
                <a:lnTo>
                  <a:pt x="495" y="15"/>
                </a:lnTo>
                <a:lnTo>
                  <a:pt x="492" y="18"/>
                </a:lnTo>
                <a:lnTo>
                  <a:pt x="487" y="28"/>
                </a:lnTo>
                <a:lnTo>
                  <a:pt x="485" y="33"/>
                </a:lnTo>
                <a:lnTo>
                  <a:pt x="482" y="39"/>
                </a:lnTo>
                <a:lnTo>
                  <a:pt x="478" y="52"/>
                </a:lnTo>
                <a:lnTo>
                  <a:pt x="346" y="522"/>
                </a:lnTo>
                <a:lnTo>
                  <a:pt x="344" y="528"/>
                </a:lnTo>
                <a:lnTo>
                  <a:pt x="343" y="534"/>
                </a:lnTo>
                <a:lnTo>
                  <a:pt x="343" y="539"/>
                </a:lnTo>
                <a:lnTo>
                  <a:pt x="343" y="544"/>
                </a:lnTo>
                <a:lnTo>
                  <a:pt x="343" y="551"/>
                </a:lnTo>
                <a:lnTo>
                  <a:pt x="345" y="557"/>
                </a:lnTo>
                <a:lnTo>
                  <a:pt x="347" y="562"/>
                </a:lnTo>
                <a:lnTo>
                  <a:pt x="350" y="566"/>
                </a:lnTo>
                <a:lnTo>
                  <a:pt x="354" y="570"/>
                </a:lnTo>
                <a:lnTo>
                  <a:pt x="359" y="572"/>
                </a:lnTo>
                <a:lnTo>
                  <a:pt x="362" y="573"/>
                </a:lnTo>
                <a:lnTo>
                  <a:pt x="366" y="574"/>
                </a:lnTo>
                <a:lnTo>
                  <a:pt x="373" y="574"/>
                </a:lnTo>
                <a:lnTo>
                  <a:pt x="425" y="574"/>
                </a:lnTo>
                <a:lnTo>
                  <a:pt x="435" y="574"/>
                </a:lnTo>
                <a:lnTo>
                  <a:pt x="440" y="573"/>
                </a:lnTo>
                <a:lnTo>
                  <a:pt x="444" y="571"/>
                </a:lnTo>
                <a:lnTo>
                  <a:pt x="449" y="570"/>
                </a:lnTo>
                <a:lnTo>
                  <a:pt x="453" y="568"/>
                </a:lnTo>
                <a:lnTo>
                  <a:pt x="461" y="562"/>
                </a:lnTo>
                <a:lnTo>
                  <a:pt x="464" y="559"/>
                </a:lnTo>
                <a:lnTo>
                  <a:pt x="467" y="555"/>
                </a:lnTo>
                <a:lnTo>
                  <a:pt x="473" y="546"/>
                </a:lnTo>
                <a:lnTo>
                  <a:pt x="475" y="541"/>
                </a:lnTo>
                <a:lnTo>
                  <a:pt x="477" y="535"/>
                </a:lnTo>
                <a:lnTo>
                  <a:pt x="481" y="522"/>
                </a:lnTo>
                <a:lnTo>
                  <a:pt x="593" y="52"/>
                </a:lnTo>
                <a:lnTo>
                  <a:pt x="594" y="45"/>
                </a:lnTo>
                <a:lnTo>
                  <a:pt x="595" y="38"/>
                </a:lnTo>
                <a:lnTo>
                  <a:pt x="596" y="32"/>
                </a:lnTo>
                <a:lnTo>
                  <a:pt x="596" y="27"/>
                </a:lnTo>
                <a:close/>
                <a:moveTo>
                  <a:pt x="253" y="27"/>
                </a:moveTo>
                <a:lnTo>
                  <a:pt x="253" y="21"/>
                </a:lnTo>
                <a:lnTo>
                  <a:pt x="252" y="16"/>
                </a:lnTo>
                <a:lnTo>
                  <a:pt x="250" y="11"/>
                </a:lnTo>
                <a:lnTo>
                  <a:pt x="248" y="7"/>
                </a:lnTo>
                <a:lnTo>
                  <a:pt x="244" y="4"/>
                </a:lnTo>
                <a:lnTo>
                  <a:pt x="242" y="3"/>
                </a:lnTo>
                <a:lnTo>
                  <a:pt x="240" y="2"/>
                </a:lnTo>
                <a:lnTo>
                  <a:pt x="238" y="1"/>
                </a:lnTo>
                <a:lnTo>
                  <a:pt x="235" y="0"/>
                </a:lnTo>
                <a:lnTo>
                  <a:pt x="228" y="0"/>
                </a:lnTo>
                <a:lnTo>
                  <a:pt x="187" y="0"/>
                </a:lnTo>
                <a:lnTo>
                  <a:pt x="178" y="0"/>
                </a:lnTo>
                <a:lnTo>
                  <a:pt x="173" y="1"/>
                </a:lnTo>
                <a:lnTo>
                  <a:pt x="169" y="3"/>
                </a:lnTo>
                <a:lnTo>
                  <a:pt x="165" y="4"/>
                </a:lnTo>
                <a:lnTo>
                  <a:pt x="162" y="6"/>
                </a:lnTo>
                <a:lnTo>
                  <a:pt x="158" y="9"/>
                </a:lnTo>
                <a:lnTo>
                  <a:pt x="155" y="11"/>
                </a:lnTo>
                <a:lnTo>
                  <a:pt x="152" y="15"/>
                </a:lnTo>
                <a:lnTo>
                  <a:pt x="149" y="18"/>
                </a:lnTo>
                <a:lnTo>
                  <a:pt x="143" y="28"/>
                </a:lnTo>
                <a:lnTo>
                  <a:pt x="141" y="33"/>
                </a:lnTo>
                <a:lnTo>
                  <a:pt x="138" y="39"/>
                </a:lnTo>
                <a:lnTo>
                  <a:pt x="134" y="52"/>
                </a:lnTo>
                <a:lnTo>
                  <a:pt x="3" y="522"/>
                </a:lnTo>
                <a:lnTo>
                  <a:pt x="2" y="528"/>
                </a:lnTo>
                <a:lnTo>
                  <a:pt x="1" y="534"/>
                </a:lnTo>
                <a:lnTo>
                  <a:pt x="0" y="539"/>
                </a:lnTo>
                <a:lnTo>
                  <a:pt x="0" y="544"/>
                </a:lnTo>
                <a:lnTo>
                  <a:pt x="1" y="551"/>
                </a:lnTo>
                <a:lnTo>
                  <a:pt x="2" y="557"/>
                </a:lnTo>
                <a:lnTo>
                  <a:pt x="4" y="562"/>
                </a:lnTo>
                <a:lnTo>
                  <a:pt x="7" y="566"/>
                </a:lnTo>
                <a:lnTo>
                  <a:pt x="11" y="570"/>
                </a:lnTo>
                <a:lnTo>
                  <a:pt x="16" y="572"/>
                </a:lnTo>
                <a:lnTo>
                  <a:pt x="19" y="573"/>
                </a:lnTo>
                <a:lnTo>
                  <a:pt x="23" y="574"/>
                </a:lnTo>
                <a:lnTo>
                  <a:pt x="30" y="574"/>
                </a:lnTo>
                <a:lnTo>
                  <a:pt x="82" y="574"/>
                </a:lnTo>
                <a:lnTo>
                  <a:pt x="92" y="574"/>
                </a:lnTo>
                <a:lnTo>
                  <a:pt x="97" y="573"/>
                </a:lnTo>
                <a:lnTo>
                  <a:pt x="101" y="571"/>
                </a:lnTo>
                <a:lnTo>
                  <a:pt x="105" y="570"/>
                </a:lnTo>
                <a:lnTo>
                  <a:pt x="109" y="568"/>
                </a:lnTo>
                <a:lnTo>
                  <a:pt x="117" y="562"/>
                </a:lnTo>
                <a:lnTo>
                  <a:pt x="120" y="559"/>
                </a:lnTo>
                <a:lnTo>
                  <a:pt x="123" y="555"/>
                </a:lnTo>
                <a:lnTo>
                  <a:pt x="129" y="546"/>
                </a:lnTo>
                <a:lnTo>
                  <a:pt x="131" y="541"/>
                </a:lnTo>
                <a:lnTo>
                  <a:pt x="133" y="535"/>
                </a:lnTo>
                <a:lnTo>
                  <a:pt x="137" y="522"/>
                </a:lnTo>
                <a:lnTo>
                  <a:pt x="250" y="52"/>
                </a:lnTo>
                <a:lnTo>
                  <a:pt x="252" y="45"/>
                </a:lnTo>
                <a:lnTo>
                  <a:pt x="252" y="38"/>
                </a:lnTo>
                <a:lnTo>
                  <a:pt x="253" y="32"/>
                </a:lnTo>
                <a:lnTo>
                  <a:pt x="253" y="2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
  <p:cSld name="Two Content ">
    <p:spTree>
      <p:nvGrpSpPr>
        <p:cNvPr id="1" name="Shape 213"/>
        <p:cNvGrpSpPr/>
        <p:nvPr/>
      </p:nvGrpSpPr>
      <p:grpSpPr>
        <a:xfrm>
          <a:off x="0" y="0"/>
          <a:ext cx="0" cy="0"/>
          <a:chOff x="0" y="0"/>
          <a:chExt cx="0" cy="0"/>
        </a:xfrm>
      </p:grpSpPr>
      <p:sp>
        <p:nvSpPr>
          <p:cNvPr id="214" name="Google Shape;214;p35"/>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35"/>
          <p:cNvSpPr txBox="1">
            <a:spLocks noGrp="1"/>
          </p:cNvSpPr>
          <p:nvPr>
            <p:ph type="body" idx="1"/>
          </p:nvPr>
        </p:nvSpPr>
        <p:spPr>
          <a:xfrm>
            <a:off x="407988" y="1844675"/>
            <a:ext cx="5543992"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16" name="Google Shape;216;p35"/>
          <p:cNvSpPr txBox="1">
            <a:spLocks noGrp="1"/>
          </p:cNvSpPr>
          <p:nvPr>
            <p:ph type="body" idx="2"/>
          </p:nvPr>
        </p:nvSpPr>
        <p:spPr>
          <a:xfrm>
            <a:off x="6240020" y="1844675"/>
            <a:ext cx="5543993"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17" name="Google Shape;217;p3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3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3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
  <p:cSld name="Comparison ">
    <p:spTree>
      <p:nvGrpSpPr>
        <p:cNvPr id="1" name="Shape 220"/>
        <p:cNvGrpSpPr/>
        <p:nvPr/>
      </p:nvGrpSpPr>
      <p:grpSpPr>
        <a:xfrm>
          <a:off x="0" y="0"/>
          <a:ext cx="0" cy="0"/>
          <a:chOff x="0" y="0"/>
          <a:chExt cx="0" cy="0"/>
        </a:xfrm>
      </p:grpSpPr>
      <p:sp>
        <p:nvSpPr>
          <p:cNvPr id="221" name="Google Shape;221;p36"/>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36"/>
          <p:cNvSpPr txBox="1">
            <a:spLocks noGrp="1"/>
          </p:cNvSpPr>
          <p:nvPr>
            <p:ph type="body" idx="1"/>
          </p:nvPr>
        </p:nvSpPr>
        <p:spPr>
          <a:xfrm>
            <a:off x="407988" y="2420888"/>
            <a:ext cx="5543992" cy="36005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23" name="Google Shape;223;p36"/>
          <p:cNvSpPr txBox="1">
            <a:spLocks noGrp="1"/>
          </p:cNvSpPr>
          <p:nvPr>
            <p:ph type="body" idx="2"/>
          </p:nvPr>
        </p:nvSpPr>
        <p:spPr>
          <a:xfrm>
            <a:off x="6240020" y="2420888"/>
            <a:ext cx="5543993" cy="36005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24" name="Google Shape;224;p3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3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3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227" name="Google Shape;227;p36"/>
          <p:cNvSpPr txBox="1">
            <a:spLocks noGrp="1"/>
          </p:cNvSpPr>
          <p:nvPr>
            <p:ph type="body" idx="3"/>
          </p:nvPr>
        </p:nvSpPr>
        <p:spPr>
          <a:xfrm>
            <a:off x="407975" y="1844675"/>
            <a:ext cx="5542983" cy="57665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228" name="Google Shape;228;p36"/>
          <p:cNvSpPr txBox="1">
            <a:spLocks noGrp="1"/>
          </p:cNvSpPr>
          <p:nvPr>
            <p:ph type="body" idx="4"/>
          </p:nvPr>
        </p:nvSpPr>
        <p:spPr>
          <a:xfrm>
            <a:off x="6240488" y="1844675"/>
            <a:ext cx="5543525" cy="57665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cxnSp>
        <p:nvCxnSpPr>
          <p:cNvPr id="229" name="Google Shape;229;p36"/>
          <p:cNvCxnSpPr/>
          <p:nvPr/>
        </p:nvCxnSpPr>
        <p:spPr>
          <a:xfrm>
            <a:off x="6096000" y="1844675"/>
            <a:ext cx="0" cy="4176713"/>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mparison ">
  <p:cSld name="Three Comparison ">
    <p:spTree>
      <p:nvGrpSpPr>
        <p:cNvPr id="1" name="Shape 230"/>
        <p:cNvGrpSpPr/>
        <p:nvPr/>
      </p:nvGrpSpPr>
      <p:grpSpPr>
        <a:xfrm>
          <a:off x="0" y="0"/>
          <a:ext cx="0" cy="0"/>
          <a:chOff x="0" y="0"/>
          <a:chExt cx="0" cy="0"/>
        </a:xfrm>
      </p:grpSpPr>
      <p:sp>
        <p:nvSpPr>
          <p:cNvPr id="231" name="Google Shape;231;p37"/>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2" name="Google Shape;232;p37"/>
          <p:cNvSpPr txBox="1">
            <a:spLocks noGrp="1"/>
          </p:cNvSpPr>
          <p:nvPr>
            <p:ph type="body" idx="1"/>
          </p:nvPr>
        </p:nvSpPr>
        <p:spPr>
          <a:xfrm>
            <a:off x="407988" y="2420888"/>
            <a:ext cx="3599780" cy="36005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33" name="Google Shape;233;p37"/>
          <p:cNvSpPr txBox="1">
            <a:spLocks noGrp="1"/>
          </p:cNvSpPr>
          <p:nvPr>
            <p:ph type="body" idx="2"/>
          </p:nvPr>
        </p:nvSpPr>
        <p:spPr>
          <a:xfrm>
            <a:off x="4295801" y="2420888"/>
            <a:ext cx="3600400" cy="36005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34" name="Google Shape;234;p3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3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3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237" name="Google Shape;237;p37"/>
          <p:cNvSpPr txBox="1">
            <a:spLocks noGrp="1"/>
          </p:cNvSpPr>
          <p:nvPr>
            <p:ph type="body" idx="3"/>
          </p:nvPr>
        </p:nvSpPr>
        <p:spPr>
          <a:xfrm>
            <a:off x="407975" y="1844675"/>
            <a:ext cx="3599125" cy="57665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238" name="Google Shape;238;p37"/>
          <p:cNvSpPr txBox="1">
            <a:spLocks noGrp="1"/>
          </p:cNvSpPr>
          <p:nvPr>
            <p:ph type="body" idx="4"/>
          </p:nvPr>
        </p:nvSpPr>
        <p:spPr>
          <a:xfrm>
            <a:off x="4296433" y="1844675"/>
            <a:ext cx="3600096" cy="57665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cxnSp>
        <p:nvCxnSpPr>
          <p:cNvPr id="239" name="Google Shape;239;p37"/>
          <p:cNvCxnSpPr/>
          <p:nvPr/>
        </p:nvCxnSpPr>
        <p:spPr>
          <a:xfrm>
            <a:off x="4151784" y="1844675"/>
            <a:ext cx="0" cy="4176713"/>
          </a:xfrm>
          <a:prstGeom prst="straightConnector1">
            <a:avLst/>
          </a:prstGeom>
          <a:noFill/>
          <a:ln w="9525" cap="flat" cmpd="sng">
            <a:solidFill>
              <a:schemeClr val="accent4"/>
            </a:solidFill>
            <a:prstDash val="solid"/>
            <a:miter lim="800000"/>
            <a:headEnd type="none" w="sm" len="sm"/>
            <a:tailEnd type="none" w="sm" len="sm"/>
          </a:ln>
        </p:spPr>
      </p:cxnSp>
      <p:cxnSp>
        <p:nvCxnSpPr>
          <p:cNvPr id="240" name="Google Shape;240;p37"/>
          <p:cNvCxnSpPr/>
          <p:nvPr/>
        </p:nvCxnSpPr>
        <p:spPr>
          <a:xfrm>
            <a:off x="8040216" y="1844675"/>
            <a:ext cx="0" cy="4176713"/>
          </a:xfrm>
          <a:prstGeom prst="straightConnector1">
            <a:avLst/>
          </a:prstGeom>
          <a:noFill/>
          <a:ln w="9525" cap="flat" cmpd="sng">
            <a:solidFill>
              <a:schemeClr val="accent4"/>
            </a:solidFill>
            <a:prstDash val="solid"/>
            <a:miter lim="800000"/>
            <a:headEnd type="none" w="sm" len="sm"/>
            <a:tailEnd type="none" w="sm" len="sm"/>
          </a:ln>
        </p:spPr>
      </p:cxnSp>
      <p:sp>
        <p:nvSpPr>
          <p:cNvPr id="241" name="Google Shape;241;p37"/>
          <p:cNvSpPr txBox="1">
            <a:spLocks noGrp="1"/>
          </p:cNvSpPr>
          <p:nvPr>
            <p:ph type="body" idx="5"/>
          </p:nvPr>
        </p:nvSpPr>
        <p:spPr>
          <a:xfrm>
            <a:off x="8184232" y="2420888"/>
            <a:ext cx="3599781" cy="36005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42" name="Google Shape;242;p37"/>
          <p:cNvSpPr txBox="1">
            <a:spLocks noGrp="1"/>
          </p:cNvSpPr>
          <p:nvPr>
            <p:ph type="body" idx="6"/>
          </p:nvPr>
        </p:nvSpPr>
        <p:spPr>
          <a:xfrm>
            <a:off x="8184866" y="1844675"/>
            <a:ext cx="3599477" cy="57665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and Highlight">
  <p:cSld name="Content and Highlight">
    <p:spTree>
      <p:nvGrpSpPr>
        <p:cNvPr id="1" name="Shape 243"/>
        <p:cNvGrpSpPr/>
        <p:nvPr/>
      </p:nvGrpSpPr>
      <p:grpSpPr>
        <a:xfrm>
          <a:off x="0" y="0"/>
          <a:ext cx="0" cy="0"/>
          <a:chOff x="0" y="0"/>
          <a:chExt cx="0" cy="0"/>
        </a:xfrm>
      </p:grpSpPr>
      <p:sp>
        <p:nvSpPr>
          <p:cNvPr id="244" name="Google Shape;244;p38"/>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5" name="Google Shape;245;p38"/>
          <p:cNvSpPr txBox="1">
            <a:spLocks noGrp="1"/>
          </p:cNvSpPr>
          <p:nvPr>
            <p:ph type="body" idx="1"/>
          </p:nvPr>
        </p:nvSpPr>
        <p:spPr>
          <a:xfrm>
            <a:off x="407988" y="1844675"/>
            <a:ext cx="7488212"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46" name="Google Shape;246;p3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3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3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249" name="Google Shape;249;p38"/>
          <p:cNvSpPr txBox="1">
            <a:spLocks noGrp="1"/>
          </p:cNvSpPr>
          <p:nvPr>
            <p:ph type="body" idx="2"/>
          </p:nvPr>
        </p:nvSpPr>
        <p:spPr>
          <a:xfrm>
            <a:off x="8184234" y="1844675"/>
            <a:ext cx="3599780" cy="41767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342900" algn="l">
              <a:lnSpc>
                <a:spcPct val="120000"/>
              </a:lnSpc>
              <a:spcBef>
                <a:spcPts val="600"/>
              </a:spcBef>
              <a:spcAft>
                <a:spcPts val="0"/>
              </a:spcAft>
              <a:buClr>
                <a:schemeClr val="accent2"/>
              </a:buClr>
              <a:buSzPts val="1800"/>
              <a:buChar char="•"/>
              <a:defRPr>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cxnSp>
        <p:nvCxnSpPr>
          <p:cNvPr id="250" name="Google Shape;250;p38"/>
          <p:cNvCxnSpPr/>
          <p:nvPr/>
        </p:nvCxnSpPr>
        <p:spPr>
          <a:xfrm>
            <a:off x="8040216" y="1844675"/>
            <a:ext cx="0" cy="4176713"/>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and Highlight 2">
  <p:cSld name="Content and Highlight 2">
    <p:spTree>
      <p:nvGrpSpPr>
        <p:cNvPr id="1" name="Shape 251"/>
        <p:cNvGrpSpPr/>
        <p:nvPr/>
      </p:nvGrpSpPr>
      <p:grpSpPr>
        <a:xfrm>
          <a:off x="0" y="0"/>
          <a:ext cx="0" cy="0"/>
          <a:chOff x="0" y="0"/>
          <a:chExt cx="0" cy="0"/>
        </a:xfrm>
      </p:grpSpPr>
      <p:sp>
        <p:nvSpPr>
          <p:cNvPr id="252" name="Google Shape;252;p39"/>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39"/>
          <p:cNvSpPr txBox="1">
            <a:spLocks noGrp="1"/>
          </p:cNvSpPr>
          <p:nvPr>
            <p:ph type="body" idx="1"/>
          </p:nvPr>
        </p:nvSpPr>
        <p:spPr>
          <a:xfrm>
            <a:off x="4295801" y="1844675"/>
            <a:ext cx="7488212"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54" name="Google Shape;254;p3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5" name="Google Shape;255;p3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256" name="Google Shape;256;p39"/>
          <p:cNvSpPr txBox="1">
            <a:spLocks noGrp="1"/>
          </p:cNvSpPr>
          <p:nvPr>
            <p:ph type="body" idx="2"/>
          </p:nvPr>
        </p:nvSpPr>
        <p:spPr>
          <a:xfrm>
            <a:off x="407988" y="1844675"/>
            <a:ext cx="3600450" cy="41767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342900" algn="l">
              <a:lnSpc>
                <a:spcPct val="120000"/>
              </a:lnSpc>
              <a:spcBef>
                <a:spcPts val="600"/>
              </a:spcBef>
              <a:spcAft>
                <a:spcPts val="0"/>
              </a:spcAft>
              <a:buClr>
                <a:schemeClr val="accent2"/>
              </a:buClr>
              <a:buSzPts val="1800"/>
              <a:buChar char="•"/>
              <a:defRPr>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257"/>
        <p:cNvGrpSpPr/>
        <p:nvPr/>
      </p:nvGrpSpPr>
      <p:grpSpPr>
        <a:xfrm>
          <a:off x="0" y="0"/>
          <a:ext cx="0" cy="0"/>
          <a:chOff x="0" y="0"/>
          <a:chExt cx="0" cy="0"/>
        </a:xfrm>
      </p:grpSpPr>
      <p:sp>
        <p:nvSpPr>
          <p:cNvPr id="258" name="Google Shape;258;p40"/>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4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1" name="Google Shape;261;p4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262" name="Google Shape;262;p40"/>
          <p:cNvSpPr txBox="1">
            <a:spLocks noGrp="1"/>
          </p:cNvSpPr>
          <p:nvPr>
            <p:ph type="body" idx="1"/>
          </p:nvPr>
        </p:nvSpPr>
        <p:spPr>
          <a:xfrm>
            <a:off x="407988" y="3429000"/>
            <a:ext cx="3600450" cy="259238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63" name="Google Shape;263;p40"/>
          <p:cNvSpPr txBox="1">
            <a:spLocks noGrp="1"/>
          </p:cNvSpPr>
          <p:nvPr>
            <p:ph type="body" idx="2"/>
          </p:nvPr>
        </p:nvSpPr>
        <p:spPr>
          <a:xfrm>
            <a:off x="4295801" y="3429000"/>
            <a:ext cx="3600398" cy="259238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64" name="Google Shape;264;p40"/>
          <p:cNvSpPr txBox="1">
            <a:spLocks noGrp="1"/>
          </p:cNvSpPr>
          <p:nvPr>
            <p:ph type="body" idx="3"/>
          </p:nvPr>
        </p:nvSpPr>
        <p:spPr>
          <a:xfrm>
            <a:off x="8183564" y="3429000"/>
            <a:ext cx="3600450" cy="259238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65" name="Google Shape;265;p40"/>
          <p:cNvSpPr txBox="1">
            <a:spLocks noGrp="1"/>
          </p:cNvSpPr>
          <p:nvPr>
            <p:ph type="body" idx="4"/>
          </p:nvPr>
        </p:nvSpPr>
        <p:spPr>
          <a:xfrm>
            <a:off x="407988" y="1844675"/>
            <a:ext cx="3599780" cy="1368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266" name="Google Shape;266;p40"/>
          <p:cNvSpPr txBox="1">
            <a:spLocks noGrp="1"/>
          </p:cNvSpPr>
          <p:nvPr>
            <p:ph type="body" idx="5"/>
          </p:nvPr>
        </p:nvSpPr>
        <p:spPr>
          <a:xfrm>
            <a:off x="4295800" y="1844675"/>
            <a:ext cx="3600400" cy="1368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267" name="Google Shape;267;p40"/>
          <p:cNvSpPr txBox="1">
            <a:spLocks noGrp="1"/>
          </p:cNvSpPr>
          <p:nvPr>
            <p:ph type="body" idx="6"/>
          </p:nvPr>
        </p:nvSpPr>
        <p:spPr>
          <a:xfrm>
            <a:off x="8184232" y="1844675"/>
            <a:ext cx="3599781" cy="13683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2400"/>
              <a:buFont typeface="Arial"/>
              <a:buNone/>
              <a:defRPr sz="24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cxnSp>
        <p:nvCxnSpPr>
          <p:cNvPr id="268" name="Google Shape;268;p40"/>
          <p:cNvCxnSpPr/>
          <p:nvPr/>
        </p:nvCxnSpPr>
        <p:spPr>
          <a:xfrm>
            <a:off x="4151784" y="1844675"/>
            <a:ext cx="0" cy="4176713"/>
          </a:xfrm>
          <a:prstGeom prst="straightConnector1">
            <a:avLst/>
          </a:prstGeom>
          <a:noFill/>
          <a:ln w="9525" cap="flat" cmpd="sng">
            <a:solidFill>
              <a:schemeClr val="accent4"/>
            </a:solidFill>
            <a:prstDash val="solid"/>
            <a:miter lim="800000"/>
            <a:headEnd type="none" w="sm" len="sm"/>
            <a:tailEnd type="none" w="sm" len="sm"/>
          </a:ln>
        </p:spPr>
      </p:cxnSp>
      <p:cxnSp>
        <p:nvCxnSpPr>
          <p:cNvPr id="269" name="Google Shape;269;p40"/>
          <p:cNvCxnSpPr/>
          <p:nvPr/>
        </p:nvCxnSpPr>
        <p:spPr>
          <a:xfrm>
            <a:off x="8040216" y="1844675"/>
            <a:ext cx="0" cy="4176713"/>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t and Picture">
  <p:cSld name="Content and Picture">
    <p:spTree>
      <p:nvGrpSpPr>
        <p:cNvPr id="1" name="Shape 270"/>
        <p:cNvGrpSpPr/>
        <p:nvPr/>
      </p:nvGrpSpPr>
      <p:grpSpPr>
        <a:xfrm>
          <a:off x="0" y="0"/>
          <a:ext cx="0" cy="0"/>
          <a:chOff x="0" y="0"/>
          <a:chExt cx="0" cy="0"/>
        </a:xfrm>
      </p:grpSpPr>
      <p:sp>
        <p:nvSpPr>
          <p:cNvPr id="271" name="Google Shape;271;p41"/>
          <p:cNvSpPr txBox="1">
            <a:spLocks noGrp="1"/>
          </p:cNvSpPr>
          <p:nvPr>
            <p:ph type="body" idx="1"/>
          </p:nvPr>
        </p:nvSpPr>
        <p:spPr>
          <a:xfrm>
            <a:off x="407988"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72" name="Google Shape;272;p41"/>
          <p:cNvSpPr>
            <a:spLocks noGrp="1"/>
          </p:cNvSpPr>
          <p:nvPr>
            <p:ph type="pic" idx="2"/>
          </p:nvPr>
        </p:nvSpPr>
        <p:spPr>
          <a:xfrm>
            <a:off x="6206870" y="0"/>
            <a:ext cx="5985131" cy="6858000"/>
          </a:xfrm>
          <a:prstGeom prst="rect">
            <a:avLst/>
          </a:prstGeom>
          <a:solidFill>
            <a:schemeClr val="lt2"/>
          </a:solidFill>
          <a:ln>
            <a:noFill/>
          </a:ln>
        </p:spPr>
      </p:sp>
      <p:sp>
        <p:nvSpPr>
          <p:cNvPr id="273" name="Google Shape;273;p41"/>
          <p:cNvSpPr txBox="1">
            <a:spLocks noGrp="1"/>
          </p:cNvSpPr>
          <p:nvPr>
            <p:ph type="body" idx="3"/>
          </p:nvPr>
        </p:nvSpPr>
        <p:spPr>
          <a:xfrm>
            <a:off x="10639821" y="6236625"/>
            <a:ext cx="1130400" cy="288000"/>
          </a:xfrm>
          <a:prstGeom prst="rect">
            <a:avLst/>
          </a:prstGeom>
          <a:blipFill rotWithShape="1">
            <a:blip r:embed="rId2" cstate="email">
              <a:alphaModFix/>
              <a:extLst>
                <a:ext uri="{28A0092B-C50C-407E-A947-70E740481C1C}">
                  <a14:useLocalDpi xmlns:a14="http://schemas.microsoft.com/office/drawing/2010/main"/>
                </a:ext>
              </a:extLst>
            </a:blip>
            <a:stretch>
              <a:fillRect/>
            </a:stretch>
          </a:blip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SzPts val="100"/>
              <a:buFont typeface="Arial"/>
              <a:buNone/>
              <a:defRPr sz="100"/>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74" name="Google Shape;274;p41"/>
          <p:cNvSpPr txBox="1">
            <a:spLocks noGrp="1"/>
          </p:cNvSpPr>
          <p:nvPr>
            <p:ph type="title"/>
          </p:nvPr>
        </p:nvSpPr>
        <p:spPr>
          <a:xfrm>
            <a:off x="407989" y="548680"/>
            <a:ext cx="5543995"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5" name="Google Shape;275;p4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6" name="Google Shape;276;p4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7" name="Google Shape;277;p4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and Picture 2">
  <p:cSld name="Content and Picture 2">
    <p:spTree>
      <p:nvGrpSpPr>
        <p:cNvPr id="1" name="Shape 278"/>
        <p:cNvGrpSpPr/>
        <p:nvPr/>
      </p:nvGrpSpPr>
      <p:grpSpPr>
        <a:xfrm>
          <a:off x="0" y="0"/>
          <a:ext cx="0" cy="0"/>
          <a:chOff x="0" y="0"/>
          <a:chExt cx="0" cy="0"/>
        </a:xfrm>
      </p:grpSpPr>
      <p:sp>
        <p:nvSpPr>
          <p:cNvPr id="279" name="Google Shape;279;p42"/>
          <p:cNvSpPr>
            <a:spLocks noGrp="1"/>
          </p:cNvSpPr>
          <p:nvPr>
            <p:ph type="pic" idx="2"/>
          </p:nvPr>
        </p:nvSpPr>
        <p:spPr>
          <a:xfrm>
            <a:off x="1" y="0"/>
            <a:ext cx="5968441" cy="6858000"/>
          </a:xfrm>
          <a:prstGeom prst="rect">
            <a:avLst/>
          </a:prstGeom>
          <a:solidFill>
            <a:schemeClr val="lt2"/>
          </a:solidFill>
          <a:ln>
            <a:noFill/>
          </a:ln>
        </p:spPr>
      </p:sp>
      <p:sp>
        <p:nvSpPr>
          <p:cNvPr id="280" name="Google Shape;280;p42"/>
          <p:cNvSpPr txBox="1">
            <a:spLocks noGrp="1"/>
          </p:cNvSpPr>
          <p:nvPr>
            <p:ph type="title"/>
          </p:nvPr>
        </p:nvSpPr>
        <p:spPr>
          <a:xfrm>
            <a:off x="6240016" y="549274"/>
            <a:ext cx="5543997" cy="10080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1" name="Google Shape;281;p42"/>
          <p:cNvSpPr txBox="1">
            <a:spLocks noGrp="1"/>
          </p:cNvSpPr>
          <p:nvPr>
            <p:ph type="body" idx="1"/>
          </p:nvPr>
        </p:nvSpPr>
        <p:spPr>
          <a:xfrm>
            <a:off x="6240017"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82" name="Google Shape;282;p4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3" name="Google Shape;283;p4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4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and 2 Pictures">
  <p:cSld name="Content and 2 Pictures">
    <p:spTree>
      <p:nvGrpSpPr>
        <p:cNvPr id="1" name="Shape 285"/>
        <p:cNvGrpSpPr/>
        <p:nvPr/>
      </p:nvGrpSpPr>
      <p:grpSpPr>
        <a:xfrm>
          <a:off x="0" y="0"/>
          <a:ext cx="0" cy="0"/>
          <a:chOff x="0" y="0"/>
          <a:chExt cx="0" cy="0"/>
        </a:xfrm>
      </p:grpSpPr>
      <p:sp>
        <p:nvSpPr>
          <p:cNvPr id="286" name="Google Shape;286;p43"/>
          <p:cNvSpPr txBox="1">
            <a:spLocks noGrp="1"/>
          </p:cNvSpPr>
          <p:nvPr>
            <p:ph type="body" idx="1"/>
          </p:nvPr>
        </p:nvSpPr>
        <p:spPr>
          <a:xfrm>
            <a:off x="407988"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287" name="Google Shape;287;p43"/>
          <p:cNvSpPr>
            <a:spLocks noGrp="1"/>
          </p:cNvSpPr>
          <p:nvPr>
            <p:ph type="pic" idx="2"/>
          </p:nvPr>
        </p:nvSpPr>
        <p:spPr>
          <a:xfrm>
            <a:off x="6240016" y="0"/>
            <a:ext cx="5951984" cy="3356992"/>
          </a:xfrm>
          <a:prstGeom prst="rect">
            <a:avLst/>
          </a:prstGeom>
          <a:solidFill>
            <a:schemeClr val="lt2"/>
          </a:solidFill>
          <a:ln>
            <a:noFill/>
          </a:ln>
        </p:spPr>
      </p:sp>
      <p:sp>
        <p:nvSpPr>
          <p:cNvPr id="288" name="Google Shape;288;p43"/>
          <p:cNvSpPr>
            <a:spLocks noGrp="1"/>
          </p:cNvSpPr>
          <p:nvPr>
            <p:ph type="pic" idx="3"/>
          </p:nvPr>
        </p:nvSpPr>
        <p:spPr>
          <a:xfrm>
            <a:off x="8003568" y="3501008"/>
            <a:ext cx="4188432" cy="3356992"/>
          </a:xfrm>
          <a:prstGeom prst="rect">
            <a:avLst/>
          </a:prstGeom>
          <a:solidFill>
            <a:schemeClr val="lt2"/>
          </a:solidFill>
          <a:ln>
            <a:noFill/>
          </a:ln>
        </p:spPr>
      </p:sp>
      <p:sp>
        <p:nvSpPr>
          <p:cNvPr id="289" name="Google Shape;289;p4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0" name="Google Shape;290;p4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4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292" name="Google Shape;292;p43"/>
          <p:cNvSpPr txBox="1">
            <a:spLocks noGrp="1"/>
          </p:cNvSpPr>
          <p:nvPr>
            <p:ph type="title"/>
          </p:nvPr>
        </p:nvSpPr>
        <p:spPr>
          <a:xfrm>
            <a:off x="407989" y="548680"/>
            <a:ext cx="5543996"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and 2 Pictures 2">
  <p:cSld name="Content and 2 Pictures 2">
    <p:spTree>
      <p:nvGrpSpPr>
        <p:cNvPr id="1" name="Shape 293"/>
        <p:cNvGrpSpPr/>
        <p:nvPr/>
      </p:nvGrpSpPr>
      <p:grpSpPr>
        <a:xfrm>
          <a:off x="0" y="0"/>
          <a:ext cx="0" cy="0"/>
          <a:chOff x="0" y="0"/>
          <a:chExt cx="0" cy="0"/>
        </a:xfrm>
      </p:grpSpPr>
      <p:sp>
        <p:nvSpPr>
          <p:cNvPr id="294" name="Google Shape;294;p44"/>
          <p:cNvSpPr>
            <a:spLocks noGrp="1"/>
          </p:cNvSpPr>
          <p:nvPr>
            <p:ph type="pic" idx="2"/>
          </p:nvPr>
        </p:nvSpPr>
        <p:spPr>
          <a:xfrm>
            <a:off x="1" y="0"/>
            <a:ext cx="4180197" cy="3356992"/>
          </a:xfrm>
          <a:prstGeom prst="rect">
            <a:avLst/>
          </a:prstGeom>
          <a:solidFill>
            <a:schemeClr val="lt2"/>
          </a:solidFill>
          <a:ln>
            <a:noFill/>
          </a:ln>
        </p:spPr>
      </p:sp>
      <p:sp>
        <p:nvSpPr>
          <p:cNvPr id="295" name="Google Shape;295;p44"/>
          <p:cNvSpPr>
            <a:spLocks noGrp="1"/>
          </p:cNvSpPr>
          <p:nvPr>
            <p:ph type="pic" idx="3"/>
          </p:nvPr>
        </p:nvSpPr>
        <p:spPr>
          <a:xfrm>
            <a:off x="0" y="3501008"/>
            <a:ext cx="5951985" cy="3356992"/>
          </a:xfrm>
          <a:prstGeom prst="rect">
            <a:avLst/>
          </a:prstGeom>
          <a:solidFill>
            <a:schemeClr val="lt2"/>
          </a:solidFill>
          <a:ln>
            <a:noFill/>
          </a:ln>
        </p:spPr>
      </p:sp>
      <p:sp>
        <p:nvSpPr>
          <p:cNvPr id="296" name="Google Shape;296;p4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4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4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299" name="Google Shape;299;p44"/>
          <p:cNvSpPr txBox="1">
            <a:spLocks noGrp="1"/>
          </p:cNvSpPr>
          <p:nvPr>
            <p:ph type="title"/>
          </p:nvPr>
        </p:nvSpPr>
        <p:spPr>
          <a:xfrm>
            <a:off x="6240016" y="549274"/>
            <a:ext cx="5543997" cy="100806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0" name="Google Shape;300;p44"/>
          <p:cNvSpPr txBox="1">
            <a:spLocks noGrp="1"/>
          </p:cNvSpPr>
          <p:nvPr>
            <p:ph type="body" idx="1"/>
          </p:nvPr>
        </p:nvSpPr>
        <p:spPr>
          <a:xfrm>
            <a:off x="6240017" y="1844675"/>
            <a:ext cx="5543996"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Product Pictures">
  <p:cSld name="Three Product Pictures">
    <p:spTree>
      <p:nvGrpSpPr>
        <p:cNvPr id="1" name="Shape 301"/>
        <p:cNvGrpSpPr/>
        <p:nvPr/>
      </p:nvGrpSpPr>
      <p:grpSpPr>
        <a:xfrm>
          <a:off x="0" y="0"/>
          <a:ext cx="0" cy="0"/>
          <a:chOff x="0" y="0"/>
          <a:chExt cx="0" cy="0"/>
        </a:xfrm>
      </p:grpSpPr>
      <p:sp>
        <p:nvSpPr>
          <p:cNvPr id="302" name="Google Shape;302;p45"/>
          <p:cNvSpPr>
            <a:spLocks noGrp="1"/>
          </p:cNvSpPr>
          <p:nvPr>
            <p:ph type="pic" idx="2"/>
          </p:nvPr>
        </p:nvSpPr>
        <p:spPr>
          <a:xfrm>
            <a:off x="407988" y="1844675"/>
            <a:ext cx="3599780" cy="2592437"/>
          </a:xfrm>
          <a:prstGeom prst="rect">
            <a:avLst/>
          </a:prstGeom>
          <a:solidFill>
            <a:schemeClr val="lt2"/>
          </a:solidFill>
          <a:ln>
            <a:noFill/>
          </a:ln>
        </p:spPr>
      </p:sp>
      <p:sp>
        <p:nvSpPr>
          <p:cNvPr id="303" name="Google Shape;303;p45"/>
          <p:cNvSpPr>
            <a:spLocks noGrp="1"/>
          </p:cNvSpPr>
          <p:nvPr>
            <p:ph type="pic" idx="3"/>
          </p:nvPr>
        </p:nvSpPr>
        <p:spPr>
          <a:xfrm>
            <a:off x="4295800" y="1844675"/>
            <a:ext cx="3600400" cy="2592437"/>
          </a:xfrm>
          <a:prstGeom prst="rect">
            <a:avLst/>
          </a:prstGeom>
          <a:solidFill>
            <a:schemeClr val="lt2"/>
          </a:solidFill>
          <a:ln>
            <a:noFill/>
          </a:ln>
        </p:spPr>
      </p:sp>
      <p:sp>
        <p:nvSpPr>
          <p:cNvPr id="304" name="Google Shape;304;p45"/>
          <p:cNvSpPr>
            <a:spLocks noGrp="1"/>
          </p:cNvSpPr>
          <p:nvPr>
            <p:ph type="pic" idx="4"/>
          </p:nvPr>
        </p:nvSpPr>
        <p:spPr>
          <a:xfrm>
            <a:off x="8184234" y="1844675"/>
            <a:ext cx="3599780" cy="2592437"/>
          </a:xfrm>
          <a:prstGeom prst="rect">
            <a:avLst/>
          </a:prstGeom>
          <a:solidFill>
            <a:schemeClr val="lt2"/>
          </a:solidFill>
          <a:ln>
            <a:noFill/>
          </a:ln>
        </p:spPr>
      </p:sp>
      <p:sp>
        <p:nvSpPr>
          <p:cNvPr id="305" name="Google Shape;305;p45"/>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45"/>
          <p:cNvSpPr txBox="1">
            <a:spLocks noGrp="1"/>
          </p:cNvSpPr>
          <p:nvPr>
            <p:ph type="body" idx="1"/>
          </p:nvPr>
        </p:nvSpPr>
        <p:spPr>
          <a:xfrm>
            <a:off x="407988"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07" name="Google Shape;307;p45"/>
          <p:cNvSpPr txBox="1">
            <a:spLocks noGrp="1"/>
          </p:cNvSpPr>
          <p:nvPr>
            <p:ph type="body" idx="5"/>
          </p:nvPr>
        </p:nvSpPr>
        <p:spPr>
          <a:xfrm>
            <a:off x="4295801" y="4581128"/>
            <a:ext cx="3600398"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08" name="Google Shape;308;p45"/>
          <p:cNvSpPr txBox="1">
            <a:spLocks noGrp="1"/>
          </p:cNvSpPr>
          <p:nvPr>
            <p:ph type="body" idx="6"/>
          </p:nvPr>
        </p:nvSpPr>
        <p:spPr>
          <a:xfrm>
            <a:off x="8183564"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09" name="Google Shape;309;p4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4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1" name="Google Shape;311;p4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Product Pictures">
  <p:cSld name="Two Product Pictures">
    <p:spTree>
      <p:nvGrpSpPr>
        <p:cNvPr id="1" name="Shape 312"/>
        <p:cNvGrpSpPr/>
        <p:nvPr/>
      </p:nvGrpSpPr>
      <p:grpSpPr>
        <a:xfrm>
          <a:off x="0" y="0"/>
          <a:ext cx="0" cy="0"/>
          <a:chOff x="0" y="0"/>
          <a:chExt cx="0" cy="0"/>
        </a:xfrm>
      </p:grpSpPr>
      <p:sp>
        <p:nvSpPr>
          <p:cNvPr id="313" name="Google Shape;313;p46"/>
          <p:cNvSpPr>
            <a:spLocks noGrp="1"/>
          </p:cNvSpPr>
          <p:nvPr>
            <p:ph type="pic" idx="2"/>
          </p:nvPr>
        </p:nvSpPr>
        <p:spPr>
          <a:xfrm>
            <a:off x="407988" y="1844675"/>
            <a:ext cx="7488212" cy="2592437"/>
          </a:xfrm>
          <a:prstGeom prst="rect">
            <a:avLst/>
          </a:prstGeom>
          <a:solidFill>
            <a:schemeClr val="lt2"/>
          </a:solidFill>
          <a:ln>
            <a:noFill/>
          </a:ln>
        </p:spPr>
      </p:sp>
      <p:sp>
        <p:nvSpPr>
          <p:cNvPr id="314" name="Google Shape;314;p46"/>
          <p:cNvSpPr>
            <a:spLocks noGrp="1"/>
          </p:cNvSpPr>
          <p:nvPr>
            <p:ph type="pic" idx="3"/>
          </p:nvPr>
        </p:nvSpPr>
        <p:spPr>
          <a:xfrm>
            <a:off x="8184234" y="1844675"/>
            <a:ext cx="3599780" cy="2592437"/>
          </a:xfrm>
          <a:prstGeom prst="rect">
            <a:avLst/>
          </a:prstGeom>
          <a:solidFill>
            <a:schemeClr val="lt2"/>
          </a:solidFill>
          <a:ln>
            <a:noFill/>
          </a:ln>
        </p:spPr>
      </p:sp>
      <p:sp>
        <p:nvSpPr>
          <p:cNvPr id="315" name="Google Shape;315;p46"/>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6" name="Google Shape;316;p46"/>
          <p:cNvSpPr txBox="1">
            <a:spLocks noGrp="1"/>
          </p:cNvSpPr>
          <p:nvPr>
            <p:ph type="body" idx="1"/>
          </p:nvPr>
        </p:nvSpPr>
        <p:spPr>
          <a:xfrm>
            <a:off x="407988" y="4581128"/>
            <a:ext cx="7488212"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17" name="Google Shape;317;p46"/>
          <p:cNvSpPr txBox="1">
            <a:spLocks noGrp="1"/>
          </p:cNvSpPr>
          <p:nvPr>
            <p:ph type="body" idx="4"/>
          </p:nvPr>
        </p:nvSpPr>
        <p:spPr>
          <a:xfrm>
            <a:off x="8183564"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18" name="Google Shape;318;p4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4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0" name="Google Shape;320;p4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roduct Case">
  <p:cSld name="Product Case">
    <p:spTree>
      <p:nvGrpSpPr>
        <p:cNvPr id="1" name="Shape 321"/>
        <p:cNvGrpSpPr/>
        <p:nvPr/>
      </p:nvGrpSpPr>
      <p:grpSpPr>
        <a:xfrm>
          <a:off x="0" y="0"/>
          <a:ext cx="0" cy="0"/>
          <a:chOff x="0" y="0"/>
          <a:chExt cx="0" cy="0"/>
        </a:xfrm>
      </p:grpSpPr>
      <p:sp>
        <p:nvSpPr>
          <p:cNvPr id="322" name="Google Shape;322;p47"/>
          <p:cNvSpPr>
            <a:spLocks noGrp="1"/>
          </p:cNvSpPr>
          <p:nvPr>
            <p:ph type="pic" idx="2"/>
          </p:nvPr>
        </p:nvSpPr>
        <p:spPr>
          <a:xfrm>
            <a:off x="407988" y="1844675"/>
            <a:ext cx="3599780" cy="2592437"/>
          </a:xfrm>
          <a:prstGeom prst="rect">
            <a:avLst/>
          </a:prstGeom>
          <a:solidFill>
            <a:schemeClr val="lt2"/>
          </a:solidFill>
          <a:ln>
            <a:noFill/>
          </a:ln>
        </p:spPr>
      </p:sp>
      <p:sp>
        <p:nvSpPr>
          <p:cNvPr id="323" name="Google Shape;323;p47"/>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4" name="Google Shape;324;p47"/>
          <p:cNvSpPr txBox="1">
            <a:spLocks noGrp="1"/>
          </p:cNvSpPr>
          <p:nvPr>
            <p:ph type="body" idx="1"/>
          </p:nvPr>
        </p:nvSpPr>
        <p:spPr>
          <a:xfrm>
            <a:off x="407988" y="4581128"/>
            <a:ext cx="360045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Font typeface="Arial"/>
              <a:buNone/>
              <a:defRPr sz="1800" b="1">
                <a:solidFill>
                  <a:schemeClr val="accent2"/>
                </a:solidFill>
              </a:defRPr>
            </a:lvl1pPr>
            <a:lvl2pPr marL="914400" lvl="1" indent="-342900" algn="l">
              <a:lnSpc>
                <a:spcPct val="120000"/>
              </a:lnSpc>
              <a:spcBef>
                <a:spcPts val="600"/>
              </a:spcBef>
              <a:spcAft>
                <a:spcPts val="0"/>
              </a:spcAft>
              <a:buClr>
                <a:schemeClr val="accent2"/>
              </a:buClr>
              <a:buSzPts val="1800"/>
              <a:buChar char="•"/>
              <a:defRPr sz="18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25" name="Google Shape;325;p47"/>
          <p:cNvSpPr txBox="1">
            <a:spLocks noGrp="1"/>
          </p:cNvSpPr>
          <p:nvPr>
            <p:ph type="body" idx="3"/>
          </p:nvPr>
        </p:nvSpPr>
        <p:spPr>
          <a:xfrm>
            <a:off x="4295800" y="1844675"/>
            <a:ext cx="7488213"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26" name="Google Shape;326;p4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7" name="Google Shape;327;p4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8" name="Google Shape;328;p4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roduct Case 2">
  <p:cSld name="Product Case 2">
    <p:spTree>
      <p:nvGrpSpPr>
        <p:cNvPr id="1" name="Shape 329"/>
        <p:cNvGrpSpPr/>
        <p:nvPr/>
      </p:nvGrpSpPr>
      <p:grpSpPr>
        <a:xfrm>
          <a:off x="0" y="0"/>
          <a:ext cx="0" cy="0"/>
          <a:chOff x="0" y="0"/>
          <a:chExt cx="0" cy="0"/>
        </a:xfrm>
      </p:grpSpPr>
      <p:sp>
        <p:nvSpPr>
          <p:cNvPr id="330" name="Google Shape;330;p48"/>
          <p:cNvSpPr>
            <a:spLocks noGrp="1"/>
          </p:cNvSpPr>
          <p:nvPr>
            <p:ph type="pic" idx="2"/>
          </p:nvPr>
        </p:nvSpPr>
        <p:spPr>
          <a:xfrm>
            <a:off x="8184234" y="1844675"/>
            <a:ext cx="3599780" cy="2592437"/>
          </a:xfrm>
          <a:prstGeom prst="rect">
            <a:avLst/>
          </a:prstGeom>
          <a:solidFill>
            <a:schemeClr val="lt2"/>
          </a:solidFill>
          <a:ln>
            <a:noFill/>
          </a:ln>
        </p:spPr>
      </p:sp>
      <p:sp>
        <p:nvSpPr>
          <p:cNvPr id="331" name="Google Shape;331;p48"/>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2" name="Google Shape;332;p48"/>
          <p:cNvSpPr txBox="1">
            <a:spLocks noGrp="1"/>
          </p:cNvSpPr>
          <p:nvPr>
            <p:ph type="body" idx="1"/>
          </p:nvPr>
        </p:nvSpPr>
        <p:spPr>
          <a:xfrm>
            <a:off x="8184234" y="4581128"/>
            <a:ext cx="3599780" cy="144026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Font typeface="Arial"/>
              <a:buNone/>
              <a:defRPr sz="1800" b="1">
                <a:solidFill>
                  <a:schemeClr val="accent2"/>
                </a:solidFill>
              </a:defRPr>
            </a:lvl1pPr>
            <a:lvl2pPr marL="914400" lvl="1" indent="-342900" algn="l">
              <a:lnSpc>
                <a:spcPct val="120000"/>
              </a:lnSpc>
              <a:spcBef>
                <a:spcPts val="600"/>
              </a:spcBef>
              <a:spcAft>
                <a:spcPts val="0"/>
              </a:spcAft>
              <a:buClr>
                <a:schemeClr val="accent2"/>
              </a:buClr>
              <a:buSzPts val="1800"/>
              <a:buChar char="•"/>
              <a:defRPr sz="18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33" name="Google Shape;333;p48"/>
          <p:cNvSpPr txBox="1">
            <a:spLocks noGrp="1"/>
          </p:cNvSpPr>
          <p:nvPr>
            <p:ph type="body" idx="3"/>
          </p:nvPr>
        </p:nvSpPr>
        <p:spPr>
          <a:xfrm>
            <a:off x="407988" y="1844675"/>
            <a:ext cx="7495828"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34" name="Google Shape;334;p4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5" name="Google Shape;335;p4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6" name="Google Shape;336;p4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hree Products">
  <p:cSld name="Three Products">
    <p:spTree>
      <p:nvGrpSpPr>
        <p:cNvPr id="1" name="Shape 337"/>
        <p:cNvGrpSpPr/>
        <p:nvPr/>
      </p:nvGrpSpPr>
      <p:grpSpPr>
        <a:xfrm>
          <a:off x="0" y="0"/>
          <a:ext cx="0" cy="0"/>
          <a:chOff x="0" y="0"/>
          <a:chExt cx="0" cy="0"/>
        </a:xfrm>
      </p:grpSpPr>
      <p:sp>
        <p:nvSpPr>
          <p:cNvPr id="338" name="Google Shape;338;p49"/>
          <p:cNvSpPr>
            <a:spLocks noGrp="1"/>
          </p:cNvSpPr>
          <p:nvPr>
            <p:ph type="pic" idx="2"/>
          </p:nvPr>
        </p:nvSpPr>
        <p:spPr>
          <a:xfrm>
            <a:off x="407989" y="3717033"/>
            <a:ext cx="3599780" cy="2304355"/>
          </a:xfrm>
          <a:prstGeom prst="rect">
            <a:avLst/>
          </a:prstGeom>
          <a:solidFill>
            <a:schemeClr val="lt2"/>
          </a:solidFill>
          <a:ln>
            <a:noFill/>
          </a:ln>
        </p:spPr>
      </p:sp>
      <p:sp>
        <p:nvSpPr>
          <p:cNvPr id="339" name="Google Shape;339;p49"/>
          <p:cNvSpPr>
            <a:spLocks noGrp="1"/>
          </p:cNvSpPr>
          <p:nvPr>
            <p:ph type="pic" idx="3"/>
          </p:nvPr>
        </p:nvSpPr>
        <p:spPr>
          <a:xfrm>
            <a:off x="4295800" y="3717033"/>
            <a:ext cx="3600400" cy="2304355"/>
          </a:xfrm>
          <a:prstGeom prst="rect">
            <a:avLst/>
          </a:prstGeom>
          <a:solidFill>
            <a:schemeClr val="lt2"/>
          </a:solidFill>
          <a:ln>
            <a:noFill/>
          </a:ln>
        </p:spPr>
      </p:sp>
      <p:sp>
        <p:nvSpPr>
          <p:cNvPr id="340" name="Google Shape;340;p49"/>
          <p:cNvSpPr>
            <a:spLocks noGrp="1"/>
          </p:cNvSpPr>
          <p:nvPr>
            <p:ph type="pic" idx="4"/>
          </p:nvPr>
        </p:nvSpPr>
        <p:spPr>
          <a:xfrm>
            <a:off x="8184232" y="3717033"/>
            <a:ext cx="3599781" cy="2304355"/>
          </a:xfrm>
          <a:prstGeom prst="rect">
            <a:avLst/>
          </a:prstGeom>
          <a:solidFill>
            <a:schemeClr val="lt2"/>
          </a:solidFill>
          <a:ln>
            <a:noFill/>
          </a:ln>
        </p:spPr>
      </p:sp>
      <p:sp>
        <p:nvSpPr>
          <p:cNvPr id="341" name="Google Shape;341;p49"/>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2" name="Google Shape;342;p49"/>
          <p:cNvSpPr txBox="1">
            <a:spLocks noGrp="1"/>
          </p:cNvSpPr>
          <p:nvPr>
            <p:ph type="body" idx="1"/>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43" name="Google Shape;343;p49"/>
          <p:cNvSpPr txBox="1">
            <a:spLocks noGrp="1"/>
          </p:cNvSpPr>
          <p:nvPr>
            <p:ph type="body" idx="5"/>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44" name="Google Shape;344;p49"/>
          <p:cNvSpPr txBox="1">
            <a:spLocks noGrp="1"/>
          </p:cNvSpPr>
          <p:nvPr>
            <p:ph type="body" idx="6"/>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45" name="Google Shape;345;p49"/>
          <p:cNvSpPr txBox="1">
            <a:spLocks noGrp="1"/>
          </p:cNvSpPr>
          <p:nvPr>
            <p:ph type="body" idx="7"/>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46" name="Google Shape;346;p49"/>
          <p:cNvSpPr txBox="1">
            <a:spLocks noGrp="1"/>
          </p:cNvSpPr>
          <p:nvPr>
            <p:ph type="body" idx="8"/>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47" name="Google Shape;347;p49"/>
          <p:cNvSpPr txBox="1">
            <a:spLocks noGrp="1"/>
          </p:cNvSpPr>
          <p:nvPr>
            <p:ph type="body" idx="9"/>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48" name="Google Shape;348;p4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9" name="Google Shape;349;p4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4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Products">
  <p:cSld name="Two Products">
    <p:spTree>
      <p:nvGrpSpPr>
        <p:cNvPr id="1" name="Shape 351"/>
        <p:cNvGrpSpPr/>
        <p:nvPr/>
      </p:nvGrpSpPr>
      <p:grpSpPr>
        <a:xfrm>
          <a:off x="0" y="0"/>
          <a:ext cx="0" cy="0"/>
          <a:chOff x="0" y="0"/>
          <a:chExt cx="0" cy="0"/>
        </a:xfrm>
      </p:grpSpPr>
      <p:sp>
        <p:nvSpPr>
          <p:cNvPr id="352" name="Google Shape;352;p50"/>
          <p:cNvSpPr>
            <a:spLocks noGrp="1"/>
          </p:cNvSpPr>
          <p:nvPr>
            <p:ph type="pic" idx="2"/>
          </p:nvPr>
        </p:nvSpPr>
        <p:spPr>
          <a:xfrm>
            <a:off x="407988" y="3717033"/>
            <a:ext cx="5543996" cy="2304355"/>
          </a:xfrm>
          <a:prstGeom prst="rect">
            <a:avLst/>
          </a:prstGeom>
          <a:solidFill>
            <a:schemeClr val="lt2"/>
          </a:solidFill>
          <a:ln>
            <a:noFill/>
          </a:ln>
        </p:spPr>
      </p:sp>
      <p:sp>
        <p:nvSpPr>
          <p:cNvPr id="353" name="Google Shape;353;p50"/>
          <p:cNvSpPr>
            <a:spLocks noGrp="1"/>
          </p:cNvSpPr>
          <p:nvPr>
            <p:ph type="pic" idx="3"/>
          </p:nvPr>
        </p:nvSpPr>
        <p:spPr>
          <a:xfrm>
            <a:off x="6240016" y="3717033"/>
            <a:ext cx="5543997" cy="2304355"/>
          </a:xfrm>
          <a:prstGeom prst="rect">
            <a:avLst/>
          </a:prstGeom>
          <a:solidFill>
            <a:schemeClr val="lt2"/>
          </a:solidFill>
          <a:ln>
            <a:noFill/>
          </a:ln>
        </p:spPr>
      </p:sp>
      <p:sp>
        <p:nvSpPr>
          <p:cNvPr id="354" name="Google Shape;354;p50"/>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5" name="Google Shape;355;p50"/>
          <p:cNvSpPr txBox="1">
            <a:spLocks noGrp="1"/>
          </p:cNvSpPr>
          <p:nvPr>
            <p:ph type="body" idx="1"/>
          </p:nvPr>
        </p:nvSpPr>
        <p:spPr>
          <a:xfrm>
            <a:off x="407988" y="2420888"/>
            <a:ext cx="5543996"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56" name="Google Shape;356;p50"/>
          <p:cNvSpPr txBox="1">
            <a:spLocks noGrp="1"/>
          </p:cNvSpPr>
          <p:nvPr>
            <p:ph type="body" idx="4"/>
          </p:nvPr>
        </p:nvSpPr>
        <p:spPr>
          <a:xfrm>
            <a:off x="6240488" y="2420888"/>
            <a:ext cx="5543525"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57" name="Google Shape;357;p50"/>
          <p:cNvSpPr txBox="1">
            <a:spLocks noGrp="1"/>
          </p:cNvSpPr>
          <p:nvPr>
            <p:ph type="body" idx="5"/>
          </p:nvPr>
        </p:nvSpPr>
        <p:spPr>
          <a:xfrm>
            <a:off x="407975" y="1844675"/>
            <a:ext cx="5542983"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58" name="Google Shape;358;p50"/>
          <p:cNvSpPr txBox="1">
            <a:spLocks noGrp="1"/>
          </p:cNvSpPr>
          <p:nvPr>
            <p:ph type="body" idx="6"/>
          </p:nvPr>
        </p:nvSpPr>
        <p:spPr>
          <a:xfrm>
            <a:off x="6240488" y="1844675"/>
            <a:ext cx="5543528"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59" name="Google Shape;359;p5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0" name="Google Shape;360;p5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1" name="Google Shape;361;p5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Highlight Products">
  <p:cSld name="Highlight Products">
    <p:spTree>
      <p:nvGrpSpPr>
        <p:cNvPr id="1" name="Shape 362"/>
        <p:cNvGrpSpPr/>
        <p:nvPr/>
      </p:nvGrpSpPr>
      <p:grpSpPr>
        <a:xfrm>
          <a:off x="0" y="0"/>
          <a:ext cx="0" cy="0"/>
          <a:chOff x="0" y="0"/>
          <a:chExt cx="0" cy="0"/>
        </a:xfrm>
      </p:grpSpPr>
      <p:sp>
        <p:nvSpPr>
          <p:cNvPr id="363" name="Google Shape;363;p51"/>
          <p:cNvSpPr txBox="1">
            <a:spLocks noGrp="1"/>
          </p:cNvSpPr>
          <p:nvPr>
            <p:ph type="body" idx="1"/>
          </p:nvPr>
        </p:nvSpPr>
        <p:spPr>
          <a:xfrm>
            <a:off x="-15205" y="3717032"/>
            <a:ext cx="4166518"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364" name="Google Shape;364;p51"/>
          <p:cNvSpPr>
            <a:spLocks noGrp="1"/>
          </p:cNvSpPr>
          <p:nvPr>
            <p:ph type="pic" idx="2"/>
          </p:nvPr>
        </p:nvSpPr>
        <p:spPr>
          <a:xfrm>
            <a:off x="4151313" y="3717033"/>
            <a:ext cx="3889376" cy="2304355"/>
          </a:xfrm>
          <a:prstGeom prst="rect">
            <a:avLst/>
          </a:prstGeom>
          <a:solidFill>
            <a:schemeClr val="lt2"/>
          </a:solidFill>
          <a:ln>
            <a:noFill/>
          </a:ln>
        </p:spPr>
      </p:sp>
      <p:sp>
        <p:nvSpPr>
          <p:cNvPr id="365" name="Google Shape;365;p51"/>
          <p:cNvSpPr>
            <a:spLocks noGrp="1"/>
          </p:cNvSpPr>
          <p:nvPr>
            <p:ph type="pic" idx="3"/>
          </p:nvPr>
        </p:nvSpPr>
        <p:spPr>
          <a:xfrm>
            <a:off x="8040688" y="3717033"/>
            <a:ext cx="4151311" cy="2304356"/>
          </a:xfrm>
          <a:prstGeom prst="rect">
            <a:avLst/>
          </a:prstGeom>
          <a:solidFill>
            <a:schemeClr val="lt2"/>
          </a:solidFill>
          <a:ln>
            <a:noFill/>
          </a:ln>
        </p:spPr>
      </p:sp>
      <p:sp>
        <p:nvSpPr>
          <p:cNvPr id="366" name="Google Shape;366;p51"/>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7" name="Google Shape;367;p5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5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9" name="Google Shape;369;p5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370" name="Google Shape;370;p51"/>
          <p:cNvSpPr txBox="1">
            <a:spLocks noGrp="1"/>
          </p:cNvSpPr>
          <p:nvPr>
            <p:ph type="body" idx="4"/>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71" name="Google Shape;371;p51"/>
          <p:cNvSpPr txBox="1">
            <a:spLocks noGrp="1"/>
          </p:cNvSpPr>
          <p:nvPr>
            <p:ph type="body" idx="5"/>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72" name="Google Shape;372;p51"/>
          <p:cNvSpPr txBox="1">
            <a:spLocks noGrp="1"/>
          </p:cNvSpPr>
          <p:nvPr>
            <p:ph type="body" idx="6"/>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73" name="Google Shape;373;p51"/>
          <p:cNvSpPr txBox="1">
            <a:spLocks noGrp="1"/>
          </p:cNvSpPr>
          <p:nvPr>
            <p:ph type="body" idx="7"/>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74" name="Google Shape;374;p51"/>
          <p:cNvSpPr txBox="1">
            <a:spLocks noGrp="1"/>
          </p:cNvSpPr>
          <p:nvPr>
            <p:ph type="body" idx="8"/>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75" name="Google Shape;375;p51"/>
          <p:cNvSpPr txBox="1">
            <a:spLocks noGrp="1"/>
          </p:cNvSpPr>
          <p:nvPr>
            <p:ph type="body" idx="9"/>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Highlight Products 2">
  <p:cSld name="Highlight Products 2">
    <p:spTree>
      <p:nvGrpSpPr>
        <p:cNvPr id="1" name="Shape 376"/>
        <p:cNvGrpSpPr/>
        <p:nvPr/>
      </p:nvGrpSpPr>
      <p:grpSpPr>
        <a:xfrm>
          <a:off x="0" y="0"/>
          <a:ext cx="0" cy="0"/>
          <a:chOff x="0" y="0"/>
          <a:chExt cx="0" cy="0"/>
        </a:xfrm>
      </p:grpSpPr>
      <p:sp>
        <p:nvSpPr>
          <p:cNvPr id="377" name="Google Shape;377;p52"/>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8" name="Google Shape;378;p52"/>
          <p:cNvSpPr>
            <a:spLocks noGrp="1"/>
          </p:cNvSpPr>
          <p:nvPr>
            <p:ph type="pic" idx="2"/>
          </p:nvPr>
        </p:nvSpPr>
        <p:spPr>
          <a:xfrm>
            <a:off x="0" y="3717033"/>
            <a:ext cx="4151313" cy="2304355"/>
          </a:xfrm>
          <a:prstGeom prst="rect">
            <a:avLst/>
          </a:prstGeom>
          <a:solidFill>
            <a:schemeClr val="lt2"/>
          </a:solidFill>
          <a:ln>
            <a:noFill/>
          </a:ln>
        </p:spPr>
      </p:sp>
      <p:sp>
        <p:nvSpPr>
          <p:cNvPr id="379" name="Google Shape;379;p52"/>
          <p:cNvSpPr>
            <a:spLocks noGrp="1"/>
          </p:cNvSpPr>
          <p:nvPr>
            <p:ph type="pic" idx="3"/>
          </p:nvPr>
        </p:nvSpPr>
        <p:spPr>
          <a:xfrm>
            <a:off x="8040688" y="3717033"/>
            <a:ext cx="4151311" cy="2304355"/>
          </a:xfrm>
          <a:prstGeom prst="rect">
            <a:avLst/>
          </a:prstGeom>
          <a:solidFill>
            <a:schemeClr val="lt2"/>
          </a:solidFill>
          <a:ln>
            <a:noFill/>
          </a:ln>
        </p:spPr>
      </p:sp>
      <p:sp>
        <p:nvSpPr>
          <p:cNvPr id="380" name="Google Shape;380;p5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1" name="Google Shape;381;p5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2" name="Google Shape;382;p5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383" name="Google Shape;383;p52"/>
          <p:cNvSpPr txBox="1">
            <a:spLocks noGrp="1"/>
          </p:cNvSpPr>
          <p:nvPr>
            <p:ph type="body" idx="1"/>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84" name="Google Shape;384;p52"/>
          <p:cNvSpPr txBox="1">
            <a:spLocks noGrp="1"/>
          </p:cNvSpPr>
          <p:nvPr>
            <p:ph type="body" idx="4"/>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85" name="Google Shape;385;p52"/>
          <p:cNvSpPr txBox="1">
            <a:spLocks noGrp="1"/>
          </p:cNvSpPr>
          <p:nvPr>
            <p:ph type="body" idx="5"/>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86" name="Google Shape;386;p52"/>
          <p:cNvSpPr txBox="1">
            <a:spLocks noGrp="1"/>
          </p:cNvSpPr>
          <p:nvPr>
            <p:ph type="body" idx="6"/>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87" name="Google Shape;387;p52"/>
          <p:cNvSpPr txBox="1">
            <a:spLocks noGrp="1"/>
          </p:cNvSpPr>
          <p:nvPr>
            <p:ph type="body" idx="7"/>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88" name="Google Shape;388;p52"/>
          <p:cNvSpPr txBox="1">
            <a:spLocks noGrp="1"/>
          </p:cNvSpPr>
          <p:nvPr>
            <p:ph type="body" idx="8"/>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389" name="Google Shape;389;p52"/>
          <p:cNvSpPr txBox="1">
            <a:spLocks noGrp="1"/>
          </p:cNvSpPr>
          <p:nvPr>
            <p:ph type="body" idx="9"/>
          </p:nvPr>
        </p:nvSpPr>
        <p:spPr>
          <a:xfrm>
            <a:off x="4151313" y="3717032"/>
            <a:ext cx="3889375"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Highlight Products 3">
  <p:cSld name="Highlight Products 3">
    <p:spTree>
      <p:nvGrpSpPr>
        <p:cNvPr id="1" name="Shape 390"/>
        <p:cNvGrpSpPr/>
        <p:nvPr/>
      </p:nvGrpSpPr>
      <p:grpSpPr>
        <a:xfrm>
          <a:off x="0" y="0"/>
          <a:ext cx="0" cy="0"/>
          <a:chOff x="0" y="0"/>
          <a:chExt cx="0" cy="0"/>
        </a:xfrm>
      </p:grpSpPr>
      <p:sp>
        <p:nvSpPr>
          <p:cNvPr id="391" name="Google Shape;391;p53"/>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2" name="Google Shape;392;p53"/>
          <p:cNvSpPr>
            <a:spLocks noGrp="1"/>
          </p:cNvSpPr>
          <p:nvPr>
            <p:ph type="pic" idx="2"/>
          </p:nvPr>
        </p:nvSpPr>
        <p:spPr>
          <a:xfrm>
            <a:off x="0" y="3717033"/>
            <a:ext cx="4151313" cy="2304355"/>
          </a:xfrm>
          <a:prstGeom prst="rect">
            <a:avLst/>
          </a:prstGeom>
          <a:solidFill>
            <a:schemeClr val="lt2"/>
          </a:solidFill>
          <a:ln>
            <a:noFill/>
          </a:ln>
        </p:spPr>
      </p:sp>
      <p:sp>
        <p:nvSpPr>
          <p:cNvPr id="393" name="Google Shape;393;p53"/>
          <p:cNvSpPr>
            <a:spLocks noGrp="1"/>
          </p:cNvSpPr>
          <p:nvPr>
            <p:ph type="pic" idx="3"/>
          </p:nvPr>
        </p:nvSpPr>
        <p:spPr>
          <a:xfrm>
            <a:off x="4151313" y="3717033"/>
            <a:ext cx="3889375" cy="2304355"/>
          </a:xfrm>
          <a:prstGeom prst="rect">
            <a:avLst/>
          </a:prstGeom>
          <a:solidFill>
            <a:schemeClr val="lt2"/>
          </a:solidFill>
          <a:ln>
            <a:noFill/>
          </a:ln>
        </p:spPr>
      </p:sp>
      <p:sp>
        <p:nvSpPr>
          <p:cNvPr id="394" name="Google Shape;394;p5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p5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6" name="Google Shape;396;p5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397" name="Google Shape;397;p53"/>
          <p:cNvSpPr txBox="1">
            <a:spLocks noGrp="1"/>
          </p:cNvSpPr>
          <p:nvPr>
            <p:ph type="body" idx="1"/>
          </p:nvPr>
        </p:nvSpPr>
        <p:spPr>
          <a:xfrm>
            <a:off x="407988"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98" name="Google Shape;398;p53"/>
          <p:cNvSpPr txBox="1">
            <a:spLocks noGrp="1"/>
          </p:cNvSpPr>
          <p:nvPr>
            <p:ph type="body" idx="4"/>
          </p:nvPr>
        </p:nvSpPr>
        <p:spPr>
          <a:xfrm>
            <a:off x="4295801" y="2420888"/>
            <a:ext cx="3600398"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399" name="Google Shape;399;p53"/>
          <p:cNvSpPr txBox="1">
            <a:spLocks noGrp="1"/>
          </p:cNvSpPr>
          <p:nvPr>
            <p:ph type="body" idx="5"/>
          </p:nvPr>
        </p:nvSpPr>
        <p:spPr>
          <a:xfrm>
            <a:off x="8183564" y="2420888"/>
            <a:ext cx="3600450" cy="1152128"/>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00" name="Google Shape;400;p53"/>
          <p:cNvSpPr txBox="1">
            <a:spLocks noGrp="1"/>
          </p:cNvSpPr>
          <p:nvPr>
            <p:ph type="body" idx="6"/>
          </p:nvPr>
        </p:nvSpPr>
        <p:spPr>
          <a:xfrm>
            <a:off x="407976" y="1844675"/>
            <a:ext cx="3599792"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01" name="Google Shape;401;p53"/>
          <p:cNvSpPr txBox="1">
            <a:spLocks noGrp="1"/>
          </p:cNvSpPr>
          <p:nvPr>
            <p:ph type="body" idx="7"/>
          </p:nvPr>
        </p:nvSpPr>
        <p:spPr>
          <a:xfrm>
            <a:off x="4295800" y="1844675"/>
            <a:ext cx="3600400"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02" name="Google Shape;402;p53"/>
          <p:cNvSpPr txBox="1">
            <a:spLocks noGrp="1"/>
          </p:cNvSpPr>
          <p:nvPr>
            <p:ph type="body" idx="8"/>
          </p:nvPr>
        </p:nvSpPr>
        <p:spPr>
          <a:xfrm>
            <a:off x="8184232" y="1844675"/>
            <a:ext cx="3599794" cy="57621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accent2"/>
              </a:buClr>
              <a:buSzPts val="1800"/>
              <a:buFont typeface="Arial"/>
              <a:buNone/>
              <a:defRPr sz="1800" b="1">
                <a:solidFill>
                  <a:schemeClr val="accent2"/>
                </a:solidFill>
              </a:defRPr>
            </a:lvl1pPr>
            <a:lvl2pPr marL="914400" lvl="1" indent="-228600" algn="l">
              <a:lnSpc>
                <a:spcPct val="120000"/>
              </a:lnSpc>
              <a:spcBef>
                <a:spcPts val="600"/>
              </a:spcBef>
              <a:spcAft>
                <a:spcPts val="0"/>
              </a:spcAft>
              <a:buClr>
                <a:schemeClr val="accent2"/>
              </a:buClr>
              <a:buSzPts val="2000"/>
              <a:buNone/>
              <a:defRPr sz="2000" b="1"/>
            </a:lvl2pPr>
            <a:lvl3pPr marL="1371600" lvl="2" indent="-228600" algn="l">
              <a:lnSpc>
                <a:spcPct val="120000"/>
              </a:lnSpc>
              <a:spcBef>
                <a:spcPts val="600"/>
              </a:spcBef>
              <a:spcAft>
                <a:spcPts val="0"/>
              </a:spcAft>
              <a:buClr>
                <a:schemeClr val="accent2"/>
              </a:buClr>
              <a:buSzPts val="1800"/>
              <a:buNone/>
              <a:defRPr sz="1800" b="1"/>
            </a:lvl3pPr>
            <a:lvl4pPr marL="1828800" lvl="3" indent="-228600" algn="l">
              <a:lnSpc>
                <a:spcPct val="120000"/>
              </a:lnSpc>
              <a:spcBef>
                <a:spcPts val="600"/>
              </a:spcBef>
              <a:spcAft>
                <a:spcPts val="0"/>
              </a:spcAft>
              <a:buClr>
                <a:schemeClr val="accent2"/>
              </a:buClr>
              <a:buSzPts val="1600"/>
              <a:buNone/>
              <a:defRPr sz="1600" b="1"/>
            </a:lvl4pPr>
            <a:lvl5pPr marL="2286000" lvl="4" indent="-228600" algn="l">
              <a:lnSpc>
                <a:spcPct val="120000"/>
              </a:lnSpc>
              <a:spcBef>
                <a:spcPts val="600"/>
              </a:spcBef>
              <a:spcAft>
                <a:spcPts val="0"/>
              </a:spcAft>
              <a:buClr>
                <a:schemeClr val="accent2"/>
              </a:buClr>
              <a:buSzPts val="1600"/>
              <a:buNone/>
              <a:defRPr sz="1600" b="1"/>
            </a:lvl5pPr>
            <a:lvl6pPr marL="2743200" lvl="5" indent="-228600" algn="l">
              <a:lnSpc>
                <a:spcPct val="120000"/>
              </a:lnSpc>
              <a:spcBef>
                <a:spcPts val="600"/>
              </a:spcBef>
              <a:spcAft>
                <a:spcPts val="0"/>
              </a:spcAft>
              <a:buClr>
                <a:schemeClr val="accent2"/>
              </a:buClr>
              <a:buSzPts val="1600"/>
              <a:buNone/>
              <a:defRPr sz="1600" b="1"/>
            </a:lvl6pPr>
            <a:lvl7pPr marL="3200400" lvl="6" indent="-228600" algn="l">
              <a:lnSpc>
                <a:spcPct val="120000"/>
              </a:lnSpc>
              <a:spcBef>
                <a:spcPts val="600"/>
              </a:spcBef>
              <a:spcAft>
                <a:spcPts val="0"/>
              </a:spcAft>
              <a:buClr>
                <a:schemeClr val="accent2"/>
              </a:buClr>
              <a:buSzPts val="1600"/>
              <a:buNone/>
              <a:defRPr sz="1600" b="1"/>
            </a:lvl7pPr>
            <a:lvl8pPr marL="3657600" lvl="7" indent="-228600" algn="l">
              <a:lnSpc>
                <a:spcPct val="120000"/>
              </a:lnSpc>
              <a:spcBef>
                <a:spcPts val="600"/>
              </a:spcBef>
              <a:spcAft>
                <a:spcPts val="0"/>
              </a:spcAft>
              <a:buClr>
                <a:schemeClr val="accent2"/>
              </a:buClr>
              <a:buSzPts val="1600"/>
              <a:buNone/>
              <a:defRPr sz="1600" b="1"/>
            </a:lvl8pPr>
            <a:lvl9pPr marL="4114800" lvl="8" indent="-228600" algn="l">
              <a:lnSpc>
                <a:spcPct val="120000"/>
              </a:lnSpc>
              <a:spcBef>
                <a:spcPts val="600"/>
              </a:spcBef>
              <a:spcAft>
                <a:spcPts val="0"/>
              </a:spcAft>
              <a:buClr>
                <a:schemeClr val="accent2"/>
              </a:buClr>
              <a:buSzPts val="1600"/>
              <a:buNone/>
              <a:defRPr sz="1600" b="1"/>
            </a:lvl9pPr>
          </a:lstStyle>
          <a:p>
            <a:endParaRPr/>
          </a:p>
        </p:txBody>
      </p:sp>
      <p:sp>
        <p:nvSpPr>
          <p:cNvPr id="403" name="Google Shape;403;p53"/>
          <p:cNvSpPr txBox="1">
            <a:spLocks noGrp="1"/>
          </p:cNvSpPr>
          <p:nvPr>
            <p:ph type="body" idx="9"/>
          </p:nvPr>
        </p:nvSpPr>
        <p:spPr>
          <a:xfrm>
            <a:off x="8040688" y="3717032"/>
            <a:ext cx="4151312"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Highlights">
  <p:cSld name="Highlights">
    <p:spTree>
      <p:nvGrpSpPr>
        <p:cNvPr id="1" name="Shape 404"/>
        <p:cNvGrpSpPr/>
        <p:nvPr/>
      </p:nvGrpSpPr>
      <p:grpSpPr>
        <a:xfrm>
          <a:off x="0" y="0"/>
          <a:ext cx="0" cy="0"/>
          <a:chOff x="0" y="0"/>
          <a:chExt cx="0" cy="0"/>
        </a:xfrm>
      </p:grpSpPr>
      <p:sp>
        <p:nvSpPr>
          <p:cNvPr id="405" name="Google Shape;405;p54"/>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6" name="Google Shape;406;p5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7" name="Google Shape;407;p5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8" name="Google Shape;408;p5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409" name="Google Shape;409;p54"/>
          <p:cNvSpPr txBox="1">
            <a:spLocks noGrp="1"/>
          </p:cNvSpPr>
          <p:nvPr>
            <p:ph type="body" idx="1"/>
          </p:nvPr>
        </p:nvSpPr>
        <p:spPr>
          <a:xfrm>
            <a:off x="4151313" y="3717032"/>
            <a:ext cx="3889376" cy="2304356"/>
          </a:xfrm>
          <a:prstGeom prst="rect">
            <a:avLst/>
          </a:prstGeom>
          <a:solidFill>
            <a:schemeClr val="accent4"/>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accent2"/>
              </a:buClr>
              <a:buSzPts val="1600"/>
              <a:buFont typeface="Arial"/>
              <a:buNone/>
              <a:defRPr sz="1600" b="1">
                <a:solidFill>
                  <a:schemeClr val="accent2"/>
                </a:solidFill>
              </a:defRPr>
            </a:lvl1pPr>
            <a:lvl2pPr marL="914400" lvl="1" indent="-330200" algn="l">
              <a:lnSpc>
                <a:spcPct val="120000"/>
              </a:lnSpc>
              <a:spcBef>
                <a:spcPts val="600"/>
              </a:spcBef>
              <a:spcAft>
                <a:spcPts val="0"/>
              </a:spcAft>
              <a:buClr>
                <a:schemeClr val="accent2"/>
              </a:buClr>
              <a:buSzPts val="1600"/>
              <a:buChar char="•"/>
              <a:defRPr sz="16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410" name="Google Shape;410;p54"/>
          <p:cNvSpPr txBox="1">
            <a:spLocks noGrp="1"/>
          </p:cNvSpPr>
          <p:nvPr>
            <p:ph type="body" idx="2"/>
          </p:nvPr>
        </p:nvSpPr>
        <p:spPr>
          <a:xfrm>
            <a:off x="407988" y="1844675"/>
            <a:ext cx="11376025" cy="1584325"/>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11" name="Google Shape;411;p54"/>
          <p:cNvSpPr txBox="1">
            <a:spLocks noGrp="1"/>
          </p:cNvSpPr>
          <p:nvPr>
            <p:ph type="body" idx="3"/>
          </p:nvPr>
        </p:nvSpPr>
        <p:spPr>
          <a:xfrm>
            <a:off x="-15205" y="3717032"/>
            <a:ext cx="4166518"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412" name="Google Shape;412;p54"/>
          <p:cNvSpPr txBox="1">
            <a:spLocks noGrp="1"/>
          </p:cNvSpPr>
          <p:nvPr>
            <p:ph type="body" idx="4"/>
          </p:nvPr>
        </p:nvSpPr>
        <p:spPr>
          <a:xfrm>
            <a:off x="8040688" y="3717032"/>
            <a:ext cx="4151312" cy="2304356"/>
          </a:xfrm>
          <a:prstGeom prst="rect">
            <a:avLst/>
          </a:prstGeom>
          <a:solidFill>
            <a:srgbClr val="115EFA"/>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Highlights 2">
  <p:cSld name="Highlights 2">
    <p:spTree>
      <p:nvGrpSpPr>
        <p:cNvPr id="1" name="Shape 413"/>
        <p:cNvGrpSpPr/>
        <p:nvPr/>
      </p:nvGrpSpPr>
      <p:grpSpPr>
        <a:xfrm>
          <a:off x="0" y="0"/>
          <a:ext cx="0" cy="0"/>
          <a:chOff x="0" y="0"/>
          <a:chExt cx="0" cy="0"/>
        </a:xfrm>
      </p:grpSpPr>
      <p:sp>
        <p:nvSpPr>
          <p:cNvPr id="414" name="Google Shape;414;p55"/>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5" name="Google Shape;415;p5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6" name="Google Shape;416;p5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7" name="Google Shape;417;p5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418" name="Google Shape;418;p55"/>
          <p:cNvSpPr txBox="1">
            <a:spLocks noGrp="1"/>
          </p:cNvSpPr>
          <p:nvPr>
            <p:ph type="body" idx="1"/>
          </p:nvPr>
        </p:nvSpPr>
        <p:spPr>
          <a:xfrm>
            <a:off x="407988" y="1844675"/>
            <a:ext cx="11376025" cy="1584325"/>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accent2"/>
              </a:buClr>
              <a:buSzPts val="1800"/>
              <a:buNone/>
              <a:defRPr/>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
        <p:nvSpPr>
          <p:cNvPr id="419" name="Google Shape;419;p55"/>
          <p:cNvSpPr>
            <a:spLocks noGrp="1"/>
          </p:cNvSpPr>
          <p:nvPr>
            <p:ph type="pic" idx="2"/>
          </p:nvPr>
        </p:nvSpPr>
        <p:spPr>
          <a:xfrm>
            <a:off x="8040688" y="3717033"/>
            <a:ext cx="4151311" cy="2304355"/>
          </a:xfrm>
          <a:prstGeom prst="rect">
            <a:avLst/>
          </a:prstGeom>
          <a:solidFill>
            <a:schemeClr val="lt2"/>
          </a:solidFill>
          <a:ln>
            <a:noFill/>
          </a:ln>
        </p:spPr>
      </p:sp>
      <p:sp>
        <p:nvSpPr>
          <p:cNvPr id="420" name="Google Shape;420;p55"/>
          <p:cNvSpPr txBox="1">
            <a:spLocks noGrp="1"/>
          </p:cNvSpPr>
          <p:nvPr>
            <p:ph type="body" idx="3"/>
          </p:nvPr>
        </p:nvSpPr>
        <p:spPr>
          <a:xfrm>
            <a:off x="4151313" y="3717032"/>
            <a:ext cx="3889376" cy="2304356"/>
          </a:xfrm>
          <a:prstGeom prst="rect">
            <a:avLst/>
          </a:prstGeom>
          <a:solidFill>
            <a:schemeClr val="accent4"/>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accent2"/>
              </a:buClr>
              <a:buSzPts val="1600"/>
              <a:buFont typeface="Arial"/>
              <a:buNone/>
              <a:defRPr sz="1600" b="1">
                <a:solidFill>
                  <a:schemeClr val="accent2"/>
                </a:solidFill>
              </a:defRPr>
            </a:lvl1pPr>
            <a:lvl2pPr marL="914400" lvl="1" indent="-330200" algn="l">
              <a:lnSpc>
                <a:spcPct val="120000"/>
              </a:lnSpc>
              <a:spcBef>
                <a:spcPts val="600"/>
              </a:spcBef>
              <a:spcAft>
                <a:spcPts val="0"/>
              </a:spcAft>
              <a:buClr>
                <a:schemeClr val="accent2"/>
              </a:buClr>
              <a:buSzPts val="1600"/>
              <a:buChar char="•"/>
              <a:defRPr sz="1600">
                <a:solidFill>
                  <a:schemeClr val="accent2"/>
                </a:solidFill>
              </a:defRPr>
            </a:lvl2pPr>
            <a:lvl3pPr marL="1371600" lvl="2" indent="-330200" algn="l">
              <a:lnSpc>
                <a:spcPct val="120000"/>
              </a:lnSpc>
              <a:spcBef>
                <a:spcPts val="600"/>
              </a:spcBef>
              <a:spcAft>
                <a:spcPts val="0"/>
              </a:spcAft>
              <a:buClr>
                <a:schemeClr val="accent2"/>
              </a:buClr>
              <a:buSzPts val="1600"/>
              <a:buChar char="•"/>
              <a:defRPr>
                <a:solidFill>
                  <a:schemeClr val="accent2"/>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
        <p:nvSpPr>
          <p:cNvPr id="421" name="Google Shape;421;p55"/>
          <p:cNvSpPr txBox="1">
            <a:spLocks noGrp="1"/>
          </p:cNvSpPr>
          <p:nvPr>
            <p:ph type="body" idx="4"/>
          </p:nvPr>
        </p:nvSpPr>
        <p:spPr>
          <a:xfrm>
            <a:off x="-15205" y="3717032"/>
            <a:ext cx="4166518" cy="2304356"/>
          </a:xfrm>
          <a:prstGeom prst="rect">
            <a:avLst/>
          </a:prstGeom>
          <a:solidFill>
            <a:schemeClr val="accent2"/>
          </a:solidFill>
          <a:ln>
            <a:noFill/>
          </a:ln>
        </p:spPr>
        <p:txBody>
          <a:bodyPr spcFirstLastPara="1" wrap="square" lIns="432000" tIns="288000" rIns="432000" bIns="288000" anchor="t" anchorCtr="0">
            <a:noAutofit/>
          </a:bodyPr>
          <a:lstStyle>
            <a:lvl1pPr marL="457200" lvl="0" indent="-228600" algn="l">
              <a:lnSpc>
                <a:spcPct val="120000"/>
              </a:lnSpc>
              <a:spcBef>
                <a:spcPts val="600"/>
              </a:spcBef>
              <a:spcAft>
                <a:spcPts val="0"/>
              </a:spcAft>
              <a:buClr>
                <a:schemeClr val="lt1"/>
              </a:buClr>
              <a:buSzPts val="1600"/>
              <a:buFont typeface="Arial"/>
              <a:buNone/>
              <a:defRPr sz="1600" b="1">
                <a:solidFill>
                  <a:schemeClr val="lt1"/>
                </a:solidFill>
              </a:defRPr>
            </a:lvl1pPr>
            <a:lvl2pPr marL="914400" lvl="1" indent="-330200" algn="l">
              <a:lnSpc>
                <a:spcPct val="120000"/>
              </a:lnSpc>
              <a:spcBef>
                <a:spcPts val="600"/>
              </a:spcBef>
              <a:spcAft>
                <a:spcPts val="0"/>
              </a:spcAft>
              <a:buClr>
                <a:schemeClr val="lt1"/>
              </a:buClr>
              <a:buSzPts val="1600"/>
              <a:buChar char="•"/>
              <a:defRPr sz="1600">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228600" algn="l">
              <a:lnSpc>
                <a:spcPct val="120000"/>
              </a:lnSpc>
              <a:spcBef>
                <a:spcPts val="600"/>
              </a:spcBef>
              <a:spcAft>
                <a:spcPts val="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Content Picture Background">
  <p:cSld name="Content Picture Background">
    <p:bg>
      <p:bgPr>
        <a:solidFill>
          <a:schemeClr val="lt2"/>
        </a:solidFill>
        <a:effectLst/>
      </p:bgPr>
    </p:bg>
    <p:spTree>
      <p:nvGrpSpPr>
        <p:cNvPr id="1" name="Shape 422"/>
        <p:cNvGrpSpPr/>
        <p:nvPr/>
      </p:nvGrpSpPr>
      <p:grpSpPr>
        <a:xfrm>
          <a:off x="0" y="0"/>
          <a:ext cx="0" cy="0"/>
          <a:chOff x="0" y="0"/>
          <a:chExt cx="0" cy="0"/>
        </a:xfrm>
      </p:grpSpPr>
      <p:sp>
        <p:nvSpPr>
          <p:cNvPr id="423" name="Google Shape;423;p56"/>
          <p:cNvSpPr>
            <a:spLocks noGrp="1"/>
          </p:cNvSpPr>
          <p:nvPr>
            <p:ph type="pic" idx="2"/>
          </p:nvPr>
        </p:nvSpPr>
        <p:spPr>
          <a:xfrm>
            <a:off x="0" y="1"/>
            <a:ext cx="12192000" cy="6858000"/>
          </a:xfrm>
          <a:prstGeom prst="rect">
            <a:avLst/>
          </a:prstGeom>
          <a:solidFill>
            <a:srgbClr val="C9D4DC"/>
          </a:solidFill>
          <a:ln>
            <a:noFill/>
          </a:ln>
        </p:spPr>
      </p:sp>
      <p:sp>
        <p:nvSpPr>
          <p:cNvPr id="424" name="Google Shape;424;p56"/>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2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5" name="Google Shape;425;p5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6" name="Google Shape;426;p5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7" name="Google Shape;427;p5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solidFill>
                  <a:schemeClr val="accent2"/>
                </a:solidFill>
                <a:latin typeface="Arial"/>
                <a:ea typeface="Arial"/>
                <a:cs typeface="Arial"/>
                <a:sym typeface="Arial"/>
              </a:defRPr>
            </a:lvl1pPr>
            <a:lvl2pPr marL="0" lvl="1" indent="0" algn="ctr">
              <a:spcBef>
                <a:spcPts val="0"/>
              </a:spcBef>
              <a:buNone/>
              <a:defRPr sz="600" b="0" cap="none">
                <a:solidFill>
                  <a:schemeClr val="accent2"/>
                </a:solidFill>
                <a:latin typeface="Arial"/>
                <a:ea typeface="Arial"/>
                <a:cs typeface="Arial"/>
                <a:sym typeface="Arial"/>
              </a:defRPr>
            </a:lvl2pPr>
            <a:lvl3pPr marL="0" lvl="2" indent="0" algn="ctr">
              <a:spcBef>
                <a:spcPts val="0"/>
              </a:spcBef>
              <a:buNone/>
              <a:defRPr sz="600" b="0" cap="none">
                <a:solidFill>
                  <a:schemeClr val="accent2"/>
                </a:solidFill>
                <a:latin typeface="Arial"/>
                <a:ea typeface="Arial"/>
                <a:cs typeface="Arial"/>
                <a:sym typeface="Arial"/>
              </a:defRPr>
            </a:lvl3pPr>
            <a:lvl4pPr marL="0" lvl="3" indent="0" algn="ctr">
              <a:spcBef>
                <a:spcPts val="0"/>
              </a:spcBef>
              <a:buNone/>
              <a:defRPr sz="600" b="0" cap="none">
                <a:solidFill>
                  <a:schemeClr val="accent2"/>
                </a:solidFill>
                <a:latin typeface="Arial"/>
                <a:ea typeface="Arial"/>
                <a:cs typeface="Arial"/>
                <a:sym typeface="Arial"/>
              </a:defRPr>
            </a:lvl4pPr>
            <a:lvl5pPr marL="0" lvl="4" indent="0" algn="ctr">
              <a:spcBef>
                <a:spcPts val="0"/>
              </a:spcBef>
              <a:buNone/>
              <a:defRPr sz="600" b="0" cap="none">
                <a:solidFill>
                  <a:schemeClr val="accent2"/>
                </a:solidFill>
                <a:latin typeface="Arial"/>
                <a:ea typeface="Arial"/>
                <a:cs typeface="Arial"/>
                <a:sym typeface="Arial"/>
              </a:defRPr>
            </a:lvl5pPr>
            <a:lvl6pPr marL="0" lvl="5" indent="0" algn="ctr">
              <a:spcBef>
                <a:spcPts val="0"/>
              </a:spcBef>
              <a:buNone/>
              <a:defRPr sz="600" b="0" cap="none">
                <a:solidFill>
                  <a:schemeClr val="accent2"/>
                </a:solidFill>
                <a:latin typeface="Arial"/>
                <a:ea typeface="Arial"/>
                <a:cs typeface="Arial"/>
                <a:sym typeface="Arial"/>
              </a:defRPr>
            </a:lvl6pPr>
            <a:lvl7pPr marL="0" lvl="6" indent="0" algn="ctr">
              <a:spcBef>
                <a:spcPts val="0"/>
              </a:spcBef>
              <a:buNone/>
              <a:defRPr sz="600" b="0" cap="none">
                <a:solidFill>
                  <a:schemeClr val="accent2"/>
                </a:solidFill>
                <a:latin typeface="Arial"/>
                <a:ea typeface="Arial"/>
                <a:cs typeface="Arial"/>
                <a:sym typeface="Arial"/>
              </a:defRPr>
            </a:lvl7pPr>
            <a:lvl8pPr marL="0" lvl="7" indent="0" algn="ctr">
              <a:spcBef>
                <a:spcPts val="0"/>
              </a:spcBef>
              <a:buNone/>
              <a:defRPr sz="600" b="0" cap="none">
                <a:solidFill>
                  <a:schemeClr val="accent2"/>
                </a:solidFill>
                <a:latin typeface="Arial"/>
                <a:ea typeface="Arial"/>
                <a:cs typeface="Arial"/>
                <a:sym typeface="Arial"/>
              </a:defRPr>
            </a:lvl8pPr>
            <a:lvl9pPr marL="0" lvl="8" indent="0" algn="ctr">
              <a:spcBef>
                <a:spcPts val="0"/>
              </a:spcBef>
              <a:buNone/>
              <a:defRPr sz="600" b="0"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428" name="Google Shape;428;p56"/>
          <p:cNvSpPr txBox="1">
            <a:spLocks noGrp="1"/>
          </p:cNvSpPr>
          <p:nvPr>
            <p:ph type="body" idx="1"/>
          </p:nvPr>
        </p:nvSpPr>
        <p:spPr>
          <a:xfrm>
            <a:off x="407988" y="1844675"/>
            <a:ext cx="11376025" cy="417671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Clr>
                <a:schemeClr val="lt1"/>
              </a:buClr>
              <a:buSzPts val="1800"/>
              <a:buFont typeface="Arial"/>
              <a:buNone/>
              <a:defRPr>
                <a:solidFill>
                  <a:schemeClr val="lt1"/>
                </a:solidFill>
              </a:defRPr>
            </a:lvl1pPr>
            <a:lvl2pPr marL="914400" lvl="1" indent="-342900" algn="l">
              <a:lnSpc>
                <a:spcPct val="120000"/>
              </a:lnSpc>
              <a:spcBef>
                <a:spcPts val="600"/>
              </a:spcBef>
              <a:spcAft>
                <a:spcPts val="0"/>
              </a:spcAft>
              <a:buClr>
                <a:schemeClr val="lt1"/>
              </a:buClr>
              <a:buSzPts val="1800"/>
              <a:buChar char="•"/>
              <a:defRPr>
                <a:solidFill>
                  <a:schemeClr val="lt1"/>
                </a:solidFill>
              </a:defRPr>
            </a:lvl2pPr>
            <a:lvl3pPr marL="1371600" lvl="2" indent="-330200" algn="l">
              <a:lnSpc>
                <a:spcPct val="120000"/>
              </a:lnSpc>
              <a:spcBef>
                <a:spcPts val="600"/>
              </a:spcBef>
              <a:spcAft>
                <a:spcPts val="0"/>
              </a:spcAft>
              <a:buClr>
                <a:schemeClr val="lt1"/>
              </a:buClr>
              <a:buSzPts val="1600"/>
              <a:buChar char="•"/>
              <a:defRPr>
                <a:solidFill>
                  <a:schemeClr val="lt1"/>
                </a:solidFill>
              </a:defRPr>
            </a:lvl3pPr>
            <a:lvl4pPr marL="1828800" lvl="3" indent="-330200" algn="l">
              <a:lnSpc>
                <a:spcPct val="120000"/>
              </a:lnSpc>
              <a:spcBef>
                <a:spcPts val="600"/>
              </a:spcBef>
              <a:spcAft>
                <a:spcPts val="0"/>
              </a:spcAft>
              <a:buClr>
                <a:schemeClr val="lt1"/>
              </a:buClr>
              <a:buSzPts val="1600"/>
              <a:buChar char="•"/>
              <a:defRPr>
                <a:solidFill>
                  <a:schemeClr val="lt1"/>
                </a:solidFill>
              </a:defRPr>
            </a:lvl4pPr>
            <a:lvl5pPr marL="2286000" lvl="4" indent="-317500" algn="l">
              <a:lnSpc>
                <a:spcPct val="120000"/>
              </a:lnSpc>
              <a:spcBef>
                <a:spcPts val="600"/>
              </a:spcBef>
              <a:spcAft>
                <a:spcPts val="0"/>
              </a:spcAft>
              <a:buClr>
                <a:schemeClr val="lt1"/>
              </a:buClr>
              <a:buSzPts val="1400"/>
              <a:buChar char="•"/>
              <a:defRPr>
                <a:solidFill>
                  <a:schemeClr val="lt1"/>
                </a:solidFill>
              </a:defRPr>
            </a:lvl5pPr>
            <a:lvl6pPr marL="2743200" lvl="5" indent="-317500" algn="l">
              <a:lnSpc>
                <a:spcPct val="120000"/>
              </a:lnSpc>
              <a:spcBef>
                <a:spcPts val="600"/>
              </a:spcBef>
              <a:spcAft>
                <a:spcPts val="0"/>
              </a:spcAft>
              <a:buClr>
                <a:schemeClr val="lt1"/>
              </a:buClr>
              <a:buSzPts val="1400"/>
              <a:buChar char="•"/>
              <a:defRPr>
                <a:solidFill>
                  <a:schemeClr val="lt1"/>
                </a:solidFill>
              </a:defRPr>
            </a:lvl6pPr>
            <a:lvl7pPr marL="3200400" lvl="6" indent="-317500" algn="l">
              <a:lnSpc>
                <a:spcPct val="120000"/>
              </a:lnSpc>
              <a:spcBef>
                <a:spcPts val="600"/>
              </a:spcBef>
              <a:spcAft>
                <a:spcPts val="0"/>
              </a:spcAft>
              <a:buClr>
                <a:schemeClr val="lt1"/>
              </a:buClr>
              <a:buSzPts val="1400"/>
              <a:buChar char="•"/>
              <a:defRPr>
                <a:solidFill>
                  <a:schemeClr val="lt1"/>
                </a:solidFill>
              </a:defRPr>
            </a:lvl7pPr>
            <a:lvl8pPr marL="3657600" lvl="7" indent="-317500" algn="l">
              <a:lnSpc>
                <a:spcPct val="120000"/>
              </a:lnSpc>
              <a:spcBef>
                <a:spcPts val="600"/>
              </a:spcBef>
              <a:spcAft>
                <a:spcPts val="0"/>
              </a:spcAft>
              <a:buClr>
                <a:schemeClr val="lt1"/>
              </a:buClr>
              <a:buSzPts val="1400"/>
              <a:buChar char="•"/>
              <a:defRPr>
                <a:solidFill>
                  <a:schemeClr val="lt1"/>
                </a:solidFill>
              </a:defRPr>
            </a:lvl8pPr>
            <a:lvl9pPr marL="4114800" lvl="8" indent="-317500" algn="l">
              <a:lnSpc>
                <a:spcPct val="120000"/>
              </a:lnSpc>
              <a:spcBef>
                <a:spcPts val="600"/>
              </a:spcBef>
              <a:spcAft>
                <a:spcPts val="0"/>
              </a:spcAft>
              <a:buClr>
                <a:schemeClr val="lt1"/>
              </a:buClr>
              <a:buSzPts val="1400"/>
              <a:buChar char="•"/>
              <a:defRPr>
                <a:solidFill>
                  <a:schemeClr val="lt1"/>
                </a:solidFill>
              </a:defRPr>
            </a:lvl9pPr>
          </a:lstStyle>
          <a:p>
            <a:endParaRPr/>
          </a:p>
        </p:txBody>
      </p:sp>
      <p:sp>
        <p:nvSpPr>
          <p:cNvPr id="429" name="Google Shape;429;p56"/>
          <p:cNvSpPr txBox="1">
            <a:spLocks noGrp="1"/>
          </p:cNvSpPr>
          <p:nvPr>
            <p:ph type="body" idx="3"/>
          </p:nvPr>
        </p:nvSpPr>
        <p:spPr>
          <a:xfrm>
            <a:off x="10639821" y="6236625"/>
            <a:ext cx="1130400" cy="288000"/>
          </a:xfrm>
          <a:prstGeom prst="rect">
            <a:avLst/>
          </a:prstGeom>
          <a:blipFill rotWithShape="1">
            <a:blip r:embed="rId2" cstate="email">
              <a:alphaModFix/>
              <a:extLst>
                <a:ext uri="{28A0092B-C50C-407E-A947-70E740481C1C}">
                  <a14:useLocalDpi xmlns:a14="http://schemas.microsoft.com/office/drawing/2010/main"/>
                </a:ext>
              </a:extLst>
            </a:blip>
            <a:stretch>
              <a:fillRect/>
            </a:stretch>
          </a:blipFill>
          <a:ln>
            <a:noFill/>
          </a:ln>
        </p:spPr>
        <p:txBody>
          <a:bodyPr spcFirstLastPara="1" wrap="square" lIns="0" tIns="0" rIns="0" bIns="0" anchor="t" anchorCtr="0">
            <a:noAutofit/>
          </a:bodyPr>
          <a:lstStyle>
            <a:lvl1pPr marL="457200" lvl="0" indent="-228600" algn="l">
              <a:lnSpc>
                <a:spcPct val="120000"/>
              </a:lnSpc>
              <a:spcBef>
                <a:spcPts val="600"/>
              </a:spcBef>
              <a:spcAft>
                <a:spcPts val="0"/>
              </a:spcAft>
              <a:buSzPts val="100"/>
              <a:buFont typeface="Arial"/>
              <a:buNone/>
              <a:defRPr sz="100"/>
            </a:lvl1pPr>
            <a:lvl2pPr marL="914400" lvl="1" indent="-342900" algn="l">
              <a:lnSpc>
                <a:spcPct val="120000"/>
              </a:lnSpc>
              <a:spcBef>
                <a:spcPts val="600"/>
              </a:spcBef>
              <a:spcAft>
                <a:spcPts val="0"/>
              </a:spcAft>
              <a:buClr>
                <a:schemeClr val="accent2"/>
              </a:buClr>
              <a:buSzPts val="1800"/>
              <a:buChar char="•"/>
              <a:defRPr/>
            </a:lvl2pPr>
            <a:lvl3pPr marL="1371600" lvl="2" indent="-342900" algn="l">
              <a:lnSpc>
                <a:spcPct val="120000"/>
              </a:lnSpc>
              <a:spcBef>
                <a:spcPts val="600"/>
              </a:spcBef>
              <a:spcAft>
                <a:spcPts val="0"/>
              </a:spcAft>
              <a:buClr>
                <a:schemeClr val="accent2"/>
              </a:buClr>
              <a:buSzPts val="1800"/>
              <a:buChar char="•"/>
              <a:defRPr/>
            </a:lvl3pPr>
            <a:lvl4pPr marL="1828800" lvl="3" indent="-342900" algn="l">
              <a:lnSpc>
                <a:spcPct val="120000"/>
              </a:lnSpc>
              <a:spcBef>
                <a:spcPts val="600"/>
              </a:spcBef>
              <a:spcAft>
                <a:spcPts val="0"/>
              </a:spcAft>
              <a:buClr>
                <a:schemeClr val="accent2"/>
              </a:buClr>
              <a:buSzPts val="1800"/>
              <a:buChar char="•"/>
              <a:defRPr/>
            </a:lvl4pPr>
            <a:lvl5pPr marL="2286000" lvl="4" indent="-342900" algn="l">
              <a:lnSpc>
                <a:spcPct val="120000"/>
              </a:lnSpc>
              <a:spcBef>
                <a:spcPts val="600"/>
              </a:spcBef>
              <a:spcAft>
                <a:spcPts val="0"/>
              </a:spcAft>
              <a:buClr>
                <a:schemeClr val="accent2"/>
              </a:buClr>
              <a:buSzPts val="1800"/>
              <a:buChar char="•"/>
              <a:defRPr/>
            </a:lvl5pPr>
            <a:lvl6pPr marL="2743200" lvl="5" indent="-342900" algn="l">
              <a:lnSpc>
                <a:spcPct val="120000"/>
              </a:lnSpc>
              <a:spcBef>
                <a:spcPts val="600"/>
              </a:spcBef>
              <a:spcAft>
                <a:spcPts val="0"/>
              </a:spcAft>
              <a:buClr>
                <a:schemeClr val="accent2"/>
              </a:buClr>
              <a:buSzPts val="1800"/>
              <a:buChar char="•"/>
              <a:defRPr/>
            </a:lvl6pPr>
            <a:lvl7pPr marL="3200400" lvl="6" indent="-342900" algn="l">
              <a:lnSpc>
                <a:spcPct val="120000"/>
              </a:lnSpc>
              <a:spcBef>
                <a:spcPts val="600"/>
              </a:spcBef>
              <a:spcAft>
                <a:spcPts val="0"/>
              </a:spcAft>
              <a:buClr>
                <a:schemeClr val="accent2"/>
              </a:buClr>
              <a:buSzPts val="1800"/>
              <a:buChar char="•"/>
              <a:defRPr/>
            </a:lvl7pPr>
            <a:lvl8pPr marL="3657600" lvl="7" indent="-342900" algn="l">
              <a:lnSpc>
                <a:spcPct val="120000"/>
              </a:lnSpc>
              <a:spcBef>
                <a:spcPts val="600"/>
              </a:spcBef>
              <a:spcAft>
                <a:spcPts val="0"/>
              </a:spcAft>
              <a:buClr>
                <a:schemeClr val="accent2"/>
              </a:buClr>
              <a:buSzPts val="1800"/>
              <a:buChar char="•"/>
              <a:defRPr/>
            </a:lvl8pPr>
            <a:lvl9pPr marL="4114800" lvl="8" indent="-342900" algn="l">
              <a:lnSpc>
                <a:spcPct val="120000"/>
              </a:lnSpc>
              <a:spcBef>
                <a:spcPts val="600"/>
              </a:spcBef>
              <a:spcAft>
                <a:spcPts val="0"/>
              </a:spcAft>
              <a:buClr>
                <a:schemeClr val="accent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430"/>
        <p:cNvGrpSpPr/>
        <p:nvPr/>
      </p:nvGrpSpPr>
      <p:grpSpPr>
        <a:xfrm>
          <a:off x="0" y="0"/>
          <a:ext cx="0" cy="0"/>
          <a:chOff x="0" y="0"/>
          <a:chExt cx="0" cy="0"/>
        </a:xfrm>
      </p:grpSpPr>
      <p:sp>
        <p:nvSpPr>
          <p:cNvPr id="431" name="Google Shape;431;p57"/>
          <p:cNvSpPr>
            <a:spLocks noGrp="1"/>
          </p:cNvSpPr>
          <p:nvPr>
            <p:ph type="pic" idx="2"/>
          </p:nvPr>
        </p:nvSpPr>
        <p:spPr>
          <a:xfrm>
            <a:off x="767919" y="1844675"/>
            <a:ext cx="2879821" cy="2880000"/>
          </a:xfrm>
          <a:prstGeom prst="ellipse">
            <a:avLst/>
          </a:prstGeom>
          <a:solidFill>
            <a:schemeClr val="lt2"/>
          </a:solidFill>
          <a:ln>
            <a:noFill/>
          </a:ln>
        </p:spPr>
      </p:sp>
      <p:sp>
        <p:nvSpPr>
          <p:cNvPr id="432" name="Google Shape;432;p57"/>
          <p:cNvSpPr>
            <a:spLocks noGrp="1"/>
          </p:cNvSpPr>
          <p:nvPr>
            <p:ph type="pic" idx="3"/>
          </p:nvPr>
        </p:nvSpPr>
        <p:spPr>
          <a:xfrm>
            <a:off x="4656000" y="1844674"/>
            <a:ext cx="2880000" cy="2880000"/>
          </a:xfrm>
          <a:prstGeom prst="ellipse">
            <a:avLst/>
          </a:prstGeom>
          <a:solidFill>
            <a:schemeClr val="lt2"/>
          </a:solidFill>
          <a:ln>
            <a:noFill/>
          </a:ln>
        </p:spPr>
      </p:sp>
      <p:sp>
        <p:nvSpPr>
          <p:cNvPr id="433" name="Google Shape;433;p57"/>
          <p:cNvSpPr>
            <a:spLocks noGrp="1"/>
          </p:cNvSpPr>
          <p:nvPr>
            <p:ph type="pic" idx="4"/>
          </p:nvPr>
        </p:nvSpPr>
        <p:spPr>
          <a:xfrm>
            <a:off x="8544592" y="1844674"/>
            <a:ext cx="2880000" cy="2880000"/>
          </a:xfrm>
          <a:prstGeom prst="ellipse">
            <a:avLst/>
          </a:prstGeom>
          <a:solidFill>
            <a:schemeClr val="lt2"/>
          </a:solidFill>
          <a:ln>
            <a:noFill/>
          </a:ln>
        </p:spPr>
      </p:sp>
      <p:sp>
        <p:nvSpPr>
          <p:cNvPr id="434" name="Google Shape;434;p57"/>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5" name="Google Shape;435;p57"/>
          <p:cNvSpPr txBox="1">
            <a:spLocks noGrp="1"/>
          </p:cNvSpPr>
          <p:nvPr>
            <p:ph type="body" idx="1"/>
          </p:nvPr>
        </p:nvSpPr>
        <p:spPr>
          <a:xfrm>
            <a:off x="407988" y="4941168"/>
            <a:ext cx="3600450" cy="1080220"/>
          </a:xfrm>
          <a:prstGeom prst="rect">
            <a:avLst/>
          </a:prstGeom>
          <a:noFill/>
          <a:ln>
            <a:noFill/>
          </a:ln>
        </p:spPr>
        <p:txBody>
          <a:bodyPr spcFirstLastPara="1" wrap="square" lIns="0" tIns="0" rIns="0" bIns="0" anchor="t" anchorCtr="0">
            <a:noAutofit/>
          </a:bodyPr>
          <a:lstStyle>
            <a:lvl1pPr marL="457200" lvl="0" indent="-228600" algn="ctr">
              <a:lnSpc>
                <a:spcPct val="120000"/>
              </a:lnSpc>
              <a:spcBef>
                <a:spcPts val="200"/>
              </a:spcBef>
              <a:spcAft>
                <a:spcPts val="0"/>
              </a:spcAft>
              <a:buClr>
                <a:schemeClr val="accent2"/>
              </a:buClr>
              <a:buSzPts val="1600"/>
              <a:buFont typeface="Arial"/>
              <a:buNone/>
              <a:defRPr sz="1600" b="1"/>
            </a:lvl1pPr>
            <a:lvl2pPr marL="914400" lvl="1" indent="-228600" algn="ctr">
              <a:lnSpc>
                <a:spcPct val="120000"/>
              </a:lnSpc>
              <a:spcBef>
                <a:spcPts val="200"/>
              </a:spcBef>
              <a:spcAft>
                <a:spcPts val="0"/>
              </a:spcAft>
              <a:buClr>
                <a:schemeClr val="accent2"/>
              </a:buClr>
              <a:buSzPts val="1600"/>
              <a:buFont typeface="Arial"/>
              <a:buNone/>
              <a:defRPr sz="1600"/>
            </a:lvl2pPr>
            <a:lvl3pPr marL="1371600" lvl="2" indent="-228600" algn="ctr">
              <a:lnSpc>
                <a:spcPct val="120000"/>
              </a:lnSpc>
              <a:spcBef>
                <a:spcPts val="200"/>
              </a:spcBef>
              <a:spcAft>
                <a:spcPts val="0"/>
              </a:spcAft>
              <a:buClr>
                <a:schemeClr val="accent2"/>
              </a:buClr>
              <a:buSzPts val="1600"/>
              <a:buFont typeface="Arial"/>
              <a:buNone/>
              <a:defRPr/>
            </a:lvl3pPr>
            <a:lvl4pPr marL="1828800" lvl="3" indent="-228600" algn="ctr">
              <a:lnSpc>
                <a:spcPct val="120000"/>
              </a:lnSpc>
              <a:spcBef>
                <a:spcPts val="200"/>
              </a:spcBef>
              <a:spcAft>
                <a:spcPts val="0"/>
              </a:spcAft>
              <a:buClr>
                <a:schemeClr val="accent2"/>
              </a:buClr>
              <a:buSzPts val="1600"/>
              <a:buFont typeface="Arial"/>
              <a:buNone/>
              <a:defRPr/>
            </a:lvl4pPr>
            <a:lvl5pPr marL="2286000" lvl="4" indent="-228600" algn="ctr">
              <a:lnSpc>
                <a:spcPct val="120000"/>
              </a:lnSpc>
              <a:spcBef>
                <a:spcPts val="200"/>
              </a:spcBef>
              <a:spcAft>
                <a:spcPts val="0"/>
              </a:spcAft>
              <a:buClr>
                <a:schemeClr val="accent2"/>
              </a:buClr>
              <a:buSzPts val="1400"/>
              <a:buFont typeface="Arial"/>
              <a:buNone/>
              <a:defRPr/>
            </a:lvl5pPr>
            <a:lvl6pPr marL="2743200" lvl="5" indent="-228600" algn="ctr">
              <a:lnSpc>
                <a:spcPct val="120000"/>
              </a:lnSpc>
              <a:spcBef>
                <a:spcPts val="200"/>
              </a:spcBef>
              <a:spcAft>
                <a:spcPts val="0"/>
              </a:spcAft>
              <a:buClr>
                <a:schemeClr val="accent2"/>
              </a:buClr>
              <a:buSzPts val="1400"/>
              <a:buFont typeface="Arial"/>
              <a:buNone/>
              <a:defRPr/>
            </a:lvl6pPr>
            <a:lvl7pPr marL="3200400" lvl="6" indent="-228600" algn="ctr">
              <a:lnSpc>
                <a:spcPct val="120000"/>
              </a:lnSpc>
              <a:spcBef>
                <a:spcPts val="200"/>
              </a:spcBef>
              <a:spcAft>
                <a:spcPts val="0"/>
              </a:spcAft>
              <a:buClr>
                <a:schemeClr val="accent2"/>
              </a:buClr>
              <a:buSzPts val="1400"/>
              <a:buFont typeface="Arial"/>
              <a:buNone/>
              <a:defRPr/>
            </a:lvl7pPr>
            <a:lvl8pPr marL="3657600" lvl="7" indent="-228600" algn="ctr">
              <a:lnSpc>
                <a:spcPct val="120000"/>
              </a:lnSpc>
              <a:spcBef>
                <a:spcPts val="200"/>
              </a:spcBef>
              <a:spcAft>
                <a:spcPts val="0"/>
              </a:spcAft>
              <a:buClr>
                <a:schemeClr val="accent2"/>
              </a:buClr>
              <a:buSzPts val="1400"/>
              <a:buFont typeface="Arial"/>
              <a:buNone/>
              <a:defRPr/>
            </a:lvl8pPr>
            <a:lvl9pPr marL="4114800" lvl="8" indent="-228600" algn="ctr">
              <a:lnSpc>
                <a:spcPct val="120000"/>
              </a:lnSpc>
              <a:spcBef>
                <a:spcPts val="200"/>
              </a:spcBef>
              <a:spcAft>
                <a:spcPts val="0"/>
              </a:spcAft>
              <a:buClr>
                <a:schemeClr val="accent2"/>
              </a:buClr>
              <a:buSzPts val="1400"/>
              <a:buFont typeface="Arial"/>
              <a:buNone/>
              <a:defRPr/>
            </a:lvl9pPr>
          </a:lstStyle>
          <a:p>
            <a:endParaRPr/>
          </a:p>
        </p:txBody>
      </p:sp>
      <p:sp>
        <p:nvSpPr>
          <p:cNvPr id="436" name="Google Shape;436;p5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7" name="Google Shape;437;p5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8" name="Google Shape;438;p5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
        <p:nvSpPr>
          <p:cNvPr id="439" name="Google Shape;439;p57"/>
          <p:cNvSpPr txBox="1">
            <a:spLocks noGrp="1"/>
          </p:cNvSpPr>
          <p:nvPr>
            <p:ph type="body" idx="5"/>
          </p:nvPr>
        </p:nvSpPr>
        <p:spPr>
          <a:xfrm>
            <a:off x="4295775" y="4941168"/>
            <a:ext cx="3600450" cy="1080220"/>
          </a:xfrm>
          <a:prstGeom prst="rect">
            <a:avLst/>
          </a:prstGeom>
          <a:noFill/>
          <a:ln>
            <a:noFill/>
          </a:ln>
        </p:spPr>
        <p:txBody>
          <a:bodyPr spcFirstLastPara="1" wrap="square" lIns="0" tIns="0" rIns="0" bIns="0" anchor="t" anchorCtr="0">
            <a:noAutofit/>
          </a:bodyPr>
          <a:lstStyle>
            <a:lvl1pPr marL="457200" lvl="0" indent="-228600" algn="ctr">
              <a:lnSpc>
                <a:spcPct val="120000"/>
              </a:lnSpc>
              <a:spcBef>
                <a:spcPts val="200"/>
              </a:spcBef>
              <a:spcAft>
                <a:spcPts val="0"/>
              </a:spcAft>
              <a:buClr>
                <a:schemeClr val="accent2"/>
              </a:buClr>
              <a:buSzPts val="1600"/>
              <a:buFont typeface="Arial"/>
              <a:buNone/>
              <a:defRPr sz="1600" b="1"/>
            </a:lvl1pPr>
            <a:lvl2pPr marL="914400" lvl="1" indent="-228600" algn="ctr">
              <a:lnSpc>
                <a:spcPct val="120000"/>
              </a:lnSpc>
              <a:spcBef>
                <a:spcPts val="200"/>
              </a:spcBef>
              <a:spcAft>
                <a:spcPts val="0"/>
              </a:spcAft>
              <a:buClr>
                <a:schemeClr val="accent2"/>
              </a:buClr>
              <a:buSzPts val="1600"/>
              <a:buFont typeface="Arial"/>
              <a:buNone/>
              <a:defRPr sz="1600"/>
            </a:lvl2pPr>
            <a:lvl3pPr marL="1371600" lvl="2" indent="-228600" algn="ctr">
              <a:lnSpc>
                <a:spcPct val="120000"/>
              </a:lnSpc>
              <a:spcBef>
                <a:spcPts val="200"/>
              </a:spcBef>
              <a:spcAft>
                <a:spcPts val="0"/>
              </a:spcAft>
              <a:buClr>
                <a:schemeClr val="accent2"/>
              </a:buClr>
              <a:buSzPts val="1600"/>
              <a:buFont typeface="Arial"/>
              <a:buNone/>
              <a:defRPr/>
            </a:lvl3pPr>
            <a:lvl4pPr marL="1828800" lvl="3" indent="-228600" algn="ctr">
              <a:lnSpc>
                <a:spcPct val="120000"/>
              </a:lnSpc>
              <a:spcBef>
                <a:spcPts val="200"/>
              </a:spcBef>
              <a:spcAft>
                <a:spcPts val="0"/>
              </a:spcAft>
              <a:buClr>
                <a:schemeClr val="accent2"/>
              </a:buClr>
              <a:buSzPts val="1600"/>
              <a:buFont typeface="Arial"/>
              <a:buNone/>
              <a:defRPr/>
            </a:lvl4pPr>
            <a:lvl5pPr marL="2286000" lvl="4" indent="-228600" algn="ctr">
              <a:lnSpc>
                <a:spcPct val="120000"/>
              </a:lnSpc>
              <a:spcBef>
                <a:spcPts val="200"/>
              </a:spcBef>
              <a:spcAft>
                <a:spcPts val="0"/>
              </a:spcAft>
              <a:buClr>
                <a:schemeClr val="accent2"/>
              </a:buClr>
              <a:buSzPts val="1400"/>
              <a:buFont typeface="Arial"/>
              <a:buNone/>
              <a:defRPr/>
            </a:lvl5pPr>
            <a:lvl6pPr marL="2743200" lvl="5" indent="-228600" algn="ctr">
              <a:lnSpc>
                <a:spcPct val="120000"/>
              </a:lnSpc>
              <a:spcBef>
                <a:spcPts val="200"/>
              </a:spcBef>
              <a:spcAft>
                <a:spcPts val="0"/>
              </a:spcAft>
              <a:buClr>
                <a:schemeClr val="accent2"/>
              </a:buClr>
              <a:buSzPts val="1400"/>
              <a:buFont typeface="Arial"/>
              <a:buNone/>
              <a:defRPr/>
            </a:lvl6pPr>
            <a:lvl7pPr marL="3200400" lvl="6" indent="-228600" algn="ctr">
              <a:lnSpc>
                <a:spcPct val="120000"/>
              </a:lnSpc>
              <a:spcBef>
                <a:spcPts val="200"/>
              </a:spcBef>
              <a:spcAft>
                <a:spcPts val="0"/>
              </a:spcAft>
              <a:buClr>
                <a:schemeClr val="accent2"/>
              </a:buClr>
              <a:buSzPts val="1400"/>
              <a:buFont typeface="Arial"/>
              <a:buNone/>
              <a:defRPr/>
            </a:lvl7pPr>
            <a:lvl8pPr marL="3657600" lvl="7" indent="-228600" algn="ctr">
              <a:lnSpc>
                <a:spcPct val="120000"/>
              </a:lnSpc>
              <a:spcBef>
                <a:spcPts val="200"/>
              </a:spcBef>
              <a:spcAft>
                <a:spcPts val="0"/>
              </a:spcAft>
              <a:buClr>
                <a:schemeClr val="accent2"/>
              </a:buClr>
              <a:buSzPts val="1400"/>
              <a:buFont typeface="Arial"/>
              <a:buNone/>
              <a:defRPr/>
            </a:lvl8pPr>
            <a:lvl9pPr marL="4114800" lvl="8" indent="-228600" algn="ctr">
              <a:lnSpc>
                <a:spcPct val="120000"/>
              </a:lnSpc>
              <a:spcBef>
                <a:spcPts val="200"/>
              </a:spcBef>
              <a:spcAft>
                <a:spcPts val="0"/>
              </a:spcAft>
              <a:buClr>
                <a:schemeClr val="accent2"/>
              </a:buClr>
              <a:buSzPts val="1400"/>
              <a:buFont typeface="Arial"/>
              <a:buNone/>
              <a:defRPr/>
            </a:lvl9pPr>
          </a:lstStyle>
          <a:p>
            <a:endParaRPr/>
          </a:p>
        </p:txBody>
      </p:sp>
      <p:sp>
        <p:nvSpPr>
          <p:cNvPr id="440" name="Google Shape;440;p57"/>
          <p:cNvSpPr txBox="1">
            <a:spLocks noGrp="1"/>
          </p:cNvSpPr>
          <p:nvPr>
            <p:ph type="body" idx="6"/>
          </p:nvPr>
        </p:nvSpPr>
        <p:spPr>
          <a:xfrm>
            <a:off x="8183563" y="4941168"/>
            <a:ext cx="3600450" cy="1080220"/>
          </a:xfrm>
          <a:prstGeom prst="rect">
            <a:avLst/>
          </a:prstGeom>
          <a:noFill/>
          <a:ln>
            <a:noFill/>
          </a:ln>
        </p:spPr>
        <p:txBody>
          <a:bodyPr spcFirstLastPara="1" wrap="square" lIns="0" tIns="0" rIns="0" bIns="0" anchor="t" anchorCtr="0">
            <a:noAutofit/>
          </a:bodyPr>
          <a:lstStyle>
            <a:lvl1pPr marL="457200" lvl="0" indent="-228600" algn="ctr">
              <a:lnSpc>
                <a:spcPct val="120000"/>
              </a:lnSpc>
              <a:spcBef>
                <a:spcPts val="200"/>
              </a:spcBef>
              <a:spcAft>
                <a:spcPts val="0"/>
              </a:spcAft>
              <a:buClr>
                <a:schemeClr val="accent2"/>
              </a:buClr>
              <a:buSzPts val="1600"/>
              <a:buFont typeface="Arial"/>
              <a:buNone/>
              <a:defRPr sz="1600" b="1"/>
            </a:lvl1pPr>
            <a:lvl2pPr marL="914400" lvl="1" indent="-228600" algn="ctr">
              <a:lnSpc>
                <a:spcPct val="120000"/>
              </a:lnSpc>
              <a:spcBef>
                <a:spcPts val="200"/>
              </a:spcBef>
              <a:spcAft>
                <a:spcPts val="0"/>
              </a:spcAft>
              <a:buClr>
                <a:schemeClr val="accent2"/>
              </a:buClr>
              <a:buSzPts val="1600"/>
              <a:buFont typeface="Arial"/>
              <a:buNone/>
              <a:defRPr sz="1600"/>
            </a:lvl2pPr>
            <a:lvl3pPr marL="1371600" lvl="2" indent="-228600" algn="ctr">
              <a:lnSpc>
                <a:spcPct val="120000"/>
              </a:lnSpc>
              <a:spcBef>
                <a:spcPts val="200"/>
              </a:spcBef>
              <a:spcAft>
                <a:spcPts val="0"/>
              </a:spcAft>
              <a:buClr>
                <a:schemeClr val="accent2"/>
              </a:buClr>
              <a:buSzPts val="1600"/>
              <a:buFont typeface="Arial"/>
              <a:buNone/>
              <a:defRPr/>
            </a:lvl3pPr>
            <a:lvl4pPr marL="1828800" lvl="3" indent="-228600" algn="ctr">
              <a:lnSpc>
                <a:spcPct val="120000"/>
              </a:lnSpc>
              <a:spcBef>
                <a:spcPts val="200"/>
              </a:spcBef>
              <a:spcAft>
                <a:spcPts val="0"/>
              </a:spcAft>
              <a:buClr>
                <a:schemeClr val="accent2"/>
              </a:buClr>
              <a:buSzPts val="1600"/>
              <a:buFont typeface="Arial"/>
              <a:buNone/>
              <a:defRPr/>
            </a:lvl4pPr>
            <a:lvl5pPr marL="2286000" lvl="4" indent="-228600" algn="ctr">
              <a:lnSpc>
                <a:spcPct val="120000"/>
              </a:lnSpc>
              <a:spcBef>
                <a:spcPts val="200"/>
              </a:spcBef>
              <a:spcAft>
                <a:spcPts val="0"/>
              </a:spcAft>
              <a:buClr>
                <a:schemeClr val="accent2"/>
              </a:buClr>
              <a:buSzPts val="1400"/>
              <a:buFont typeface="Arial"/>
              <a:buNone/>
              <a:defRPr/>
            </a:lvl5pPr>
            <a:lvl6pPr marL="2743200" lvl="5" indent="-228600" algn="ctr">
              <a:lnSpc>
                <a:spcPct val="120000"/>
              </a:lnSpc>
              <a:spcBef>
                <a:spcPts val="200"/>
              </a:spcBef>
              <a:spcAft>
                <a:spcPts val="0"/>
              </a:spcAft>
              <a:buClr>
                <a:schemeClr val="accent2"/>
              </a:buClr>
              <a:buSzPts val="1400"/>
              <a:buFont typeface="Arial"/>
              <a:buNone/>
              <a:defRPr/>
            </a:lvl6pPr>
            <a:lvl7pPr marL="3200400" lvl="6" indent="-228600" algn="ctr">
              <a:lnSpc>
                <a:spcPct val="120000"/>
              </a:lnSpc>
              <a:spcBef>
                <a:spcPts val="200"/>
              </a:spcBef>
              <a:spcAft>
                <a:spcPts val="0"/>
              </a:spcAft>
              <a:buClr>
                <a:schemeClr val="accent2"/>
              </a:buClr>
              <a:buSzPts val="1400"/>
              <a:buFont typeface="Arial"/>
              <a:buNone/>
              <a:defRPr/>
            </a:lvl7pPr>
            <a:lvl8pPr marL="3657600" lvl="7" indent="-228600" algn="ctr">
              <a:lnSpc>
                <a:spcPct val="120000"/>
              </a:lnSpc>
              <a:spcBef>
                <a:spcPts val="200"/>
              </a:spcBef>
              <a:spcAft>
                <a:spcPts val="0"/>
              </a:spcAft>
              <a:buClr>
                <a:schemeClr val="accent2"/>
              </a:buClr>
              <a:buSzPts val="1400"/>
              <a:buFont typeface="Arial"/>
              <a:buNone/>
              <a:defRPr/>
            </a:lvl8pPr>
            <a:lvl9pPr marL="4114800" lvl="8" indent="-228600" algn="ctr">
              <a:lnSpc>
                <a:spcPct val="120000"/>
              </a:lnSpc>
              <a:spcBef>
                <a:spcPts val="200"/>
              </a:spcBef>
              <a:spcAft>
                <a:spcPts val="0"/>
              </a:spcAft>
              <a:buClr>
                <a:schemeClr val="accent2"/>
              </a:buClr>
              <a:buSzPts val="1400"/>
              <a:buFont typeface="Arial"/>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1_Just Title ">
  <p:cSld name="1_Just Title ">
    <p:spTree>
      <p:nvGrpSpPr>
        <p:cNvPr id="1" name="Shape 441"/>
        <p:cNvGrpSpPr/>
        <p:nvPr/>
      </p:nvGrpSpPr>
      <p:grpSpPr>
        <a:xfrm>
          <a:off x="0" y="0"/>
          <a:ext cx="0" cy="0"/>
          <a:chOff x="0" y="0"/>
          <a:chExt cx="0" cy="0"/>
        </a:xfrm>
      </p:grpSpPr>
      <p:sp>
        <p:nvSpPr>
          <p:cNvPr id="442" name="Google Shape;442;p58"/>
          <p:cNvSpPr>
            <a:spLocks noGrp="1"/>
          </p:cNvSpPr>
          <p:nvPr>
            <p:ph type="pic" idx="2"/>
          </p:nvPr>
        </p:nvSpPr>
        <p:spPr>
          <a:xfrm>
            <a:off x="767409" y="3613150"/>
            <a:ext cx="5423842" cy="2408238"/>
          </a:xfrm>
          <a:prstGeom prst="rect">
            <a:avLst/>
          </a:prstGeom>
          <a:noFill/>
          <a:ln>
            <a:noFill/>
          </a:ln>
        </p:spPr>
      </p:sp>
      <p:sp>
        <p:nvSpPr>
          <p:cNvPr id="443" name="Google Shape;443;p58"/>
          <p:cNvSpPr>
            <a:spLocks noGrp="1"/>
          </p:cNvSpPr>
          <p:nvPr>
            <p:ph type="pic" idx="3"/>
          </p:nvPr>
        </p:nvSpPr>
        <p:spPr>
          <a:xfrm>
            <a:off x="191344" y="188640"/>
            <a:ext cx="5400600" cy="3281391"/>
          </a:xfrm>
          <a:prstGeom prst="rect">
            <a:avLst/>
          </a:prstGeom>
          <a:noFill/>
          <a:ln>
            <a:noFill/>
          </a:ln>
        </p:spPr>
      </p:sp>
      <p:sp>
        <p:nvSpPr>
          <p:cNvPr id="444" name="Google Shape;444;p58"/>
          <p:cNvSpPr>
            <a:spLocks noGrp="1"/>
          </p:cNvSpPr>
          <p:nvPr>
            <p:ph type="pic" idx="4"/>
          </p:nvPr>
        </p:nvSpPr>
        <p:spPr>
          <a:xfrm>
            <a:off x="5735960" y="188640"/>
            <a:ext cx="6264696" cy="4320480"/>
          </a:xfrm>
          <a:prstGeom prst="rect">
            <a:avLst/>
          </a:prstGeom>
          <a:noFill/>
          <a:ln>
            <a:noFill/>
          </a:ln>
        </p:spPr>
      </p:sp>
      <p:sp>
        <p:nvSpPr>
          <p:cNvPr id="445" name="Google Shape;445;p58"/>
          <p:cNvSpPr txBox="1">
            <a:spLocks noGrp="1"/>
          </p:cNvSpPr>
          <p:nvPr>
            <p:ph type="title"/>
          </p:nvPr>
        </p:nvSpPr>
        <p:spPr>
          <a:xfrm>
            <a:off x="6670204" y="5229200"/>
            <a:ext cx="5188296"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6" name="Google Shape;446;p5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7" name="Google Shape;447;p5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8" name="Google Shape;448;p5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o ">
  <p:cSld name="Blanko ">
    <p:spTree>
      <p:nvGrpSpPr>
        <p:cNvPr id="1" name="Shape 449"/>
        <p:cNvGrpSpPr/>
        <p:nvPr/>
      </p:nvGrpSpPr>
      <p:grpSpPr>
        <a:xfrm>
          <a:off x="0" y="0"/>
          <a:ext cx="0" cy="0"/>
          <a:chOff x="0" y="0"/>
          <a:chExt cx="0" cy="0"/>
        </a:xfrm>
      </p:grpSpPr>
      <p:sp>
        <p:nvSpPr>
          <p:cNvPr id="450" name="Google Shape;450;p5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1" name="Google Shape;451;p5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2" name="Google Shape;452;p59"/>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Thank You Yellow">
  <p:cSld name="Thank You Yellow">
    <p:spTree>
      <p:nvGrpSpPr>
        <p:cNvPr id="1" name="Shape 453"/>
        <p:cNvGrpSpPr/>
        <p:nvPr/>
      </p:nvGrpSpPr>
      <p:grpSpPr>
        <a:xfrm>
          <a:off x="0" y="0"/>
          <a:ext cx="0" cy="0"/>
          <a:chOff x="0" y="0"/>
          <a:chExt cx="0" cy="0"/>
        </a:xfrm>
      </p:grpSpPr>
      <p:sp>
        <p:nvSpPr>
          <p:cNvPr id="454" name="Google Shape;454;p60"/>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5" name="Google Shape;455;p60"/>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456" name="Google Shape;456;p60"/>
          <p:cNvGrpSpPr/>
          <p:nvPr/>
        </p:nvGrpSpPr>
        <p:grpSpPr>
          <a:xfrm>
            <a:off x="407988" y="576000"/>
            <a:ext cx="1130400" cy="437949"/>
            <a:chOff x="2389188" y="1992313"/>
            <a:chExt cx="7424738" cy="2876551"/>
          </a:xfrm>
        </p:grpSpPr>
        <p:sp>
          <p:nvSpPr>
            <p:cNvPr id="457" name="Google Shape;457;p60"/>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8" name="Google Shape;458;p60"/>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59" name="Google Shape;459;p60"/>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0" name="Google Shape;460;p60"/>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60"/>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Thank You Blue">
  <p:cSld name="Thank You Blue">
    <p:bg>
      <p:bgPr>
        <a:solidFill>
          <a:schemeClr val="accent2"/>
        </a:solidFill>
        <a:effectLst/>
      </p:bgPr>
    </p:bg>
    <p:spTree>
      <p:nvGrpSpPr>
        <p:cNvPr id="1" name="Shape 462"/>
        <p:cNvGrpSpPr/>
        <p:nvPr/>
      </p:nvGrpSpPr>
      <p:grpSpPr>
        <a:xfrm>
          <a:off x="0" y="0"/>
          <a:ext cx="0" cy="0"/>
          <a:chOff x="0" y="0"/>
          <a:chExt cx="0" cy="0"/>
        </a:xfrm>
      </p:grpSpPr>
      <p:sp>
        <p:nvSpPr>
          <p:cNvPr id="463" name="Google Shape;463;p61"/>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4" name="Google Shape;464;p61"/>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465" name="Google Shape;465;p61"/>
          <p:cNvGrpSpPr/>
          <p:nvPr/>
        </p:nvGrpSpPr>
        <p:grpSpPr>
          <a:xfrm>
            <a:off x="407988" y="576000"/>
            <a:ext cx="1130400" cy="437949"/>
            <a:chOff x="2389188" y="1992313"/>
            <a:chExt cx="7424738" cy="2876551"/>
          </a:xfrm>
        </p:grpSpPr>
        <p:sp>
          <p:nvSpPr>
            <p:cNvPr id="466" name="Google Shape;466;p61"/>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7" name="Google Shape;467;p61"/>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68" name="Google Shape;468;p6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6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0" name="Google Shape;470;p6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Thank You Light Blue">
  <p:cSld name="Thank You Light Blue">
    <p:bg>
      <p:bgPr>
        <a:solidFill>
          <a:schemeClr val="accent6"/>
        </a:solidFill>
        <a:effectLst/>
      </p:bgPr>
    </p:bg>
    <p:spTree>
      <p:nvGrpSpPr>
        <p:cNvPr id="1" name="Shape 471"/>
        <p:cNvGrpSpPr/>
        <p:nvPr/>
      </p:nvGrpSpPr>
      <p:grpSpPr>
        <a:xfrm>
          <a:off x="0" y="0"/>
          <a:ext cx="0" cy="0"/>
          <a:chOff x="0" y="0"/>
          <a:chExt cx="0" cy="0"/>
        </a:xfrm>
      </p:grpSpPr>
      <p:sp>
        <p:nvSpPr>
          <p:cNvPr id="472" name="Google Shape;472;p62"/>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3" name="Google Shape;473;p62"/>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474" name="Google Shape;474;p62"/>
          <p:cNvGrpSpPr/>
          <p:nvPr/>
        </p:nvGrpSpPr>
        <p:grpSpPr>
          <a:xfrm>
            <a:off x="407988" y="576000"/>
            <a:ext cx="1130400" cy="437949"/>
            <a:chOff x="2389188" y="1992313"/>
            <a:chExt cx="7424738" cy="2876551"/>
          </a:xfrm>
        </p:grpSpPr>
        <p:sp>
          <p:nvSpPr>
            <p:cNvPr id="475" name="Google Shape;475;p62"/>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6" name="Google Shape;476;p62"/>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77" name="Google Shape;477;p62"/>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8" name="Google Shape;478;p62"/>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9" name="Google Shape;479;p62"/>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Thank You Picture Yellow">
  <p:cSld name="Thank You Picture Yellow">
    <p:spTree>
      <p:nvGrpSpPr>
        <p:cNvPr id="1" name="Shape 480"/>
        <p:cNvGrpSpPr/>
        <p:nvPr/>
      </p:nvGrpSpPr>
      <p:grpSpPr>
        <a:xfrm>
          <a:off x="0" y="0"/>
          <a:ext cx="0" cy="0"/>
          <a:chOff x="0" y="0"/>
          <a:chExt cx="0" cy="0"/>
        </a:xfrm>
      </p:grpSpPr>
      <p:sp>
        <p:nvSpPr>
          <p:cNvPr id="481" name="Google Shape;481;p63"/>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2"/>
              </a:buClr>
              <a:buSzPts val="4800"/>
              <a:buFont typeface="Arial"/>
              <a:buNone/>
              <a:defRPr sz="4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2" name="Google Shape;482;p63"/>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accent2"/>
              </a:buClr>
              <a:buSzPts val="1800"/>
              <a:buFont typeface="Arial"/>
              <a:buNone/>
              <a:defRPr sz="1800" b="0">
                <a:solidFill>
                  <a:schemeClr val="accent2"/>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483" name="Google Shape;483;p63"/>
          <p:cNvGrpSpPr/>
          <p:nvPr/>
        </p:nvGrpSpPr>
        <p:grpSpPr>
          <a:xfrm>
            <a:off x="407988" y="576000"/>
            <a:ext cx="1130400" cy="437949"/>
            <a:chOff x="2389188" y="1992313"/>
            <a:chExt cx="7424738" cy="2876551"/>
          </a:xfrm>
        </p:grpSpPr>
        <p:sp>
          <p:nvSpPr>
            <p:cNvPr id="484" name="Google Shape;484;p63"/>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5" name="Google Shape;485;p63"/>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86" name="Google Shape;486;p6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7" name="Google Shape;487;p6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8" name="Google Shape;488;p6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489" name="Google Shape;489;p63"/>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Thank You Picture Blue">
  <p:cSld name="Thank You Picture Blue">
    <p:bg>
      <p:bgPr>
        <a:solidFill>
          <a:schemeClr val="accent2"/>
        </a:solidFill>
        <a:effectLst/>
      </p:bgPr>
    </p:bg>
    <p:spTree>
      <p:nvGrpSpPr>
        <p:cNvPr id="1" name="Shape 490"/>
        <p:cNvGrpSpPr/>
        <p:nvPr/>
      </p:nvGrpSpPr>
      <p:grpSpPr>
        <a:xfrm>
          <a:off x="0" y="0"/>
          <a:ext cx="0" cy="0"/>
          <a:chOff x="0" y="0"/>
          <a:chExt cx="0" cy="0"/>
        </a:xfrm>
      </p:grpSpPr>
      <p:sp>
        <p:nvSpPr>
          <p:cNvPr id="491" name="Google Shape;491;p64"/>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2" name="Google Shape;492;p64"/>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493" name="Google Shape;493;p64"/>
          <p:cNvGrpSpPr/>
          <p:nvPr/>
        </p:nvGrpSpPr>
        <p:grpSpPr>
          <a:xfrm>
            <a:off x="407988" y="576000"/>
            <a:ext cx="1130400" cy="437949"/>
            <a:chOff x="2389188" y="1992313"/>
            <a:chExt cx="7424738" cy="2876551"/>
          </a:xfrm>
        </p:grpSpPr>
        <p:sp>
          <p:nvSpPr>
            <p:cNvPr id="494" name="Google Shape;494;p64"/>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5" name="Google Shape;495;p64"/>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96" name="Google Shape;496;p64"/>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7" name="Google Shape;497;p64"/>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8" name="Google Shape;498;p64"/>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499" name="Google Shape;499;p64"/>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Thank You Picture Light Blue">
  <p:cSld name="Thank You Picture Light Blue">
    <p:bg>
      <p:bgPr>
        <a:solidFill>
          <a:schemeClr val="accent6"/>
        </a:solidFill>
        <a:effectLst/>
      </p:bgPr>
    </p:bg>
    <p:spTree>
      <p:nvGrpSpPr>
        <p:cNvPr id="1" name="Shape 500"/>
        <p:cNvGrpSpPr/>
        <p:nvPr/>
      </p:nvGrpSpPr>
      <p:grpSpPr>
        <a:xfrm>
          <a:off x="0" y="0"/>
          <a:ext cx="0" cy="0"/>
          <a:chOff x="0" y="0"/>
          <a:chExt cx="0" cy="0"/>
        </a:xfrm>
      </p:grpSpPr>
      <p:sp>
        <p:nvSpPr>
          <p:cNvPr id="501" name="Google Shape;501;p65"/>
          <p:cNvSpPr txBox="1">
            <a:spLocks noGrp="1"/>
          </p:cNvSpPr>
          <p:nvPr>
            <p:ph type="title"/>
          </p:nvPr>
        </p:nvSpPr>
        <p:spPr>
          <a:xfrm>
            <a:off x="407988" y="1412876"/>
            <a:ext cx="5543996" cy="302423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2" name="Google Shape;502;p65"/>
          <p:cNvSpPr txBox="1">
            <a:spLocks noGrp="1"/>
          </p:cNvSpPr>
          <p:nvPr>
            <p:ph type="subTitle" idx="1"/>
          </p:nvPr>
        </p:nvSpPr>
        <p:spPr>
          <a:xfrm>
            <a:off x="407988" y="4581128"/>
            <a:ext cx="5543996" cy="1440260"/>
          </a:xfrm>
          <a:prstGeom prst="rect">
            <a:avLst/>
          </a:prstGeom>
          <a:noFill/>
          <a:ln>
            <a:noFill/>
          </a:ln>
        </p:spPr>
        <p:txBody>
          <a:bodyPr spcFirstLastPara="1" wrap="square" lIns="0" tIns="0" rIns="0" bIns="0" anchor="b" anchorCtr="0">
            <a:noAutofit/>
          </a:bodyPr>
          <a:lstStyle>
            <a:lvl1pPr lvl="0" algn="l">
              <a:lnSpc>
                <a:spcPct val="100000"/>
              </a:lnSpc>
              <a:spcBef>
                <a:spcPts val="200"/>
              </a:spcBef>
              <a:spcAft>
                <a:spcPts val="0"/>
              </a:spcAft>
              <a:buClr>
                <a:schemeClr val="lt1"/>
              </a:buClr>
              <a:buSzPts val="1800"/>
              <a:buFont typeface="Arial"/>
              <a:buNone/>
              <a:defRPr sz="1800" b="0">
                <a:solidFill>
                  <a:schemeClr val="lt1"/>
                </a:solidFill>
              </a:defRPr>
            </a:lvl1pPr>
            <a:lvl2pPr lvl="1" algn="ctr">
              <a:lnSpc>
                <a:spcPct val="120000"/>
              </a:lnSpc>
              <a:spcBef>
                <a:spcPts val="600"/>
              </a:spcBef>
              <a:spcAft>
                <a:spcPts val="0"/>
              </a:spcAft>
              <a:buClr>
                <a:schemeClr val="accent2"/>
              </a:buClr>
              <a:buSzPts val="2000"/>
              <a:buNone/>
              <a:defRPr sz="2000"/>
            </a:lvl2pPr>
            <a:lvl3pPr lvl="2" algn="ctr">
              <a:lnSpc>
                <a:spcPct val="120000"/>
              </a:lnSpc>
              <a:spcBef>
                <a:spcPts val="600"/>
              </a:spcBef>
              <a:spcAft>
                <a:spcPts val="0"/>
              </a:spcAft>
              <a:buClr>
                <a:schemeClr val="accent2"/>
              </a:buClr>
              <a:buSzPts val="1800"/>
              <a:buNone/>
              <a:defRPr sz="1800"/>
            </a:lvl3pPr>
            <a:lvl4pPr lvl="3" algn="ctr">
              <a:lnSpc>
                <a:spcPct val="120000"/>
              </a:lnSpc>
              <a:spcBef>
                <a:spcPts val="600"/>
              </a:spcBef>
              <a:spcAft>
                <a:spcPts val="0"/>
              </a:spcAft>
              <a:buClr>
                <a:schemeClr val="accent2"/>
              </a:buClr>
              <a:buSzPts val="1600"/>
              <a:buNone/>
              <a:defRPr sz="1600"/>
            </a:lvl4pPr>
            <a:lvl5pPr lvl="4" algn="ctr">
              <a:lnSpc>
                <a:spcPct val="120000"/>
              </a:lnSpc>
              <a:spcBef>
                <a:spcPts val="600"/>
              </a:spcBef>
              <a:spcAft>
                <a:spcPts val="0"/>
              </a:spcAft>
              <a:buClr>
                <a:schemeClr val="accent2"/>
              </a:buClr>
              <a:buSzPts val="1600"/>
              <a:buNone/>
              <a:defRPr sz="1600"/>
            </a:lvl5pPr>
            <a:lvl6pPr lvl="5" algn="ctr">
              <a:lnSpc>
                <a:spcPct val="120000"/>
              </a:lnSpc>
              <a:spcBef>
                <a:spcPts val="600"/>
              </a:spcBef>
              <a:spcAft>
                <a:spcPts val="0"/>
              </a:spcAft>
              <a:buClr>
                <a:schemeClr val="accent2"/>
              </a:buClr>
              <a:buSzPts val="1600"/>
              <a:buNone/>
              <a:defRPr sz="1600"/>
            </a:lvl6pPr>
            <a:lvl7pPr lvl="6" algn="ctr">
              <a:lnSpc>
                <a:spcPct val="120000"/>
              </a:lnSpc>
              <a:spcBef>
                <a:spcPts val="600"/>
              </a:spcBef>
              <a:spcAft>
                <a:spcPts val="0"/>
              </a:spcAft>
              <a:buClr>
                <a:schemeClr val="accent2"/>
              </a:buClr>
              <a:buSzPts val="1600"/>
              <a:buNone/>
              <a:defRPr sz="1600"/>
            </a:lvl7pPr>
            <a:lvl8pPr lvl="7" algn="ctr">
              <a:lnSpc>
                <a:spcPct val="120000"/>
              </a:lnSpc>
              <a:spcBef>
                <a:spcPts val="600"/>
              </a:spcBef>
              <a:spcAft>
                <a:spcPts val="0"/>
              </a:spcAft>
              <a:buClr>
                <a:schemeClr val="accent2"/>
              </a:buClr>
              <a:buSzPts val="1600"/>
              <a:buNone/>
              <a:defRPr sz="1600"/>
            </a:lvl8pPr>
            <a:lvl9pPr lvl="8" algn="ctr">
              <a:lnSpc>
                <a:spcPct val="120000"/>
              </a:lnSpc>
              <a:spcBef>
                <a:spcPts val="600"/>
              </a:spcBef>
              <a:spcAft>
                <a:spcPts val="0"/>
              </a:spcAft>
              <a:buClr>
                <a:schemeClr val="accent2"/>
              </a:buClr>
              <a:buSzPts val="1600"/>
              <a:buNone/>
              <a:defRPr sz="1600"/>
            </a:lvl9pPr>
          </a:lstStyle>
          <a:p>
            <a:endParaRPr/>
          </a:p>
        </p:txBody>
      </p:sp>
      <p:grpSp>
        <p:nvGrpSpPr>
          <p:cNvPr id="503" name="Google Shape;503;p65"/>
          <p:cNvGrpSpPr/>
          <p:nvPr/>
        </p:nvGrpSpPr>
        <p:grpSpPr>
          <a:xfrm>
            <a:off x="407988" y="576000"/>
            <a:ext cx="1130400" cy="437949"/>
            <a:chOff x="2389188" y="1992313"/>
            <a:chExt cx="7424738" cy="2876551"/>
          </a:xfrm>
        </p:grpSpPr>
        <p:sp>
          <p:nvSpPr>
            <p:cNvPr id="504" name="Google Shape;504;p65"/>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5" name="Google Shape;505;p65"/>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06" name="Google Shape;506;p65"/>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7" name="Google Shape;507;p65"/>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8" name="Google Shape;508;p65"/>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509" name="Google Shape;509;p65"/>
          <p:cNvSpPr>
            <a:spLocks noGrp="1"/>
          </p:cNvSpPr>
          <p:nvPr>
            <p:ph type="pic" idx="2"/>
          </p:nvPr>
        </p:nvSpPr>
        <p:spPr>
          <a:xfrm>
            <a:off x="6206870" y="0"/>
            <a:ext cx="5985131" cy="6858000"/>
          </a:xfrm>
          <a:prstGeom prst="rect">
            <a:avLst/>
          </a:prstGeom>
          <a:solidFill>
            <a:schemeClr val="lt2"/>
          </a:solidFill>
          <a:ln>
            <a:noFill/>
          </a:ln>
        </p:spPr>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Logo Yellow">
  <p:cSld name="Logo Yellow">
    <p:spTree>
      <p:nvGrpSpPr>
        <p:cNvPr id="1" name="Shape 510"/>
        <p:cNvGrpSpPr/>
        <p:nvPr/>
      </p:nvGrpSpPr>
      <p:grpSpPr>
        <a:xfrm>
          <a:off x="0" y="0"/>
          <a:ext cx="0" cy="0"/>
          <a:chOff x="0" y="0"/>
          <a:chExt cx="0" cy="0"/>
        </a:xfrm>
      </p:grpSpPr>
      <p:sp>
        <p:nvSpPr>
          <p:cNvPr id="511" name="Google Shape;511;p66"/>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2" name="Google Shape;512;p66"/>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3" name="Google Shape;513;p66"/>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grpSp>
        <p:nvGrpSpPr>
          <p:cNvPr id="514" name="Google Shape;514;p66"/>
          <p:cNvGrpSpPr/>
          <p:nvPr/>
        </p:nvGrpSpPr>
        <p:grpSpPr>
          <a:xfrm>
            <a:off x="4237590" y="2709000"/>
            <a:ext cx="3716820" cy="1440000"/>
            <a:chOff x="2389188" y="1992313"/>
            <a:chExt cx="7424738" cy="2876551"/>
          </a:xfrm>
        </p:grpSpPr>
        <p:sp>
          <p:nvSpPr>
            <p:cNvPr id="515" name="Google Shape;515;p66"/>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6" name="Google Shape;516;p66"/>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Logo Blue">
  <p:cSld name="Logo Blue">
    <p:bg>
      <p:bgPr>
        <a:solidFill>
          <a:schemeClr val="accent2"/>
        </a:solidFill>
        <a:effectLst/>
      </p:bgPr>
    </p:bg>
    <p:spTree>
      <p:nvGrpSpPr>
        <p:cNvPr id="1" name="Shape 517"/>
        <p:cNvGrpSpPr/>
        <p:nvPr/>
      </p:nvGrpSpPr>
      <p:grpSpPr>
        <a:xfrm>
          <a:off x="0" y="0"/>
          <a:ext cx="0" cy="0"/>
          <a:chOff x="0" y="0"/>
          <a:chExt cx="0" cy="0"/>
        </a:xfrm>
      </p:grpSpPr>
      <p:sp>
        <p:nvSpPr>
          <p:cNvPr id="518" name="Google Shape;518;p6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9" name="Google Shape;519;p67"/>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0" name="Google Shape;520;p6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grpSp>
        <p:nvGrpSpPr>
          <p:cNvPr id="521" name="Google Shape;521;p67"/>
          <p:cNvGrpSpPr/>
          <p:nvPr/>
        </p:nvGrpSpPr>
        <p:grpSpPr>
          <a:xfrm>
            <a:off x="4237590" y="2709000"/>
            <a:ext cx="3716820" cy="1440000"/>
            <a:chOff x="2389188" y="1992313"/>
            <a:chExt cx="7424738" cy="2876551"/>
          </a:xfrm>
        </p:grpSpPr>
        <p:sp>
          <p:nvSpPr>
            <p:cNvPr id="522" name="Google Shape;522;p67"/>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3" name="Google Shape;523;p67"/>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Logo Light Blue">
  <p:cSld name="Logo Light Blue">
    <p:bg>
      <p:bgPr>
        <a:solidFill>
          <a:schemeClr val="accent6"/>
        </a:solidFill>
        <a:effectLst/>
      </p:bgPr>
    </p:bg>
    <p:spTree>
      <p:nvGrpSpPr>
        <p:cNvPr id="1" name="Shape 524"/>
        <p:cNvGrpSpPr/>
        <p:nvPr/>
      </p:nvGrpSpPr>
      <p:grpSpPr>
        <a:xfrm>
          <a:off x="0" y="0"/>
          <a:ext cx="0" cy="0"/>
          <a:chOff x="0" y="0"/>
          <a:chExt cx="0" cy="0"/>
        </a:xfrm>
      </p:grpSpPr>
      <p:sp>
        <p:nvSpPr>
          <p:cNvPr id="525" name="Google Shape;525;p6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6" name="Google Shape;526;p6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7" name="Google Shape;527;p68"/>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buNone/>
              <a:defRPr sz="600" b="0" cap="none">
                <a:latin typeface="Arial"/>
                <a:ea typeface="Arial"/>
                <a:cs typeface="Arial"/>
                <a:sym typeface="Arial"/>
              </a:defRPr>
            </a:lvl1pPr>
            <a:lvl2pPr marL="0" lvl="1" indent="0" algn="ctr">
              <a:spcBef>
                <a:spcPts val="0"/>
              </a:spcBef>
              <a:buNone/>
              <a:defRPr sz="600" b="0" cap="none">
                <a:latin typeface="Arial"/>
                <a:ea typeface="Arial"/>
                <a:cs typeface="Arial"/>
                <a:sym typeface="Arial"/>
              </a:defRPr>
            </a:lvl2pPr>
            <a:lvl3pPr marL="0" lvl="2" indent="0" algn="ctr">
              <a:spcBef>
                <a:spcPts val="0"/>
              </a:spcBef>
              <a:buNone/>
              <a:defRPr sz="600" b="0" cap="none">
                <a:latin typeface="Arial"/>
                <a:ea typeface="Arial"/>
                <a:cs typeface="Arial"/>
                <a:sym typeface="Arial"/>
              </a:defRPr>
            </a:lvl3pPr>
            <a:lvl4pPr marL="0" lvl="3" indent="0" algn="ctr">
              <a:spcBef>
                <a:spcPts val="0"/>
              </a:spcBef>
              <a:buNone/>
              <a:defRPr sz="600" b="0" cap="none">
                <a:latin typeface="Arial"/>
                <a:ea typeface="Arial"/>
                <a:cs typeface="Arial"/>
                <a:sym typeface="Arial"/>
              </a:defRPr>
            </a:lvl4pPr>
            <a:lvl5pPr marL="0" lvl="4" indent="0" algn="ctr">
              <a:spcBef>
                <a:spcPts val="0"/>
              </a:spcBef>
              <a:buNone/>
              <a:defRPr sz="600" b="0" cap="none">
                <a:latin typeface="Arial"/>
                <a:ea typeface="Arial"/>
                <a:cs typeface="Arial"/>
                <a:sym typeface="Arial"/>
              </a:defRPr>
            </a:lvl5pPr>
            <a:lvl6pPr marL="0" lvl="5" indent="0" algn="ctr">
              <a:spcBef>
                <a:spcPts val="0"/>
              </a:spcBef>
              <a:buNone/>
              <a:defRPr sz="600" b="0" cap="none">
                <a:latin typeface="Arial"/>
                <a:ea typeface="Arial"/>
                <a:cs typeface="Arial"/>
                <a:sym typeface="Arial"/>
              </a:defRPr>
            </a:lvl6pPr>
            <a:lvl7pPr marL="0" lvl="6" indent="0" algn="ctr">
              <a:spcBef>
                <a:spcPts val="0"/>
              </a:spcBef>
              <a:buNone/>
              <a:defRPr sz="600" b="0" cap="none">
                <a:latin typeface="Arial"/>
                <a:ea typeface="Arial"/>
                <a:cs typeface="Arial"/>
                <a:sym typeface="Arial"/>
              </a:defRPr>
            </a:lvl7pPr>
            <a:lvl8pPr marL="0" lvl="7" indent="0" algn="ctr">
              <a:spcBef>
                <a:spcPts val="0"/>
              </a:spcBef>
              <a:buNone/>
              <a:defRPr sz="600" b="0" cap="none">
                <a:latin typeface="Arial"/>
                <a:ea typeface="Arial"/>
                <a:cs typeface="Arial"/>
                <a:sym typeface="Arial"/>
              </a:defRPr>
            </a:lvl8pPr>
            <a:lvl9pPr marL="0" lvl="8" indent="0" algn="ctr">
              <a:spcBef>
                <a:spcPts val="0"/>
              </a:spcBef>
              <a:buNone/>
              <a:defRPr sz="600" b="0" cap="none">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grpSp>
        <p:nvGrpSpPr>
          <p:cNvPr id="528" name="Google Shape;528;p68"/>
          <p:cNvGrpSpPr/>
          <p:nvPr/>
        </p:nvGrpSpPr>
        <p:grpSpPr>
          <a:xfrm>
            <a:off x="4237590" y="2709000"/>
            <a:ext cx="3716820" cy="1440000"/>
            <a:chOff x="2389188" y="1992313"/>
            <a:chExt cx="7424738" cy="2876551"/>
          </a:xfrm>
        </p:grpSpPr>
        <p:sp>
          <p:nvSpPr>
            <p:cNvPr id="529" name="Google Shape;529;p68"/>
            <p:cNvSpPr/>
            <p:nvPr/>
          </p:nvSpPr>
          <p:spPr>
            <a:xfrm>
              <a:off x="2424113" y="4270376"/>
              <a:ext cx="7361238" cy="598488"/>
            </a:xfrm>
            <a:custGeom>
              <a:avLst/>
              <a:gdLst/>
              <a:ahLst/>
              <a:cxnLst/>
              <a:rect l="l" t="t" r="r" b="b"/>
              <a:pathLst>
                <a:path w="4637" h="753" extrusionOk="0">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68"/>
            <p:cNvSpPr/>
            <p:nvPr/>
          </p:nvSpPr>
          <p:spPr>
            <a:xfrm>
              <a:off x="2389188" y="1992313"/>
              <a:ext cx="7424738" cy="1890713"/>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Section Header Blue">
  <p:cSld name="1_Section Header Blue">
    <p:bg>
      <p:bgPr>
        <a:solidFill>
          <a:schemeClr val="accent2"/>
        </a:solidFill>
        <a:effectLst/>
      </p:bgPr>
    </p:bg>
    <p:spTree>
      <p:nvGrpSpPr>
        <p:cNvPr id="1" name="Shape 531"/>
        <p:cNvGrpSpPr/>
        <p:nvPr/>
      </p:nvGrpSpPr>
      <p:grpSpPr>
        <a:xfrm>
          <a:off x="0" y="0"/>
          <a:ext cx="0" cy="0"/>
          <a:chOff x="0" y="0"/>
          <a:chExt cx="0" cy="0"/>
        </a:xfrm>
      </p:grpSpPr>
      <p:sp>
        <p:nvSpPr>
          <p:cNvPr id="532" name="Google Shape;532;p69"/>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1400"/>
              <a:buFont typeface="Arial"/>
              <a:buNone/>
              <a:defRPr>
                <a:solidFill>
                  <a:schemeClr val="lt1"/>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533" name="Google Shape;533;p69"/>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1400"/>
              <a:buFont typeface="Arial"/>
              <a:buNone/>
              <a:defRPr>
                <a:solidFill>
                  <a:schemeClr val="lt1"/>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534" name="Google Shape;534;p69"/>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1pPr>
            <a:lvl2pPr marL="0" lvl="1"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2pPr>
            <a:lvl3pPr marL="0" lvl="2"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3pPr>
            <a:lvl4pPr marL="0" lvl="3"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4pPr>
            <a:lvl5pPr marL="0" lvl="4"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5pPr>
            <a:lvl6pPr marL="0" lvl="5"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6pPr>
            <a:lvl7pPr marL="0" lvl="6"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7pPr>
            <a:lvl8pPr marL="0" lvl="7"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8pPr>
            <a:lvl9pPr marL="0" lvl="8" indent="0" algn="ctr">
              <a:lnSpc>
                <a:spcPct val="100000"/>
              </a:lnSpc>
              <a:spcBef>
                <a:spcPts val="0"/>
              </a:spcBef>
              <a:spcAft>
                <a:spcPts val="0"/>
              </a:spcAft>
              <a:buClr>
                <a:schemeClr val="accent2"/>
              </a:buClr>
              <a:buSzPts val="450"/>
              <a:buFont typeface="Arial"/>
              <a:buNone/>
              <a:defRPr sz="450" b="0" i="0" u="none" strike="noStrike"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535" name="Google Shape;535;p69"/>
          <p:cNvSpPr txBox="1">
            <a:spLocks noGrp="1"/>
          </p:cNvSpPr>
          <p:nvPr>
            <p:ph type="title"/>
          </p:nvPr>
        </p:nvSpPr>
        <p:spPr>
          <a:xfrm>
            <a:off x="407989"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6" name="Google Shape;536;p69"/>
          <p:cNvSpPr txBox="1">
            <a:spLocks noGrp="1"/>
          </p:cNvSpPr>
          <p:nvPr>
            <p:ph type="subTitle" idx="1"/>
          </p:nvPr>
        </p:nvSpPr>
        <p:spPr>
          <a:xfrm>
            <a:off x="407989"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150"/>
              </a:spcBef>
              <a:spcAft>
                <a:spcPts val="0"/>
              </a:spcAft>
              <a:buClr>
                <a:schemeClr val="lt1"/>
              </a:buClr>
              <a:buSzPts val="1350"/>
              <a:buFont typeface="Arial"/>
              <a:buNone/>
              <a:defRPr sz="1350" b="0">
                <a:solidFill>
                  <a:schemeClr val="lt1"/>
                </a:solidFill>
              </a:defRPr>
            </a:lvl1pPr>
            <a:lvl2pPr lvl="1" algn="ctr">
              <a:lnSpc>
                <a:spcPct val="120000"/>
              </a:lnSpc>
              <a:spcBef>
                <a:spcPts val="450"/>
              </a:spcBef>
              <a:spcAft>
                <a:spcPts val="0"/>
              </a:spcAft>
              <a:buClr>
                <a:schemeClr val="accent2"/>
              </a:buClr>
              <a:buSzPts val="1500"/>
              <a:buNone/>
              <a:defRPr sz="1500"/>
            </a:lvl2pPr>
            <a:lvl3pPr lvl="2" algn="ctr">
              <a:lnSpc>
                <a:spcPct val="120000"/>
              </a:lnSpc>
              <a:spcBef>
                <a:spcPts val="450"/>
              </a:spcBef>
              <a:spcAft>
                <a:spcPts val="0"/>
              </a:spcAft>
              <a:buClr>
                <a:schemeClr val="accent2"/>
              </a:buClr>
              <a:buSzPts val="1350"/>
              <a:buNone/>
              <a:defRPr sz="1350"/>
            </a:lvl3pPr>
            <a:lvl4pPr lvl="3" algn="ctr">
              <a:lnSpc>
                <a:spcPct val="120000"/>
              </a:lnSpc>
              <a:spcBef>
                <a:spcPts val="450"/>
              </a:spcBef>
              <a:spcAft>
                <a:spcPts val="0"/>
              </a:spcAft>
              <a:buClr>
                <a:schemeClr val="accent2"/>
              </a:buClr>
              <a:buSzPts val="1200"/>
              <a:buNone/>
              <a:defRPr sz="1200"/>
            </a:lvl4pPr>
            <a:lvl5pPr lvl="4" algn="ctr">
              <a:lnSpc>
                <a:spcPct val="120000"/>
              </a:lnSpc>
              <a:spcBef>
                <a:spcPts val="450"/>
              </a:spcBef>
              <a:spcAft>
                <a:spcPts val="0"/>
              </a:spcAft>
              <a:buClr>
                <a:schemeClr val="accent2"/>
              </a:buClr>
              <a:buSzPts val="1200"/>
              <a:buNone/>
              <a:defRPr sz="1200"/>
            </a:lvl5pPr>
            <a:lvl6pPr lvl="5" algn="ctr">
              <a:lnSpc>
                <a:spcPct val="120000"/>
              </a:lnSpc>
              <a:spcBef>
                <a:spcPts val="450"/>
              </a:spcBef>
              <a:spcAft>
                <a:spcPts val="0"/>
              </a:spcAft>
              <a:buClr>
                <a:schemeClr val="accent2"/>
              </a:buClr>
              <a:buSzPts val="1200"/>
              <a:buNone/>
              <a:defRPr sz="1200"/>
            </a:lvl6pPr>
            <a:lvl7pPr lvl="6" algn="ctr">
              <a:lnSpc>
                <a:spcPct val="120000"/>
              </a:lnSpc>
              <a:spcBef>
                <a:spcPts val="450"/>
              </a:spcBef>
              <a:spcAft>
                <a:spcPts val="0"/>
              </a:spcAft>
              <a:buClr>
                <a:schemeClr val="accent2"/>
              </a:buClr>
              <a:buSzPts val="1200"/>
              <a:buNone/>
              <a:defRPr sz="1200"/>
            </a:lvl7pPr>
            <a:lvl8pPr lvl="7" algn="ctr">
              <a:lnSpc>
                <a:spcPct val="120000"/>
              </a:lnSpc>
              <a:spcBef>
                <a:spcPts val="450"/>
              </a:spcBef>
              <a:spcAft>
                <a:spcPts val="0"/>
              </a:spcAft>
              <a:buClr>
                <a:schemeClr val="accent2"/>
              </a:buClr>
              <a:buSzPts val="1200"/>
              <a:buNone/>
              <a:defRPr sz="1200"/>
            </a:lvl8pPr>
            <a:lvl9pPr lvl="8" algn="ctr">
              <a:lnSpc>
                <a:spcPct val="120000"/>
              </a:lnSpc>
              <a:spcBef>
                <a:spcPts val="450"/>
              </a:spcBef>
              <a:spcAft>
                <a:spcPts val="0"/>
              </a:spcAft>
              <a:buClr>
                <a:schemeClr val="accent2"/>
              </a:buClr>
              <a:buSzPts val="1200"/>
              <a:buNone/>
              <a:defRPr sz="1200"/>
            </a:lvl9pPr>
          </a:lstStyle>
          <a:p>
            <a:endParaRPr/>
          </a:p>
        </p:txBody>
      </p:sp>
      <p:sp>
        <p:nvSpPr>
          <p:cNvPr id="537" name="Google Shape;537;p69"/>
          <p:cNvSpPr/>
          <p:nvPr/>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Agenda Picture">
    <p:bg>
      <p:bgPr>
        <a:solidFill>
          <a:srgbClr val="E6EBEF"/>
        </a:solidFill>
        <a:effectLst/>
      </p:bgPr>
    </p:bg>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C16098F8-3FAD-BA6F-7BA1-B5B4702D1484}"/>
              </a:ext>
            </a:extLst>
          </p:cNvPr>
          <p:cNvSpPr>
            <a:spLocks noGrp="1"/>
          </p:cNvSpPr>
          <p:nvPr>
            <p:ph type="pic" sz="quarter" idx="2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pattFill prst="pct5">
            <a:fgClr>
              <a:schemeClr val="bg2">
                <a:lumMod val="90000"/>
              </a:schemeClr>
            </a:fgClr>
            <a:bgClr>
              <a:schemeClr val="bg1"/>
            </a:bgClr>
          </a:patt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407989" y="548680"/>
            <a:ext cx="5543995" cy="1008112"/>
          </a:xfrm>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5" name="Text Placeholder 2">
            <a:extLst>
              <a:ext uri="{FF2B5EF4-FFF2-40B4-BE49-F238E27FC236}">
                <a16:creationId xmlns:a16="http://schemas.microsoft.com/office/drawing/2014/main" id="{FB5209D2-7FA0-BFCC-99FC-52224133B0EC}"/>
              </a:ext>
            </a:extLst>
          </p:cNvPr>
          <p:cNvSpPr>
            <a:spLocks noGrp="1"/>
          </p:cNvSpPr>
          <p:nvPr>
            <p:ph type="body" sz="quarter" idx="24"/>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10324608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cSld name="1_Section Header Picture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C063513-7BD0-4105-A58E-B0FD4ACB312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9" y="3140968"/>
            <a:ext cx="6408092"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Freeform: Shape 1">
            <a:extLst>
              <a:ext uri="{FF2B5EF4-FFF2-40B4-BE49-F238E27FC236}">
                <a16:creationId xmlns:a16="http://schemas.microsoft.com/office/drawing/2014/main" id="{87E7FB48-1618-3E93-EF78-2EAE52CB0855}"/>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8" name="Picture Placeholder 7">
            <a:extLst>
              <a:ext uri="{FF2B5EF4-FFF2-40B4-BE49-F238E27FC236}">
                <a16:creationId xmlns:a16="http://schemas.microsoft.com/office/drawing/2014/main" id="{09AFA7A2-E5E3-B23A-5B28-80BF6335E9A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5DA44438-2C44-74CA-00B5-2AC54E313B58}"/>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5680237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1_Content and Highligh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5801"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0731F-9916-473B-AC82-AC8750A47D63}" type="datetime3">
              <a:rPr lang="en-US" smtClean="0"/>
              <a:t>1 October 2026</a:t>
            </a:fld>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407988" y="1844675"/>
            <a:ext cx="360045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443799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1FCC4-6C64-4D24-BD7C-02101CE88F46}"/>
              </a:ext>
            </a:extLst>
          </p:cNvPr>
          <p:cNvSpPr>
            <a:spLocks noGrp="1"/>
          </p:cNvSpPr>
          <p:nvPr>
            <p:ph type="title"/>
          </p:nvPr>
        </p:nvSpPr>
        <p:spPr>
          <a:xfrm>
            <a:off x="557387" y="836712"/>
            <a:ext cx="5736664" cy="492443"/>
          </a:xfrm>
        </p:spPr>
        <p:txBody>
          <a:bodyPr wrap="square">
            <a:spAutoFit/>
          </a:bodyPr>
          <a:lstStyle/>
          <a:p>
            <a:r>
              <a:rPr lang="en-US"/>
              <a:t>Click to edit Master title style</a:t>
            </a:r>
          </a:p>
        </p:txBody>
      </p:sp>
      <p:sp>
        <p:nvSpPr>
          <p:cNvPr id="3" name="Slide Number Placeholder 2">
            <a:extLst>
              <a:ext uri="{FF2B5EF4-FFF2-40B4-BE49-F238E27FC236}">
                <a16:creationId xmlns:a16="http://schemas.microsoft.com/office/drawing/2014/main" id="{08BCEE01-E430-41D8-B4F6-350EF2913D4A}"/>
              </a:ext>
            </a:extLst>
          </p:cNvPr>
          <p:cNvSpPr>
            <a:spLocks noGrp="1"/>
          </p:cNvSpPr>
          <p:nvPr>
            <p:ph type="sldNum" idx="10"/>
          </p:nvPr>
        </p:nvSpPr>
        <p:spPr/>
        <p:txBody>
          <a:bodyPr/>
          <a:lstStyle/>
          <a:p>
            <a:pPr marL="0" lvl="0" indent="0" algn="ctr" rtl="0">
              <a:spcBef>
                <a:spcPts val="0"/>
              </a:spcBef>
              <a:spcAft>
                <a:spcPts val="0"/>
              </a:spcAft>
              <a:buNone/>
            </a:pPr>
            <a:fld id="{00000000-1234-1234-1234-123412341234}" type="slidenum">
              <a:rPr lang="en-GB" smtClean="0"/>
              <a:t>‹#›</a:t>
            </a:fld>
            <a:endParaRPr lang="en-GB"/>
          </a:p>
        </p:txBody>
      </p:sp>
      <p:sp>
        <p:nvSpPr>
          <p:cNvPr id="4" name="Date Placeholder 3">
            <a:extLst>
              <a:ext uri="{FF2B5EF4-FFF2-40B4-BE49-F238E27FC236}">
                <a16:creationId xmlns:a16="http://schemas.microsoft.com/office/drawing/2014/main" id="{FCABC6A5-1882-4A5F-804D-3FAC65204D51}"/>
              </a:ext>
            </a:extLst>
          </p:cNvPr>
          <p:cNvSpPr>
            <a:spLocks noGrp="1"/>
          </p:cNvSpPr>
          <p:nvPr>
            <p:ph type="dt" idx="11"/>
          </p:nvPr>
        </p:nvSpPr>
        <p:spPr/>
        <p:txBody>
          <a:bodyPr/>
          <a:lstStyle/>
          <a:p>
            <a:endParaRPr lang="en-US"/>
          </a:p>
        </p:txBody>
      </p:sp>
      <p:sp>
        <p:nvSpPr>
          <p:cNvPr id="5" name="Footer Placeholder 4">
            <a:extLst>
              <a:ext uri="{FF2B5EF4-FFF2-40B4-BE49-F238E27FC236}">
                <a16:creationId xmlns:a16="http://schemas.microsoft.com/office/drawing/2014/main" id="{2CD19E36-D9DE-4227-83F3-CBADF7F269FB}"/>
              </a:ext>
            </a:extLst>
          </p:cNvPr>
          <p:cNvSpPr>
            <a:spLocks noGrp="1"/>
          </p:cNvSpPr>
          <p:nvPr>
            <p:ph type="ftr" idx="12"/>
          </p:nvPr>
        </p:nvSpPr>
        <p:spPr/>
        <p:txBody>
          <a:bodyPr/>
          <a:lstStyle/>
          <a:p>
            <a:endParaRPr lang="en-US"/>
          </a:p>
        </p:txBody>
      </p:sp>
      <p:sp>
        <p:nvSpPr>
          <p:cNvPr id="7" name="Freeform: Shape 6">
            <a:extLst>
              <a:ext uri="{FF2B5EF4-FFF2-40B4-BE49-F238E27FC236}">
                <a16:creationId xmlns:a16="http://schemas.microsoft.com/office/drawing/2014/main" id="{44922BE3-2368-44B8-A5DD-31D52AA5638C}"/>
              </a:ext>
            </a:extLst>
          </p:cNvPr>
          <p:cNvSpPr/>
          <p:nvPr userDrawn="1"/>
        </p:nvSpPr>
        <p:spPr bwMode="auto">
          <a:xfrm rot="3120450">
            <a:off x="7006575" y="128700"/>
            <a:ext cx="8362191" cy="3906060"/>
          </a:xfrm>
          <a:custGeom>
            <a:avLst/>
            <a:gdLst>
              <a:gd name="connsiteX0" fmla="*/ 0 w 8051803"/>
              <a:gd name="connsiteY0" fmla="*/ 3906060 h 3906060"/>
              <a:gd name="connsiteX1" fmla="*/ 3050925 w 8051803"/>
              <a:gd name="connsiteY1" fmla="*/ 0 h 3906060"/>
              <a:gd name="connsiteX2" fmla="*/ 8051803 w 8051803"/>
              <a:gd name="connsiteY2" fmla="*/ 3906060 h 3906060"/>
            </a:gdLst>
            <a:ahLst/>
            <a:cxnLst>
              <a:cxn ang="0">
                <a:pos x="connsiteX0" y="connsiteY0"/>
              </a:cxn>
              <a:cxn ang="0">
                <a:pos x="connsiteX1" y="connsiteY1"/>
              </a:cxn>
              <a:cxn ang="0">
                <a:pos x="connsiteX2" y="connsiteY2"/>
              </a:cxn>
            </a:cxnLst>
            <a:rect l="l" t="t" r="r" b="b"/>
            <a:pathLst>
              <a:path w="8051803" h="3906060">
                <a:moveTo>
                  <a:pt x="0" y="3906060"/>
                </a:moveTo>
                <a:lnTo>
                  <a:pt x="3050925" y="0"/>
                </a:lnTo>
                <a:lnTo>
                  <a:pt x="8051803" y="3906060"/>
                </a:lnTo>
                <a:close/>
              </a:path>
            </a:pathLst>
          </a:custGeom>
          <a:solidFill>
            <a:srgbClr val="5D7CA7"/>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8" name="Freeform: Shape 7">
            <a:extLst>
              <a:ext uri="{FF2B5EF4-FFF2-40B4-BE49-F238E27FC236}">
                <a16:creationId xmlns:a16="http://schemas.microsoft.com/office/drawing/2014/main" id="{B4597D82-807D-4539-A665-25A855669861}"/>
              </a:ext>
            </a:extLst>
          </p:cNvPr>
          <p:cNvSpPr/>
          <p:nvPr userDrawn="1"/>
        </p:nvSpPr>
        <p:spPr bwMode="auto">
          <a:xfrm rot="3120450">
            <a:off x="7269779" y="17544"/>
            <a:ext cx="8051803" cy="3906060"/>
          </a:xfrm>
          <a:custGeom>
            <a:avLst/>
            <a:gdLst>
              <a:gd name="connsiteX0" fmla="*/ 0 w 8051803"/>
              <a:gd name="connsiteY0" fmla="*/ 3906060 h 3906060"/>
              <a:gd name="connsiteX1" fmla="*/ 3050925 w 8051803"/>
              <a:gd name="connsiteY1" fmla="*/ 0 h 3906060"/>
              <a:gd name="connsiteX2" fmla="*/ 8051803 w 8051803"/>
              <a:gd name="connsiteY2" fmla="*/ 3906060 h 3906060"/>
            </a:gdLst>
            <a:ahLst/>
            <a:cxnLst>
              <a:cxn ang="0">
                <a:pos x="connsiteX0" y="connsiteY0"/>
              </a:cxn>
              <a:cxn ang="0">
                <a:pos x="connsiteX1" y="connsiteY1"/>
              </a:cxn>
              <a:cxn ang="0">
                <a:pos x="connsiteX2" y="connsiteY2"/>
              </a:cxn>
            </a:cxnLst>
            <a:rect l="l" t="t" r="r" b="b"/>
            <a:pathLst>
              <a:path w="8051803" h="3906060">
                <a:moveTo>
                  <a:pt x="0" y="3906060"/>
                </a:moveTo>
                <a:lnTo>
                  <a:pt x="3050925" y="0"/>
                </a:lnTo>
                <a:lnTo>
                  <a:pt x="8051803" y="3906060"/>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Tree>
    <p:extLst>
      <p:ext uri="{BB962C8B-B14F-4D97-AF65-F5344CB8AC3E}">
        <p14:creationId xmlns:p14="http://schemas.microsoft.com/office/powerpoint/2010/main" val="4351543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marR="0" lvl="0" indent="0" algn="ctr" rtl="0">
              <a:spcBef>
                <a:spcPts val="0"/>
              </a:spcBef>
              <a:buNone/>
              <a:defRPr sz="600" b="0" i="0" u="none" strike="noStrike" cap="none">
                <a:solidFill>
                  <a:schemeClr val="accent2"/>
                </a:solidFill>
                <a:latin typeface="Arial"/>
                <a:ea typeface="Arial"/>
                <a:cs typeface="Arial"/>
                <a:sym typeface="Arial"/>
              </a:defRPr>
            </a:lvl1pPr>
            <a:lvl2pPr marL="0" marR="0" lvl="1" indent="0" algn="ctr" rtl="0">
              <a:spcBef>
                <a:spcPts val="0"/>
              </a:spcBef>
              <a:buNone/>
              <a:defRPr sz="600" b="0" i="0" u="none" strike="noStrike" cap="none">
                <a:solidFill>
                  <a:schemeClr val="accent2"/>
                </a:solidFill>
                <a:latin typeface="Arial"/>
                <a:ea typeface="Arial"/>
                <a:cs typeface="Arial"/>
                <a:sym typeface="Arial"/>
              </a:defRPr>
            </a:lvl2pPr>
            <a:lvl3pPr marL="0" marR="0" lvl="2" indent="0" algn="ctr" rtl="0">
              <a:spcBef>
                <a:spcPts val="0"/>
              </a:spcBef>
              <a:buNone/>
              <a:defRPr sz="600" b="0" i="0" u="none" strike="noStrike" cap="none">
                <a:solidFill>
                  <a:schemeClr val="accent2"/>
                </a:solidFill>
                <a:latin typeface="Arial"/>
                <a:ea typeface="Arial"/>
                <a:cs typeface="Arial"/>
                <a:sym typeface="Arial"/>
              </a:defRPr>
            </a:lvl3pPr>
            <a:lvl4pPr marL="0" marR="0" lvl="3" indent="0" algn="ctr" rtl="0">
              <a:spcBef>
                <a:spcPts val="0"/>
              </a:spcBef>
              <a:buNone/>
              <a:defRPr sz="600" b="0" i="0" u="none" strike="noStrike" cap="none">
                <a:solidFill>
                  <a:schemeClr val="accent2"/>
                </a:solidFill>
                <a:latin typeface="Arial"/>
                <a:ea typeface="Arial"/>
                <a:cs typeface="Arial"/>
                <a:sym typeface="Arial"/>
              </a:defRPr>
            </a:lvl4pPr>
            <a:lvl5pPr marL="0" marR="0" lvl="4" indent="0" algn="ctr" rtl="0">
              <a:spcBef>
                <a:spcPts val="0"/>
              </a:spcBef>
              <a:buNone/>
              <a:defRPr sz="600" b="0" i="0" u="none" strike="noStrike" cap="none">
                <a:solidFill>
                  <a:schemeClr val="accent2"/>
                </a:solidFill>
                <a:latin typeface="Arial"/>
                <a:ea typeface="Arial"/>
                <a:cs typeface="Arial"/>
                <a:sym typeface="Arial"/>
              </a:defRPr>
            </a:lvl5pPr>
            <a:lvl6pPr marL="0" marR="0" lvl="5" indent="0" algn="ctr" rtl="0">
              <a:spcBef>
                <a:spcPts val="0"/>
              </a:spcBef>
              <a:buNone/>
              <a:defRPr sz="600" b="0" i="0" u="none" strike="noStrike" cap="none">
                <a:solidFill>
                  <a:schemeClr val="accent2"/>
                </a:solidFill>
                <a:latin typeface="Arial"/>
                <a:ea typeface="Arial"/>
                <a:cs typeface="Arial"/>
                <a:sym typeface="Arial"/>
              </a:defRPr>
            </a:lvl6pPr>
            <a:lvl7pPr marL="0" marR="0" lvl="6" indent="0" algn="ctr" rtl="0">
              <a:spcBef>
                <a:spcPts val="0"/>
              </a:spcBef>
              <a:buNone/>
              <a:defRPr sz="600" b="0" i="0" u="none" strike="noStrike" cap="none">
                <a:solidFill>
                  <a:schemeClr val="accent2"/>
                </a:solidFill>
                <a:latin typeface="Arial"/>
                <a:ea typeface="Arial"/>
                <a:cs typeface="Arial"/>
                <a:sym typeface="Arial"/>
              </a:defRPr>
            </a:lvl7pPr>
            <a:lvl8pPr marL="0" marR="0" lvl="7" indent="0" algn="ctr" rtl="0">
              <a:spcBef>
                <a:spcPts val="0"/>
              </a:spcBef>
              <a:buNone/>
              <a:defRPr sz="600" b="0" i="0" u="none" strike="noStrike" cap="none">
                <a:solidFill>
                  <a:schemeClr val="accent2"/>
                </a:solidFill>
                <a:latin typeface="Arial"/>
                <a:ea typeface="Arial"/>
                <a:cs typeface="Arial"/>
                <a:sym typeface="Arial"/>
              </a:defRPr>
            </a:lvl8pPr>
            <a:lvl9pPr marL="0" marR="0" lvl="8" indent="0" algn="ctr" rtl="0">
              <a:spcBef>
                <a:spcPts val="0"/>
              </a:spcBef>
              <a:buNone/>
              <a:defRPr sz="600" b="0" i="0" u="none" strike="noStrike" cap="none">
                <a:solidFill>
                  <a:schemeClr val="accent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
        <p:nvSpPr>
          <p:cNvPr id="11" name="Google Shape;11;p11"/>
          <p:cNvSpPr txBox="1">
            <a:spLocks noGrp="1"/>
          </p:cNvSpPr>
          <p:nvPr>
            <p:ph type="title"/>
          </p:nvPr>
        </p:nvSpPr>
        <p:spPr>
          <a:xfrm>
            <a:off x="407989" y="548680"/>
            <a:ext cx="11376024" cy="1008112"/>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2"/>
              </a:buClr>
              <a:buSzPts val="3200"/>
              <a:buFont typeface="Arial"/>
              <a:buNone/>
              <a:defRPr sz="3200" b="1" i="0" u="none" strike="noStrike" cap="none">
                <a:solidFill>
                  <a:schemeClr val="accent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1"/>
          <p:cNvSpPr txBox="1">
            <a:spLocks noGrp="1"/>
          </p:cNvSpPr>
          <p:nvPr>
            <p:ph type="body" idx="1"/>
          </p:nvPr>
        </p:nvSpPr>
        <p:spPr>
          <a:xfrm>
            <a:off x="407988" y="1844823"/>
            <a:ext cx="11376025" cy="4176565"/>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600"/>
              </a:spcBef>
              <a:spcAft>
                <a:spcPts val="0"/>
              </a:spcAft>
              <a:buClr>
                <a:schemeClr val="accent2"/>
              </a:buClr>
              <a:buSzPts val="180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20000"/>
              </a:lnSpc>
              <a:spcBef>
                <a:spcPts val="600"/>
              </a:spcBef>
              <a:spcAft>
                <a:spcPts val="0"/>
              </a:spcAft>
              <a:buClr>
                <a:schemeClr val="accent2"/>
              </a:buClr>
              <a:buSzPts val="1800"/>
              <a:buFont typeface="Arial"/>
              <a:buChar char="•"/>
              <a:defRPr sz="1800" b="0" i="0" u="none" strike="noStrike" cap="none">
                <a:solidFill>
                  <a:schemeClr val="accent2"/>
                </a:solidFill>
                <a:latin typeface="Arial"/>
                <a:ea typeface="Arial"/>
                <a:cs typeface="Arial"/>
                <a:sym typeface="Arial"/>
              </a:defRPr>
            </a:lvl2pPr>
            <a:lvl3pPr marL="1371600" marR="0" lvl="2" indent="-330200" algn="l" rtl="0">
              <a:lnSpc>
                <a:spcPct val="120000"/>
              </a:lnSpc>
              <a:spcBef>
                <a:spcPts val="600"/>
              </a:spcBef>
              <a:spcAft>
                <a:spcPts val="0"/>
              </a:spcAft>
              <a:buClr>
                <a:schemeClr val="accent2"/>
              </a:buClr>
              <a:buSzPts val="1600"/>
              <a:buFont typeface="Arial"/>
              <a:buChar char="•"/>
              <a:defRPr sz="1600" b="0" i="0" u="none" strike="noStrike" cap="none">
                <a:solidFill>
                  <a:schemeClr val="accent2"/>
                </a:solidFill>
                <a:latin typeface="Arial"/>
                <a:ea typeface="Arial"/>
                <a:cs typeface="Arial"/>
                <a:sym typeface="Arial"/>
              </a:defRPr>
            </a:lvl3pPr>
            <a:lvl4pPr marL="1828800" marR="0" lvl="3" indent="-330200" algn="l" rtl="0">
              <a:lnSpc>
                <a:spcPct val="120000"/>
              </a:lnSpc>
              <a:spcBef>
                <a:spcPts val="600"/>
              </a:spcBef>
              <a:spcAft>
                <a:spcPts val="0"/>
              </a:spcAft>
              <a:buClr>
                <a:schemeClr val="accent2"/>
              </a:buClr>
              <a:buSzPts val="1600"/>
              <a:buFont typeface="Arial"/>
              <a:buChar char="•"/>
              <a:defRPr sz="1600" b="0" i="0" u="none" strike="noStrike" cap="none">
                <a:solidFill>
                  <a:schemeClr val="accent2"/>
                </a:solidFill>
                <a:latin typeface="Arial"/>
                <a:ea typeface="Arial"/>
                <a:cs typeface="Arial"/>
                <a:sym typeface="Arial"/>
              </a:defRPr>
            </a:lvl4pPr>
            <a:lvl5pPr marL="2286000" marR="0" lvl="4"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5pPr>
            <a:lvl6pPr marL="2743200" marR="0" lvl="5"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6pPr>
            <a:lvl7pPr marL="3200400" marR="0" lvl="6"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7pPr>
            <a:lvl8pPr marL="3657600" marR="0" lvl="7"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8pPr>
            <a:lvl9pPr marL="4114800" marR="0" lvl="8" indent="-317500" algn="l" rtl="0">
              <a:lnSpc>
                <a:spcPct val="120000"/>
              </a:lnSpc>
              <a:spcBef>
                <a:spcPts val="600"/>
              </a:spcBef>
              <a:spcAft>
                <a:spcPts val="0"/>
              </a:spcAft>
              <a:buClr>
                <a:schemeClr val="accent2"/>
              </a:buClr>
              <a:buSzPts val="14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13" name="Google Shape;13;p11"/>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600" b="0" i="0" u="none" strike="noStrike" cap="none">
                <a:solidFill>
                  <a:schemeClr val="accen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1"/>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600" b="0" i="0" u="none" strike="noStrike" cap="none">
                <a:solidFill>
                  <a:schemeClr val="accen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11"/>
          <p:cNvSpPr/>
          <p:nvPr/>
        </p:nvSpPr>
        <p:spPr>
          <a:xfrm>
            <a:off x="10646502" y="6236625"/>
            <a:ext cx="1130962"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8" r:id="rId16"/>
    <p:sldLayoutId id="2147483669" r:id="rId17"/>
    <p:sldLayoutId id="2147483670" r:id="rId18"/>
    <p:sldLayoutId id="2147483671" r:id="rId19"/>
    <p:sldLayoutId id="2147483672" r:id="rId20"/>
    <p:sldLayoutId id="2147483673" r:id="rId21"/>
    <p:sldLayoutId id="2147483674" r:id="rId22"/>
    <p:sldLayoutId id="2147483675" r:id="rId23"/>
    <p:sldLayoutId id="2147483676" r:id="rId24"/>
    <p:sldLayoutId id="2147483677" r:id="rId25"/>
    <p:sldLayoutId id="2147483678" r:id="rId26"/>
    <p:sldLayoutId id="2147483679" r:id="rId27"/>
    <p:sldLayoutId id="2147483680" r:id="rId28"/>
    <p:sldLayoutId id="2147483681" r:id="rId29"/>
    <p:sldLayoutId id="2147483682" r:id="rId30"/>
    <p:sldLayoutId id="2147483683" r:id="rId31"/>
    <p:sldLayoutId id="2147483684" r:id="rId32"/>
    <p:sldLayoutId id="2147483685" r:id="rId33"/>
    <p:sldLayoutId id="2147483686" r:id="rId34"/>
    <p:sldLayoutId id="2147483687" r:id="rId35"/>
    <p:sldLayoutId id="2147483688" r:id="rId36"/>
    <p:sldLayoutId id="2147483689"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703" r:id="rId51"/>
    <p:sldLayoutId id="2147483704" r:id="rId52"/>
    <p:sldLayoutId id="2147483705" r:id="rId53"/>
    <p:sldLayoutId id="2147483706" r:id="rId54"/>
    <p:sldLayoutId id="2147483707" r:id="rId55"/>
    <p:sldLayoutId id="2147483708" r:id="rId56"/>
    <p:sldLayoutId id="2147483710" r:id="rId57"/>
    <p:sldLayoutId id="2147483711" r:id="rId58"/>
  </p:sldLayoutIdLst>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55.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11" name="Rectangle 10">
            <a:extLst>
              <a:ext uri="{FF2B5EF4-FFF2-40B4-BE49-F238E27FC236}">
                <a16:creationId xmlns:a16="http://schemas.microsoft.com/office/drawing/2014/main" id="{7F15F2E0-2963-48E0-84B6-539D34E4EDC2}"/>
              </a:ext>
            </a:extLst>
          </p:cNvPr>
          <p:cNvSpPr/>
          <p:nvPr/>
        </p:nvSpPr>
        <p:spPr bwMode="auto">
          <a:xfrm>
            <a:off x="0" y="2456892"/>
            <a:ext cx="7608168" cy="1944216"/>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A165B7CF-2C43-4EB0-96BD-4AED632DDBE7}"/>
              </a:ext>
            </a:extLst>
          </p:cNvPr>
          <p:cNvSpPr/>
          <p:nvPr/>
        </p:nvSpPr>
        <p:spPr bwMode="auto">
          <a:xfrm>
            <a:off x="0" y="2456892"/>
            <a:ext cx="70338" cy="1944216"/>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42" name="Google Shape;542;p1"/>
          <p:cNvSpPr txBox="1">
            <a:spLocks noGrp="1"/>
          </p:cNvSpPr>
          <p:nvPr>
            <p:ph type="title"/>
          </p:nvPr>
        </p:nvSpPr>
        <p:spPr>
          <a:xfrm>
            <a:off x="571500" y="2721150"/>
            <a:ext cx="6408092" cy="1354217"/>
          </a:xfrm>
          <a:prstGeom prst="rect">
            <a:avLst/>
          </a:prstGeom>
          <a:noFill/>
          <a:ln>
            <a:noFill/>
          </a:ln>
        </p:spPr>
        <p:txBody>
          <a:bodyPr spcFirstLastPara="1" vert="horz" wrap="square" lIns="0" tIns="0" rIns="0" bIns="0" rtlCol="0" anchor="b" anchorCtr="0">
            <a:spAutoFit/>
          </a:bodyPr>
          <a:lstStyle/>
          <a:p>
            <a:pPr>
              <a:buSzPts val="4100"/>
            </a:pPr>
            <a:r>
              <a:rPr lang="en-US" sz="4400" dirty="0"/>
              <a:t>Health and Safety during a Response</a:t>
            </a:r>
            <a:endParaRPr lang="en-GB" sz="4400" dirty="0"/>
          </a:p>
        </p:txBody>
      </p:sp>
      <p:pic>
        <p:nvPicPr>
          <p:cNvPr id="8" name="Picture Placeholder 7">
            <a:extLst>
              <a:ext uri="{FF2B5EF4-FFF2-40B4-BE49-F238E27FC236}">
                <a16:creationId xmlns:a16="http://schemas.microsoft.com/office/drawing/2014/main" id="{BAFFEC8C-4273-4FF8-A54D-6131F06DBBF6}"/>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5879976" y="0"/>
            <a:ext cx="6312024" cy="6858000"/>
          </a:xfrm>
          <a:ln w="38100">
            <a:solidFill>
              <a:schemeClr val="bg1"/>
            </a:solid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38180-D45B-F132-130A-0596A1A770C4}"/>
              </a:ext>
            </a:extLst>
          </p:cNvPr>
          <p:cNvSpPr>
            <a:spLocks noGrp="1"/>
          </p:cNvSpPr>
          <p:nvPr>
            <p:ph type="title"/>
          </p:nvPr>
        </p:nvSpPr>
        <p:spPr>
          <a:xfrm>
            <a:off x="537491" y="1183063"/>
            <a:ext cx="5543995" cy="984885"/>
          </a:xfrm>
        </p:spPr>
        <p:txBody>
          <a:bodyPr>
            <a:spAutoFit/>
          </a:bodyPr>
          <a:lstStyle/>
          <a:p>
            <a:r>
              <a:rPr lang="en-US" sz="3200" dirty="0"/>
              <a:t>Health and Safety during a Response</a:t>
            </a:r>
            <a:endParaRPr lang="en-GB" dirty="0"/>
          </a:p>
        </p:txBody>
      </p:sp>
      <p:sp>
        <p:nvSpPr>
          <p:cNvPr id="3" name="Date Placeholder 2">
            <a:extLst>
              <a:ext uri="{FF2B5EF4-FFF2-40B4-BE49-F238E27FC236}">
                <a16:creationId xmlns:a16="http://schemas.microsoft.com/office/drawing/2014/main" id="{EDEFCC5D-E676-754E-1FC6-3D3E83A383D2}"/>
              </a:ext>
            </a:extLst>
          </p:cNvPr>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5" name="Slide Number Placeholder 4">
            <a:extLst>
              <a:ext uri="{FF2B5EF4-FFF2-40B4-BE49-F238E27FC236}">
                <a16:creationId xmlns:a16="http://schemas.microsoft.com/office/drawing/2014/main" id="{84423494-B9BD-A765-E194-4C79CDF1CF7D}"/>
              </a:ext>
            </a:extLst>
          </p:cNvPr>
          <p:cNvSpPr>
            <a:spLocks noGrp="1"/>
          </p:cNvSpPr>
          <p:nvPr>
            <p:ph type="sldNum" sz="quarter" idx="12"/>
          </p:nvPr>
        </p:nvSpPr>
        <p:spPr/>
        <p:txBody>
          <a:bodyPr/>
          <a:lstStyle/>
          <a:p>
            <a:fld id="{5B16D1FE-3A35-41BA-8EBE-413702045235}" type="slidenum">
              <a:rPr lang="en-US" smtClean="0"/>
              <a:pPr/>
              <a:t>2</a:t>
            </a:fld>
            <a:endParaRPr lang="en-US" dirty="0"/>
          </a:p>
        </p:txBody>
      </p:sp>
      <p:sp>
        <p:nvSpPr>
          <p:cNvPr id="6" name="Text Placeholder 5">
            <a:extLst>
              <a:ext uri="{FF2B5EF4-FFF2-40B4-BE49-F238E27FC236}">
                <a16:creationId xmlns:a16="http://schemas.microsoft.com/office/drawing/2014/main" id="{83612422-C49A-15AA-9B4A-92F9E5AFC824}"/>
              </a:ext>
            </a:extLst>
          </p:cNvPr>
          <p:cNvSpPr>
            <a:spLocks noGrp="1"/>
          </p:cNvSpPr>
          <p:nvPr>
            <p:ph type="body" sz="quarter" idx="13"/>
          </p:nvPr>
        </p:nvSpPr>
        <p:spPr>
          <a:xfrm>
            <a:off x="1110707" y="3205868"/>
            <a:ext cx="6335123" cy="276999"/>
          </a:xfrm>
        </p:spPr>
        <p:txBody>
          <a:bodyPr wrap="square">
            <a:spAutoFit/>
          </a:bodyPr>
          <a:lstStyle/>
          <a:p>
            <a:r>
              <a:rPr lang="en-GB" sz="1800" b="0" i="0" u="none" strike="noStrike" dirty="0">
                <a:solidFill>
                  <a:srgbClr val="002F5F"/>
                </a:solidFill>
                <a:effectLst/>
                <a:latin typeface="+mn-lt"/>
              </a:rPr>
              <a:t>Recognise the potential hazards on a spill</a:t>
            </a:r>
            <a:endParaRPr lang="en-GB" dirty="0">
              <a:solidFill>
                <a:srgbClr val="002F5F"/>
              </a:solidFill>
              <a:latin typeface="+mn-lt"/>
            </a:endParaRPr>
          </a:p>
        </p:txBody>
      </p:sp>
      <p:sp>
        <p:nvSpPr>
          <p:cNvPr id="7" name="Text Placeholder 6">
            <a:extLst>
              <a:ext uri="{FF2B5EF4-FFF2-40B4-BE49-F238E27FC236}">
                <a16:creationId xmlns:a16="http://schemas.microsoft.com/office/drawing/2014/main" id="{5C2901CA-A2E8-F85B-662A-C5D9E9F97C7F}"/>
              </a:ext>
            </a:extLst>
          </p:cNvPr>
          <p:cNvSpPr>
            <a:spLocks noGrp="1"/>
          </p:cNvSpPr>
          <p:nvPr>
            <p:ph type="body" sz="quarter" idx="14"/>
          </p:nvPr>
        </p:nvSpPr>
        <p:spPr>
          <a:xfrm>
            <a:off x="555920" y="3128367"/>
            <a:ext cx="432000" cy="432000"/>
          </a:xfrm>
        </p:spPr>
        <p:txBody>
          <a:bodyPr/>
          <a:lstStyle/>
          <a:p>
            <a:r>
              <a:rPr lang="en-GB" dirty="0"/>
              <a:t>1</a:t>
            </a:r>
          </a:p>
        </p:txBody>
      </p:sp>
      <p:sp>
        <p:nvSpPr>
          <p:cNvPr id="8" name="Text Placeholder 7">
            <a:extLst>
              <a:ext uri="{FF2B5EF4-FFF2-40B4-BE49-F238E27FC236}">
                <a16:creationId xmlns:a16="http://schemas.microsoft.com/office/drawing/2014/main" id="{E46C2235-417A-F054-BCC5-A37210CE6A17}"/>
              </a:ext>
            </a:extLst>
          </p:cNvPr>
          <p:cNvSpPr>
            <a:spLocks noGrp="1"/>
          </p:cNvSpPr>
          <p:nvPr>
            <p:ph type="body" sz="quarter" idx="15"/>
          </p:nvPr>
        </p:nvSpPr>
        <p:spPr>
          <a:xfrm>
            <a:off x="555920" y="3863057"/>
            <a:ext cx="432000" cy="432000"/>
          </a:xfrm>
        </p:spPr>
        <p:txBody>
          <a:bodyPr/>
          <a:lstStyle/>
          <a:p>
            <a:r>
              <a:rPr lang="en-GB" dirty="0"/>
              <a:t>2</a:t>
            </a:r>
          </a:p>
        </p:txBody>
      </p:sp>
      <p:sp>
        <p:nvSpPr>
          <p:cNvPr id="9" name="Text Placeholder 8">
            <a:extLst>
              <a:ext uri="{FF2B5EF4-FFF2-40B4-BE49-F238E27FC236}">
                <a16:creationId xmlns:a16="http://schemas.microsoft.com/office/drawing/2014/main" id="{AA59FF4E-0DBC-6FA7-0CE5-000B3C392CE2}"/>
              </a:ext>
            </a:extLst>
          </p:cNvPr>
          <p:cNvSpPr>
            <a:spLocks noGrp="1"/>
          </p:cNvSpPr>
          <p:nvPr>
            <p:ph type="body" sz="quarter" idx="16"/>
          </p:nvPr>
        </p:nvSpPr>
        <p:spPr>
          <a:xfrm>
            <a:off x="555920" y="4583137"/>
            <a:ext cx="432000" cy="432000"/>
          </a:xfrm>
        </p:spPr>
        <p:txBody>
          <a:bodyPr/>
          <a:lstStyle/>
          <a:p>
            <a:r>
              <a:rPr lang="en-GB" dirty="0"/>
              <a:t>3</a:t>
            </a:r>
          </a:p>
        </p:txBody>
      </p:sp>
      <p:sp>
        <p:nvSpPr>
          <p:cNvPr id="12" name="Text Placeholder 11">
            <a:extLst>
              <a:ext uri="{FF2B5EF4-FFF2-40B4-BE49-F238E27FC236}">
                <a16:creationId xmlns:a16="http://schemas.microsoft.com/office/drawing/2014/main" id="{F7D4A129-BC27-BFFC-EA57-B8FDDCBFA0FD}"/>
              </a:ext>
            </a:extLst>
          </p:cNvPr>
          <p:cNvSpPr>
            <a:spLocks noGrp="1"/>
          </p:cNvSpPr>
          <p:nvPr>
            <p:ph type="body" sz="quarter" idx="19"/>
          </p:nvPr>
        </p:nvSpPr>
        <p:spPr>
          <a:xfrm>
            <a:off x="1110708" y="3940558"/>
            <a:ext cx="4968552" cy="276999"/>
          </a:xfrm>
        </p:spPr>
        <p:txBody>
          <a:bodyPr>
            <a:spAutoFit/>
          </a:bodyPr>
          <a:lstStyle/>
          <a:p>
            <a:r>
              <a:rPr lang="en-US" dirty="0">
                <a:sym typeface="Arial" charset="0"/>
              </a:rPr>
              <a:t>Understand the key elements of a safety plan</a:t>
            </a:r>
          </a:p>
        </p:txBody>
      </p:sp>
      <p:sp>
        <p:nvSpPr>
          <p:cNvPr id="13" name="Text Placeholder 12">
            <a:extLst>
              <a:ext uri="{FF2B5EF4-FFF2-40B4-BE49-F238E27FC236}">
                <a16:creationId xmlns:a16="http://schemas.microsoft.com/office/drawing/2014/main" id="{AA524D6C-3B2C-E5AF-7E54-EC2F866458FD}"/>
              </a:ext>
            </a:extLst>
          </p:cNvPr>
          <p:cNvSpPr>
            <a:spLocks noGrp="1"/>
          </p:cNvSpPr>
          <p:nvPr>
            <p:ph type="body" sz="quarter" idx="20"/>
          </p:nvPr>
        </p:nvSpPr>
        <p:spPr>
          <a:xfrm>
            <a:off x="1110707" y="4660638"/>
            <a:ext cx="7390742" cy="553998"/>
          </a:xfrm>
        </p:spPr>
        <p:txBody>
          <a:bodyPr wrap="square">
            <a:spAutoFit/>
          </a:bodyPr>
          <a:lstStyle/>
          <a:p>
            <a:r>
              <a:rPr lang="en-GB" sz="1800" b="0" i="0" u="none" strike="noStrike" dirty="0">
                <a:solidFill>
                  <a:srgbClr val="002F5F"/>
                </a:solidFill>
                <a:effectLst/>
                <a:latin typeface="+mn-lt"/>
              </a:rPr>
              <a:t>Understand the health and safety aspects of oil spill response</a:t>
            </a:r>
            <a:r>
              <a:rPr lang="en-GB" dirty="0">
                <a:solidFill>
                  <a:srgbClr val="002F5F"/>
                </a:solidFill>
                <a:latin typeface="+mn-lt"/>
              </a:rPr>
              <a:t> </a:t>
            </a:r>
            <a:r>
              <a:rPr lang="en-GB" sz="1800" b="0" i="0" u="none" strike="noStrike" dirty="0">
                <a:solidFill>
                  <a:srgbClr val="002F5F"/>
                </a:solidFill>
                <a:effectLst/>
                <a:latin typeface="+mn-lt"/>
              </a:rPr>
              <a:t>Identify areas of risk</a:t>
            </a:r>
            <a:r>
              <a:rPr lang="en-GB" dirty="0">
                <a:solidFill>
                  <a:srgbClr val="002F5F"/>
                </a:solidFill>
                <a:latin typeface="+mn-lt"/>
              </a:rPr>
              <a:t> </a:t>
            </a:r>
          </a:p>
        </p:txBody>
      </p:sp>
      <p:pic>
        <p:nvPicPr>
          <p:cNvPr id="14" name="Picture Placeholder 13">
            <a:extLst>
              <a:ext uri="{FF2B5EF4-FFF2-40B4-BE49-F238E27FC236}">
                <a16:creationId xmlns:a16="http://schemas.microsoft.com/office/drawing/2014/main" id="{EA2AB876-8A5A-4263-98B4-615BCD50653D}"/>
              </a:ext>
            </a:extLst>
          </p:cNvPr>
          <p:cNvPicPr>
            <a:picLocks noGrp="1" noChangeAspect="1"/>
          </p:cNvPicPr>
          <p:nvPr>
            <p:ph type="pic" sz="quarter" idx="23"/>
          </p:nvPr>
        </p:nvPicPr>
        <p:blipFill rotWithShape="1">
          <a:blip r:embed="rId3" cstate="email">
            <a:extLst>
              <a:ext uri="{28A0092B-C50C-407E-A947-70E740481C1C}">
                <a14:useLocalDpi xmlns:a14="http://schemas.microsoft.com/office/drawing/2010/main"/>
              </a:ext>
            </a:extLst>
          </a:blip>
          <a:srcRect/>
          <a:stretch/>
        </p:blipFill>
        <p:spPr/>
      </p:pic>
      <p:pic>
        <p:nvPicPr>
          <p:cNvPr id="19" name="Picture 18" descr="A blue letter on a black background&#10;&#10;Description automatically generated">
            <a:extLst>
              <a:ext uri="{FF2B5EF4-FFF2-40B4-BE49-F238E27FC236}">
                <a16:creationId xmlns:a16="http://schemas.microsoft.com/office/drawing/2014/main" id="{75B3B56A-3C7C-B1FD-F89E-7D77D97DAF9A}"/>
              </a:ext>
            </a:extLst>
          </p:cNvPr>
          <p:cNvPicPr>
            <a:picLocks noChangeAspect="1"/>
          </p:cNvPicPr>
          <p:nvPr/>
        </p:nvPicPr>
        <p:blipFill>
          <a:blip r:embed="rId4" cstate="email">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10683549" y="6225979"/>
            <a:ext cx="1194054" cy="310698"/>
          </a:xfrm>
          <a:prstGeom prst="rect">
            <a:avLst/>
          </a:prstGeom>
        </p:spPr>
      </p:pic>
      <p:sp>
        <p:nvSpPr>
          <p:cNvPr id="18" name="Google Shape;571;p16">
            <a:extLst>
              <a:ext uri="{FF2B5EF4-FFF2-40B4-BE49-F238E27FC236}">
                <a16:creationId xmlns:a16="http://schemas.microsoft.com/office/drawing/2014/main" id="{A00FA8F2-1191-43A0-9103-B5E40C6BB19B}"/>
              </a:ext>
            </a:extLst>
          </p:cNvPr>
          <p:cNvSpPr txBox="1">
            <a:spLocks/>
          </p:cNvSpPr>
          <p:nvPr/>
        </p:nvSpPr>
        <p:spPr>
          <a:xfrm>
            <a:off x="537491" y="2396905"/>
            <a:ext cx="3383755" cy="369332"/>
          </a:xfrm>
          <a:prstGeom prst="rect">
            <a:avLst/>
          </a:prstGeom>
          <a:noFill/>
          <a:ln>
            <a:noFill/>
          </a:ln>
        </p:spPr>
        <p:txBody>
          <a:bodyPr spcFirstLastPara="1" vert="horz" wrap="square" lIns="0" tIns="0" rIns="0" bIns="0" rtlCol="0" anchor="t" anchorCtr="0">
            <a:spAutoFit/>
          </a:bodyPr>
          <a:lstStyle>
            <a:lvl1pPr marL="0" indent="0" algn="l" defTabSz="914400" rtl="0" eaLnBrk="1" latinLnBrk="0" hangingPunct="1">
              <a:lnSpc>
                <a:spcPct val="100000"/>
              </a:lnSpc>
              <a:spcBef>
                <a:spcPts val="200"/>
              </a:spcBef>
              <a:buFontTx/>
              <a:buNone/>
              <a:defRPr sz="1800" b="0" kern="1200">
                <a:solidFill>
                  <a:schemeClr val="bg1"/>
                </a:solidFill>
                <a:latin typeface="+mn-lt"/>
                <a:ea typeface="+mn-ea"/>
                <a:cs typeface="+mn-cs"/>
              </a:defRPr>
            </a:lvl1pPr>
            <a:lvl2pPr marL="457200" indent="0" algn="ctr" defTabSz="914400" rtl="0" eaLnBrk="1" latinLnBrk="0" hangingPunct="1">
              <a:lnSpc>
                <a:spcPct val="120000"/>
              </a:lnSpc>
              <a:spcBef>
                <a:spcPts val="600"/>
              </a:spcBef>
              <a:buFont typeface="Arial" panose="020B0604020202020204" pitchFamily="34" charset="0"/>
              <a:buNone/>
              <a:defRPr sz="2000" kern="1200">
                <a:solidFill>
                  <a:schemeClr val="accent2"/>
                </a:solidFill>
                <a:latin typeface="+mn-lt"/>
                <a:ea typeface="+mn-ea"/>
                <a:cs typeface="+mn-cs"/>
              </a:defRPr>
            </a:lvl2pPr>
            <a:lvl3pPr marL="914400" indent="0" algn="ctr" defTabSz="914400" rtl="0" eaLnBrk="1" latinLnBrk="0" hangingPunct="1">
              <a:lnSpc>
                <a:spcPct val="120000"/>
              </a:lnSpc>
              <a:spcBef>
                <a:spcPts val="600"/>
              </a:spcBef>
              <a:buFont typeface="Arial" panose="020B0604020202020204" pitchFamily="34" charset="0"/>
              <a:buNone/>
              <a:defRPr sz="1800" kern="1200">
                <a:solidFill>
                  <a:schemeClr val="accent2"/>
                </a:solidFill>
                <a:latin typeface="+mn-lt"/>
                <a:ea typeface="+mn-ea"/>
                <a:cs typeface="+mn-cs"/>
              </a:defRPr>
            </a:lvl3pPr>
            <a:lvl4pPr marL="1371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4pPr>
            <a:lvl5pPr marL="18288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5pPr>
            <a:lvl6pPr marL="22860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6pPr>
            <a:lvl7pPr marL="27432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7pPr>
            <a:lvl8pPr marL="32004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8pPr>
            <a:lvl9pPr marL="3657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9pPr>
          </a:lstStyle>
          <a:p>
            <a:pPr>
              <a:spcBef>
                <a:spcPts val="0"/>
              </a:spcBef>
              <a:buSzPts val="1300"/>
            </a:pPr>
            <a:r>
              <a:rPr lang="en-US" sz="2400" dirty="0">
                <a:solidFill>
                  <a:srgbClr val="002F5F"/>
                </a:solidFill>
              </a:rPr>
              <a:t>Objectives</a:t>
            </a:r>
          </a:p>
        </p:txBody>
      </p:sp>
    </p:spTree>
    <p:extLst>
      <p:ext uri="{BB962C8B-B14F-4D97-AF65-F5344CB8AC3E}">
        <p14:creationId xmlns:p14="http://schemas.microsoft.com/office/powerpoint/2010/main" val="158916583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
          <p:cNvSpPr/>
          <p:nvPr/>
        </p:nvSpPr>
        <p:spPr>
          <a:xfrm>
            <a:off x="0" y="2261327"/>
            <a:ext cx="12192000" cy="2880469"/>
          </a:xfrm>
          <a:prstGeom prst="rect">
            <a:avLst/>
          </a:prstGeom>
          <a:gradFill>
            <a:gsLst>
              <a:gs pos="0">
                <a:srgbClr val="002F5F">
                  <a:alpha val="9803"/>
                </a:srgbClr>
              </a:gs>
              <a:gs pos="50000">
                <a:srgbClr val="002F5F">
                  <a:alpha val="0"/>
                </a:srgbClr>
              </a:gs>
              <a:gs pos="100000">
                <a:srgbClr val="002F5F">
                  <a:alpha val="9803"/>
                </a:srgbClr>
              </a:gs>
            </a:gsLst>
            <a:lin ang="0" scaled="0"/>
          </a:gra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68" name="Google Shape;568;p3"/>
          <p:cNvSpPr/>
          <p:nvPr/>
        </p:nvSpPr>
        <p:spPr>
          <a:xfrm>
            <a:off x="1304637" y="382334"/>
            <a:ext cx="9399876" cy="5447964"/>
          </a:xfrm>
          <a:prstGeom prst="rect">
            <a:avLst/>
          </a:prstGeom>
          <a:solidFill>
            <a:schemeClr val="lt1"/>
          </a:solidFill>
          <a:ln>
            <a:noFill/>
          </a:ln>
          <a:effectLst>
            <a:outerShdw blurRad="317500" sx="102000" sy="102000" algn="ctr" rotWithShape="0">
              <a:srgbClr val="000000">
                <a:alpha val="3921"/>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69" name="Google Shape;569;p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a:t>6 MAY 2024</a:t>
            </a:r>
            <a:endParaRPr/>
          </a:p>
        </p:txBody>
      </p:sp>
      <p:sp>
        <p:nvSpPr>
          <p:cNvPr id="570" name="Google Shape;570;p3"/>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GB"/>
              <a:t>3</a:t>
            </a:fld>
            <a:endParaRPr/>
          </a:p>
        </p:txBody>
      </p:sp>
      <p:pic>
        <p:nvPicPr>
          <p:cNvPr id="571" name="Google Shape;571;p3" descr="A diagram of a risk management&#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487488" y="603512"/>
            <a:ext cx="9001000" cy="506306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6"/>
          <p:cNvSpPr txBox="1">
            <a:spLocks noGrp="1"/>
          </p:cNvSpPr>
          <p:nvPr>
            <p:ph type="dt" sz="half" idx="10"/>
          </p:nvPr>
        </p:nvSpPr>
        <p:spPr>
          <a:prstGeom prst="rect">
            <a:avLst/>
          </a:prstGeom>
          <a:noFill/>
          <a:ln>
            <a:noFill/>
          </a:ln>
        </p:spPr>
        <p:txBody>
          <a:bodyPr spcFirstLastPara="1" vert="horz" wrap="square" lIns="0" tIns="0" rIns="0" bIns="0" rtlCol="0" anchor="ctr" anchorCtr="0">
            <a:noAutofit/>
          </a:bodyPr>
          <a:lstStyle/>
          <a:p>
            <a:r>
              <a:rPr lang="en-US" dirty="0"/>
              <a:t>17 JANUARY 2024</a:t>
            </a:r>
            <a:endParaRPr dirty="0"/>
          </a:p>
        </p:txBody>
      </p:sp>
      <p:sp>
        <p:nvSpPr>
          <p:cNvPr id="569" name="Google Shape;569;p16"/>
          <p:cNvSpPr>
            <a:spLocks noGrp="1"/>
          </p:cNvSpPr>
          <p:nvPr>
            <p:ph type="sldNum" sz="quarter" idx="12"/>
          </p:nvPr>
        </p:nvSpPr>
        <p:spPr>
          <a:prstGeom prst="parallelogram">
            <a:avLst>
              <a:gd name="adj" fmla="val 51419"/>
            </a:avLst>
          </a:prstGeom>
          <a:solidFill>
            <a:schemeClr val="accent1"/>
          </a:solidFill>
          <a:ln>
            <a:noFill/>
          </a:ln>
        </p:spPr>
        <p:txBody>
          <a:bodyPr spcFirstLastPara="1" vert="horz" wrap="square" lIns="0" tIns="0" rIns="0" bIns="0" rtlCol="0" anchor="ctr" anchorCtr="0">
            <a:noAutofit/>
          </a:bodyPr>
          <a:lstStyle/>
          <a:p>
            <a:fld id="{00000000-1234-1234-1234-123412341234}" type="slidenum">
              <a:rPr lang="en-US"/>
              <a:pPr/>
              <a:t>4</a:t>
            </a:fld>
            <a:endParaRPr/>
          </a:p>
        </p:txBody>
      </p:sp>
      <p:sp>
        <p:nvSpPr>
          <p:cNvPr id="570" name="Google Shape;570;p16"/>
          <p:cNvSpPr txBox="1">
            <a:spLocks noGrp="1"/>
          </p:cNvSpPr>
          <p:nvPr>
            <p:ph type="title"/>
          </p:nvPr>
        </p:nvSpPr>
        <p:spPr>
          <a:xfrm>
            <a:off x="407989" y="3212976"/>
            <a:ext cx="6408092" cy="1477328"/>
          </a:xfrm>
          <a:prstGeom prst="rect">
            <a:avLst/>
          </a:prstGeom>
          <a:noFill/>
          <a:ln>
            <a:noFill/>
          </a:ln>
        </p:spPr>
        <p:txBody>
          <a:bodyPr spcFirstLastPara="1" vert="horz" wrap="square" lIns="0" tIns="0" rIns="0" bIns="0" rtlCol="0" anchor="b" anchorCtr="0">
            <a:spAutoFit/>
          </a:bodyPr>
          <a:lstStyle/>
          <a:p>
            <a:r>
              <a:rPr lang="en-US" dirty="0"/>
              <a:t>Why do we care about safety?</a:t>
            </a:r>
          </a:p>
        </p:txBody>
      </p:sp>
      <p:sp>
        <p:nvSpPr>
          <p:cNvPr id="571" name="Google Shape;571;p16"/>
          <p:cNvSpPr txBox="1">
            <a:spLocks noGrp="1"/>
          </p:cNvSpPr>
          <p:nvPr>
            <p:ph type="subTitle" idx="1"/>
          </p:nvPr>
        </p:nvSpPr>
        <p:spPr>
          <a:xfrm>
            <a:off x="407989" y="4992274"/>
            <a:ext cx="6408092" cy="276999"/>
          </a:xfrm>
          <a:prstGeom prst="rect">
            <a:avLst/>
          </a:prstGeom>
          <a:noFill/>
          <a:ln>
            <a:noFill/>
          </a:ln>
        </p:spPr>
        <p:txBody>
          <a:bodyPr spcFirstLastPara="1" vert="horz" wrap="square" lIns="0" tIns="0" rIns="0" bIns="0" rtlCol="0" anchor="t" anchorCtr="0">
            <a:spAutoFit/>
          </a:bodyPr>
          <a:lstStyle/>
          <a:p>
            <a:pPr>
              <a:spcBef>
                <a:spcPts val="0"/>
              </a:spcBef>
              <a:buSzPts val="1300"/>
            </a:pPr>
            <a:r>
              <a:rPr lang="en-US" dirty="0"/>
              <a:t>What safety documents do we use?</a:t>
            </a:r>
          </a:p>
        </p:txBody>
      </p:sp>
      <p:pic>
        <p:nvPicPr>
          <p:cNvPr id="5" name="Picture Placeholder 4">
            <a:extLst>
              <a:ext uri="{FF2B5EF4-FFF2-40B4-BE49-F238E27FC236}">
                <a16:creationId xmlns:a16="http://schemas.microsoft.com/office/drawing/2014/main" id="{C3B5512C-CD38-4240-B8F7-AF3801461544}"/>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5203E8D-EC50-4F30-A2A7-5B2CAD97ED87}"/>
              </a:ext>
            </a:extLst>
          </p:cNvPr>
          <p:cNvSpPr>
            <a:spLocks noGrp="1"/>
          </p:cNvSpPr>
          <p:nvPr>
            <p:ph type="title"/>
          </p:nvPr>
        </p:nvSpPr>
        <p:spPr/>
        <p:txBody>
          <a:bodyPr wrap="square">
            <a:spAutoFit/>
          </a:bodyPr>
          <a:lstStyle/>
          <a:p>
            <a:r>
              <a:rPr lang="en-US" dirty="0"/>
              <a:t>Identify the Hazards</a:t>
            </a:r>
          </a:p>
        </p:txBody>
      </p:sp>
      <p:sp>
        <p:nvSpPr>
          <p:cNvPr id="14" name="Slide Number Placeholder 13">
            <a:extLst>
              <a:ext uri="{FF2B5EF4-FFF2-40B4-BE49-F238E27FC236}">
                <a16:creationId xmlns:a16="http://schemas.microsoft.com/office/drawing/2014/main" id="{6160DE35-1333-42BE-9FB7-4608BDAA0A2A}"/>
              </a:ext>
            </a:extLst>
          </p:cNvPr>
          <p:cNvSpPr>
            <a:spLocks noGrp="1"/>
          </p:cNvSpPr>
          <p:nvPr>
            <p:ph type="sldNum" idx="10"/>
          </p:nvPr>
        </p:nvSpPr>
        <p:spPr/>
        <p:txBody>
          <a:bodyPr/>
          <a:lstStyle/>
          <a:p>
            <a:fld id="{5B16D1FE-3A35-41BA-8EBE-413702045235}" type="slidenum">
              <a:rPr lang="en-US" smtClean="0"/>
              <a:pPr/>
              <a:t>5</a:t>
            </a:fld>
            <a:endParaRPr lang="en-US" dirty="0"/>
          </a:p>
        </p:txBody>
      </p:sp>
      <p:sp>
        <p:nvSpPr>
          <p:cNvPr id="12" name="Date Placeholder 11">
            <a:extLst>
              <a:ext uri="{FF2B5EF4-FFF2-40B4-BE49-F238E27FC236}">
                <a16:creationId xmlns:a16="http://schemas.microsoft.com/office/drawing/2014/main" id="{11302A0D-DD68-406C-AAC5-68D697104E85}"/>
              </a:ext>
            </a:extLst>
          </p:cNvPr>
          <p:cNvSpPr>
            <a:spLocks noGrp="1"/>
          </p:cNvSpPr>
          <p:nvPr>
            <p:ph type="dt" idx="11"/>
          </p:nvPr>
        </p:nvSpPr>
        <p:spPr/>
        <p:txBody>
          <a:bodyPr/>
          <a:lstStyle/>
          <a:p>
            <a:fld id="{AE315EC7-3CFD-4AA5-BEA7-F82871B312A9}" type="datetime3">
              <a:rPr lang="en-US" smtClean="0"/>
              <a:t>1 October 2026</a:t>
            </a:fld>
            <a:endParaRPr lang="en-US" dirty="0"/>
          </a:p>
        </p:txBody>
      </p:sp>
      <p:sp>
        <p:nvSpPr>
          <p:cNvPr id="29" name="Rectangle 28">
            <a:extLst>
              <a:ext uri="{FF2B5EF4-FFF2-40B4-BE49-F238E27FC236}">
                <a16:creationId xmlns:a16="http://schemas.microsoft.com/office/drawing/2014/main" id="{4AB65502-979C-483B-9704-B29125CC595D}"/>
              </a:ext>
            </a:extLst>
          </p:cNvPr>
          <p:cNvSpPr/>
          <p:nvPr/>
        </p:nvSpPr>
        <p:spPr bwMode="auto">
          <a:xfrm>
            <a:off x="6087916" y="1807986"/>
            <a:ext cx="5533005" cy="3318022"/>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22" name="Rectangle 21">
            <a:extLst>
              <a:ext uri="{FF2B5EF4-FFF2-40B4-BE49-F238E27FC236}">
                <a16:creationId xmlns:a16="http://schemas.microsoft.com/office/drawing/2014/main" id="{C0532B79-90B2-43D5-BE15-D6D17CC5F908}"/>
              </a:ext>
            </a:extLst>
          </p:cNvPr>
          <p:cNvSpPr/>
          <p:nvPr/>
        </p:nvSpPr>
        <p:spPr bwMode="auto">
          <a:xfrm>
            <a:off x="571079" y="1579265"/>
            <a:ext cx="4825057" cy="1849735"/>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23" name="Google Shape;571;p16">
            <a:extLst>
              <a:ext uri="{FF2B5EF4-FFF2-40B4-BE49-F238E27FC236}">
                <a16:creationId xmlns:a16="http://schemas.microsoft.com/office/drawing/2014/main" id="{4B5C73FE-C797-4197-A13A-45E32A14C4D7}"/>
              </a:ext>
            </a:extLst>
          </p:cNvPr>
          <p:cNvSpPr txBox="1">
            <a:spLocks/>
          </p:cNvSpPr>
          <p:nvPr/>
        </p:nvSpPr>
        <p:spPr>
          <a:xfrm>
            <a:off x="851948" y="2024561"/>
            <a:ext cx="4299172" cy="553998"/>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Shoreline Cleanup Scenario:</a:t>
            </a:r>
          </a:p>
          <a:p>
            <a:pPr>
              <a:spcBef>
                <a:spcPts val="0"/>
              </a:spcBef>
              <a:buSzPts val="1300"/>
            </a:pPr>
            <a:r>
              <a:rPr lang="en-US" b="1" dirty="0">
                <a:solidFill>
                  <a:srgbClr val="002F5F"/>
                </a:solidFill>
              </a:rPr>
              <a:t>Scenario: </a:t>
            </a:r>
          </a:p>
        </p:txBody>
      </p:sp>
      <p:sp>
        <p:nvSpPr>
          <p:cNvPr id="17" name="Google Shape;571;p16">
            <a:extLst>
              <a:ext uri="{FF2B5EF4-FFF2-40B4-BE49-F238E27FC236}">
                <a16:creationId xmlns:a16="http://schemas.microsoft.com/office/drawing/2014/main" id="{05B8EB1F-64EE-4409-8C58-97E2D380C7B2}"/>
              </a:ext>
            </a:extLst>
          </p:cNvPr>
          <p:cNvSpPr txBox="1">
            <a:spLocks/>
          </p:cNvSpPr>
          <p:nvPr/>
        </p:nvSpPr>
        <p:spPr>
          <a:xfrm>
            <a:off x="851948" y="1720096"/>
            <a:ext cx="1574590" cy="246221"/>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sz="1600" dirty="0">
                <a:solidFill>
                  <a:srgbClr val="002F5F"/>
                </a:solidFill>
              </a:rPr>
              <a:t>Scenario 1</a:t>
            </a:r>
          </a:p>
        </p:txBody>
      </p:sp>
      <p:sp>
        <p:nvSpPr>
          <p:cNvPr id="20" name="TextBox 19">
            <a:extLst>
              <a:ext uri="{FF2B5EF4-FFF2-40B4-BE49-F238E27FC236}">
                <a16:creationId xmlns:a16="http://schemas.microsoft.com/office/drawing/2014/main" id="{44A42DB4-964A-4551-8786-3A87E61C9880}"/>
              </a:ext>
            </a:extLst>
          </p:cNvPr>
          <p:cNvSpPr txBox="1"/>
          <p:nvPr/>
        </p:nvSpPr>
        <p:spPr>
          <a:xfrm>
            <a:off x="767408" y="2634602"/>
            <a:ext cx="3743002" cy="655244"/>
          </a:xfrm>
          <a:prstGeom prst="rect">
            <a:avLst/>
          </a:prstGeom>
          <a:noFill/>
        </p:spPr>
        <p:txBody>
          <a:bodyPr vert="horz" wrap="square" rtlCol="0">
            <a:spAutoFit/>
          </a:bodyPr>
          <a:lstStyle/>
          <a:p>
            <a:pPr marR="0" lvl="0" algn="l" defTabSz="914400" rtl="0" eaLnBrk="1" fontAlgn="auto" latinLnBrk="0" hangingPunct="1">
              <a:lnSpc>
                <a:spcPct val="114000"/>
              </a:lnSpc>
              <a:spcBef>
                <a:spcPts val="0"/>
              </a:spcBef>
              <a:spcAft>
                <a:spcPts val="900"/>
              </a:spcAft>
              <a:buClrTx/>
              <a:buSzPct val="80000"/>
              <a:tabLst/>
              <a:defRPr/>
            </a:pPr>
            <a:r>
              <a:rPr kumimoji="0" lang="en-US" sz="1100" b="0" i="0" u="none" strike="noStrike" kern="1200" cap="none" spc="0" normalizeH="0" baseline="0" noProof="0" dirty="0">
                <a:ln>
                  <a:noFill/>
                </a:ln>
                <a:effectLst/>
                <a:uLnTx/>
                <a:uFillTx/>
                <a:latin typeface="Arial"/>
                <a:ea typeface="+mn-ea"/>
                <a:cs typeface="+mn-cs"/>
              </a:rPr>
              <a:t>Workers are deployed to clean up a stretch of beach after an oil spill has contaminated the shore, using manual tools and absorbent materials.</a:t>
            </a:r>
          </a:p>
        </p:txBody>
      </p:sp>
      <p:sp>
        <p:nvSpPr>
          <p:cNvPr id="25" name="Rectangle 24">
            <a:extLst>
              <a:ext uri="{FF2B5EF4-FFF2-40B4-BE49-F238E27FC236}">
                <a16:creationId xmlns:a16="http://schemas.microsoft.com/office/drawing/2014/main" id="{0BA22B4F-42FC-41EB-A1CF-A6B163EBC71E}"/>
              </a:ext>
            </a:extLst>
          </p:cNvPr>
          <p:cNvSpPr/>
          <p:nvPr/>
        </p:nvSpPr>
        <p:spPr bwMode="auto">
          <a:xfrm>
            <a:off x="571079" y="3874296"/>
            <a:ext cx="4825057" cy="1849735"/>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26" name="Google Shape;571;p16">
            <a:extLst>
              <a:ext uri="{FF2B5EF4-FFF2-40B4-BE49-F238E27FC236}">
                <a16:creationId xmlns:a16="http://schemas.microsoft.com/office/drawing/2014/main" id="{C4E4D041-56D6-43BA-A609-EEDFDB6B89C4}"/>
              </a:ext>
            </a:extLst>
          </p:cNvPr>
          <p:cNvSpPr txBox="1">
            <a:spLocks/>
          </p:cNvSpPr>
          <p:nvPr/>
        </p:nvSpPr>
        <p:spPr>
          <a:xfrm>
            <a:off x="851948" y="4319592"/>
            <a:ext cx="4299172" cy="276999"/>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Offshore Cleanup Scenario:</a:t>
            </a:r>
          </a:p>
        </p:txBody>
      </p:sp>
      <p:sp>
        <p:nvSpPr>
          <p:cNvPr id="27" name="Google Shape;571;p16">
            <a:extLst>
              <a:ext uri="{FF2B5EF4-FFF2-40B4-BE49-F238E27FC236}">
                <a16:creationId xmlns:a16="http://schemas.microsoft.com/office/drawing/2014/main" id="{0E31DC94-D0AE-43EF-A7DF-C620B630F768}"/>
              </a:ext>
            </a:extLst>
          </p:cNvPr>
          <p:cNvSpPr txBox="1">
            <a:spLocks/>
          </p:cNvSpPr>
          <p:nvPr/>
        </p:nvSpPr>
        <p:spPr>
          <a:xfrm>
            <a:off x="851948" y="4015127"/>
            <a:ext cx="1574590" cy="246221"/>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sz="1600" dirty="0">
                <a:solidFill>
                  <a:srgbClr val="002F5F"/>
                </a:solidFill>
              </a:rPr>
              <a:t>Scenario 2</a:t>
            </a:r>
          </a:p>
        </p:txBody>
      </p:sp>
      <p:sp>
        <p:nvSpPr>
          <p:cNvPr id="28" name="TextBox 27">
            <a:extLst>
              <a:ext uri="{FF2B5EF4-FFF2-40B4-BE49-F238E27FC236}">
                <a16:creationId xmlns:a16="http://schemas.microsoft.com/office/drawing/2014/main" id="{A1D77E1B-81C7-4895-8A3A-4E1B8452E793}"/>
              </a:ext>
            </a:extLst>
          </p:cNvPr>
          <p:cNvSpPr txBox="1"/>
          <p:nvPr/>
        </p:nvSpPr>
        <p:spPr>
          <a:xfrm>
            <a:off x="767408" y="4654314"/>
            <a:ext cx="3743002" cy="655244"/>
          </a:xfrm>
          <a:prstGeom prst="rect">
            <a:avLst/>
          </a:prstGeom>
          <a:noFill/>
        </p:spPr>
        <p:txBody>
          <a:bodyPr vert="horz" wrap="square" rtlCol="0">
            <a:spAutoFit/>
          </a:bodyPr>
          <a:lstStyle/>
          <a:p>
            <a:pPr marR="0" lvl="0" algn="l" defTabSz="914400" rtl="0" eaLnBrk="1" fontAlgn="auto" latinLnBrk="0" hangingPunct="1">
              <a:lnSpc>
                <a:spcPct val="114000"/>
              </a:lnSpc>
              <a:spcBef>
                <a:spcPts val="0"/>
              </a:spcBef>
              <a:spcAft>
                <a:spcPts val="900"/>
              </a:spcAft>
              <a:buClrTx/>
              <a:buSzPct val="80000"/>
              <a:tabLst/>
              <a:defRPr/>
            </a:pPr>
            <a:r>
              <a:rPr kumimoji="0" lang="en-US" sz="1100" b="0" i="0" u="none" strike="noStrike" kern="1200" cap="none" spc="0" normalizeH="0" baseline="0" noProof="0" dirty="0">
                <a:ln>
                  <a:noFill/>
                </a:ln>
                <a:effectLst/>
                <a:uLnTx/>
                <a:uFillTx/>
                <a:latin typeface="Arial"/>
                <a:ea typeface="+mn-ea"/>
                <a:cs typeface="+mn-cs"/>
              </a:rPr>
              <a:t>Crews are working on boats and using skimmers and booms to contain and recover oil from the sea surface after a spill.</a:t>
            </a:r>
          </a:p>
        </p:txBody>
      </p:sp>
      <p:pic>
        <p:nvPicPr>
          <p:cNvPr id="30" name="Google Shape;589;p5" descr="A comparison of a shark and a shark&#10;&#10;Description automatically generated">
            <a:extLst>
              <a:ext uri="{FF2B5EF4-FFF2-40B4-BE49-F238E27FC236}">
                <a16:creationId xmlns:a16="http://schemas.microsoft.com/office/drawing/2014/main" id="{87E51D29-3120-4CE7-B57D-415F97E759E4}"/>
              </a:ext>
            </a:extLst>
          </p:cNvPr>
          <p:cNvPicPr preferRelativeResize="0">
            <a:picLocks/>
          </p:cNvPicPr>
          <p:nvPr/>
        </p:nvPicPr>
        <p:blipFill rotWithShape="1">
          <a:blip r:embed="rId3">
            <a:alphaModFix/>
          </a:blip>
          <a:srcRect/>
          <a:stretch/>
        </p:blipFill>
        <p:spPr>
          <a:xfrm>
            <a:off x="6165156" y="1880526"/>
            <a:ext cx="5378524" cy="3172942"/>
          </a:xfrm>
          <a:prstGeom prst="rect">
            <a:avLst/>
          </a:prstGeom>
          <a:noFill/>
          <a:ln>
            <a:noFill/>
          </a:ln>
        </p:spPr>
      </p:pic>
    </p:spTree>
    <p:extLst>
      <p:ext uri="{BB962C8B-B14F-4D97-AF65-F5344CB8AC3E}">
        <p14:creationId xmlns:p14="http://schemas.microsoft.com/office/powerpoint/2010/main" val="21325679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6"/>
          <p:cNvSpPr txBox="1">
            <a:spLocks noGrp="1"/>
          </p:cNvSpPr>
          <p:nvPr>
            <p:ph type="dt" sz="half" idx="10"/>
          </p:nvPr>
        </p:nvSpPr>
        <p:spPr>
          <a:prstGeom prst="rect">
            <a:avLst/>
          </a:prstGeom>
          <a:noFill/>
          <a:ln>
            <a:noFill/>
          </a:ln>
        </p:spPr>
        <p:txBody>
          <a:bodyPr spcFirstLastPara="1" vert="horz" wrap="square" lIns="0" tIns="0" rIns="0" bIns="0" rtlCol="0" anchor="ctr" anchorCtr="0">
            <a:noAutofit/>
          </a:bodyPr>
          <a:lstStyle/>
          <a:p>
            <a:r>
              <a:rPr lang="en-US" dirty="0"/>
              <a:t>17 JANUARY 2024</a:t>
            </a:r>
            <a:endParaRPr dirty="0"/>
          </a:p>
        </p:txBody>
      </p:sp>
      <p:sp>
        <p:nvSpPr>
          <p:cNvPr id="569" name="Google Shape;569;p16"/>
          <p:cNvSpPr>
            <a:spLocks noGrp="1"/>
          </p:cNvSpPr>
          <p:nvPr>
            <p:ph type="sldNum" sz="quarter" idx="12"/>
          </p:nvPr>
        </p:nvSpPr>
        <p:spPr>
          <a:prstGeom prst="parallelogram">
            <a:avLst>
              <a:gd name="adj" fmla="val 51419"/>
            </a:avLst>
          </a:prstGeom>
          <a:solidFill>
            <a:schemeClr val="accent1"/>
          </a:solidFill>
          <a:ln>
            <a:noFill/>
          </a:ln>
        </p:spPr>
        <p:txBody>
          <a:bodyPr spcFirstLastPara="1" vert="horz" wrap="square" lIns="0" tIns="0" rIns="0" bIns="0" rtlCol="0" anchor="ctr" anchorCtr="0">
            <a:noAutofit/>
          </a:bodyPr>
          <a:lstStyle/>
          <a:p>
            <a:fld id="{00000000-1234-1234-1234-123412341234}" type="slidenum">
              <a:rPr lang="en-US"/>
              <a:pPr/>
              <a:t>6</a:t>
            </a:fld>
            <a:endParaRPr/>
          </a:p>
        </p:txBody>
      </p:sp>
      <p:sp>
        <p:nvSpPr>
          <p:cNvPr id="570" name="Google Shape;570;p16"/>
          <p:cNvSpPr txBox="1">
            <a:spLocks noGrp="1"/>
          </p:cNvSpPr>
          <p:nvPr>
            <p:ph type="title"/>
          </p:nvPr>
        </p:nvSpPr>
        <p:spPr>
          <a:xfrm>
            <a:off x="407989" y="3212976"/>
            <a:ext cx="6408092" cy="1477328"/>
          </a:xfrm>
          <a:prstGeom prst="rect">
            <a:avLst/>
          </a:prstGeom>
          <a:noFill/>
          <a:ln>
            <a:noFill/>
          </a:ln>
        </p:spPr>
        <p:txBody>
          <a:bodyPr spcFirstLastPara="1" vert="horz" wrap="square" lIns="0" tIns="0" rIns="0" bIns="0" rtlCol="0" anchor="b" anchorCtr="0">
            <a:spAutoFit/>
          </a:bodyPr>
          <a:lstStyle/>
          <a:p>
            <a:r>
              <a:rPr lang="en-US" dirty="0"/>
              <a:t>Toxic Exposure Symptoms</a:t>
            </a:r>
          </a:p>
        </p:txBody>
      </p:sp>
      <p:sp>
        <p:nvSpPr>
          <p:cNvPr id="571" name="Google Shape;571;p16"/>
          <p:cNvSpPr txBox="1">
            <a:spLocks noGrp="1"/>
          </p:cNvSpPr>
          <p:nvPr>
            <p:ph type="subTitle" idx="1"/>
          </p:nvPr>
        </p:nvSpPr>
        <p:spPr>
          <a:xfrm>
            <a:off x="407989" y="4992274"/>
            <a:ext cx="6408092" cy="830997"/>
          </a:xfrm>
          <a:prstGeom prst="rect">
            <a:avLst/>
          </a:prstGeom>
          <a:noFill/>
          <a:ln>
            <a:noFill/>
          </a:ln>
        </p:spPr>
        <p:txBody>
          <a:bodyPr spcFirstLastPara="1" vert="horz" wrap="square" lIns="0" tIns="0" rIns="0" bIns="0" rtlCol="0" anchor="t" anchorCtr="0">
            <a:spAutoFit/>
          </a:bodyPr>
          <a:lstStyle/>
          <a:p>
            <a:pPr marL="342900" indent="-342900">
              <a:spcBef>
                <a:spcPts val="0"/>
              </a:spcBef>
              <a:buSzPts val="1300"/>
              <a:buAutoNum type="arabicPeriod"/>
            </a:pPr>
            <a:r>
              <a:rPr lang="en-US" dirty="0"/>
              <a:t>What are the symptoms for </a:t>
            </a:r>
            <a:r>
              <a:rPr lang="en-US" dirty="0">
                <a:solidFill>
                  <a:srgbClr val="FF0000"/>
                </a:solidFill>
                <a:highlight>
                  <a:srgbClr val="E6EBEF"/>
                </a:highlight>
              </a:rPr>
              <a:t>Heavy fuel oil? – change for clients most likely product</a:t>
            </a:r>
          </a:p>
          <a:p>
            <a:pPr marL="342900" indent="-342900">
              <a:spcBef>
                <a:spcPts val="0"/>
              </a:spcBef>
              <a:buSzPts val="1300"/>
              <a:buAutoNum type="arabicPeriod"/>
            </a:pPr>
            <a:r>
              <a:rPr lang="en-US" dirty="0"/>
              <a:t>What are the preventative measures?</a:t>
            </a:r>
          </a:p>
        </p:txBody>
      </p:sp>
      <p:sp>
        <p:nvSpPr>
          <p:cNvPr id="4" name="Picture Placeholder 3">
            <a:extLst>
              <a:ext uri="{FF2B5EF4-FFF2-40B4-BE49-F238E27FC236}">
                <a16:creationId xmlns:a16="http://schemas.microsoft.com/office/drawing/2014/main" id="{295F3BD1-8AEC-6684-45CA-F6567E5503AD}"/>
              </a:ext>
            </a:extLst>
          </p:cNvPr>
          <p:cNvSpPr>
            <a:spLocks noGrp="1"/>
          </p:cNvSpPr>
          <p:nvPr>
            <p:ph type="pic" sz="quarter" idx="20"/>
          </p:nvPr>
        </p:nvSpPr>
        <p:spPr>
          <a:solidFill>
            <a:schemeClr val="accent2"/>
          </a:solidFill>
        </p:spPr>
        <p:txBody>
          <a:bodyPr/>
          <a:lstStyle/>
          <a:p>
            <a:endParaRPr lang="en-US"/>
          </a:p>
        </p:txBody>
      </p:sp>
      <p:pic>
        <p:nvPicPr>
          <p:cNvPr id="2050" name="Picture 2" descr="How To Guide To Prevent Carbon Monoxide Poisoning - R.C. Keller &amp; Company">
            <a:extLst>
              <a:ext uri="{FF2B5EF4-FFF2-40B4-BE49-F238E27FC236}">
                <a16:creationId xmlns:a16="http://schemas.microsoft.com/office/drawing/2014/main" id="{8704934D-6591-6C54-0C24-AE85E3B752A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786079" y="0"/>
            <a:ext cx="49593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3416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86282F5-3C65-4371-A013-C6BDD4CC2379}"/>
              </a:ext>
            </a:extLst>
          </p:cNvPr>
          <p:cNvSpPr/>
          <p:nvPr/>
        </p:nvSpPr>
        <p:spPr bwMode="auto">
          <a:xfrm>
            <a:off x="-8099" y="871663"/>
            <a:ext cx="12208198" cy="2413147"/>
          </a:xfrm>
          <a:prstGeom prst="rect">
            <a:avLst/>
          </a:prstGeom>
          <a:solidFill>
            <a:srgbClr val="002F5F">
              <a:alpha val="4000"/>
            </a:srgbClr>
          </a:solidFill>
          <a:ln>
            <a:noFill/>
          </a:ln>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12" name="Date Placeholder 11">
            <a:extLst>
              <a:ext uri="{FF2B5EF4-FFF2-40B4-BE49-F238E27FC236}">
                <a16:creationId xmlns:a16="http://schemas.microsoft.com/office/drawing/2014/main" id="{11302A0D-DD68-406C-AAC5-68D697104E85}"/>
              </a:ext>
            </a:extLst>
          </p:cNvPr>
          <p:cNvSpPr>
            <a:spLocks noGrp="1"/>
          </p:cNvSpPr>
          <p:nvPr>
            <p:ph type="dt" sz="half" idx="10"/>
          </p:nvPr>
        </p:nvSpPr>
        <p:spPr/>
        <p:txBody>
          <a:bodyPr/>
          <a:lstStyle/>
          <a:p>
            <a:fld id="{AE315EC7-3CFD-4AA5-BEA7-F82871B312A9}" type="datetime3">
              <a:rPr lang="en-US" smtClean="0"/>
              <a:t>1 October 2026</a:t>
            </a:fld>
            <a:endParaRPr lang="en-US" dirty="0"/>
          </a:p>
        </p:txBody>
      </p:sp>
      <p:sp>
        <p:nvSpPr>
          <p:cNvPr id="14" name="Slide Number Placeholder 13">
            <a:extLst>
              <a:ext uri="{FF2B5EF4-FFF2-40B4-BE49-F238E27FC236}">
                <a16:creationId xmlns:a16="http://schemas.microsoft.com/office/drawing/2014/main" id="{6160DE35-1333-42BE-9FB7-4608BDAA0A2A}"/>
              </a:ext>
            </a:extLst>
          </p:cNvPr>
          <p:cNvSpPr>
            <a:spLocks noGrp="1"/>
          </p:cNvSpPr>
          <p:nvPr>
            <p:ph type="sldNum" sz="quarter" idx="12"/>
          </p:nvPr>
        </p:nvSpPr>
        <p:spPr/>
        <p:txBody>
          <a:bodyPr/>
          <a:lstStyle/>
          <a:p>
            <a:fld id="{5B16D1FE-3A35-41BA-8EBE-413702045235}" type="slidenum">
              <a:rPr lang="en-US" smtClean="0"/>
              <a:pPr/>
              <a:t>7</a:t>
            </a:fld>
            <a:endParaRPr lang="en-US" dirty="0"/>
          </a:p>
        </p:txBody>
      </p:sp>
      <p:sp>
        <p:nvSpPr>
          <p:cNvPr id="10" name="Rectangle 9">
            <a:extLst>
              <a:ext uri="{FF2B5EF4-FFF2-40B4-BE49-F238E27FC236}">
                <a16:creationId xmlns:a16="http://schemas.microsoft.com/office/drawing/2014/main" id="{4AB65502-979C-483B-9704-B29125CC595D}"/>
              </a:ext>
            </a:extLst>
          </p:cNvPr>
          <p:cNvSpPr/>
          <p:nvPr/>
        </p:nvSpPr>
        <p:spPr bwMode="auto">
          <a:xfrm>
            <a:off x="1064493" y="522550"/>
            <a:ext cx="5096563" cy="305629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US" sz="1400" dirty="0"/>
          </a:p>
        </p:txBody>
      </p:sp>
      <p:pic>
        <p:nvPicPr>
          <p:cNvPr id="11" name="Google Shape;589;p5" descr="A comparison of a shark and a shark&#10;&#10;Description automatically generated">
            <a:extLst>
              <a:ext uri="{FF2B5EF4-FFF2-40B4-BE49-F238E27FC236}">
                <a16:creationId xmlns:a16="http://schemas.microsoft.com/office/drawing/2014/main" id="{87E51D29-3120-4CE7-B57D-415F97E759E4}"/>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a:stretch/>
        </p:blipFill>
        <p:spPr>
          <a:xfrm>
            <a:off x="1141733" y="589368"/>
            <a:ext cx="4954267" cy="2922661"/>
          </a:xfrm>
          <a:prstGeom prst="rect">
            <a:avLst/>
          </a:prstGeom>
          <a:noFill/>
          <a:ln>
            <a:noFill/>
          </a:ln>
        </p:spPr>
      </p:pic>
      <p:sp>
        <p:nvSpPr>
          <p:cNvPr id="13" name="Rectangle 12">
            <a:extLst>
              <a:ext uri="{FF2B5EF4-FFF2-40B4-BE49-F238E27FC236}">
                <a16:creationId xmlns:a16="http://schemas.microsoft.com/office/drawing/2014/main" id="{A99D8E6F-9119-4643-B54D-1D228006BB27}"/>
              </a:ext>
            </a:extLst>
          </p:cNvPr>
          <p:cNvSpPr/>
          <p:nvPr/>
        </p:nvSpPr>
        <p:spPr bwMode="auto">
          <a:xfrm>
            <a:off x="6936914" y="522550"/>
            <a:ext cx="4349612" cy="305629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US" sz="1400" dirty="0"/>
          </a:p>
        </p:txBody>
      </p:sp>
      <p:pic>
        <p:nvPicPr>
          <p:cNvPr id="15" name="Google Shape;601;p6" descr="A diagram of hazard&#10;&#10;Description automatically generated">
            <a:extLst>
              <a:ext uri="{FF2B5EF4-FFF2-40B4-BE49-F238E27FC236}">
                <a16:creationId xmlns:a16="http://schemas.microsoft.com/office/drawing/2014/main" id="{4C587FA7-6DD1-43FE-B44C-11A4377F2669}"/>
              </a:ext>
            </a:extLst>
          </p:cNvPr>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059656" y="625465"/>
            <a:ext cx="4123489" cy="2850466"/>
          </a:xfrm>
          <a:prstGeom prst="rect">
            <a:avLst/>
          </a:prstGeom>
          <a:noFill/>
          <a:ln>
            <a:noFill/>
          </a:ln>
        </p:spPr>
      </p:pic>
      <p:pic>
        <p:nvPicPr>
          <p:cNvPr id="16" name="Google Shape;602;p6" descr="How does Riskline determine Risk Levels?">
            <a:extLst>
              <a:ext uri="{FF2B5EF4-FFF2-40B4-BE49-F238E27FC236}">
                <a16:creationId xmlns:a16="http://schemas.microsoft.com/office/drawing/2014/main" id="{3930E19D-6A64-4391-8DAE-9C23BA5EC65E}"/>
              </a:ext>
            </a:extLst>
          </p:cNvPr>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2279576" y="3945096"/>
            <a:ext cx="7632848" cy="2225254"/>
          </a:xfrm>
          <a:prstGeom prst="rect">
            <a:avLst/>
          </a:prstGeom>
          <a:noFill/>
          <a:ln>
            <a:noFill/>
          </a:ln>
        </p:spPr>
      </p:pic>
    </p:spTree>
    <p:extLst>
      <p:ext uri="{BB962C8B-B14F-4D97-AF65-F5344CB8AC3E}">
        <p14:creationId xmlns:p14="http://schemas.microsoft.com/office/powerpoint/2010/main" val="33707995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7"/>
          <p:cNvSpPr/>
          <p:nvPr/>
        </p:nvSpPr>
        <p:spPr>
          <a:xfrm>
            <a:off x="0" y="2261327"/>
            <a:ext cx="12192000" cy="2880469"/>
          </a:xfrm>
          <a:prstGeom prst="rect">
            <a:avLst/>
          </a:prstGeom>
          <a:gradFill>
            <a:gsLst>
              <a:gs pos="0">
                <a:srgbClr val="002F5F">
                  <a:alpha val="9803"/>
                </a:srgbClr>
              </a:gs>
              <a:gs pos="50000">
                <a:srgbClr val="002F5F">
                  <a:alpha val="0"/>
                </a:srgbClr>
              </a:gs>
              <a:gs pos="100000">
                <a:srgbClr val="002F5F">
                  <a:alpha val="9803"/>
                </a:srgbClr>
              </a:gs>
            </a:gsLst>
            <a:lin ang="0" scaled="0"/>
          </a:gra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08" name="Google Shape;608;p7"/>
          <p:cNvSpPr/>
          <p:nvPr/>
        </p:nvSpPr>
        <p:spPr>
          <a:xfrm>
            <a:off x="721481" y="509079"/>
            <a:ext cx="10165594" cy="5621565"/>
          </a:xfrm>
          <a:prstGeom prst="rect">
            <a:avLst/>
          </a:prstGeom>
          <a:solidFill>
            <a:schemeClr val="lt1"/>
          </a:solidFill>
          <a:ln>
            <a:noFill/>
          </a:ln>
          <a:effectLst>
            <a:outerShdw blurRad="317500" sx="102000" sy="102000" algn="ctr" rotWithShape="0">
              <a:srgbClr val="000000">
                <a:alpha val="3921"/>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09" name="Google Shape;609;p7"/>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a:t>6 MAY 2024</a:t>
            </a:r>
            <a:endParaRPr/>
          </a:p>
        </p:txBody>
      </p:sp>
      <p:sp>
        <p:nvSpPr>
          <p:cNvPr id="610" name="Google Shape;610;p7"/>
          <p:cNvSpPr>
            <a:spLocks noGrp="1"/>
          </p:cNvSpPr>
          <p:nvPr>
            <p:ph type="sldNum" idx="12"/>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GB"/>
              <a:t>8</a:t>
            </a:fld>
            <a:endParaRPr/>
          </a:p>
        </p:txBody>
      </p:sp>
      <p:pic>
        <p:nvPicPr>
          <p:cNvPr id="611" name="Google Shape;611;p7"/>
          <p:cNvPicPr preferRelativeResize="0"/>
          <p:nvPr/>
        </p:nvPicPr>
        <p:blipFill rotWithShape="1">
          <a:blip r:embed="rId3" cstate="email">
            <a:extLst>
              <a:ext uri="{28A0092B-C50C-407E-A947-70E740481C1C}">
                <a14:useLocalDpi xmlns:a14="http://schemas.microsoft.com/office/drawing/2010/main"/>
              </a:ext>
            </a:extLst>
          </a:blip>
          <a:srcRect t="-121" r="-10"/>
          <a:stretch/>
        </p:blipFill>
        <p:spPr>
          <a:xfrm>
            <a:off x="859178" y="509079"/>
            <a:ext cx="9890200" cy="5472809"/>
          </a:xfrm>
          <a:prstGeom prst="rect">
            <a:avLst/>
          </a:prstGeom>
          <a:noFill/>
          <a:ln>
            <a:noFill/>
          </a:ln>
        </p:spPr>
      </p:pic>
      <p:pic>
        <p:nvPicPr>
          <p:cNvPr id="7" name="Google Shape;611;p7">
            <a:extLst>
              <a:ext uri="{FF2B5EF4-FFF2-40B4-BE49-F238E27FC236}">
                <a16:creationId xmlns:a16="http://schemas.microsoft.com/office/drawing/2014/main" id="{7BFB3647-9257-4B37-BFCC-B6505FBA923C}"/>
              </a:ext>
            </a:extLst>
          </p:cNvPr>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3763637" y="645156"/>
            <a:ext cx="2782128" cy="161460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86282F5-3C65-4371-A013-C6BDD4CC2379}"/>
              </a:ext>
            </a:extLst>
          </p:cNvPr>
          <p:cNvSpPr/>
          <p:nvPr/>
        </p:nvSpPr>
        <p:spPr bwMode="auto">
          <a:xfrm>
            <a:off x="0" y="1268710"/>
            <a:ext cx="12192000" cy="4320580"/>
          </a:xfrm>
          <a:prstGeom prst="rect">
            <a:avLst/>
          </a:prstGeom>
          <a:solidFill>
            <a:srgbClr val="002F5F">
              <a:alpha val="4000"/>
            </a:srgbClr>
          </a:solidFill>
          <a:ln>
            <a:noFill/>
          </a:ln>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12" name="Date Placeholder 11">
            <a:extLst>
              <a:ext uri="{FF2B5EF4-FFF2-40B4-BE49-F238E27FC236}">
                <a16:creationId xmlns:a16="http://schemas.microsoft.com/office/drawing/2014/main" id="{11302A0D-DD68-406C-AAC5-68D697104E85}"/>
              </a:ext>
            </a:extLst>
          </p:cNvPr>
          <p:cNvSpPr>
            <a:spLocks noGrp="1"/>
          </p:cNvSpPr>
          <p:nvPr>
            <p:ph type="dt" sz="half" idx="10"/>
          </p:nvPr>
        </p:nvSpPr>
        <p:spPr/>
        <p:txBody>
          <a:bodyPr/>
          <a:lstStyle/>
          <a:p>
            <a:fld id="{AE315EC7-3CFD-4AA5-BEA7-F82871B312A9}" type="datetime3">
              <a:rPr lang="en-US" smtClean="0"/>
              <a:t>1 October 2026</a:t>
            </a:fld>
            <a:endParaRPr lang="en-US" dirty="0"/>
          </a:p>
        </p:txBody>
      </p:sp>
      <p:sp>
        <p:nvSpPr>
          <p:cNvPr id="14" name="Slide Number Placeholder 13">
            <a:extLst>
              <a:ext uri="{FF2B5EF4-FFF2-40B4-BE49-F238E27FC236}">
                <a16:creationId xmlns:a16="http://schemas.microsoft.com/office/drawing/2014/main" id="{6160DE35-1333-42BE-9FB7-4608BDAA0A2A}"/>
              </a:ext>
            </a:extLst>
          </p:cNvPr>
          <p:cNvSpPr>
            <a:spLocks noGrp="1"/>
          </p:cNvSpPr>
          <p:nvPr>
            <p:ph type="sldNum" sz="quarter" idx="12"/>
          </p:nvPr>
        </p:nvSpPr>
        <p:spPr/>
        <p:txBody>
          <a:bodyPr/>
          <a:lstStyle/>
          <a:p>
            <a:fld id="{5B16D1FE-3A35-41BA-8EBE-413702045235}" type="slidenum">
              <a:rPr lang="en-US" smtClean="0"/>
              <a:pPr/>
              <a:t>9</a:t>
            </a:fld>
            <a:endParaRPr lang="en-US" dirty="0"/>
          </a:p>
        </p:txBody>
      </p:sp>
      <p:sp>
        <p:nvSpPr>
          <p:cNvPr id="22" name="Rectangle 21">
            <a:extLst>
              <a:ext uri="{FF2B5EF4-FFF2-40B4-BE49-F238E27FC236}">
                <a16:creationId xmlns:a16="http://schemas.microsoft.com/office/drawing/2014/main" id="{C0532B79-90B2-43D5-BE15-D6D17CC5F908}"/>
              </a:ext>
            </a:extLst>
          </p:cNvPr>
          <p:cNvSpPr/>
          <p:nvPr/>
        </p:nvSpPr>
        <p:spPr bwMode="auto">
          <a:xfrm>
            <a:off x="1811524" y="836612"/>
            <a:ext cx="8568952" cy="5184776"/>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pic>
        <p:nvPicPr>
          <p:cNvPr id="10" name="Google Shape;617;p8" descr="What Is The Hierarchy Of Control And How Can It Be Applied? | BCarm">
            <a:extLst>
              <a:ext uri="{FF2B5EF4-FFF2-40B4-BE49-F238E27FC236}">
                <a16:creationId xmlns:a16="http://schemas.microsoft.com/office/drawing/2014/main" id="{C410127B-1D93-454C-A3B7-770AAF594250}"/>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l="16735" t="5590" r="5735" b="7777"/>
          <a:stretch/>
        </p:blipFill>
        <p:spPr>
          <a:xfrm>
            <a:off x="2854944" y="948192"/>
            <a:ext cx="6482112" cy="4961616"/>
          </a:xfrm>
          <a:prstGeom prst="rect">
            <a:avLst/>
          </a:prstGeom>
          <a:noFill/>
          <a:ln>
            <a:noFill/>
          </a:ln>
        </p:spPr>
      </p:pic>
    </p:spTree>
    <p:extLst>
      <p:ext uri="{BB962C8B-B14F-4D97-AF65-F5344CB8AC3E}">
        <p14:creationId xmlns:p14="http://schemas.microsoft.com/office/powerpoint/2010/main" val="224855559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5203E8D-EC50-4F30-A2A7-5B2CAD97ED87}"/>
              </a:ext>
            </a:extLst>
          </p:cNvPr>
          <p:cNvSpPr>
            <a:spLocks noGrp="1"/>
          </p:cNvSpPr>
          <p:nvPr>
            <p:ph type="title"/>
          </p:nvPr>
        </p:nvSpPr>
        <p:spPr/>
        <p:txBody>
          <a:bodyPr wrap="square">
            <a:spAutoFit/>
          </a:bodyPr>
          <a:lstStyle/>
          <a:p>
            <a:r>
              <a:rPr lang="en-US" dirty="0"/>
              <a:t>Identify the Hazards</a:t>
            </a:r>
          </a:p>
        </p:txBody>
      </p:sp>
      <p:sp>
        <p:nvSpPr>
          <p:cNvPr id="14" name="Slide Number Placeholder 13">
            <a:extLst>
              <a:ext uri="{FF2B5EF4-FFF2-40B4-BE49-F238E27FC236}">
                <a16:creationId xmlns:a16="http://schemas.microsoft.com/office/drawing/2014/main" id="{6160DE35-1333-42BE-9FB7-4608BDAA0A2A}"/>
              </a:ext>
            </a:extLst>
          </p:cNvPr>
          <p:cNvSpPr>
            <a:spLocks noGrp="1"/>
          </p:cNvSpPr>
          <p:nvPr>
            <p:ph type="sldNum" idx="10"/>
          </p:nvPr>
        </p:nvSpPr>
        <p:spPr/>
        <p:txBody>
          <a:bodyPr/>
          <a:lstStyle/>
          <a:p>
            <a:fld id="{5B16D1FE-3A35-41BA-8EBE-413702045235}" type="slidenum">
              <a:rPr lang="en-US" smtClean="0"/>
              <a:pPr/>
              <a:t>10</a:t>
            </a:fld>
            <a:endParaRPr lang="en-US" dirty="0"/>
          </a:p>
        </p:txBody>
      </p:sp>
      <p:sp>
        <p:nvSpPr>
          <p:cNvPr id="12" name="Date Placeholder 11">
            <a:extLst>
              <a:ext uri="{FF2B5EF4-FFF2-40B4-BE49-F238E27FC236}">
                <a16:creationId xmlns:a16="http://schemas.microsoft.com/office/drawing/2014/main" id="{11302A0D-DD68-406C-AAC5-68D697104E85}"/>
              </a:ext>
            </a:extLst>
          </p:cNvPr>
          <p:cNvSpPr>
            <a:spLocks noGrp="1"/>
          </p:cNvSpPr>
          <p:nvPr>
            <p:ph type="dt" idx="11"/>
          </p:nvPr>
        </p:nvSpPr>
        <p:spPr/>
        <p:txBody>
          <a:bodyPr/>
          <a:lstStyle/>
          <a:p>
            <a:fld id="{AE315EC7-3CFD-4AA5-BEA7-F82871B312A9}" type="datetime3">
              <a:rPr lang="en-US" smtClean="0"/>
              <a:t>1 October 2026</a:t>
            </a:fld>
            <a:endParaRPr lang="en-US" dirty="0"/>
          </a:p>
        </p:txBody>
      </p:sp>
      <p:sp>
        <p:nvSpPr>
          <p:cNvPr id="22" name="Rectangle 21">
            <a:extLst>
              <a:ext uri="{FF2B5EF4-FFF2-40B4-BE49-F238E27FC236}">
                <a16:creationId xmlns:a16="http://schemas.microsoft.com/office/drawing/2014/main" id="{C0532B79-90B2-43D5-BE15-D6D17CC5F908}"/>
              </a:ext>
            </a:extLst>
          </p:cNvPr>
          <p:cNvSpPr/>
          <p:nvPr/>
        </p:nvSpPr>
        <p:spPr bwMode="auto">
          <a:xfrm>
            <a:off x="571079" y="1579265"/>
            <a:ext cx="4825057" cy="1849735"/>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23" name="Google Shape;571;p16">
            <a:extLst>
              <a:ext uri="{FF2B5EF4-FFF2-40B4-BE49-F238E27FC236}">
                <a16:creationId xmlns:a16="http://schemas.microsoft.com/office/drawing/2014/main" id="{4B5C73FE-C797-4197-A13A-45E32A14C4D7}"/>
              </a:ext>
            </a:extLst>
          </p:cNvPr>
          <p:cNvSpPr txBox="1">
            <a:spLocks/>
          </p:cNvSpPr>
          <p:nvPr/>
        </p:nvSpPr>
        <p:spPr>
          <a:xfrm>
            <a:off x="851948" y="2024561"/>
            <a:ext cx="4299172" cy="553998"/>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Shoreline Cleanup Scenario:</a:t>
            </a:r>
          </a:p>
          <a:p>
            <a:pPr>
              <a:spcBef>
                <a:spcPts val="0"/>
              </a:spcBef>
              <a:buSzPts val="1300"/>
            </a:pPr>
            <a:r>
              <a:rPr lang="en-US" b="1" dirty="0">
                <a:solidFill>
                  <a:srgbClr val="002F5F"/>
                </a:solidFill>
              </a:rPr>
              <a:t>Scenario: </a:t>
            </a:r>
          </a:p>
        </p:txBody>
      </p:sp>
      <p:sp>
        <p:nvSpPr>
          <p:cNvPr id="17" name="Google Shape;571;p16">
            <a:extLst>
              <a:ext uri="{FF2B5EF4-FFF2-40B4-BE49-F238E27FC236}">
                <a16:creationId xmlns:a16="http://schemas.microsoft.com/office/drawing/2014/main" id="{05B8EB1F-64EE-4409-8C58-97E2D380C7B2}"/>
              </a:ext>
            </a:extLst>
          </p:cNvPr>
          <p:cNvSpPr txBox="1">
            <a:spLocks/>
          </p:cNvSpPr>
          <p:nvPr/>
        </p:nvSpPr>
        <p:spPr>
          <a:xfrm>
            <a:off x="851948" y="1720096"/>
            <a:ext cx="1574590" cy="246221"/>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sz="1600" dirty="0">
                <a:solidFill>
                  <a:srgbClr val="002F5F"/>
                </a:solidFill>
              </a:rPr>
              <a:t>Scenario 1</a:t>
            </a:r>
          </a:p>
        </p:txBody>
      </p:sp>
      <p:sp>
        <p:nvSpPr>
          <p:cNvPr id="20" name="TextBox 19">
            <a:extLst>
              <a:ext uri="{FF2B5EF4-FFF2-40B4-BE49-F238E27FC236}">
                <a16:creationId xmlns:a16="http://schemas.microsoft.com/office/drawing/2014/main" id="{44A42DB4-964A-4551-8786-3A87E61C9880}"/>
              </a:ext>
            </a:extLst>
          </p:cNvPr>
          <p:cNvSpPr txBox="1"/>
          <p:nvPr/>
        </p:nvSpPr>
        <p:spPr>
          <a:xfrm>
            <a:off x="767408" y="2634602"/>
            <a:ext cx="3743002" cy="655244"/>
          </a:xfrm>
          <a:prstGeom prst="rect">
            <a:avLst/>
          </a:prstGeom>
          <a:noFill/>
        </p:spPr>
        <p:txBody>
          <a:bodyPr vert="horz" wrap="square" rtlCol="0">
            <a:spAutoFit/>
          </a:bodyPr>
          <a:lstStyle/>
          <a:p>
            <a:pPr marR="0" lvl="0" algn="l" defTabSz="914400" rtl="0" eaLnBrk="1" fontAlgn="auto" latinLnBrk="0" hangingPunct="1">
              <a:lnSpc>
                <a:spcPct val="114000"/>
              </a:lnSpc>
              <a:spcBef>
                <a:spcPts val="0"/>
              </a:spcBef>
              <a:spcAft>
                <a:spcPts val="900"/>
              </a:spcAft>
              <a:buClrTx/>
              <a:buSzPct val="80000"/>
              <a:tabLst/>
              <a:defRPr/>
            </a:pPr>
            <a:r>
              <a:rPr kumimoji="0" lang="en-US" sz="1100" b="0" i="0" u="none" strike="noStrike" kern="1200" cap="none" spc="0" normalizeH="0" baseline="0" noProof="0" dirty="0">
                <a:ln>
                  <a:noFill/>
                </a:ln>
                <a:effectLst/>
                <a:uLnTx/>
                <a:uFillTx/>
                <a:latin typeface="Arial"/>
                <a:ea typeface="+mn-ea"/>
                <a:cs typeface="+mn-cs"/>
              </a:rPr>
              <a:t>Workers are deployed to clean up a stretch of beach after an oil spill has contaminated the shore, using manual tools and absorbent materials.</a:t>
            </a:r>
          </a:p>
        </p:txBody>
      </p:sp>
      <p:sp>
        <p:nvSpPr>
          <p:cNvPr id="25" name="Rectangle 24">
            <a:extLst>
              <a:ext uri="{FF2B5EF4-FFF2-40B4-BE49-F238E27FC236}">
                <a16:creationId xmlns:a16="http://schemas.microsoft.com/office/drawing/2014/main" id="{0BA22B4F-42FC-41EB-A1CF-A6B163EBC71E}"/>
              </a:ext>
            </a:extLst>
          </p:cNvPr>
          <p:cNvSpPr/>
          <p:nvPr/>
        </p:nvSpPr>
        <p:spPr bwMode="auto">
          <a:xfrm>
            <a:off x="571079" y="3874296"/>
            <a:ext cx="4825057" cy="1849735"/>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26" name="Google Shape;571;p16">
            <a:extLst>
              <a:ext uri="{FF2B5EF4-FFF2-40B4-BE49-F238E27FC236}">
                <a16:creationId xmlns:a16="http://schemas.microsoft.com/office/drawing/2014/main" id="{C4E4D041-56D6-43BA-A609-EEDFDB6B89C4}"/>
              </a:ext>
            </a:extLst>
          </p:cNvPr>
          <p:cNvSpPr txBox="1">
            <a:spLocks/>
          </p:cNvSpPr>
          <p:nvPr/>
        </p:nvSpPr>
        <p:spPr>
          <a:xfrm>
            <a:off x="851948" y="4453404"/>
            <a:ext cx="4299172" cy="276999"/>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Offshore Cleanup Scenario:</a:t>
            </a:r>
          </a:p>
        </p:txBody>
      </p:sp>
      <p:sp>
        <p:nvSpPr>
          <p:cNvPr id="27" name="Google Shape;571;p16">
            <a:extLst>
              <a:ext uri="{FF2B5EF4-FFF2-40B4-BE49-F238E27FC236}">
                <a16:creationId xmlns:a16="http://schemas.microsoft.com/office/drawing/2014/main" id="{0E31DC94-D0AE-43EF-A7DF-C620B630F768}"/>
              </a:ext>
            </a:extLst>
          </p:cNvPr>
          <p:cNvSpPr txBox="1">
            <a:spLocks/>
          </p:cNvSpPr>
          <p:nvPr/>
        </p:nvSpPr>
        <p:spPr>
          <a:xfrm>
            <a:off x="851948" y="4148939"/>
            <a:ext cx="1574590" cy="246221"/>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sz="1600" dirty="0">
                <a:solidFill>
                  <a:srgbClr val="002F5F"/>
                </a:solidFill>
              </a:rPr>
              <a:t>Scenario 2</a:t>
            </a:r>
          </a:p>
        </p:txBody>
      </p:sp>
      <p:sp>
        <p:nvSpPr>
          <p:cNvPr id="28" name="TextBox 27">
            <a:extLst>
              <a:ext uri="{FF2B5EF4-FFF2-40B4-BE49-F238E27FC236}">
                <a16:creationId xmlns:a16="http://schemas.microsoft.com/office/drawing/2014/main" id="{A1D77E1B-81C7-4895-8A3A-4E1B8452E793}"/>
              </a:ext>
            </a:extLst>
          </p:cNvPr>
          <p:cNvSpPr txBox="1"/>
          <p:nvPr/>
        </p:nvSpPr>
        <p:spPr>
          <a:xfrm>
            <a:off x="767408" y="4788126"/>
            <a:ext cx="3743002" cy="655244"/>
          </a:xfrm>
          <a:prstGeom prst="rect">
            <a:avLst/>
          </a:prstGeom>
          <a:noFill/>
        </p:spPr>
        <p:txBody>
          <a:bodyPr vert="horz" wrap="square" rtlCol="0">
            <a:spAutoFit/>
          </a:bodyPr>
          <a:lstStyle/>
          <a:p>
            <a:pPr marR="0" lvl="0" algn="l" defTabSz="914400" rtl="0" eaLnBrk="1" fontAlgn="auto" latinLnBrk="0" hangingPunct="1">
              <a:lnSpc>
                <a:spcPct val="114000"/>
              </a:lnSpc>
              <a:spcBef>
                <a:spcPts val="0"/>
              </a:spcBef>
              <a:spcAft>
                <a:spcPts val="900"/>
              </a:spcAft>
              <a:buClrTx/>
              <a:buSzPct val="80000"/>
              <a:tabLst/>
              <a:defRPr/>
            </a:pPr>
            <a:r>
              <a:rPr kumimoji="0" lang="en-US" sz="1100" b="0" i="0" u="none" strike="noStrike" kern="1200" cap="none" spc="0" normalizeH="0" baseline="0" noProof="0" dirty="0">
                <a:ln>
                  <a:noFill/>
                </a:ln>
                <a:effectLst/>
                <a:uLnTx/>
                <a:uFillTx/>
                <a:latin typeface="Arial"/>
                <a:ea typeface="+mn-ea"/>
                <a:cs typeface="+mn-cs"/>
              </a:rPr>
              <a:t>Crews are working on boats and using skimmers and booms to contain and recover oil from the sea surface after a spill.</a:t>
            </a:r>
          </a:p>
        </p:txBody>
      </p:sp>
      <p:sp>
        <p:nvSpPr>
          <p:cNvPr id="29" name="Rectangle 28">
            <a:extLst>
              <a:ext uri="{FF2B5EF4-FFF2-40B4-BE49-F238E27FC236}">
                <a16:creationId xmlns:a16="http://schemas.microsoft.com/office/drawing/2014/main" id="{4AB65502-979C-483B-9704-B29125CC595D}"/>
              </a:ext>
            </a:extLst>
          </p:cNvPr>
          <p:cNvSpPr/>
          <p:nvPr/>
        </p:nvSpPr>
        <p:spPr bwMode="auto">
          <a:xfrm>
            <a:off x="6924907" y="458689"/>
            <a:ext cx="4557331" cy="2465924"/>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16" name="Rectangle 15">
            <a:extLst>
              <a:ext uri="{FF2B5EF4-FFF2-40B4-BE49-F238E27FC236}">
                <a16:creationId xmlns:a16="http://schemas.microsoft.com/office/drawing/2014/main" id="{D1B22104-689F-464D-BAB5-D0DCACD4F258}"/>
              </a:ext>
            </a:extLst>
          </p:cNvPr>
          <p:cNvSpPr/>
          <p:nvPr/>
        </p:nvSpPr>
        <p:spPr bwMode="auto">
          <a:xfrm>
            <a:off x="6924907" y="3191620"/>
            <a:ext cx="4557331" cy="2732931"/>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pic>
        <p:nvPicPr>
          <p:cNvPr id="18" name="Google Shape;626;p9" descr="What Is The Hierarchy Of Control And How Can It Be Applied? | BCarm">
            <a:extLst>
              <a:ext uri="{FF2B5EF4-FFF2-40B4-BE49-F238E27FC236}">
                <a16:creationId xmlns:a16="http://schemas.microsoft.com/office/drawing/2014/main" id="{2C48AE99-4782-46B2-884E-5D8EC372D96F}"/>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a:stretch/>
        </p:blipFill>
        <p:spPr>
          <a:xfrm>
            <a:off x="7836305" y="645101"/>
            <a:ext cx="2734535" cy="2093101"/>
          </a:xfrm>
          <a:prstGeom prst="rect">
            <a:avLst/>
          </a:prstGeom>
          <a:noFill/>
          <a:ln>
            <a:noFill/>
          </a:ln>
        </p:spPr>
      </p:pic>
      <p:graphicFrame>
        <p:nvGraphicFramePr>
          <p:cNvPr id="19" name="Google Shape;631;p9">
            <a:extLst>
              <a:ext uri="{FF2B5EF4-FFF2-40B4-BE49-F238E27FC236}">
                <a16:creationId xmlns:a16="http://schemas.microsoft.com/office/drawing/2014/main" id="{8A8297BD-C94F-4622-8211-D60CBCE4C96E}"/>
              </a:ext>
            </a:extLst>
          </p:cNvPr>
          <p:cNvGraphicFramePr/>
          <p:nvPr>
            <p:extLst>
              <p:ext uri="{D42A27DB-BD31-4B8C-83A1-F6EECF244321}">
                <p14:modId xmlns:p14="http://schemas.microsoft.com/office/powerpoint/2010/main" val="1590779019"/>
              </p:ext>
            </p:extLst>
          </p:nvPr>
        </p:nvGraphicFramePr>
        <p:xfrm>
          <a:off x="7018377" y="3286569"/>
          <a:ext cx="4370391" cy="2543033"/>
        </p:xfrm>
        <a:graphic>
          <a:graphicData uri="http://schemas.openxmlformats.org/drawingml/2006/table">
            <a:tbl>
              <a:tblPr firstRow="1" bandRow="1">
                <a:noFill/>
                <a:tableStyleId>{E4D5B08A-7E20-43A0-AC44-F7E278D2211E}</a:tableStyleId>
              </a:tblPr>
              <a:tblGrid>
                <a:gridCol w="1456797">
                  <a:extLst>
                    <a:ext uri="{9D8B030D-6E8A-4147-A177-3AD203B41FA5}">
                      <a16:colId xmlns:a16="http://schemas.microsoft.com/office/drawing/2014/main" val="20000"/>
                    </a:ext>
                  </a:extLst>
                </a:gridCol>
                <a:gridCol w="1456797">
                  <a:extLst>
                    <a:ext uri="{9D8B030D-6E8A-4147-A177-3AD203B41FA5}">
                      <a16:colId xmlns:a16="http://schemas.microsoft.com/office/drawing/2014/main" val="20001"/>
                    </a:ext>
                  </a:extLst>
                </a:gridCol>
                <a:gridCol w="1456797">
                  <a:extLst>
                    <a:ext uri="{9D8B030D-6E8A-4147-A177-3AD203B41FA5}">
                      <a16:colId xmlns:a16="http://schemas.microsoft.com/office/drawing/2014/main" val="20002"/>
                    </a:ext>
                  </a:extLst>
                </a:gridCol>
              </a:tblGrid>
              <a:tr h="348413">
                <a:tc>
                  <a:txBody>
                    <a:bodyPr/>
                    <a:lstStyle/>
                    <a:p>
                      <a:pPr marL="0" marR="0" lvl="0" indent="0" algn="ctr" rtl="0">
                        <a:spcBef>
                          <a:spcPts val="0"/>
                        </a:spcBef>
                        <a:spcAft>
                          <a:spcPts val="0"/>
                        </a:spcAft>
                        <a:buNone/>
                      </a:pPr>
                      <a:r>
                        <a:rPr lang="en-GB" sz="1400" u="none" strike="noStrike" cap="none" dirty="0"/>
                        <a:t>Hazard</a:t>
                      </a:r>
                      <a:endParaRPr sz="11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GB" sz="1400" u="none" strike="noStrike" cap="none" dirty="0"/>
                        <a:t>Risk</a:t>
                      </a:r>
                      <a:endParaRPr sz="11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None/>
                      </a:pPr>
                      <a:r>
                        <a:rPr lang="en-GB" sz="1400" u="none" strike="noStrike" cap="none" dirty="0"/>
                        <a:t>Mitigations</a:t>
                      </a:r>
                      <a:endParaRPr sz="11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363903">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3903">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3903">
                <a:tc>
                  <a:txBody>
                    <a:bodyPr/>
                    <a:lstStyle/>
                    <a:p>
                      <a:pPr marL="0" marR="0" lvl="0" indent="0" algn="l" rtl="0">
                        <a:spcBef>
                          <a:spcPts val="0"/>
                        </a:spcBef>
                        <a:spcAft>
                          <a:spcPts val="0"/>
                        </a:spcAft>
                        <a:buNone/>
                      </a:pP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3903">
                <a:tc>
                  <a:txBody>
                    <a:bodyPr/>
                    <a:lstStyle/>
                    <a:p>
                      <a:pPr marL="0" marR="0" lvl="0" indent="0" algn="l" rtl="0">
                        <a:spcBef>
                          <a:spcPts val="0"/>
                        </a:spcBef>
                        <a:spcAft>
                          <a:spcPts val="0"/>
                        </a:spcAft>
                        <a:buNone/>
                      </a:pP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3903">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3903">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6034201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10"/>
          <p:cNvSpPr/>
          <p:nvPr/>
        </p:nvSpPr>
        <p:spPr>
          <a:xfrm>
            <a:off x="6023992" y="0"/>
            <a:ext cx="6168008" cy="6858000"/>
          </a:xfrm>
          <a:custGeom>
            <a:avLst/>
            <a:gdLst/>
            <a:ahLst/>
            <a:cxnLst/>
            <a:rect l="l" t="t" r="r" b="b"/>
            <a:pathLst>
              <a:path w="6168008" h="6858000" extrusionOk="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accent6"/>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39" name="Google Shape;639;p10"/>
          <p:cNvSpPr txBox="1">
            <a:spLocks noGrp="1"/>
          </p:cNvSpPr>
          <p:nvPr>
            <p:ph type="dt" sz="half" idx="10"/>
          </p:nvPr>
        </p:nvSpPr>
        <p:spPr>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a:t>6 MAY 2024</a:t>
            </a:r>
            <a:endParaRPr/>
          </a:p>
        </p:txBody>
      </p:sp>
      <p:sp>
        <p:nvSpPr>
          <p:cNvPr id="640" name="Google Shape;640;p10"/>
          <p:cNvSpPr>
            <a:spLocks noGrp="1"/>
          </p:cNvSpPr>
          <p:nvPr>
            <p:ph type="sldNum" sz="quarter" idx="12"/>
          </p:nvPr>
        </p:nvSpPr>
        <p:spPr>
          <a:prstGeom prst="parallelogram">
            <a:avLst>
              <a:gd name="adj" fmla="val 514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GB"/>
              <a:t>11</a:t>
            </a:fld>
            <a:endParaRPr/>
          </a:p>
        </p:txBody>
      </p:sp>
      <p:sp>
        <p:nvSpPr>
          <p:cNvPr id="641" name="Google Shape;641;p10"/>
          <p:cNvSpPr txBox="1">
            <a:spLocks noGrp="1"/>
          </p:cNvSpPr>
          <p:nvPr>
            <p:ph type="title"/>
          </p:nvPr>
        </p:nvSpPr>
        <p:spPr>
          <a:xfrm>
            <a:off x="571500" y="3638550"/>
            <a:ext cx="6863668" cy="1107996"/>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4000"/>
              <a:buFont typeface="Arial"/>
              <a:buNone/>
            </a:pPr>
            <a:r>
              <a:rPr lang="en-GB" sz="4000" dirty="0"/>
              <a:t>What Safety documents do we have during operations?</a:t>
            </a:r>
            <a:endParaRPr dirty="0"/>
          </a:p>
        </p:txBody>
      </p:sp>
      <p:sp>
        <p:nvSpPr>
          <p:cNvPr id="642" name="Google Shape;642;p10"/>
          <p:cNvSpPr txBox="1">
            <a:spLocks noGrp="1"/>
          </p:cNvSpPr>
          <p:nvPr>
            <p:ph type="subTitle" idx="1"/>
          </p:nvPr>
        </p:nvSpPr>
        <p:spPr>
          <a:xfrm>
            <a:off x="571500" y="5049366"/>
            <a:ext cx="6408092" cy="30777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2000"/>
              <a:buFont typeface="Arial"/>
              <a:buNone/>
            </a:pPr>
            <a:r>
              <a:rPr lang="en-GB" sz="2000" dirty="0"/>
              <a:t>How often should these be updated?</a:t>
            </a:r>
            <a:endParaRPr dirty="0"/>
          </a:p>
        </p:txBody>
      </p:sp>
      <p:pic>
        <p:nvPicPr>
          <p:cNvPr id="7" name="Picture Placeholder 6">
            <a:extLst>
              <a:ext uri="{FF2B5EF4-FFF2-40B4-BE49-F238E27FC236}">
                <a16:creationId xmlns:a16="http://schemas.microsoft.com/office/drawing/2014/main" id="{E6A25BE5-9F50-488A-B00C-FB0F4A76FAB1}"/>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solidFill>
            <a:schemeClr val="bg1">
              <a:lumMod val="95000"/>
            </a:schemeClr>
          </a:solidFill>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theme/theme1.xml><?xml version="1.0" encoding="utf-8"?>
<a:theme xmlns:a="http://schemas.openxmlformats.org/drawingml/2006/main" name="lamor">
  <a:themeElements>
    <a:clrScheme name="Lamor">
      <a:dk1>
        <a:srgbClr val="000000"/>
      </a:dk1>
      <a:lt1>
        <a:srgbClr val="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amor">
      <a:dk1>
        <a:srgbClr val="000000"/>
      </a:dk1>
      <a:lt1>
        <a:srgbClr val="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F62CD321841A42A9E7421C52D774D4" ma:contentTypeVersion="18" ma:contentTypeDescription="Create a new document." ma:contentTypeScope="" ma:versionID="3e43966c63210ab09c9b558ee6cd8d05">
  <xsd:schema xmlns:xsd="http://www.w3.org/2001/XMLSchema" xmlns:xs="http://www.w3.org/2001/XMLSchema" xmlns:p="http://schemas.microsoft.com/office/2006/metadata/properties" xmlns:ns2="f0436948-a84c-4eca-b610-55dcc70f19ac" xmlns:ns3="9dc8e53c-ea3d-41cd-8c60-25d5239dfb64" targetNamespace="http://schemas.microsoft.com/office/2006/metadata/properties" ma:root="true" ma:fieldsID="e35ea1581cfccd9461f237ead91bca45" ns2:_="" ns3:_="">
    <xsd:import namespace="f0436948-a84c-4eca-b610-55dcc70f19ac"/>
    <xsd:import namespace="9dc8e53c-ea3d-41cd-8c60-25d5239dfb64"/>
    <xsd:element name="properties">
      <xsd:complexType>
        <xsd:sequence>
          <xsd:element name="documentManagement">
            <xsd:complexType>
              <xsd:all>
                <xsd:element ref="ns2:MigrationWizId" minOccurs="0"/>
                <xsd:element ref="ns2:MigrationWizIdPermissions" minOccurs="0"/>
                <xsd:element ref="ns2:MigrationWizIdVersion" minOccurs="0"/>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36948-a84c-4eca-b610-55dcc70f19a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73844e6-26ab-4283-9ac6-416b1f24dba7"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c8e53c-ea3d-41cd-8c60-25d5239dfb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d703df-f07d-4cc1-bd71-ce67e06ab0d8}" ma:internalName="TaxCatchAll" ma:showField="CatchAllData" ma:web="9dc8e53c-ea3d-41cd-8c60-25d5239dfb64">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B24D00-63F1-4A61-B2E8-5501A041BE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36948-a84c-4eca-b610-55dcc70f19ac"/>
    <ds:schemaRef ds:uri="9dc8e53c-ea3d-41cd-8c60-25d5239df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937E6-8FB3-4C34-8075-4CF5C1663C1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139</TotalTime>
  <Words>866</Words>
  <Application>Microsoft Macintosh PowerPoint</Application>
  <PresentationFormat>Widescreen</PresentationFormat>
  <Paragraphs>73</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lamor</vt:lpstr>
      <vt:lpstr>Health and Safety during a Response</vt:lpstr>
      <vt:lpstr>Health and Safety during a Response</vt:lpstr>
      <vt:lpstr>PowerPoint Presentation</vt:lpstr>
      <vt:lpstr>Why do we care about safety?</vt:lpstr>
      <vt:lpstr>Identify the Hazards</vt:lpstr>
      <vt:lpstr>Toxic Exposure Symptoms</vt:lpstr>
      <vt:lpstr>PowerPoint Presentation</vt:lpstr>
      <vt:lpstr>PowerPoint Presentation</vt:lpstr>
      <vt:lpstr>PowerPoint Presentation</vt:lpstr>
      <vt:lpstr>Identify the Hazards</vt:lpstr>
      <vt:lpstr>What Safety documents do we have during operations?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and Safety during a Response</dc:title>
  <dc:creator>Jason Loach</dc:creator>
  <cp:lastModifiedBy>pekka Eskelinen</cp:lastModifiedBy>
  <cp:revision>12</cp:revision>
  <dcterms:created xsi:type="dcterms:W3CDTF">2026-09-08T17:07:46Z</dcterms:created>
  <dcterms:modified xsi:type="dcterms:W3CDTF">2026-10-01T09:19:34Z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0x0101006533BD2AE748184E95213713DC51845A</vt:lpwstr>
  </property>
  <property fmtid="{D5CDD505-2E9C-101B-9397-08002B2CF9AE}" pid="3" name="MediaServiceImageTags">
    <vt:lpwstr/>
  </property>
</Properties>
</file>