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4"/>
  </p:sldMasterIdLst>
  <p:notesMasterIdLst>
    <p:notesMasterId r:id="rId28"/>
  </p:notesMasterIdLst>
  <p:handoutMasterIdLst>
    <p:handoutMasterId r:id="rId29"/>
  </p:handoutMasterIdLst>
  <p:sldIdLst>
    <p:sldId id="256" r:id="rId5"/>
    <p:sldId id="1267" r:id="rId6"/>
    <p:sldId id="1301" r:id="rId7"/>
    <p:sldId id="1266" r:id="rId8"/>
    <p:sldId id="1302" r:id="rId9"/>
    <p:sldId id="1289" r:id="rId10"/>
    <p:sldId id="1282" r:id="rId11"/>
    <p:sldId id="1290" r:id="rId12"/>
    <p:sldId id="1291" r:id="rId13"/>
    <p:sldId id="1286" r:id="rId14"/>
    <p:sldId id="1292" r:id="rId15"/>
    <p:sldId id="1297" r:id="rId16"/>
    <p:sldId id="1293" r:id="rId17"/>
    <p:sldId id="1298" r:id="rId18"/>
    <p:sldId id="1294" r:id="rId19"/>
    <p:sldId id="1272" r:id="rId20"/>
    <p:sldId id="1296" r:id="rId21"/>
    <p:sldId id="1270" r:id="rId22"/>
    <p:sldId id="1295" r:id="rId23"/>
    <p:sldId id="1300" r:id="rId24"/>
    <p:sldId id="1299" r:id="rId25"/>
    <p:sldId id="1303" r:id="rId26"/>
    <p:sldId id="1268" r:id="rId27"/>
  </p:sldIdLst>
  <p:sldSz cx="12192000" cy="6858000"/>
  <p:notesSz cx="6858000" cy="9144000"/>
  <p:defaultTextStyle>
    <a:defPPr>
      <a:defRPr lang="fi-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92" userDrawn="1">
          <p15:clr>
            <a:srgbClr val="A4A3A4"/>
          </p15:clr>
        </p15:guide>
        <p15:guide id="2" pos="3840">
          <p15:clr>
            <a:srgbClr val="A4A3A4"/>
          </p15:clr>
        </p15:guide>
        <p15:guide id="3" orient="horz" pos="1162">
          <p15:clr>
            <a:srgbClr val="A4A3A4"/>
          </p15:clr>
        </p15:guide>
        <p15:guide id="5" pos="257">
          <p15:clr>
            <a:srgbClr val="A4A3A4"/>
          </p15:clr>
        </p15:guide>
        <p15:guide id="6" pos="7423">
          <p15:clr>
            <a:srgbClr val="A4A3A4"/>
          </p15:clr>
        </p15:guide>
        <p15:guide id="8" orient="horz" pos="3793">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F5F"/>
    <a:srgbClr val="5D7CA7"/>
    <a:srgbClr val="115EF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DF9118D-EB25-4A92-8B6E-92240F75D13B}" v="1" dt="2026-09-08T14:53:38.276"/>
  </p1510:revLst>
</p1510:revInfo>
</file>

<file path=ppt/tableStyles.xml><?xml version="1.0" encoding="utf-8"?>
<a:tblStyleLst xmlns:a="http://schemas.openxmlformats.org/drawingml/2006/main" def="{D27102A9-8310-4765-A935-A1911B00CA5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439" autoAdjust="0"/>
    <p:restoredTop sz="65248" autoAdjust="0"/>
  </p:normalViewPr>
  <p:slideViewPr>
    <p:cSldViewPr showGuides="1">
      <p:cViewPr varScale="1">
        <p:scale>
          <a:sx n="73" d="100"/>
          <a:sy n="73" d="100"/>
        </p:scale>
        <p:origin x="1568" y="184"/>
      </p:cViewPr>
      <p:guideLst>
        <p:guide orient="horz" pos="2292"/>
        <p:guide pos="3840"/>
        <p:guide orient="horz" pos="1162"/>
        <p:guide pos="257"/>
        <p:guide pos="7423"/>
        <p:guide orient="horz" pos="3793"/>
      </p:guideLst>
    </p:cSldViewPr>
  </p:slideViewPr>
  <p:notesTextViewPr>
    <p:cViewPr>
      <p:scale>
        <a:sx n="3" d="2"/>
        <a:sy n="3" d="2"/>
      </p:scale>
      <p:origin x="0" y="0"/>
    </p:cViewPr>
  </p:notesTextViewPr>
  <p:sorterViewPr>
    <p:cViewPr varScale="1">
      <p:scale>
        <a:sx n="1" d="1"/>
        <a:sy n="1" d="1"/>
      </p:scale>
      <p:origin x="0" y="-8484"/>
    </p:cViewPr>
  </p:sorterViewPr>
  <p:notesViewPr>
    <p:cSldViewPr showGuides="1">
      <p:cViewPr varScale="1">
        <p:scale>
          <a:sx n="88" d="100"/>
          <a:sy n="88" d="100"/>
        </p:scale>
        <p:origin x="3738"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BA97F0-C535-54E2-52CF-451585BF852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sz="800"/>
          </a:p>
        </p:txBody>
      </p:sp>
      <p:sp>
        <p:nvSpPr>
          <p:cNvPr id="3" name="Date Placeholder 2">
            <a:extLst>
              <a:ext uri="{FF2B5EF4-FFF2-40B4-BE49-F238E27FC236}">
                <a16:creationId xmlns:a16="http://schemas.microsoft.com/office/drawing/2014/main" id="{3F478C9C-3486-F98A-DC21-32D148DB0EA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3E9406F-C256-4F86-8DEE-EA6092788017}" type="datetimeFigureOut">
              <a:rPr lang="en-GB" sz="800" smtClean="0"/>
              <a:t>01/10/2026</a:t>
            </a:fld>
            <a:endParaRPr lang="en-GB" sz="800"/>
          </a:p>
        </p:txBody>
      </p:sp>
      <p:sp>
        <p:nvSpPr>
          <p:cNvPr id="4" name="Footer Placeholder 3">
            <a:extLst>
              <a:ext uri="{FF2B5EF4-FFF2-40B4-BE49-F238E27FC236}">
                <a16:creationId xmlns:a16="http://schemas.microsoft.com/office/drawing/2014/main" id="{B85E9154-FB43-41C3-8E58-3A198785EB8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sz="800"/>
          </a:p>
        </p:txBody>
      </p:sp>
      <p:sp>
        <p:nvSpPr>
          <p:cNvPr id="5" name="Slide Number Placeholder 4">
            <a:extLst>
              <a:ext uri="{FF2B5EF4-FFF2-40B4-BE49-F238E27FC236}">
                <a16:creationId xmlns:a16="http://schemas.microsoft.com/office/drawing/2014/main" id="{011D832D-C8C9-952F-B222-2E33F8E064D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E0CE66D-C231-4783-B921-DCF67E74179E}" type="slidenum">
              <a:rPr lang="en-GB" sz="800" smtClean="0"/>
              <a:t>‹#›</a:t>
            </a:fld>
            <a:endParaRPr lang="en-GB" sz="800"/>
          </a:p>
        </p:txBody>
      </p:sp>
    </p:spTree>
    <p:extLst>
      <p:ext uri="{BB962C8B-B14F-4D97-AF65-F5344CB8AC3E}">
        <p14:creationId xmlns:p14="http://schemas.microsoft.com/office/powerpoint/2010/main" val="291765836"/>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8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800"/>
            </a:lvl1pPr>
          </a:lstStyle>
          <a:p>
            <a:fld id="{29549BB7-93A2-4AC2-B945-2C773A501297}" type="datetimeFigureOut">
              <a:rPr lang="en-GB" smtClean="0"/>
              <a:pPr/>
              <a:t>01/10/2026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8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800"/>
            </a:lvl1pPr>
          </a:lstStyle>
          <a:p>
            <a:fld id="{6F2864D0-97CF-41B9-8B2E-A8A368785333}" type="slidenum">
              <a:rPr lang="en-GB" smtClean="0"/>
              <a:pPr/>
              <a:t>‹#›</a:t>
            </a:fld>
            <a:endParaRPr lang="en-GB"/>
          </a:p>
        </p:txBody>
      </p:sp>
    </p:spTree>
    <p:extLst>
      <p:ext uri="{BB962C8B-B14F-4D97-AF65-F5344CB8AC3E}">
        <p14:creationId xmlns:p14="http://schemas.microsoft.com/office/powerpoint/2010/main" val="14401183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p:cNvGrpSpPr/>
        <p:nvPr/>
      </p:nvGrpSpPr>
      <p:grpSpPr>
        <a:xfrm>
          <a:off x="0" y="0"/>
          <a:ext cx="0" cy="0"/>
          <a:chOff x="0" y="0"/>
          <a:chExt cx="0" cy="0"/>
        </a:xfrm>
      </p:grpSpPr>
      <p:sp>
        <p:nvSpPr>
          <p:cNvPr id="538" name="Google Shape;538;p1:notes"/>
          <p:cNvSpPr>
            <a:spLocks noGrp="1" noRot="1" noChangeAspect="1"/>
          </p:cNvSpPr>
          <p:nvPr>
            <p:ph type="sldImg" idx="2"/>
          </p:nvPr>
        </p:nvSpPr>
        <p:spPr>
          <a:xfrm>
            <a:off x="-9490075" y="4330700"/>
            <a:ext cx="20789900" cy="116951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9" name="Google Shape;539;p1:notes"/>
          <p:cNvSpPr txBox="1">
            <a:spLocks noGrp="1"/>
          </p:cNvSpPr>
          <p:nvPr>
            <p:ph type="body" idx="1"/>
          </p:nvPr>
        </p:nvSpPr>
        <p:spPr>
          <a:xfrm>
            <a:off x="180975" y="16675768"/>
            <a:ext cx="1447800" cy="13643811"/>
          </a:xfrm>
          <a:prstGeom prst="rect">
            <a:avLst/>
          </a:prstGeom>
          <a:noFill/>
          <a:ln>
            <a:noFill/>
          </a:ln>
        </p:spPr>
        <p:txBody>
          <a:bodyPr spcFirstLastPara="1" wrap="square" lIns="91425" tIns="45700" rIns="91425" bIns="45700" anchor="t" anchorCtr="0">
            <a:noAutofit/>
          </a:bodyPr>
          <a:lstStyle/>
          <a:p>
            <a:r>
              <a:t>Welcome participants to Module 2: Understanding Oil Spills. Introduce the session's focus on what happens to oil once it enters the marine environment, and why understanding its fate and effects is essential for effective spill response.</a:t>
            </a:r>
          </a:p>
        </p:txBody>
      </p:sp>
      <p:sp>
        <p:nvSpPr>
          <p:cNvPr id="540" name="Google Shape;540;p1:notes"/>
          <p:cNvSpPr txBox="1">
            <a:spLocks noGrp="1"/>
          </p:cNvSpPr>
          <p:nvPr>
            <p:ph type="sldNum" idx="12"/>
          </p:nvPr>
        </p:nvSpPr>
        <p:spPr>
          <a:xfrm>
            <a:off x="1025106" y="32912392"/>
            <a:ext cx="784225" cy="173856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Walk through the three learning objectives for this session: (1) understand the principal weathering processes for surface and sub-surface oil spills, (2) name the weathering processes that affect oil spilt on water, and (3) discuss the effects and impacts of spilt oil. Let participants know these processes will be introduced one at a time and built up into a full picture over the following slides.</a:t>
            </a:r>
          </a:p>
        </p:txBody>
      </p:sp>
      <p:sp>
        <p:nvSpPr>
          <p:cNvPr id="4" name="Slide Number Placeholder 3"/>
          <p:cNvSpPr>
            <a:spLocks noGrp="1"/>
          </p:cNvSpPr>
          <p:nvPr>
            <p:ph type="sldNum" sz="quarter" idx="5"/>
          </p:nvPr>
        </p:nvSpPr>
        <p:spPr/>
        <p:txBody>
          <a:bodyPr/>
          <a:lstStyle/>
          <a:p>
            <a:fld id="{6F2864D0-97CF-41B9-8B2E-A8A368785333}" type="slidenum">
              <a:rPr lang="en-GB" smtClean="0"/>
              <a:pPr/>
              <a:t>2</a:t>
            </a:fld>
            <a:endParaRPr lang="en-GB"/>
          </a:p>
        </p:txBody>
      </p:sp>
    </p:spTree>
    <p:extLst>
      <p:ext uri="{BB962C8B-B14F-4D97-AF65-F5344CB8AC3E}">
        <p14:creationId xmlns:p14="http://schemas.microsoft.com/office/powerpoint/2010/main" val="37796573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Original Source:</a:t>
            </a:r>
            <a:br/>
            <a:r>
              <a:t>https://www.whoi.edu/oceanus/feature/mixing-oil-and-water/</a:t>
            </a:r>
          </a:p>
          <a:p>
            <a:endParaRPr/>
          </a:p>
          <a:p>
            <a:r>
              <a:t>Facilitation note: Ask participants to consider the different sources of oil entering the marine environment (spills, natural seeps, runoff, operational discharges) before revealing the diagram.</a:t>
            </a:r>
          </a:p>
        </p:txBody>
      </p:sp>
      <p:sp>
        <p:nvSpPr>
          <p:cNvPr id="4" name="Slide Number Placeholder 3"/>
          <p:cNvSpPr>
            <a:spLocks noGrp="1"/>
          </p:cNvSpPr>
          <p:nvPr>
            <p:ph type="sldNum" sz="quarter" idx="5"/>
          </p:nvPr>
        </p:nvSpPr>
        <p:spPr/>
        <p:txBody>
          <a:bodyPr/>
          <a:lstStyle/>
          <a:p>
            <a:fld id="{6F2864D0-97CF-41B9-8B2E-A8A368785333}" type="slidenum">
              <a:rPr lang="en-GB" smtClean="0"/>
              <a:pPr/>
              <a:t>3</a:t>
            </a:fld>
            <a:endParaRPr lang="en-GB"/>
          </a:p>
        </p:txBody>
      </p:sp>
    </p:spTree>
    <p:extLst>
      <p:ext uri="{BB962C8B-B14F-4D97-AF65-F5344CB8AC3E}">
        <p14:creationId xmlns:p14="http://schemas.microsoft.com/office/powerpoint/2010/main" val="309388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divider. Use this transition to introduce a real oil spill disaster as context, grounding the technical weathering concepts that follow in a real-world event.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the 'Fate of Spilled Oil' diagram that will be built up incrementally across the next several slides, with one new weathering process added at a time. Explain that spilled oil undergoes a series of physical, chemical, and biological changes over time.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First stage: Spreading. Explain that fresh oil spreads rapidly across the water surface into a thin slick, driven by gravity, surface tension, and the oil's viscosity. Spreading increases the surface area exposed to other weathering processes.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Discussion break. Pause here for questions or a quick check on understanding before introducing the next weathering process.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Add Evaporation to the diagram. Explain that the lighter, more volatile hydrocarbon components evaporate into the atmosphere — most significantly in the first hours to days after a spill — reducing the oil's volume and shifting its remaining composition toward heavier, more persistent compounds.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Add Dispersion to the diagram. Explain that wave action and turbulence break the surface slick into droplets that mix down into the water column, where they may remain suspended or resurface.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 into more detail on dispersion: the role of wave energy and turbulence in breaking up the slick, how droplet size affects whether oil resurfaces or stays suspended, and the difference between natural and chemically-enhanced dispersion.</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Add Fragmentation to the diagram as the oil begins to weather. Explain that the once-continuous slick breaks apart into smaller, scattered patches and tar patches as it ages.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 into more detail on fragmentation: how a slick transitions from a continuous sheen to discrete patches, and how this affects trackability and cleanup.</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Add Emulsification to the diagram. Explain that as oil weathers further it can mix with water to form a water-in-oil emulsion — often called 'chocolate mousse' — which increases the oil's volume, viscosity, and persistence.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 into more detail on the emulsification process shown in the diagram: how water droplets become trapped within the oil and how this changes its physical properties and behaviour.</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Add Stranding to the diagram. Explain that weathered oil reaching the shoreline can strand on beaches, rocks, marshes, or other coastal habitats, where it may persist and cause longer-term impacts.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Discussion break. Pause here for questions before introducing the final weathering processes.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Add Sedimentation to the diagram. Explain that oil droplets can adhere to suspended sediment particles and sink to the seabed, a process especially important in nearshore, estuarine, and turbid waters.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Case study: the Erika oil spill (1999). Use this real-world event to illustrate the weathering processes covered so far — discuss the cause of the spill, how the oil spread and weathered, and its shoreline and sediment impacts.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Complete the diagram with Biodegradation, the final and typically slowest-acting weathering process. Explain that microorganisms in the water and sediment gradually break down remaining hydrocarbons into simpler, less harmful compounds.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Temperature, sunlight, nutrients, shoreline energy, oxygen, type of oil, and initial bacterial community appear to be the most important factors affecting the biodegradation of oil, and crucial factors to consider during biodegradation. Oil degrades faster in warmer temperatures. Photooxidation by natural sunlight is mainly involved in the weathering of oil’s aromatic components in the surface waters. Nutrients such as nitrogen, phosphorus, and potassium increase oil degradation efficiency via hydrocarbon respiration rate and bacterial growth. Physical advection caused by shoreline energy breaks apart oil droplets, thus, the higher the energy of the waves, the more intense the slick breaking and droplet dispersion. Oxygen is another critical factor required for the biodegradation of hydrocarbons, as the initial attack of the hydrocarbon chain involves oxygenases. Most often, hydrocarbons are degraded faster under aerobic conditions. In anaerobic degradation, the microorganisms demand a lot of energy to activate hydrocarbon molecules therefore, the degradation rate is slower. The type of oil pollutant can also affect the ability of the bacteria to perform biodegradation. The most common type of oil that is a major concern during an oil spill is crude oil, further classified into light oil or heavy oil. The biodegradation rate is slower for components with more complex structures, therefore light oils can easily be degraded compared to heavy oils. Moreover, the composition of the initial bacterial community in the spilled area determines the formation of an oil-degrading consortium.</a:t>
            </a:r>
          </a:p>
          <a:p>
            <a:br/>
            <a:r>
              <a:t>Source: https://www.mdpi.com/2077-1312/10/3/426</a:t>
            </a:r>
          </a:p>
          <a:p>
            <a:endParaRPr/>
          </a:p>
          <a:p>
            <a:r>
              <a:t>Facilitation note: Use this slide to explain the factors that most influence how quickly biodegradation occurs, reinforcing this as the final stage in the fate of spilled oil.</a:t>
            </a:r>
          </a:p>
        </p:txBody>
      </p:sp>
      <p:sp>
        <p:nvSpPr>
          <p:cNvPr id="4" name="Slide Number Placeholder 3"/>
          <p:cNvSpPr>
            <a:spLocks noGrp="1"/>
          </p:cNvSpPr>
          <p:nvPr>
            <p:ph type="sldNum" sz="quarter" idx="5"/>
          </p:nvPr>
        </p:nvSpPr>
        <p:spPr/>
        <p:txBody>
          <a:bodyPr/>
          <a:lstStyle/>
          <a:p>
            <a:fld id="{6F2864D0-97CF-41B9-8B2E-A8A368785333}" type="slidenum">
              <a:rPr lang="en-GB" smtClean="0"/>
              <a:pPr/>
              <a:t>20</a:t>
            </a:fld>
            <a:endParaRPr lang="en-GB"/>
          </a:p>
        </p:txBody>
      </p:sp>
    </p:spTree>
    <p:extLst>
      <p:ext uri="{BB962C8B-B14F-4D97-AF65-F5344CB8AC3E}">
        <p14:creationId xmlns:p14="http://schemas.microsoft.com/office/powerpoint/2010/main" val="153668039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Show the completed 'Fate of Spilled Oil' diagram and recap the full sequence of weathering processes covered: spreading, evaporation, dispersion, fragmentation, emulsification, stranding, sedimentation, and biodegradation.</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Play the linked video to reinforce the fate and effects concepts covered in this session. Follow up with a brief discussion of the key points shown.</a:t>
            </a:r>
          </a:p>
        </p:txBody>
      </p:sp>
      <p:sp>
        <p:nvSpPr>
          <p:cNvPr id="4" name="Slide Number Placeholder 3"/>
          <p:cNvSpPr>
            <a:spLocks noGrp="1"/>
          </p:cNvSpPr>
          <p:nvPr>
            <p:ph type="sldNum" sz="quarter" idx="5"/>
          </p:nvPr>
        </p:nvSpPr>
        <p:spPr/>
        <p:txBody>
          <a:bodyPr/>
          <a:lstStyle/>
          <a:p>
            <a:fld id="{6F2864D0-97CF-41B9-8B2E-A8A368785333}" type="slidenum">
              <a:rPr lang="en-GB" smtClean="0"/>
              <a:pPr/>
              <a:t>22</a:t>
            </a:fld>
            <a:endParaRPr lang="en-GB"/>
          </a:p>
        </p:txBody>
      </p:sp>
    </p:spTree>
    <p:extLst>
      <p:ext uri="{BB962C8B-B14F-4D97-AF65-F5344CB8AC3E}">
        <p14:creationId xmlns:p14="http://schemas.microsoft.com/office/powerpoint/2010/main" val="5222104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Recap activity: ask participants to list three points they've learned from this session. Use their responses to check understanding and address any misconceptions before concluding the module.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07988" y="1412875"/>
            <a:ext cx="5688012" cy="3384277"/>
          </a:xfrm>
        </p:spPr>
        <p:txBody>
          <a:bodyPr anchor="t" anchorCtr="0"/>
          <a:lstStyle>
            <a:lvl1pPr algn="l">
              <a:lnSpc>
                <a:spcPct val="90000"/>
              </a:lnSpc>
              <a:defRPr sz="6000" spc="-50" baseline="0">
                <a:solidFill>
                  <a:schemeClr val="accent2"/>
                </a:solidFill>
              </a:defRPr>
            </a:lvl1pPr>
          </a:lstStyle>
          <a:p>
            <a:r>
              <a:rPr lang="en-US"/>
              <a:t>Click to edit Master title style</a:t>
            </a:r>
            <a:endParaRPr lang="en-US" dirty="0"/>
          </a:p>
        </p:txBody>
      </p:sp>
      <p:sp>
        <p:nvSpPr>
          <p:cNvPr id="3" name="Subtitle 2"/>
          <p:cNvSpPr>
            <a:spLocks noGrp="1"/>
          </p:cNvSpPr>
          <p:nvPr>
            <p:ph type="subTitle" idx="1"/>
          </p:nvPr>
        </p:nvSpPr>
        <p:spPr>
          <a:xfrm>
            <a:off x="407988" y="5085184"/>
            <a:ext cx="5688012" cy="936204"/>
          </a:xfrm>
        </p:spPr>
        <p:txBody>
          <a:bodyPr anchor="t" anchorCtr="0">
            <a:noAutofit/>
          </a:bodyPr>
          <a:lstStyle>
            <a:lvl1pPr marL="0" indent="0" algn="l">
              <a:lnSpc>
                <a:spcPct val="100000"/>
              </a:lnSpc>
              <a:spcBef>
                <a:spcPts val="200"/>
              </a:spcBef>
              <a:buNone/>
              <a:defRPr sz="1800" b="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2" name="Date Placeholder 11">
            <a:extLst>
              <a:ext uri="{FF2B5EF4-FFF2-40B4-BE49-F238E27FC236}">
                <a16:creationId xmlns:a16="http://schemas.microsoft.com/office/drawing/2014/main" id="{73C565E0-416B-C52D-EF18-5867A012649F}"/>
              </a:ext>
            </a:extLst>
          </p:cNvPr>
          <p:cNvSpPr>
            <a:spLocks noGrp="1"/>
          </p:cNvSpPr>
          <p:nvPr>
            <p:ph type="dt" sz="half" idx="10"/>
          </p:nvPr>
        </p:nvSpPr>
        <p:spPr/>
        <p:txBody>
          <a:bodyPr/>
          <a:lstStyle/>
          <a:p>
            <a:fld id="{1044C8F6-0D8D-4815-BB0D-52B7D1F9D66F}" type="datetime3">
              <a:rPr lang="en-US" smtClean="0"/>
              <a:t>1 October 2026</a:t>
            </a:fld>
            <a:endParaRPr lang="en-US" dirty="0"/>
          </a:p>
        </p:txBody>
      </p:sp>
      <p:sp>
        <p:nvSpPr>
          <p:cNvPr id="13" name="Footer Placeholder 12">
            <a:extLst>
              <a:ext uri="{FF2B5EF4-FFF2-40B4-BE49-F238E27FC236}">
                <a16:creationId xmlns:a16="http://schemas.microsoft.com/office/drawing/2014/main" id="{9794333B-7B7F-69A1-88AE-A6815E946B61}"/>
              </a:ext>
            </a:extLst>
          </p:cNvPr>
          <p:cNvSpPr>
            <a:spLocks noGrp="1"/>
          </p:cNvSpPr>
          <p:nvPr>
            <p:ph type="ftr" sz="quarter" idx="11"/>
          </p:nvPr>
        </p:nvSpPr>
        <p:spPr/>
        <p:txBody>
          <a:bodyPr/>
          <a:lstStyle/>
          <a:p>
            <a:endParaRPr lang="en-US" dirty="0"/>
          </a:p>
        </p:txBody>
      </p:sp>
      <p:sp>
        <p:nvSpPr>
          <p:cNvPr id="14" name="Slide Number Placeholder 13">
            <a:extLst>
              <a:ext uri="{FF2B5EF4-FFF2-40B4-BE49-F238E27FC236}">
                <a16:creationId xmlns:a16="http://schemas.microsoft.com/office/drawing/2014/main" id="{11BF0CE3-413E-DD14-662C-17EE97BC1DD2}"/>
              </a:ext>
            </a:extLst>
          </p:cNvPr>
          <p:cNvSpPr>
            <a:spLocks noGrp="1"/>
          </p:cNvSpPr>
          <p:nvPr>
            <p:ph type="sldNum" sz="quarter" idx="12"/>
          </p:nvPr>
        </p:nvSpPr>
        <p:spPr/>
        <p:txBody>
          <a:bodyPr/>
          <a:lstStyle/>
          <a:p>
            <a:fld id="{5B16D1FE-3A35-41BA-8EBE-413702045235}" type="slidenum">
              <a:rPr lang="en-US" smtClean="0"/>
              <a:pPr/>
              <a:t>‹#›</a:t>
            </a:fld>
            <a:endParaRPr lang="en-US" dirty="0"/>
          </a:p>
        </p:txBody>
      </p:sp>
      <p:sp>
        <p:nvSpPr>
          <p:cNvPr id="18" name="Freeform 6">
            <a:extLst>
              <a:ext uri="{FF2B5EF4-FFF2-40B4-BE49-F238E27FC236}">
                <a16:creationId xmlns:a16="http://schemas.microsoft.com/office/drawing/2014/main" id="{1F59D8CD-2905-7D4E-0849-2441F985B086}"/>
              </a:ext>
            </a:extLst>
          </p:cNvPr>
          <p:cNvSpPr>
            <a:spLocks noChangeAspect="1" noEditPoints="1"/>
          </p:cNvSpPr>
          <p:nvPr/>
        </p:nvSpPr>
        <p:spPr bwMode="auto">
          <a:xfrm>
            <a:off x="407988" y="576000"/>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764140767"/>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Slide Blu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07988" y="1412875"/>
            <a:ext cx="5688012" cy="3384277"/>
          </a:xfrm>
        </p:spPr>
        <p:txBody>
          <a:bodyPr anchor="t" anchorCtr="0"/>
          <a:lstStyle>
            <a:lvl1pPr algn="l">
              <a:lnSpc>
                <a:spcPct val="90000"/>
              </a:lnSpc>
              <a:defRPr sz="6000" spc="-50" baseline="0">
                <a:solidFill>
                  <a:schemeClr val="bg1"/>
                </a:solidFill>
              </a:defRPr>
            </a:lvl1pPr>
          </a:lstStyle>
          <a:p>
            <a:r>
              <a:rPr lang="en-US"/>
              <a:t>Click to edit Master title style</a:t>
            </a:r>
            <a:endParaRPr lang="en-US" dirty="0"/>
          </a:p>
        </p:txBody>
      </p:sp>
      <p:sp>
        <p:nvSpPr>
          <p:cNvPr id="3" name="Subtitle 2"/>
          <p:cNvSpPr>
            <a:spLocks noGrp="1"/>
          </p:cNvSpPr>
          <p:nvPr>
            <p:ph type="subTitle" idx="1"/>
          </p:nvPr>
        </p:nvSpPr>
        <p:spPr>
          <a:xfrm>
            <a:off x="407988" y="5085184"/>
            <a:ext cx="5688012" cy="936204"/>
          </a:xfrm>
        </p:spPr>
        <p:txBody>
          <a:bodyPr anchor="t" anchorCtr="0">
            <a:noAutofit/>
          </a:bodyPr>
          <a:lstStyle>
            <a:lvl1pPr marL="0" indent="0" algn="l">
              <a:lnSpc>
                <a:spcPct val="100000"/>
              </a:lnSpc>
              <a:spcBef>
                <a:spcPts val="200"/>
              </a:spcBef>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8" name="Freeform 6">
            <a:extLst>
              <a:ext uri="{FF2B5EF4-FFF2-40B4-BE49-F238E27FC236}">
                <a16:creationId xmlns:a16="http://schemas.microsoft.com/office/drawing/2014/main" id="{1F59D8CD-2905-7D4E-0849-2441F985B086}"/>
              </a:ext>
            </a:extLst>
          </p:cNvPr>
          <p:cNvSpPr>
            <a:spLocks noChangeAspect="1" noEditPoints="1"/>
          </p:cNvSpPr>
          <p:nvPr/>
        </p:nvSpPr>
        <p:spPr bwMode="auto">
          <a:xfrm>
            <a:off x="407988" y="574675"/>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sp>
        <p:nvSpPr>
          <p:cNvPr id="5" name="Date Placeholder 4">
            <a:extLst>
              <a:ext uri="{FF2B5EF4-FFF2-40B4-BE49-F238E27FC236}">
                <a16:creationId xmlns:a16="http://schemas.microsoft.com/office/drawing/2014/main" id="{5D27BE51-F485-EF4E-BB0B-C635562659C4}"/>
              </a:ext>
            </a:extLst>
          </p:cNvPr>
          <p:cNvSpPr>
            <a:spLocks noGrp="1"/>
          </p:cNvSpPr>
          <p:nvPr>
            <p:ph type="dt" sz="half" idx="10"/>
          </p:nvPr>
        </p:nvSpPr>
        <p:spPr/>
        <p:txBody>
          <a:bodyPr/>
          <a:lstStyle>
            <a:lvl1pPr>
              <a:defRPr>
                <a:solidFill>
                  <a:schemeClr val="bg1"/>
                </a:solidFill>
              </a:defRPr>
            </a:lvl1pPr>
          </a:lstStyle>
          <a:p>
            <a:fld id="{084C4DB8-9623-4224-BA86-5DE662FF7DC6}" type="datetime3">
              <a:rPr lang="en-US" smtClean="0"/>
              <a:pPr/>
              <a:t>1 October 2026</a:t>
            </a:fld>
            <a:endParaRPr lang="en-US" dirty="0"/>
          </a:p>
        </p:txBody>
      </p:sp>
      <p:sp>
        <p:nvSpPr>
          <p:cNvPr id="6" name="Footer Placeholder 5">
            <a:extLst>
              <a:ext uri="{FF2B5EF4-FFF2-40B4-BE49-F238E27FC236}">
                <a16:creationId xmlns:a16="http://schemas.microsoft.com/office/drawing/2014/main" id="{79879A88-4923-60A4-16B0-142C9512E93C}"/>
              </a:ext>
            </a:extLst>
          </p:cNvPr>
          <p:cNvSpPr>
            <a:spLocks noGrp="1"/>
          </p:cNvSpPr>
          <p:nvPr>
            <p:ph type="ftr" sz="quarter" idx="11"/>
          </p:nvPr>
        </p:nvSpPr>
        <p:spPr/>
        <p:txBody>
          <a:bodyPr/>
          <a:lstStyle>
            <a:lvl1pPr>
              <a:defRPr>
                <a:solidFill>
                  <a:schemeClr val="bg1"/>
                </a:solidFill>
              </a:defRPr>
            </a:lvl1pPr>
          </a:lstStyle>
          <a:p>
            <a:endParaRPr lang="en-US" dirty="0"/>
          </a:p>
        </p:txBody>
      </p:sp>
      <p:sp>
        <p:nvSpPr>
          <p:cNvPr id="7" name="Slide Number Placeholder 6">
            <a:extLst>
              <a:ext uri="{FF2B5EF4-FFF2-40B4-BE49-F238E27FC236}">
                <a16:creationId xmlns:a16="http://schemas.microsoft.com/office/drawing/2014/main" id="{410D0920-1D3A-D281-EC6B-354F901A7029}"/>
              </a:ext>
            </a:extLst>
          </p:cNvPr>
          <p:cNvSpPr>
            <a:spLocks noGrp="1"/>
          </p:cNvSpPr>
          <p:nvPr>
            <p:ph type="sldNum" sz="quarter" idx="12"/>
          </p:nvPr>
        </p:nvSpPr>
        <p:spPr/>
        <p:txBody>
          <a:bodyPr/>
          <a:lstStyle/>
          <a:p>
            <a:fld id="{5B16D1FE-3A35-41BA-8EBE-413702045235}" type="slidenum">
              <a:rPr lang="en-US" smtClean="0"/>
              <a:pPr/>
              <a:t>‹#›</a:t>
            </a:fld>
            <a:endParaRPr lang="en-US" dirty="0"/>
          </a:p>
        </p:txBody>
      </p:sp>
    </p:spTree>
    <p:extLst>
      <p:ext uri="{BB962C8B-B14F-4D97-AF65-F5344CB8AC3E}">
        <p14:creationId xmlns:p14="http://schemas.microsoft.com/office/powerpoint/2010/main" val="3929641855"/>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Slide Light Blue">
    <p:bg>
      <p:bgPr>
        <a:solidFill>
          <a:schemeClr val="accent6"/>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07988" y="1412875"/>
            <a:ext cx="5688012" cy="3384277"/>
          </a:xfrm>
        </p:spPr>
        <p:txBody>
          <a:bodyPr anchor="t" anchorCtr="0"/>
          <a:lstStyle>
            <a:lvl1pPr algn="l">
              <a:lnSpc>
                <a:spcPct val="90000"/>
              </a:lnSpc>
              <a:defRPr sz="6000" spc="-50" baseline="0">
                <a:solidFill>
                  <a:schemeClr val="bg1"/>
                </a:solidFill>
              </a:defRPr>
            </a:lvl1pPr>
          </a:lstStyle>
          <a:p>
            <a:r>
              <a:rPr lang="en-US"/>
              <a:t>Click to edit Master title style</a:t>
            </a:r>
            <a:endParaRPr lang="en-US" dirty="0"/>
          </a:p>
        </p:txBody>
      </p:sp>
      <p:sp>
        <p:nvSpPr>
          <p:cNvPr id="3" name="Subtitle 2"/>
          <p:cNvSpPr>
            <a:spLocks noGrp="1"/>
          </p:cNvSpPr>
          <p:nvPr>
            <p:ph type="subTitle" idx="1"/>
          </p:nvPr>
        </p:nvSpPr>
        <p:spPr>
          <a:xfrm>
            <a:off x="407988" y="5085184"/>
            <a:ext cx="5688012" cy="936204"/>
          </a:xfrm>
        </p:spPr>
        <p:txBody>
          <a:bodyPr anchor="t" anchorCtr="0">
            <a:noAutofit/>
          </a:bodyPr>
          <a:lstStyle>
            <a:lvl1pPr marL="0" indent="0" algn="l">
              <a:lnSpc>
                <a:spcPct val="100000"/>
              </a:lnSpc>
              <a:spcBef>
                <a:spcPts val="200"/>
              </a:spcBef>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8" name="Freeform 6">
            <a:extLst>
              <a:ext uri="{FF2B5EF4-FFF2-40B4-BE49-F238E27FC236}">
                <a16:creationId xmlns:a16="http://schemas.microsoft.com/office/drawing/2014/main" id="{1F59D8CD-2905-7D4E-0849-2441F985B086}"/>
              </a:ext>
            </a:extLst>
          </p:cNvPr>
          <p:cNvSpPr>
            <a:spLocks noChangeAspect="1" noEditPoints="1"/>
          </p:cNvSpPr>
          <p:nvPr/>
        </p:nvSpPr>
        <p:spPr bwMode="auto">
          <a:xfrm>
            <a:off x="407988" y="574675"/>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sp>
        <p:nvSpPr>
          <p:cNvPr id="5" name="Date Placeholder 4">
            <a:extLst>
              <a:ext uri="{FF2B5EF4-FFF2-40B4-BE49-F238E27FC236}">
                <a16:creationId xmlns:a16="http://schemas.microsoft.com/office/drawing/2014/main" id="{5D27BE51-F485-EF4E-BB0B-C635562659C4}"/>
              </a:ext>
            </a:extLst>
          </p:cNvPr>
          <p:cNvSpPr>
            <a:spLocks noGrp="1"/>
          </p:cNvSpPr>
          <p:nvPr>
            <p:ph type="dt" sz="half" idx="10"/>
          </p:nvPr>
        </p:nvSpPr>
        <p:spPr/>
        <p:txBody>
          <a:bodyPr/>
          <a:lstStyle>
            <a:lvl1pPr>
              <a:defRPr>
                <a:solidFill>
                  <a:schemeClr val="bg1"/>
                </a:solidFill>
              </a:defRPr>
            </a:lvl1pPr>
          </a:lstStyle>
          <a:p>
            <a:fld id="{084C4DB8-9623-4224-BA86-5DE662FF7DC6}" type="datetime3">
              <a:rPr lang="en-US" smtClean="0"/>
              <a:pPr/>
              <a:t>1 October 2026</a:t>
            </a:fld>
            <a:endParaRPr lang="en-US" dirty="0"/>
          </a:p>
        </p:txBody>
      </p:sp>
      <p:sp>
        <p:nvSpPr>
          <p:cNvPr id="6" name="Footer Placeholder 5">
            <a:extLst>
              <a:ext uri="{FF2B5EF4-FFF2-40B4-BE49-F238E27FC236}">
                <a16:creationId xmlns:a16="http://schemas.microsoft.com/office/drawing/2014/main" id="{79879A88-4923-60A4-16B0-142C9512E93C}"/>
              </a:ext>
            </a:extLst>
          </p:cNvPr>
          <p:cNvSpPr>
            <a:spLocks noGrp="1"/>
          </p:cNvSpPr>
          <p:nvPr>
            <p:ph type="ftr" sz="quarter" idx="11"/>
          </p:nvPr>
        </p:nvSpPr>
        <p:spPr/>
        <p:txBody>
          <a:bodyPr/>
          <a:lstStyle>
            <a:lvl1pPr>
              <a:defRPr>
                <a:solidFill>
                  <a:schemeClr val="bg1"/>
                </a:solidFill>
              </a:defRPr>
            </a:lvl1pPr>
          </a:lstStyle>
          <a:p>
            <a:endParaRPr lang="en-US" dirty="0"/>
          </a:p>
        </p:txBody>
      </p:sp>
      <p:sp>
        <p:nvSpPr>
          <p:cNvPr id="7" name="Slide Number Placeholder 6">
            <a:extLst>
              <a:ext uri="{FF2B5EF4-FFF2-40B4-BE49-F238E27FC236}">
                <a16:creationId xmlns:a16="http://schemas.microsoft.com/office/drawing/2014/main" id="{410D0920-1D3A-D281-EC6B-354F901A7029}"/>
              </a:ext>
            </a:extLst>
          </p:cNvPr>
          <p:cNvSpPr>
            <a:spLocks noGrp="1"/>
          </p:cNvSpPr>
          <p:nvPr>
            <p:ph type="sldNum" sz="quarter" idx="12"/>
          </p:nvPr>
        </p:nvSpPr>
        <p:spPr/>
        <p:txBody>
          <a:bodyPr/>
          <a:lstStyle/>
          <a:p>
            <a:fld id="{5B16D1FE-3A35-41BA-8EBE-413702045235}" type="slidenum">
              <a:rPr lang="en-US" smtClean="0"/>
              <a:pPr/>
              <a:t>‹#›</a:t>
            </a:fld>
            <a:endParaRPr lang="en-US" dirty="0"/>
          </a:p>
        </p:txBody>
      </p:sp>
    </p:spTree>
    <p:extLst>
      <p:ext uri="{BB962C8B-B14F-4D97-AF65-F5344CB8AC3E}">
        <p14:creationId xmlns:p14="http://schemas.microsoft.com/office/powerpoint/2010/main" val="1672977120"/>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itle" preserve="1">
  <p:cSld name="Title Slid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07988" y="1412875"/>
            <a:ext cx="5688012" cy="3384277"/>
          </a:xfrm>
        </p:spPr>
        <p:txBody>
          <a:bodyPr anchor="t" anchorCtr="0"/>
          <a:lstStyle>
            <a:lvl1pPr algn="l">
              <a:lnSpc>
                <a:spcPct val="90000"/>
              </a:lnSpc>
              <a:defRPr sz="6000" spc="-50" baseline="0">
                <a:solidFill>
                  <a:schemeClr val="bg1"/>
                </a:solidFill>
              </a:defRPr>
            </a:lvl1pPr>
          </a:lstStyle>
          <a:p>
            <a:r>
              <a:rPr lang="en-US"/>
              <a:t>Click to edit Master title style</a:t>
            </a:r>
            <a:endParaRPr lang="en-US" dirty="0"/>
          </a:p>
        </p:txBody>
      </p:sp>
      <p:sp>
        <p:nvSpPr>
          <p:cNvPr id="3" name="Subtitle 2"/>
          <p:cNvSpPr>
            <a:spLocks noGrp="1"/>
          </p:cNvSpPr>
          <p:nvPr>
            <p:ph type="subTitle" idx="1"/>
          </p:nvPr>
        </p:nvSpPr>
        <p:spPr>
          <a:xfrm>
            <a:off x="407988" y="5085184"/>
            <a:ext cx="5688012" cy="936204"/>
          </a:xfrm>
        </p:spPr>
        <p:txBody>
          <a:bodyPr anchor="t" anchorCtr="0">
            <a:noAutofit/>
          </a:bodyPr>
          <a:lstStyle>
            <a:lvl1pPr marL="0" indent="0" algn="l">
              <a:lnSpc>
                <a:spcPct val="100000"/>
              </a:lnSpc>
              <a:spcBef>
                <a:spcPts val="200"/>
              </a:spcBef>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8" name="Freeform 6">
            <a:extLst>
              <a:ext uri="{FF2B5EF4-FFF2-40B4-BE49-F238E27FC236}">
                <a16:creationId xmlns:a16="http://schemas.microsoft.com/office/drawing/2014/main" id="{1F59D8CD-2905-7D4E-0849-2441F985B086}"/>
              </a:ext>
            </a:extLst>
          </p:cNvPr>
          <p:cNvSpPr>
            <a:spLocks noChangeAspect="1" noEditPoints="1"/>
          </p:cNvSpPr>
          <p:nvPr/>
        </p:nvSpPr>
        <p:spPr bwMode="auto">
          <a:xfrm>
            <a:off x="407988" y="574675"/>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sp>
        <p:nvSpPr>
          <p:cNvPr id="5" name="Date Placeholder 4">
            <a:extLst>
              <a:ext uri="{FF2B5EF4-FFF2-40B4-BE49-F238E27FC236}">
                <a16:creationId xmlns:a16="http://schemas.microsoft.com/office/drawing/2014/main" id="{5D27BE51-F485-EF4E-BB0B-C635562659C4}"/>
              </a:ext>
            </a:extLst>
          </p:cNvPr>
          <p:cNvSpPr>
            <a:spLocks noGrp="1"/>
          </p:cNvSpPr>
          <p:nvPr>
            <p:ph type="dt" sz="half" idx="10"/>
          </p:nvPr>
        </p:nvSpPr>
        <p:spPr/>
        <p:txBody>
          <a:bodyPr/>
          <a:lstStyle>
            <a:lvl1pPr>
              <a:defRPr>
                <a:solidFill>
                  <a:schemeClr val="bg1"/>
                </a:solidFill>
              </a:defRPr>
            </a:lvl1pPr>
          </a:lstStyle>
          <a:p>
            <a:fld id="{084C4DB8-9623-4224-BA86-5DE662FF7DC6}" type="datetime3">
              <a:rPr lang="en-US" smtClean="0"/>
              <a:pPr/>
              <a:t>1 October 2026</a:t>
            </a:fld>
            <a:endParaRPr lang="en-US" dirty="0"/>
          </a:p>
        </p:txBody>
      </p:sp>
      <p:sp>
        <p:nvSpPr>
          <p:cNvPr id="6" name="Footer Placeholder 5">
            <a:extLst>
              <a:ext uri="{FF2B5EF4-FFF2-40B4-BE49-F238E27FC236}">
                <a16:creationId xmlns:a16="http://schemas.microsoft.com/office/drawing/2014/main" id="{79879A88-4923-60A4-16B0-142C9512E93C}"/>
              </a:ext>
            </a:extLst>
          </p:cNvPr>
          <p:cNvSpPr>
            <a:spLocks noGrp="1"/>
          </p:cNvSpPr>
          <p:nvPr>
            <p:ph type="ftr" sz="quarter" idx="11"/>
          </p:nvPr>
        </p:nvSpPr>
        <p:spPr/>
        <p:txBody>
          <a:bodyPr/>
          <a:lstStyle>
            <a:lvl1pPr>
              <a:defRPr>
                <a:solidFill>
                  <a:schemeClr val="bg1"/>
                </a:solidFill>
              </a:defRPr>
            </a:lvl1pPr>
          </a:lstStyle>
          <a:p>
            <a:endParaRPr lang="en-US" dirty="0"/>
          </a:p>
        </p:txBody>
      </p:sp>
      <p:sp>
        <p:nvSpPr>
          <p:cNvPr id="7" name="Slide Number Placeholder 6">
            <a:extLst>
              <a:ext uri="{FF2B5EF4-FFF2-40B4-BE49-F238E27FC236}">
                <a16:creationId xmlns:a16="http://schemas.microsoft.com/office/drawing/2014/main" id="{410D0920-1D3A-D281-EC6B-354F901A7029}"/>
              </a:ext>
            </a:extLst>
          </p:cNvPr>
          <p:cNvSpPr>
            <a:spLocks noGrp="1"/>
          </p:cNvSpPr>
          <p:nvPr>
            <p:ph type="sldNum" sz="quarter" idx="12"/>
          </p:nvPr>
        </p:nvSpPr>
        <p:spPr/>
        <p:txBody>
          <a:bodyPr/>
          <a:lstStyle/>
          <a:p>
            <a:fld id="{5B16D1FE-3A35-41BA-8EBE-413702045235}" type="slidenum">
              <a:rPr lang="en-US" smtClean="0"/>
              <a:pPr/>
              <a:t>‹#›</a:t>
            </a:fld>
            <a:endParaRPr lang="en-US" dirty="0"/>
          </a:p>
        </p:txBody>
      </p:sp>
    </p:spTree>
    <p:extLst>
      <p:ext uri="{BB962C8B-B14F-4D97-AF65-F5344CB8AC3E}">
        <p14:creationId xmlns:p14="http://schemas.microsoft.com/office/powerpoint/2010/main" val="4148817321"/>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Picture">
    <p:bg>
      <p:bgPr>
        <a:solidFill>
          <a:schemeClr val="bg2"/>
        </a:solidFill>
        <a:effectLst/>
      </p:bgPr>
    </p:bg>
    <p:spTree>
      <p:nvGrpSpPr>
        <p:cNvPr id="1" name=""/>
        <p:cNvGrpSpPr/>
        <p:nvPr/>
      </p:nvGrpSpPr>
      <p:grpSpPr>
        <a:xfrm>
          <a:off x="0" y="0"/>
          <a:ext cx="0" cy="0"/>
          <a:chOff x="0" y="0"/>
          <a:chExt cx="0" cy="0"/>
        </a:xfrm>
      </p:grpSpPr>
      <p:sp>
        <p:nvSpPr>
          <p:cNvPr id="4" name="Picture Placeholder 5">
            <a:extLst>
              <a:ext uri="{FF2B5EF4-FFF2-40B4-BE49-F238E27FC236}">
                <a16:creationId xmlns:a16="http://schemas.microsoft.com/office/drawing/2014/main" id="{35CE66AB-A0D7-67AE-380A-53A6F957D1AD}"/>
              </a:ext>
            </a:extLst>
          </p:cNvPr>
          <p:cNvSpPr>
            <a:spLocks noGrp="1"/>
          </p:cNvSpPr>
          <p:nvPr>
            <p:ph type="pic" sz="quarter" idx="14"/>
          </p:nvPr>
        </p:nvSpPr>
        <p:spPr>
          <a:xfrm>
            <a:off x="0" y="1"/>
            <a:ext cx="12192000" cy="6858000"/>
          </a:xfrm>
          <a:solidFill>
            <a:schemeClr val="bg2">
              <a:lumMod val="90000"/>
            </a:schemeClr>
          </a:solidFill>
        </p:spPr>
        <p:txBody>
          <a:bodyPr/>
          <a:lstStyle>
            <a:lvl1pPr>
              <a:defRPr sz="1000"/>
            </a:lvl1pPr>
          </a:lstStyle>
          <a:p>
            <a:r>
              <a:rPr lang="en-US"/>
              <a:t>Click icon to add picture</a:t>
            </a:r>
            <a:endParaRPr lang="en-GB"/>
          </a:p>
        </p:txBody>
      </p:sp>
      <p:sp>
        <p:nvSpPr>
          <p:cNvPr id="2" name="Title 1"/>
          <p:cNvSpPr>
            <a:spLocks noGrp="1"/>
          </p:cNvSpPr>
          <p:nvPr>
            <p:ph type="ctrTitle"/>
          </p:nvPr>
        </p:nvSpPr>
        <p:spPr>
          <a:xfrm>
            <a:off x="407988" y="1412875"/>
            <a:ext cx="5688012" cy="3384277"/>
          </a:xfrm>
        </p:spPr>
        <p:txBody>
          <a:bodyPr anchor="t" anchorCtr="0"/>
          <a:lstStyle>
            <a:lvl1pPr algn="l">
              <a:lnSpc>
                <a:spcPct val="90000"/>
              </a:lnSpc>
              <a:defRPr sz="6000" spc="-50" baseline="0">
                <a:solidFill>
                  <a:schemeClr val="bg1"/>
                </a:solidFill>
              </a:defRPr>
            </a:lvl1pPr>
          </a:lstStyle>
          <a:p>
            <a:r>
              <a:rPr lang="en-US"/>
              <a:t>Click to edit Master title style</a:t>
            </a:r>
            <a:endParaRPr lang="en-US" dirty="0"/>
          </a:p>
        </p:txBody>
      </p:sp>
      <p:sp>
        <p:nvSpPr>
          <p:cNvPr id="3" name="Subtitle 2"/>
          <p:cNvSpPr>
            <a:spLocks noGrp="1"/>
          </p:cNvSpPr>
          <p:nvPr>
            <p:ph type="subTitle" idx="1"/>
          </p:nvPr>
        </p:nvSpPr>
        <p:spPr>
          <a:xfrm>
            <a:off x="407988" y="5085184"/>
            <a:ext cx="5688012" cy="936204"/>
          </a:xfrm>
        </p:spPr>
        <p:txBody>
          <a:bodyPr anchor="t" anchorCtr="0">
            <a:noAutofit/>
          </a:bodyPr>
          <a:lstStyle>
            <a:lvl1pPr marL="0" indent="0" algn="l">
              <a:lnSpc>
                <a:spcPct val="100000"/>
              </a:lnSpc>
              <a:spcBef>
                <a:spcPts val="200"/>
              </a:spcBef>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Date Placeholder 4">
            <a:extLst>
              <a:ext uri="{FF2B5EF4-FFF2-40B4-BE49-F238E27FC236}">
                <a16:creationId xmlns:a16="http://schemas.microsoft.com/office/drawing/2014/main" id="{5D27BE51-F485-EF4E-BB0B-C635562659C4}"/>
              </a:ext>
            </a:extLst>
          </p:cNvPr>
          <p:cNvSpPr>
            <a:spLocks noGrp="1"/>
          </p:cNvSpPr>
          <p:nvPr>
            <p:ph type="dt" sz="half" idx="10"/>
          </p:nvPr>
        </p:nvSpPr>
        <p:spPr/>
        <p:txBody>
          <a:bodyPr/>
          <a:lstStyle>
            <a:lvl1pPr>
              <a:defRPr>
                <a:solidFill>
                  <a:schemeClr val="bg1"/>
                </a:solidFill>
              </a:defRPr>
            </a:lvl1pPr>
          </a:lstStyle>
          <a:p>
            <a:fld id="{084C4DB8-9623-4224-BA86-5DE662FF7DC6}" type="datetime3">
              <a:rPr lang="en-US" smtClean="0"/>
              <a:pPr/>
              <a:t>1 October 2026</a:t>
            </a:fld>
            <a:endParaRPr lang="en-US" dirty="0"/>
          </a:p>
        </p:txBody>
      </p:sp>
      <p:sp>
        <p:nvSpPr>
          <p:cNvPr id="6" name="Footer Placeholder 5">
            <a:extLst>
              <a:ext uri="{FF2B5EF4-FFF2-40B4-BE49-F238E27FC236}">
                <a16:creationId xmlns:a16="http://schemas.microsoft.com/office/drawing/2014/main" id="{79879A88-4923-60A4-16B0-142C9512E93C}"/>
              </a:ext>
            </a:extLst>
          </p:cNvPr>
          <p:cNvSpPr>
            <a:spLocks noGrp="1"/>
          </p:cNvSpPr>
          <p:nvPr>
            <p:ph type="ftr" sz="quarter" idx="11"/>
          </p:nvPr>
        </p:nvSpPr>
        <p:spPr/>
        <p:txBody>
          <a:bodyPr/>
          <a:lstStyle>
            <a:lvl1pPr>
              <a:defRPr>
                <a:solidFill>
                  <a:schemeClr val="bg1"/>
                </a:solidFill>
              </a:defRPr>
            </a:lvl1pPr>
          </a:lstStyle>
          <a:p>
            <a:endParaRPr lang="en-US" dirty="0"/>
          </a:p>
        </p:txBody>
      </p:sp>
      <p:sp>
        <p:nvSpPr>
          <p:cNvPr id="7" name="Slide Number Placeholder 6">
            <a:extLst>
              <a:ext uri="{FF2B5EF4-FFF2-40B4-BE49-F238E27FC236}">
                <a16:creationId xmlns:a16="http://schemas.microsoft.com/office/drawing/2014/main" id="{410D0920-1D3A-D281-EC6B-354F901A7029}"/>
              </a:ext>
            </a:extLst>
          </p:cNvPr>
          <p:cNvSpPr>
            <a:spLocks noGrp="1"/>
          </p:cNvSpPr>
          <p:nvPr>
            <p:ph type="sldNum" sz="quarter" idx="12"/>
          </p:nvPr>
        </p:nvSpPr>
        <p:spPr/>
        <p:txBody>
          <a:bodyPr/>
          <a:lstStyle/>
          <a:p>
            <a:fld id="{5B16D1FE-3A35-41BA-8EBE-413702045235}" type="slidenum">
              <a:rPr lang="en-US" smtClean="0"/>
              <a:pPr/>
              <a:t>‹#›</a:t>
            </a:fld>
            <a:endParaRPr lang="en-US" dirty="0"/>
          </a:p>
        </p:txBody>
      </p:sp>
      <p:sp>
        <p:nvSpPr>
          <p:cNvPr id="9" name="Text Placeholder 2">
            <a:extLst>
              <a:ext uri="{FF2B5EF4-FFF2-40B4-BE49-F238E27FC236}">
                <a16:creationId xmlns:a16="http://schemas.microsoft.com/office/drawing/2014/main" id="{9F3673F9-A375-DA91-CA09-A1DF14FF022B}"/>
              </a:ext>
            </a:extLst>
          </p:cNvPr>
          <p:cNvSpPr>
            <a:spLocks noGrp="1"/>
          </p:cNvSpPr>
          <p:nvPr>
            <p:ph type="body" sz="quarter" idx="19"/>
          </p:nvPr>
        </p:nvSpPr>
        <p:spPr>
          <a:xfrm>
            <a:off x="407988" y="576000"/>
            <a:ext cx="1130400" cy="288000"/>
          </a:xfrm>
          <a:blipFill>
            <a:blip r:embed="rId2" cstate="screen">
              <a:extLst>
                <a:ext uri="{28A0092B-C50C-407E-A947-70E740481C1C}">
                  <a14:useLocalDpi xmlns:a14="http://schemas.microsoft.com/office/drawing/2010/main"/>
                </a:ext>
              </a:extLst>
            </a:blip>
            <a:stretch>
              <a:fillRect/>
            </a:stretch>
          </a:blipFill>
        </p:spPr>
        <p:txBody>
          <a:bodyPr/>
          <a:lstStyle>
            <a:lvl1pPr>
              <a:defRPr sz="100">
                <a:noFill/>
              </a:defRPr>
            </a:lvl1pPr>
          </a:lstStyle>
          <a:p>
            <a:pPr lvl="0"/>
            <a:r>
              <a:rPr lang="en-US"/>
              <a:t>Click to edit Master text styles</a:t>
            </a:r>
          </a:p>
        </p:txBody>
      </p:sp>
    </p:spTree>
    <p:extLst>
      <p:ext uri="{BB962C8B-B14F-4D97-AF65-F5344CB8AC3E}">
        <p14:creationId xmlns:p14="http://schemas.microsoft.com/office/powerpoint/2010/main" val="353594872"/>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Title Slide Picture Yellow ">
    <p:bg>
      <p:bgPr>
        <a:solidFill>
          <a:schemeClr val="bg1"/>
        </a:solidFill>
        <a:effectLst/>
      </p:bgPr>
    </p:bg>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00498258-88E9-CB8C-3EE2-3F6D713F440B}"/>
              </a:ext>
            </a:extLst>
          </p:cNvPr>
          <p:cNvSpPr>
            <a:spLocks noGrp="1"/>
          </p:cNvSpPr>
          <p:nvPr>
            <p:ph type="dt" sz="half" idx="10"/>
          </p:nvPr>
        </p:nvSpPr>
        <p:spPr/>
        <p:txBody>
          <a:bodyPr/>
          <a:lstStyle>
            <a:lvl1pPr>
              <a:defRPr>
                <a:solidFill>
                  <a:schemeClr val="accent2"/>
                </a:solidFill>
              </a:defRPr>
            </a:lvl1pPr>
          </a:lstStyle>
          <a:p>
            <a:fld id="{26267213-5B65-4CDC-91D5-D7C44E3C9E26}" type="datetime3">
              <a:rPr lang="en-US" smtClean="0"/>
              <a:t>1 October 2026</a:t>
            </a:fld>
            <a:endParaRPr lang="en-US" dirty="0"/>
          </a:p>
        </p:txBody>
      </p:sp>
      <p:sp>
        <p:nvSpPr>
          <p:cNvPr id="8" name="Footer Placeholder 7">
            <a:extLst>
              <a:ext uri="{FF2B5EF4-FFF2-40B4-BE49-F238E27FC236}">
                <a16:creationId xmlns:a16="http://schemas.microsoft.com/office/drawing/2014/main" id="{03C93E9D-5F07-9459-468D-9C2261945706}"/>
              </a:ext>
            </a:extLst>
          </p:cNvPr>
          <p:cNvSpPr>
            <a:spLocks noGrp="1"/>
          </p:cNvSpPr>
          <p:nvPr>
            <p:ph type="ftr" sz="quarter" idx="11"/>
          </p:nvPr>
        </p:nvSpPr>
        <p:spPr/>
        <p:txBody>
          <a:bodyPr/>
          <a:lstStyle>
            <a:lvl1pPr>
              <a:defRPr>
                <a:solidFill>
                  <a:schemeClr val="accent2"/>
                </a:solidFill>
              </a:defRPr>
            </a:lvl1pPr>
          </a:lstStyle>
          <a:p>
            <a:endParaRPr lang="en-US" dirty="0"/>
          </a:p>
        </p:txBody>
      </p:sp>
      <p:sp>
        <p:nvSpPr>
          <p:cNvPr id="9" name="Slide Number Placeholder 8">
            <a:extLst>
              <a:ext uri="{FF2B5EF4-FFF2-40B4-BE49-F238E27FC236}">
                <a16:creationId xmlns:a16="http://schemas.microsoft.com/office/drawing/2014/main" id="{EEF29CF1-AD27-AAD6-4E0B-FCF1E44943D3}"/>
              </a:ext>
            </a:extLst>
          </p:cNvPr>
          <p:cNvSpPr>
            <a:spLocks noGrp="1"/>
          </p:cNvSpPr>
          <p:nvPr>
            <p:ph type="sldNum" sz="quarter" idx="12"/>
          </p:nvPr>
        </p:nvSpPr>
        <p:spPr>
          <a:solidFill>
            <a:schemeClr val="accent1"/>
          </a:solidFill>
        </p:spPr>
        <p:txBody>
          <a:bodyPr/>
          <a:lstStyle>
            <a:lvl1pPr>
              <a:defRPr>
                <a:solidFill>
                  <a:schemeClr val="accent2"/>
                </a:solidFill>
              </a:defRPr>
            </a:lvl1pPr>
          </a:lstStyle>
          <a:p>
            <a:fld id="{5B16D1FE-3A35-41BA-8EBE-413702045235}" type="slidenum">
              <a:rPr lang="en-US" smtClean="0"/>
              <a:pPr/>
              <a:t>‹#›</a:t>
            </a:fld>
            <a:endParaRPr lang="en-US" dirty="0"/>
          </a:p>
        </p:txBody>
      </p:sp>
      <p:sp>
        <p:nvSpPr>
          <p:cNvPr id="6" name="Title 1">
            <a:extLst>
              <a:ext uri="{FF2B5EF4-FFF2-40B4-BE49-F238E27FC236}">
                <a16:creationId xmlns:a16="http://schemas.microsoft.com/office/drawing/2014/main" id="{48D40AAE-032D-9869-FD62-D58AB23E8B9C}"/>
              </a:ext>
            </a:extLst>
          </p:cNvPr>
          <p:cNvSpPr>
            <a:spLocks noGrp="1"/>
          </p:cNvSpPr>
          <p:nvPr>
            <p:ph type="ctrTitle"/>
          </p:nvPr>
        </p:nvSpPr>
        <p:spPr>
          <a:xfrm>
            <a:off x="407988" y="1412875"/>
            <a:ext cx="5688012" cy="3384277"/>
          </a:xfrm>
        </p:spPr>
        <p:txBody>
          <a:bodyPr anchor="t" anchorCtr="0"/>
          <a:lstStyle>
            <a:lvl1pPr algn="l">
              <a:lnSpc>
                <a:spcPct val="90000"/>
              </a:lnSpc>
              <a:defRPr sz="6000" spc="-50" baseline="0">
                <a:solidFill>
                  <a:schemeClr val="accent2"/>
                </a:solidFill>
              </a:defRPr>
            </a:lvl1pPr>
          </a:lstStyle>
          <a:p>
            <a:r>
              <a:rPr lang="en-US"/>
              <a:t>Click to edit Master title style</a:t>
            </a:r>
            <a:endParaRPr lang="en-US" dirty="0"/>
          </a:p>
        </p:txBody>
      </p:sp>
      <p:sp>
        <p:nvSpPr>
          <p:cNvPr id="11" name="Subtitle 2">
            <a:extLst>
              <a:ext uri="{FF2B5EF4-FFF2-40B4-BE49-F238E27FC236}">
                <a16:creationId xmlns:a16="http://schemas.microsoft.com/office/drawing/2014/main" id="{52E8C97E-95A7-0EF5-E8CB-94373E46BFF4}"/>
              </a:ext>
            </a:extLst>
          </p:cNvPr>
          <p:cNvSpPr>
            <a:spLocks noGrp="1"/>
          </p:cNvSpPr>
          <p:nvPr>
            <p:ph type="subTitle" idx="1"/>
          </p:nvPr>
        </p:nvSpPr>
        <p:spPr>
          <a:xfrm>
            <a:off x="407988" y="5085184"/>
            <a:ext cx="5688012" cy="936204"/>
          </a:xfrm>
        </p:spPr>
        <p:txBody>
          <a:bodyPr anchor="t" anchorCtr="0">
            <a:noAutofit/>
          </a:bodyPr>
          <a:lstStyle>
            <a:lvl1pPr marL="0" indent="0" algn="l">
              <a:lnSpc>
                <a:spcPct val="100000"/>
              </a:lnSpc>
              <a:spcBef>
                <a:spcPts val="200"/>
              </a:spcBef>
              <a:buNone/>
              <a:defRPr sz="1800" b="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2" name="Freeform 6">
            <a:extLst>
              <a:ext uri="{FF2B5EF4-FFF2-40B4-BE49-F238E27FC236}">
                <a16:creationId xmlns:a16="http://schemas.microsoft.com/office/drawing/2014/main" id="{60554BC8-9866-135D-B675-64DDE5547717}"/>
              </a:ext>
            </a:extLst>
          </p:cNvPr>
          <p:cNvSpPr>
            <a:spLocks noChangeAspect="1" noEditPoints="1"/>
          </p:cNvSpPr>
          <p:nvPr/>
        </p:nvSpPr>
        <p:spPr bwMode="auto">
          <a:xfrm>
            <a:off x="407988" y="578272"/>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a:p>
        </p:txBody>
      </p:sp>
      <p:sp>
        <p:nvSpPr>
          <p:cNvPr id="2" name="Picture Placeholder 4">
            <a:extLst>
              <a:ext uri="{FF2B5EF4-FFF2-40B4-BE49-F238E27FC236}">
                <a16:creationId xmlns:a16="http://schemas.microsoft.com/office/drawing/2014/main" id="{C4C18E78-505B-EC69-6A44-6D0AAECBF80F}"/>
              </a:ext>
            </a:extLst>
          </p:cNvPr>
          <p:cNvSpPr>
            <a:spLocks noGrp="1"/>
          </p:cNvSpPr>
          <p:nvPr>
            <p:ph type="pic" sz="quarter" idx="20"/>
          </p:nvPr>
        </p:nvSpPr>
        <p:spPr>
          <a:xfrm>
            <a:off x="6206870" y="0"/>
            <a:ext cx="5985131" cy="6858000"/>
          </a:xfrm>
          <a:custGeom>
            <a:avLst/>
            <a:gdLst>
              <a:gd name="connsiteX0" fmla="*/ 0 w 5985131"/>
              <a:gd name="connsiteY0" fmla="*/ 0 h 6858000"/>
              <a:gd name="connsiteX1" fmla="*/ 5985131 w 5985131"/>
              <a:gd name="connsiteY1" fmla="*/ 0 h 6858000"/>
              <a:gd name="connsiteX2" fmla="*/ 5985131 w 5985131"/>
              <a:gd name="connsiteY2" fmla="*/ 6858000 h 6858000"/>
              <a:gd name="connsiteX3" fmla="*/ 3519977 w 5985131"/>
              <a:gd name="connsiteY3" fmla="*/ 6858000 h 6858000"/>
              <a:gd name="connsiteX4" fmla="*/ 3079682 w 5985131"/>
              <a:gd name="connsiteY4" fmla="*/ 5999657 h 6858000"/>
              <a:gd name="connsiteX5" fmla="*/ 2639387 w 5985131"/>
              <a:gd name="connsiteY5" fmla="*/ 5142904 h 6858000"/>
              <a:gd name="connsiteX6" fmla="*/ 2199091 w 5985131"/>
              <a:gd name="connsiteY6" fmla="*/ 4286151 h 6858000"/>
              <a:gd name="connsiteX7" fmla="*/ 1759591 w 5985131"/>
              <a:gd name="connsiteY7" fmla="*/ 3428603 h 6858000"/>
              <a:gd name="connsiteX8" fmla="*/ 1319296 w 5985131"/>
              <a:gd name="connsiteY8" fmla="*/ 2570260 h 6858000"/>
              <a:gd name="connsiteX9" fmla="*/ 879001 w 5985131"/>
              <a:gd name="connsiteY9" fmla="*/ 1713507 h 6858000"/>
              <a:gd name="connsiteX10" fmla="*/ 438705 w 5985131"/>
              <a:gd name="connsiteY10" fmla="*/ 85675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985131" h="6858000">
                <a:moveTo>
                  <a:pt x="0" y="0"/>
                </a:moveTo>
                <a:lnTo>
                  <a:pt x="5985131" y="0"/>
                </a:lnTo>
                <a:lnTo>
                  <a:pt x="5985131" y="6858000"/>
                </a:lnTo>
                <a:lnTo>
                  <a:pt x="3519977" y="6858000"/>
                </a:lnTo>
                <a:lnTo>
                  <a:pt x="3079682" y="5999657"/>
                </a:lnTo>
                <a:lnTo>
                  <a:pt x="2639387" y="5142904"/>
                </a:lnTo>
                <a:lnTo>
                  <a:pt x="2199091" y="4286151"/>
                </a:lnTo>
                <a:lnTo>
                  <a:pt x="1759591" y="3428603"/>
                </a:lnTo>
                <a:lnTo>
                  <a:pt x="1319296" y="2570260"/>
                </a:lnTo>
                <a:lnTo>
                  <a:pt x="879001" y="1713507"/>
                </a:lnTo>
                <a:lnTo>
                  <a:pt x="438705" y="856753"/>
                </a:lnTo>
                <a:close/>
              </a:path>
            </a:pathLst>
          </a:custGeom>
          <a:solidFill>
            <a:schemeClr val="bg2"/>
          </a:solidFill>
        </p:spPr>
        <p:txBody>
          <a:bodyPr wrap="square" bIns="648000" anchor="ctr" anchorCtr="0">
            <a:noAutofit/>
          </a:bodyPr>
          <a:lstStyle>
            <a:lvl1pPr algn="ctr">
              <a:defRPr sz="1000"/>
            </a:lvl1pPr>
          </a:lstStyle>
          <a:p>
            <a:r>
              <a:rPr lang="en-US"/>
              <a:t>Click icon to add picture</a:t>
            </a:r>
            <a:endParaRPr lang="en-GB"/>
          </a:p>
        </p:txBody>
      </p:sp>
    </p:spTree>
    <p:extLst>
      <p:ext uri="{BB962C8B-B14F-4D97-AF65-F5344CB8AC3E}">
        <p14:creationId xmlns:p14="http://schemas.microsoft.com/office/powerpoint/2010/main" val="2128217496"/>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Title Slide Picture Blue ">
    <p:bg>
      <p:bgPr>
        <a:solidFill>
          <a:schemeClr val="accent2"/>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3DF219BD-77EA-837C-F8B6-1B25D21F184E}"/>
              </a:ext>
            </a:extLst>
          </p:cNvPr>
          <p:cNvSpPr>
            <a:spLocks noGrp="1"/>
          </p:cNvSpPr>
          <p:nvPr>
            <p:ph type="pic" sz="quarter" idx="20"/>
          </p:nvPr>
        </p:nvSpPr>
        <p:spPr>
          <a:xfrm>
            <a:off x="6206870" y="0"/>
            <a:ext cx="5985131" cy="6858000"/>
          </a:xfrm>
          <a:custGeom>
            <a:avLst/>
            <a:gdLst>
              <a:gd name="connsiteX0" fmla="*/ 0 w 5985131"/>
              <a:gd name="connsiteY0" fmla="*/ 0 h 6858000"/>
              <a:gd name="connsiteX1" fmla="*/ 5985131 w 5985131"/>
              <a:gd name="connsiteY1" fmla="*/ 0 h 6858000"/>
              <a:gd name="connsiteX2" fmla="*/ 5985131 w 5985131"/>
              <a:gd name="connsiteY2" fmla="*/ 6858000 h 6858000"/>
              <a:gd name="connsiteX3" fmla="*/ 3519977 w 5985131"/>
              <a:gd name="connsiteY3" fmla="*/ 6858000 h 6858000"/>
              <a:gd name="connsiteX4" fmla="*/ 3079682 w 5985131"/>
              <a:gd name="connsiteY4" fmla="*/ 5999657 h 6858000"/>
              <a:gd name="connsiteX5" fmla="*/ 2639387 w 5985131"/>
              <a:gd name="connsiteY5" fmla="*/ 5142904 h 6858000"/>
              <a:gd name="connsiteX6" fmla="*/ 2199091 w 5985131"/>
              <a:gd name="connsiteY6" fmla="*/ 4286151 h 6858000"/>
              <a:gd name="connsiteX7" fmla="*/ 1759591 w 5985131"/>
              <a:gd name="connsiteY7" fmla="*/ 3428603 h 6858000"/>
              <a:gd name="connsiteX8" fmla="*/ 1319296 w 5985131"/>
              <a:gd name="connsiteY8" fmla="*/ 2570260 h 6858000"/>
              <a:gd name="connsiteX9" fmla="*/ 879001 w 5985131"/>
              <a:gd name="connsiteY9" fmla="*/ 1713507 h 6858000"/>
              <a:gd name="connsiteX10" fmla="*/ 438705 w 5985131"/>
              <a:gd name="connsiteY10" fmla="*/ 85675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985131" h="6858000">
                <a:moveTo>
                  <a:pt x="0" y="0"/>
                </a:moveTo>
                <a:lnTo>
                  <a:pt x="5985131" y="0"/>
                </a:lnTo>
                <a:lnTo>
                  <a:pt x="5985131" y="6858000"/>
                </a:lnTo>
                <a:lnTo>
                  <a:pt x="3519977" y="6858000"/>
                </a:lnTo>
                <a:lnTo>
                  <a:pt x="3079682" y="5999657"/>
                </a:lnTo>
                <a:lnTo>
                  <a:pt x="2639387" y="5142904"/>
                </a:lnTo>
                <a:lnTo>
                  <a:pt x="2199091" y="4286151"/>
                </a:lnTo>
                <a:lnTo>
                  <a:pt x="1759591" y="3428603"/>
                </a:lnTo>
                <a:lnTo>
                  <a:pt x="1319296" y="2570260"/>
                </a:lnTo>
                <a:lnTo>
                  <a:pt x="879001" y="1713507"/>
                </a:lnTo>
                <a:lnTo>
                  <a:pt x="438705" y="856753"/>
                </a:lnTo>
                <a:close/>
              </a:path>
            </a:pathLst>
          </a:custGeom>
          <a:solidFill>
            <a:schemeClr val="bg2"/>
          </a:solidFill>
        </p:spPr>
        <p:txBody>
          <a:bodyPr wrap="square" bIns="648000" anchor="ctr" anchorCtr="0">
            <a:noAutofit/>
          </a:bodyPr>
          <a:lstStyle>
            <a:lvl1pPr algn="ctr">
              <a:defRPr sz="1000"/>
            </a:lvl1pPr>
          </a:lstStyle>
          <a:p>
            <a:r>
              <a:rPr lang="en-US"/>
              <a:t>Click icon to add picture</a:t>
            </a:r>
            <a:endParaRPr lang="en-GB"/>
          </a:p>
        </p:txBody>
      </p:sp>
      <p:sp>
        <p:nvSpPr>
          <p:cNvPr id="7" name="Date Placeholder 6">
            <a:extLst>
              <a:ext uri="{FF2B5EF4-FFF2-40B4-BE49-F238E27FC236}">
                <a16:creationId xmlns:a16="http://schemas.microsoft.com/office/drawing/2014/main" id="{00498258-88E9-CB8C-3EE2-3F6D713F440B}"/>
              </a:ext>
            </a:extLst>
          </p:cNvPr>
          <p:cNvSpPr>
            <a:spLocks noGrp="1"/>
          </p:cNvSpPr>
          <p:nvPr>
            <p:ph type="dt" sz="half" idx="10"/>
          </p:nvPr>
        </p:nvSpPr>
        <p:spPr/>
        <p:txBody>
          <a:bodyPr/>
          <a:lstStyle>
            <a:lvl1pPr>
              <a:defRPr>
                <a:solidFill>
                  <a:schemeClr val="bg1"/>
                </a:solidFill>
              </a:defRPr>
            </a:lvl1pPr>
          </a:lstStyle>
          <a:p>
            <a:fld id="{7F256C4A-9AE9-447B-804C-8020AED96F84}" type="datetime3">
              <a:rPr lang="en-US" smtClean="0"/>
              <a:pPr/>
              <a:t>1 October 2026</a:t>
            </a:fld>
            <a:endParaRPr lang="en-US" dirty="0"/>
          </a:p>
        </p:txBody>
      </p:sp>
      <p:sp>
        <p:nvSpPr>
          <p:cNvPr id="8" name="Footer Placeholder 7">
            <a:extLst>
              <a:ext uri="{FF2B5EF4-FFF2-40B4-BE49-F238E27FC236}">
                <a16:creationId xmlns:a16="http://schemas.microsoft.com/office/drawing/2014/main" id="{03C93E9D-5F07-9459-468D-9C2261945706}"/>
              </a:ext>
            </a:extLst>
          </p:cNvPr>
          <p:cNvSpPr>
            <a:spLocks noGrp="1"/>
          </p:cNvSpPr>
          <p:nvPr>
            <p:ph type="ftr" sz="quarter" idx="11"/>
          </p:nvPr>
        </p:nvSpPr>
        <p:spPr/>
        <p:txBody>
          <a:bodyPr/>
          <a:lstStyle>
            <a:lvl1pPr>
              <a:defRPr>
                <a:solidFill>
                  <a:schemeClr val="bg1"/>
                </a:solidFill>
              </a:defRPr>
            </a:lvl1pPr>
          </a:lstStyle>
          <a:p>
            <a:endParaRPr lang="en-US" dirty="0"/>
          </a:p>
        </p:txBody>
      </p:sp>
      <p:sp>
        <p:nvSpPr>
          <p:cNvPr id="9" name="Slide Number Placeholder 8">
            <a:extLst>
              <a:ext uri="{FF2B5EF4-FFF2-40B4-BE49-F238E27FC236}">
                <a16:creationId xmlns:a16="http://schemas.microsoft.com/office/drawing/2014/main" id="{EEF29CF1-AD27-AAD6-4E0B-FCF1E44943D3}"/>
              </a:ext>
            </a:extLst>
          </p:cNvPr>
          <p:cNvSpPr>
            <a:spLocks noGrp="1"/>
          </p:cNvSpPr>
          <p:nvPr>
            <p:ph type="sldNum" sz="quarter" idx="12"/>
          </p:nvPr>
        </p:nvSpPr>
        <p:spPr/>
        <p:txBody>
          <a:bodyPr/>
          <a:lstStyle>
            <a:lvl1pPr>
              <a:defRPr>
                <a:solidFill>
                  <a:schemeClr val="accent2"/>
                </a:solidFill>
              </a:defRPr>
            </a:lvl1pPr>
          </a:lstStyle>
          <a:p>
            <a:fld id="{5B16D1FE-3A35-41BA-8EBE-413702045235}" type="slidenum">
              <a:rPr lang="en-US" smtClean="0"/>
              <a:pPr/>
              <a:t>‹#›</a:t>
            </a:fld>
            <a:endParaRPr lang="en-US" dirty="0"/>
          </a:p>
        </p:txBody>
      </p:sp>
      <p:sp>
        <p:nvSpPr>
          <p:cNvPr id="6" name="Title 1">
            <a:extLst>
              <a:ext uri="{FF2B5EF4-FFF2-40B4-BE49-F238E27FC236}">
                <a16:creationId xmlns:a16="http://schemas.microsoft.com/office/drawing/2014/main" id="{48D40AAE-032D-9869-FD62-D58AB23E8B9C}"/>
              </a:ext>
            </a:extLst>
          </p:cNvPr>
          <p:cNvSpPr>
            <a:spLocks noGrp="1"/>
          </p:cNvSpPr>
          <p:nvPr>
            <p:ph type="ctrTitle"/>
          </p:nvPr>
        </p:nvSpPr>
        <p:spPr>
          <a:xfrm>
            <a:off x="407988" y="1412875"/>
            <a:ext cx="5688012" cy="3384277"/>
          </a:xfrm>
        </p:spPr>
        <p:txBody>
          <a:bodyPr anchor="t" anchorCtr="0"/>
          <a:lstStyle>
            <a:lvl1pPr algn="l">
              <a:lnSpc>
                <a:spcPct val="90000"/>
              </a:lnSpc>
              <a:defRPr sz="6000" spc="-50" baseline="0">
                <a:solidFill>
                  <a:schemeClr val="bg1"/>
                </a:solidFill>
              </a:defRPr>
            </a:lvl1pPr>
          </a:lstStyle>
          <a:p>
            <a:r>
              <a:rPr lang="en-US"/>
              <a:t>Click to edit Master title style</a:t>
            </a:r>
            <a:endParaRPr lang="en-US" dirty="0"/>
          </a:p>
        </p:txBody>
      </p:sp>
      <p:sp>
        <p:nvSpPr>
          <p:cNvPr id="11" name="Subtitle 2">
            <a:extLst>
              <a:ext uri="{FF2B5EF4-FFF2-40B4-BE49-F238E27FC236}">
                <a16:creationId xmlns:a16="http://schemas.microsoft.com/office/drawing/2014/main" id="{52E8C97E-95A7-0EF5-E8CB-94373E46BFF4}"/>
              </a:ext>
            </a:extLst>
          </p:cNvPr>
          <p:cNvSpPr>
            <a:spLocks noGrp="1"/>
          </p:cNvSpPr>
          <p:nvPr>
            <p:ph type="subTitle" idx="1"/>
          </p:nvPr>
        </p:nvSpPr>
        <p:spPr>
          <a:xfrm>
            <a:off x="407988" y="5085184"/>
            <a:ext cx="5688012" cy="936204"/>
          </a:xfrm>
        </p:spPr>
        <p:txBody>
          <a:bodyPr anchor="t" anchorCtr="0">
            <a:noAutofit/>
          </a:bodyPr>
          <a:lstStyle>
            <a:lvl1pPr marL="0" indent="0" algn="l">
              <a:lnSpc>
                <a:spcPct val="100000"/>
              </a:lnSpc>
              <a:spcBef>
                <a:spcPts val="200"/>
              </a:spcBef>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2" name="Freeform 6">
            <a:extLst>
              <a:ext uri="{FF2B5EF4-FFF2-40B4-BE49-F238E27FC236}">
                <a16:creationId xmlns:a16="http://schemas.microsoft.com/office/drawing/2014/main" id="{60554BC8-9866-135D-B675-64DDE5547717}"/>
              </a:ext>
            </a:extLst>
          </p:cNvPr>
          <p:cNvSpPr>
            <a:spLocks noChangeAspect="1" noEditPoints="1"/>
          </p:cNvSpPr>
          <p:nvPr/>
        </p:nvSpPr>
        <p:spPr bwMode="auto">
          <a:xfrm>
            <a:off x="407988" y="578272"/>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2883397035"/>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Title Slide Picture Light Blue ">
    <p:bg>
      <p:bgPr>
        <a:solidFill>
          <a:schemeClr val="accent6"/>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3DF219BD-77EA-837C-F8B6-1B25D21F184E}"/>
              </a:ext>
            </a:extLst>
          </p:cNvPr>
          <p:cNvSpPr>
            <a:spLocks noGrp="1"/>
          </p:cNvSpPr>
          <p:nvPr>
            <p:ph type="pic" sz="quarter" idx="20"/>
          </p:nvPr>
        </p:nvSpPr>
        <p:spPr>
          <a:xfrm>
            <a:off x="6206870" y="0"/>
            <a:ext cx="5985131" cy="6858000"/>
          </a:xfrm>
          <a:custGeom>
            <a:avLst/>
            <a:gdLst>
              <a:gd name="connsiteX0" fmla="*/ 0 w 5985131"/>
              <a:gd name="connsiteY0" fmla="*/ 0 h 6858000"/>
              <a:gd name="connsiteX1" fmla="*/ 5985131 w 5985131"/>
              <a:gd name="connsiteY1" fmla="*/ 0 h 6858000"/>
              <a:gd name="connsiteX2" fmla="*/ 5985131 w 5985131"/>
              <a:gd name="connsiteY2" fmla="*/ 6858000 h 6858000"/>
              <a:gd name="connsiteX3" fmla="*/ 3519977 w 5985131"/>
              <a:gd name="connsiteY3" fmla="*/ 6858000 h 6858000"/>
              <a:gd name="connsiteX4" fmla="*/ 3079682 w 5985131"/>
              <a:gd name="connsiteY4" fmla="*/ 5999657 h 6858000"/>
              <a:gd name="connsiteX5" fmla="*/ 2639387 w 5985131"/>
              <a:gd name="connsiteY5" fmla="*/ 5142904 h 6858000"/>
              <a:gd name="connsiteX6" fmla="*/ 2199091 w 5985131"/>
              <a:gd name="connsiteY6" fmla="*/ 4286151 h 6858000"/>
              <a:gd name="connsiteX7" fmla="*/ 1759591 w 5985131"/>
              <a:gd name="connsiteY7" fmla="*/ 3428603 h 6858000"/>
              <a:gd name="connsiteX8" fmla="*/ 1319296 w 5985131"/>
              <a:gd name="connsiteY8" fmla="*/ 2570260 h 6858000"/>
              <a:gd name="connsiteX9" fmla="*/ 879001 w 5985131"/>
              <a:gd name="connsiteY9" fmla="*/ 1713507 h 6858000"/>
              <a:gd name="connsiteX10" fmla="*/ 438705 w 5985131"/>
              <a:gd name="connsiteY10" fmla="*/ 85675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985131" h="6858000">
                <a:moveTo>
                  <a:pt x="0" y="0"/>
                </a:moveTo>
                <a:lnTo>
                  <a:pt x="5985131" y="0"/>
                </a:lnTo>
                <a:lnTo>
                  <a:pt x="5985131" y="6858000"/>
                </a:lnTo>
                <a:lnTo>
                  <a:pt x="3519977" y="6858000"/>
                </a:lnTo>
                <a:lnTo>
                  <a:pt x="3079682" y="5999657"/>
                </a:lnTo>
                <a:lnTo>
                  <a:pt x="2639387" y="5142904"/>
                </a:lnTo>
                <a:lnTo>
                  <a:pt x="2199091" y="4286151"/>
                </a:lnTo>
                <a:lnTo>
                  <a:pt x="1759591" y="3428603"/>
                </a:lnTo>
                <a:lnTo>
                  <a:pt x="1319296" y="2570260"/>
                </a:lnTo>
                <a:lnTo>
                  <a:pt x="879001" y="1713507"/>
                </a:lnTo>
                <a:lnTo>
                  <a:pt x="438705" y="856753"/>
                </a:lnTo>
                <a:close/>
              </a:path>
            </a:pathLst>
          </a:custGeom>
          <a:solidFill>
            <a:schemeClr val="bg2"/>
          </a:solidFill>
        </p:spPr>
        <p:txBody>
          <a:bodyPr wrap="square" bIns="648000" anchor="ctr" anchorCtr="0">
            <a:noAutofit/>
          </a:bodyPr>
          <a:lstStyle>
            <a:lvl1pPr algn="ctr">
              <a:defRPr sz="1000"/>
            </a:lvl1pPr>
          </a:lstStyle>
          <a:p>
            <a:r>
              <a:rPr lang="en-US"/>
              <a:t>Click icon to add picture</a:t>
            </a:r>
            <a:endParaRPr lang="en-GB"/>
          </a:p>
        </p:txBody>
      </p:sp>
      <p:sp>
        <p:nvSpPr>
          <p:cNvPr id="7" name="Date Placeholder 6">
            <a:extLst>
              <a:ext uri="{FF2B5EF4-FFF2-40B4-BE49-F238E27FC236}">
                <a16:creationId xmlns:a16="http://schemas.microsoft.com/office/drawing/2014/main" id="{00498258-88E9-CB8C-3EE2-3F6D713F440B}"/>
              </a:ext>
            </a:extLst>
          </p:cNvPr>
          <p:cNvSpPr>
            <a:spLocks noGrp="1"/>
          </p:cNvSpPr>
          <p:nvPr>
            <p:ph type="dt" sz="half" idx="10"/>
          </p:nvPr>
        </p:nvSpPr>
        <p:spPr/>
        <p:txBody>
          <a:bodyPr/>
          <a:lstStyle>
            <a:lvl1pPr>
              <a:defRPr>
                <a:solidFill>
                  <a:schemeClr val="bg1"/>
                </a:solidFill>
              </a:defRPr>
            </a:lvl1pPr>
          </a:lstStyle>
          <a:p>
            <a:fld id="{7F256C4A-9AE9-447B-804C-8020AED96F84}" type="datetime3">
              <a:rPr lang="en-US" smtClean="0"/>
              <a:pPr/>
              <a:t>1 October 2026</a:t>
            </a:fld>
            <a:endParaRPr lang="en-US" dirty="0"/>
          </a:p>
        </p:txBody>
      </p:sp>
      <p:sp>
        <p:nvSpPr>
          <p:cNvPr id="8" name="Footer Placeholder 7">
            <a:extLst>
              <a:ext uri="{FF2B5EF4-FFF2-40B4-BE49-F238E27FC236}">
                <a16:creationId xmlns:a16="http://schemas.microsoft.com/office/drawing/2014/main" id="{03C93E9D-5F07-9459-468D-9C2261945706}"/>
              </a:ext>
            </a:extLst>
          </p:cNvPr>
          <p:cNvSpPr>
            <a:spLocks noGrp="1"/>
          </p:cNvSpPr>
          <p:nvPr>
            <p:ph type="ftr" sz="quarter" idx="11"/>
          </p:nvPr>
        </p:nvSpPr>
        <p:spPr/>
        <p:txBody>
          <a:bodyPr/>
          <a:lstStyle>
            <a:lvl1pPr>
              <a:defRPr>
                <a:solidFill>
                  <a:schemeClr val="bg1"/>
                </a:solidFill>
              </a:defRPr>
            </a:lvl1pPr>
          </a:lstStyle>
          <a:p>
            <a:endParaRPr lang="en-US" dirty="0"/>
          </a:p>
        </p:txBody>
      </p:sp>
      <p:sp>
        <p:nvSpPr>
          <p:cNvPr id="9" name="Slide Number Placeholder 8">
            <a:extLst>
              <a:ext uri="{FF2B5EF4-FFF2-40B4-BE49-F238E27FC236}">
                <a16:creationId xmlns:a16="http://schemas.microsoft.com/office/drawing/2014/main" id="{EEF29CF1-AD27-AAD6-4E0B-FCF1E44943D3}"/>
              </a:ext>
            </a:extLst>
          </p:cNvPr>
          <p:cNvSpPr>
            <a:spLocks noGrp="1"/>
          </p:cNvSpPr>
          <p:nvPr>
            <p:ph type="sldNum" sz="quarter" idx="12"/>
          </p:nvPr>
        </p:nvSpPr>
        <p:spPr/>
        <p:txBody>
          <a:bodyPr/>
          <a:lstStyle>
            <a:lvl1pPr>
              <a:defRPr>
                <a:solidFill>
                  <a:schemeClr val="accent2"/>
                </a:solidFill>
              </a:defRPr>
            </a:lvl1pPr>
          </a:lstStyle>
          <a:p>
            <a:fld id="{5B16D1FE-3A35-41BA-8EBE-413702045235}" type="slidenum">
              <a:rPr lang="en-US" smtClean="0"/>
              <a:pPr/>
              <a:t>‹#›</a:t>
            </a:fld>
            <a:endParaRPr lang="en-US" dirty="0"/>
          </a:p>
        </p:txBody>
      </p:sp>
      <p:sp>
        <p:nvSpPr>
          <p:cNvPr id="6" name="Title 1">
            <a:extLst>
              <a:ext uri="{FF2B5EF4-FFF2-40B4-BE49-F238E27FC236}">
                <a16:creationId xmlns:a16="http://schemas.microsoft.com/office/drawing/2014/main" id="{48D40AAE-032D-9869-FD62-D58AB23E8B9C}"/>
              </a:ext>
            </a:extLst>
          </p:cNvPr>
          <p:cNvSpPr>
            <a:spLocks noGrp="1"/>
          </p:cNvSpPr>
          <p:nvPr>
            <p:ph type="ctrTitle"/>
          </p:nvPr>
        </p:nvSpPr>
        <p:spPr>
          <a:xfrm>
            <a:off x="407988" y="1412875"/>
            <a:ext cx="5688012" cy="3384277"/>
          </a:xfrm>
        </p:spPr>
        <p:txBody>
          <a:bodyPr anchor="t" anchorCtr="0"/>
          <a:lstStyle>
            <a:lvl1pPr algn="l">
              <a:lnSpc>
                <a:spcPct val="90000"/>
              </a:lnSpc>
              <a:defRPr sz="6000" spc="-50" baseline="0">
                <a:solidFill>
                  <a:schemeClr val="bg1"/>
                </a:solidFill>
              </a:defRPr>
            </a:lvl1pPr>
          </a:lstStyle>
          <a:p>
            <a:r>
              <a:rPr lang="en-US"/>
              <a:t>Click to edit Master title style</a:t>
            </a:r>
            <a:endParaRPr lang="en-US" dirty="0"/>
          </a:p>
        </p:txBody>
      </p:sp>
      <p:sp>
        <p:nvSpPr>
          <p:cNvPr id="11" name="Subtitle 2">
            <a:extLst>
              <a:ext uri="{FF2B5EF4-FFF2-40B4-BE49-F238E27FC236}">
                <a16:creationId xmlns:a16="http://schemas.microsoft.com/office/drawing/2014/main" id="{52E8C97E-95A7-0EF5-E8CB-94373E46BFF4}"/>
              </a:ext>
            </a:extLst>
          </p:cNvPr>
          <p:cNvSpPr>
            <a:spLocks noGrp="1"/>
          </p:cNvSpPr>
          <p:nvPr>
            <p:ph type="subTitle" idx="1"/>
          </p:nvPr>
        </p:nvSpPr>
        <p:spPr>
          <a:xfrm>
            <a:off x="407988" y="5085184"/>
            <a:ext cx="5688012" cy="936204"/>
          </a:xfrm>
        </p:spPr>
        <p:txBody>
          <a:bodyPr anchor="t" anchorCtr="0">
            <a:noAutofit/>
          </a:bodyPr>
          <a:lstStyle>
            <a:lvl1pPr marL="0" indent="0" algn="l">
              <a:lnSpc>
                <a:spcPct val="100000"/>
              </a:lnSpc>
              <a:spcBef>
                <a:spcPts val="200"/>
              </a:spcBef>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2" name="Freeform 6">
            <a:extLst>
              <a:ext uri="{FF2B5EF4-FFF2-40B4-BE49-F238E27FC236}">
                <a16:creationId xmlns:a16="http://schemas.microsoft.com/office/drawing/2014/main" id="{60554BC8-9866-135D-B675-64DDE5547717}"/>
              </a:ext>
            </a:extLst>
          </p:cNvPr>
          <p:cNvSpPr>
            <a:spLocks noChangeAspect="1" noEditPoints="1"/>
          </p:cNvSpPr>
          <p:nvPr/>
        </p:nvSpPr>
        <p:spPr bwMode="auto">
          <a:xfrm>
            <a:off x="407988" y="578272"/>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17462273"/>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Title Slide Picture Yellow 2">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EBFAC6AC-59C1-98F6-B6B8-3A8753CA98B2}"/>
              </a:ext>
            </a:extLst>
          </p:cNvPr>
          <p:cNvSpPr>
            <a:spLocks noGrp="1"/>
          </p:cNvSpPr>
          <p:nvPr>
            <p:ph type="pic" sz="quarter" idx="13"/>
          </p:nvPr>
        </p:nvSpPr>
        <p:spPr>
          <a:xfrm>
            <a:off x="1" y="0"/>
            <a:ext cx="5968441" cy="6858000"/>
          </a:xfrm>
          <a:custGeom>
            <a:avLst/>
            <a:gdLst>
              <a:gd name="connsiteX0" fmla="*/ 0 w 5968441"/>
              <a:gd name="connsiteY0" fmla="*/ 0 h 6858000"/>
              <a:gd name="connsiteX1" fmla="*/ 2465154 w 5968441"/>
              <a:gd name="connsiteY1" fmla="*/ 0 h 6858000"/>
              <a:gd name="connsiteX2" fmla="*/ 2903065 w 5968441"/>
              <a:gd name="connsiteY2" fmla="*/ 856753 h 6858000"/>
              <a:gd name="connsiteX3" fmla="*/ 3340181 w 5968441"/>
              <a:gd name="connsiteY3" fmla="*/ 1713507 h 6858000"/>
              <a:gd name="connsiteX4" fmla="*/ 3778092 w 5968441"/>
              <a:gd name="connsiteY4" fmla="*/ 2570260 h 6858000"/>
              <a:gd name="connsiteX5" fmla="*/ 4216798 w 5968441"/>
              <a:gd name="connsiteY5" fmla="*/ 3428603 h 6858000"/>
              <a:gd name="connsiteX6" fmla="*/ 4653914 w 5968441"/>
              <a:gd name="connsiteY6" fmla="*/ 4286151 h 6858000"/>
              <a:gd name="connsiteX7" fmla="*/ 5091825 w 5968441"/>
              <a:gd name="connsiteY7" fmla="*/ 5142904 h 6858000"/>
              <a:gd name="connsiteX8" fmla="*/ 5528941 w 5968441"/>
              <a:gd name="connsiteY8" fmla="*/ 5999657 h 6858000"/>
              <a:gd name="connsiteX9" fmla="*/ 5968441 w 5968441"/>
              <a:gd name="connsiteY9" fmla="*/ 6858000 h 6858000"/>
              <a:gd name="connsiteX10" fmla="*/ 0 w 5968441"/>
              <a:gd name="connsiteY1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968441" h="6858000">
                <a:moveTo>
                  <a:pt x="0" y="0"/>
                </a:moveTo>
                <a:lnTo>
                  <a:pt x="2465154" y="0"/>
                </a:lnTo>
                <a:lnTo>
                  <a:pt x="2903065" y="856753"/>
                </a:lnTo>
                <a:lnTo>
                  <a:pt x="3340181" y="1713507"/>
                </a:lnTo>
                <a:lnTo>
                  <a:pt x="3778092" y="2570260"/>
                </a:lnTo>
                <a:lnTo>
                  <a:pt x="4216798" y="3428603"/>
                </a:lnTo>
                <a:lnTo>
                  <a:pt x="4653914" y="4286151"/>
                </a:lnTo>
                <a:lnTo>
                  <a:pt x="5091825" y="5142904"/>
                </a:lnTo>
                <a:lnTo>
                  <a:pt x="5528941" y="5999657"/>
                </a:lnTo>
                <a:lnTo>
                  <a:pt x="5968441" y="6858000"/>
                </a:lnTo>
                <a:lnTo>
                  <a:pt x="0" y="6858000"/>
                </a:lnTo>
                <a:close/>
              </a:path>
            </a:pathLst>
          </a:custGeom>
          <a:solidFill>
            <a:schemeClr val="bg2"/>
          </a:solidFill>
        </p:spPr>
        <p:txBody>
          <a:bodyPr wrap="square" bIns="648000" anchor="ctr" anchorCtr="0">
            <a:noAutofit/>
          </a:bodyPr>
          <a:lstStyle>
            <a:lvl1pPr algn="ctr">
              <a:defRPr sz="1000"/>
            </a:lvl1pPr>
          </a:lstStyle>
          <a:p>
            <a:r>
              <a:rPr lang="en-US"/>
              <a:t>Click icon to add picture</a:t>
            </a:r>
            <a:endParaRPr lang="en-GB"/>
          </a:p>
        </p:txBody>
      </p:sp>
      <p:sp>
        <p:nvSpPr>
          <p:cNvPr id="7" name="Date Placeholder 6">
            <a:extLst>
              <a:ext uri="{FF2B5EF4-FFF2-40B4-BE49-F238E27FC236}">
                <a16:creationId xmlns:a16="http://schemas.microsoft.com/office/drawing/2014/main" id="{00498258-88E9-CB8C-3EE2-3F6D713F440B}"/>
              </a:ext>
            </a:extLst>
          </p:cNvPr>
          <p:cNvSpPr>
            <a:spLocks noGrp="1"/>
          </p:cNvSpPr>
          <p:nvPr>
            <p:ph type="dt" sz="half" idx="10"/>
          </p:nvPr>
        </p:nvSpPr>
        <p:spPr/>
        <p:txBody>
          <a:bodyPr/>
          <a:lstStyle>
            <a:lvl1pPr>
              <a:defRPr>
                <a:noFill/>
              </a:defRPr>
            </a:lvl1pPr>
          </a:lstStyle>
          <a:p>
            <a:fld id="{0F5C3658-A1B0-42A5-860E-7340AE884B96}" type="datetime3">
              <a:rPr lang="en-US" smtClean="0"/>
              <a:t>1 October 2026</a:t>
            </a:fld>
            <a:endParaRPr lang="en-US" dirty="0"/>
          </a:p>
        </p:txBody>
      </p:sp>
      <p:sp>
        <p:nvSpPr>
          <p:cNvPr id="8" name="Footer Placeholder 7">
            <a:extLst>
              <a:ext uri="{FF2B5EF4-FFF2-40B4-BE49-F238E27FC236}">
                <a16:creationId xmlns:a16="http://schemas.microsoft.com/office/drawing/2014/main" id="{03C93E9D-5F07-9459-468D-9C2261945706}"/>
              </a:ext>
            </a:extLst>
          </p:cNvPr>
          <p:cNvSpPr>
            <a:spLocks noGrp="1"/>
          </p:cNvSpPr>
          <p:nvPr>
            <p:ph type="ftr" sz="quarter" idx="11"/>
          </p:nvPr>
        </p:nvSpPr>
        <p:spPr/>
        <p:txBody>
          <a:bodyPr/>
          <a:lstStyle>
            <a:lvl1pPr>
              <a:defRPr>
                <a:noFill/>
              </a:defRPr>
            </a:lvl1pPr>
          </a:lstStyle>
          <a:p>
            <a:endParaRPr lang="en-US" dirty="0"/>
          </a:p>
        </p:txBody>
      </p:sp>
      <p:sp>
        <p:nvSpPr>
          <p:cNvPr id="9" name="Slide Number Placeholder 8">
            <a:extLst>
              <a:ext uri="{FF2B5EF4-FFF2-40B4-BE49-F238E27FC236}">
                <a16:creationId xmlns:a16="http://schemas.microsoft.com/office/drawing/2014/main" id="{EEF29CF1-AD27-AAD6-4E0B-FCF1E44943D3}"/>
              </a:ext>
            </a:extLst>
          </p:cNvPr>
          <p:cNvSpPr>
            <a:spLocks noGrp="1"/>
          </p:cNvSpPr>
          <p:nvPr>
            <p:ph type="sldNum" sz="quarter" idx="12"/>
          </p:nvPr>
        </p:nvSpPr>
        <p:spPr>
          <a:solidFill>
            <a:schemeClr val="accent1"/>
          </a:solidFill>
        </p:spPr>
        <p:txBody>
          <a:bodyPr/>
          <a:lstStyle>
            <a:lvl1pPr>
              <a:defRPr>
                <a:solidFill>
                  <a:schemeClr val="accent2"/>
                </a:solidFill>
              </a:defRPr>
            </a:lvl1pPr>
          </a:lstStyle>
          <a:p>
            <a:fld id="{5B16D1FE-3A35-41BA-8EBE-413702045235}" type="slidenum">
              <a:rPr lang="en-US" smtClean="0"/>
              <a:pPr/>
              <a:t>‹#›</a:t>
            </a:fld>
            <a:endParaRPr lang="en-US" dirty="0"/>
          </a:p>
        </p:txBody>
      </p:sp>
      <p:sp>
        <p:nvSpPr>
          <p:cNvPr id="11" name="Title 1">
            <a:extLst>
              <a:ext uri="{FF2B5EF4-FFF2-40B4-BE49-F238E27FC236}">
                <a16:creationId xmlns:a16="http://schemas.microsoft.com/office/drawing/2014/main" id="{E717FE45-4F71-99AF-63E9-7E5627A46391}"/>
              </a:ext>
            </a:extLst>
          </p:cNvPr>
          <p:cNvSpPr>
            <a:spLocks noGrp="1"/>
          </p:cNvSpPr>
          <p:nvPr>
            <p:ph type="ctrTitle"/>
          </p:nvPr>
        </p:nvSpPr>
        <p:spPr>
          <a:xfrm>
            <a:off x="6096001" y="1412875"/>
            <a:ext cx="5688012" cy="3384277"/>
          </a:xfrm>
        </p:spPr>
        <p:txBody>
          <a:bodyPr anchor="t" anchorCtr="0"/>
          <a:lstStyle>
            <a:lvl1pPr algn="l">
              <a:lnSpc>
                <a:spcPct val="90000"/>
              </a:lnSpc>
              <a:defRPr sz="6000" spc="-50" baseline="0">
                <a:solidFill>
                  <a:schemeClr val="accent2"/>
                </a:solidFill>
              </a:defRPr>
            </a:lvl1pPr>
          </a:lstStyle>
          <a:p>
            <a:r>
              <a:rPr lang="en-US"/>
              <a:t>Click to edit Master title style</a:t>
            </a:r>
            <a:endParaRPr lang="en-US" dirty="0"/>
          </a:p>
        </p:txBody>
      </p:sp>
      <p:sp>
        <p:nvSpPr>
          <p:cNvPr id="12" name="Subtitle 2">
            <a:extLst>
              <a:ext uri="{FF2B5EF4-FFF2-40B4-BE49-F238E27FC236}">
                <a16:creationId xmlns:a16="http://schemas.microsoft.com/office/drawing/2014/main" id="{3D401EC3-AF83-E321-73C9-5264F6319B53}"/>
              </a:ext>
            </a:extLst>
          </p:cNvPr>
          <p:cNvSpPr>
            <a:spLocks noGrp="1"/>
          </p:cNvSpPr>
          <p:nvPr>
            <p:ph type="subTitle" idx="1"/>
          </p:nvPr>
        </p:nvSpPr>
        <p:spPr>
          <a:xfrm>
            <a:off x="6096001" y="5085184"/>
            <a:ext cx="5688012" cy="936204"/>
          </a:xfrm>
        </p:spPr>
        <p:txBody>
          <a:bodyPr anchor="t" anchorCtr="0">
            <a:noAutofit/>
          </a:bodyPr>
          <a:lstStyle>
            <a:lvl1pPr marL="0" indent="0" algn="l">
              <a:lnSpc>
                <a:spcPct val="100000"/>
              </a:lnSpc>
              <a:spcBef>
                <a:spcPts val="200"/>
              </a:spcBef>
              <a:buNone/>
              <a:defRPr sz="1800" b="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3" name="Freeform 6">
            <a:extLst>
              <a:ext uri="{FF2B5EF4-FFF2-40B4-BE49-F238E27FC236}">
                <a16:creationId xmlns:a16="http://schemas.microsoft.com/office/drawing/2014/main" id="{88B2A2B0-A12F-A76A-13F9-B89E6F7D8AE2}"/>
              </a:ext>
            </a:extLst>
          </p:cNvPr>
          <p:cNvSpPr>
            <a:spLocks noChangeAspect="1" noEditPoints="1"/>
          </p:cNvSpPr>
          <p:nvPr/>
        </p:nvSpPr>
        <p:spPr bwMode="auto">
          <a:xfrm>
            <a:off x="10653051" y="578272"/>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1250704564"/>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Title Slide Picture Blue 2">
    <p:bg>
      <p:bgPr>
        <a:solidFill>
          <a:schemeClr val="accent2"/>
        </a:solidFill>
        <a:effectLst/>
      </p:bgPr>
    </p:bg>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4AF8CC41-D441-B2B7-3F22-52E56AEF9312}"/>
              </a:ext>
            </a:extLst>
          </p:cNvPr>
          <p:cNvSpPr>
            <a:spLocks noGrp="1"/>
          </p:cNvSpPr>
          <p:nvPr>
            <p:ph type="pic" sz="quarter" idx="13"/>
          </p:nvPr>
        </p:nvSpPr>
        <p:spPr>
          <a:xfrm>
            <a:off x="1" y="0"/>
            <a:ext cx="5968441" cy="6858000"/>
          </a:xfrm>
          <a:custGeom>
            <a:avLst/>
            <a:gdLst>
              <a:gd name="connsiteX0" fmla="*/ 0 w 5968441"/>
              <a:gd name="connsiteY0" fmla="*/ 0 h 6858000"/>
              <a:gd name="connsiteX1" fmla="*/ 2465154 w 5968441"/>
              <a:gd name="connsiteY1" fmla="*/ 0 h 6858000"/>
              <a:gd name="connsiteX2" fmla="*/ 2903065 w 5968441"/>
              <a:gd name="connsiteY2" fmla="*/ 856753 h 6858000"/>
              <a:gd name="connsiteX3" fmla="*/ 3340181 w 5968441"/>
              <a:gd name="connsiteY3" fmla="*/ 1713507 h 6858000"/>
              <a:gd name="connsiteX4" fmla="*/ 3778092 w 5968441"/>
              <a:gd name="connsiteY4" fmla="*/ 2570260 h 6858000"/>
              <a:gd name="connsiteX5" fmla="*/ 4216798 w 5968441"/>
              <a:gd name="connsiteY5" fmla="*/ 3428603 h 6858000"/>
              <a:gd name="connsiteX6" fmla="*/ 4653914 w 5968441"/>
              <a:gd name="connsiteY6" fmla="*/ 4286151 h 6858000"/>
              <a:gd name="connsiteX7" fmla="*/ 5091825 w 5968441"/>
              <a:gd name="connsiteY7" fmla="*/ 5142904 h 6858000"/>
              <a:gd name="connsiteX8" fmla="*/ 5528941 w 5968441"/>
              <a:gd name="connsiteY8" fmla="*/ 5999657 h 6858000"/>
              <a:gd name="connsiteX9" fmla="*/ 5968441 w 5968441"/>
              <a:gd name="connsiteY9" fmla="*/ 6858000 h 6858000"/>
              <a:gd name="connsiteX10" fmla="*/ 0 w 5968441"/>
              <a:gd name="connsiteY1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968441" h="6858000">
                <a:moveTo>
                  <a:pt x="0" y="0"/>
                </a:moveTo>
                <a:lnTo>
                  <a:pt x="2465154" y="0"/>
                </a:lnTo>
                <a:lnTo>
                  <a:pt x="2903065" y="856753"/>
                </a:lnTo>
                <a:lnTo>
                  <a:pt x="3340181" y="1713507"/>
                </a:lnTo>
                <a:lnTo>
                  <a:pt x="3778092" y="2570260"/>
                </a:lnTo>
                <a:lnTo>
                  <a:pt x="4216798" y="3428603"/>
                </a:lnTo>
                <a:lnTo>
                  <a:pt x="4653914" y="4286151"/>
                </a:lnTo>
                <a:lnTo>
                  <a:pt x="5091825" y="5142904"/>
                </a:lnTo>
                <a:lnTo>
                  <a:pt x="5528941" y="5999657"/>
                </a:lnTo>
                <a:lnTo>
                  <a:pt x="5968441" y="6858000"/>
                </a:lnTo>
                <a:lnTo>
                  <a:pt x="0" y="6858000"/>
                </a:lnTo>
                <a:close/>
              </a:path>
            </a:pathLst>
          </a:custGeom>
          <a:solidFill>
            <a:schemeClr val="bg2"/>
          </a:solidFill>
        </p:spPr>
        <p:txBody>
          <a:bodyPr wrap="square" bIns="648000" anchor="ctr" anchorCtr="0">
            <a:noAutofit/>
          </a:bodyPr>
          <a:lstStyle>
            <a:lvl1pPr algn="ctr">
              <a:defRPr sz="1000"/>
            </a:lvl1pPr>
          </a:lstStyle>
          <a:p>
            <a:r>
              <a:rPr lang="en-US"/>
              <a:t>Click icon to add picture</a:t>
            </a:r>
            <a:endParaRPr lang="en-GB"/>
          </a:p>
        </p:txBody>
      </p:sp>
      <p:sp>
        <p:nvSpPr>
          <p:cNvPr id="7" name="Date Placeholder 6">
            <a:extLst>
              <a:ext uri="{FF2B5EF4-FFF2-40B4-BE49-F238E27FC236}">
                <a16:creationId xmlns:a16="http://schemas.microsoft.com/office/drawing/2014/main" id="{00498258-88E9-CB8C-3EE2-3F6D713F440B}"/>
              </a:ext>
            </a:extLst>
          </p:cNvPr>
          <p:cNvSpPr>
            <a:spLocks noGrp="1"/>
          </p:cNvSpPr>
          <p:nvPr>
            <p:ph type="dt" sz="half" idx="10"/>
          </p:nvPr>
        </p:nvSpPr>
        <p:spPr/>
        <p:txBody>
          <a:bodyPr/>
          <a:lstStyle>
            <a:lvl1pPr>
              <a:defRPr>
                <a:noFill/>
              </a:defRPr>
            </a:lvl1pPr>
          </a:lstStyle>
          <a:p>
            <a:fld id="{DA183968-61A8-4AD1-B2F5-4ABFC11C7692}" type="datetime3">
              <a:rPr lang="en-US" smtClean="0"/>
              <a:t>1 October 2026</a:t>
            </a:fld>
            <a:endParaRPr lang="en-US" dirty="0"/>
          </a:p>
        </p:txBody>
      </p:sp>
      <p:sp>
        <p:nvSpPr>
          <p:cNvPr id="8" name="Footer Placeholder 7">
            <a:extLst>
              <a:ext uri="{FF2B5EF4-FFF2-40B4-BE49-F238E27FC236}">
                <a16:creationId xmlns:a16="http://schemas.microsoft.com/office/drawing/2014/main" id="{03C93E9D-5F07-9459-468D-9C2261945706}"/>
              </a:ext>
            </a:extLst>
          </p:cNvPr>
          <p:cNvSpPr>
            <a:spLocks noGrp="1"/>
          </p:cNvSpPr>
          <p:nvPr>
            <p:ph type="ftr" sz="quarter" idx="11"/>
          </p:nvPr>
        </p:nvSpPr>
        <p:spPr/>
        <p:txBody>
          <a:bodyPr/>
          <a:lstStyle>
            <a:lvl1pPr>
              <a:defRPr>
                <a:noFill/>
              </a:defRPr>
            </a:lvl1pPr>
          </a:lstStyle>
          <a:p>
            <a:endParaRPr lang="en-US" dirty="0"/>
          </a:p>
        </p:txBody>
      </p:sp>
      <p:sp>
        <p:nvSpPr>
          <p:cNvPr id="9" name="Slide Number Placeholder 8">
            <a:extLst>
              <a:ext uri="{FF2B5EF4-FFF2-40B4-BE49-F238E27FC236}">
                <a16:creationId xmlns:a16="http://schemas.microsoft.com/office/drawing/2014/main" id="{EEF29CF1-AD27-AAD6-4E0B-FCF1E44943D3}"/>
              </a:ext>
            </a:extLst>
          </p:cNvPr>
          <p:cNvSpPr>
            <a:spLocks noGrp="1"/>
          </p:cNvSpPr>
          <p:nvPr>
            <p:ph type="sldNum" sz="quarter" idx="12"/>
          </p:nvPr>
        </p:nvSpPr>
        <p:spPr/>
        <p:txBody>
          <a:bodyPr/>
          <a:lstStyle>
            <a:lvl1pPr>
              <a:defRPr>
                <a:solidFill>
                  <a:schemeClr val="accent2"/>
                </a:solidFill>
              </a:defRPr>
            </a:lvl1pPr>
          </a:lstStyle>
          <a:p>
            <a:fld id="{5B16D1FE-3A35-41BA-8EBE-413702045235}" type="slidenum">
              <a:rPr lang="en-US" smtClean="0"/>
              <a:pPr/>
              <a:t>‹#›</a:t>
            </a:fld>
            <a:endParaRPr lang="en-US" dirty="0"/>
          </a:p>
        </p:txBody>
      </p:sp>
      <p:sp>
        <p:nvSpPr>
          <p:cNvPr id="11" name="Title 1">
            <a:extLst>
              <a:ext uri="{FF2B5EF4-FFF2-40B4-BE49-F238E27FC236}">
                <a16:creationId xmlns:a16="http://schemas.microsoft.com/office/drawing/2014/main" id="{E717FE45-4F71-99AF-63E9-7E5627A46391}"/>
              </a:ext>
            </a:extLst>
          </p:cNvPr>
          <p:cNvSpPr>
            <a:spLocks noGrp="1"/>
          </p:cNvSpPr>
          <p:nvPr>
            <p:ph type="ctrTitle"/>
          </p:nvPr>
        </p:nvSpPr>
        <p:spPr>
          <a:xfrm>
            <a:off x="6096001" y="1412875"/>
            <a:ext cx="5688012" cy="3384277"/>
          </a:xfrm>
        </p:spPr>
        <p:txBody>
          <a:bodyPr anchor="t" anchorCtr="0"/>
          <a:lstStyle>
            <a:lvl1pPr algn="l">
              <a:lnSpc>
                <a:spcPct val="90000"/>
              </a:lnSpc>
              <a:defRPr sz="6000" spc="-50" baseline="0">
                <a:solidFill>
                  <a:schemeClr val="bg1"/>
                </a:solidFill>
              </a:defRPr>
            </a:lvl1pPr>
          </a:lstStyle>
          <a:p>
            <a:r>
              <a:rPr lang="en-US"/>
              <a:t>Click to edit Master title style</a:t>
            </a:r>
            <a:endParaRPr lang="en-US" dirty="0"/>
          </a:p>
        </p:txBody>
      </p:sp>
      <p:sp>
        <p:nvSpPr>
          <p:cNvPr id="12" name="Subtitle 2">
            <a:extLst>
              <a:ext uri="{FF2B5EF4-FFF2-40B4-BE49-F238E27FC236}">
                <a16:creationId xmlns:a16="http://schemas.microsoft.com/office/drawing/2014/main" id="{3D401EC3-AF83-E321-73C9-5264F6319B53}"/>
              </a:ext>
            </a:extLst>
          </p:cNvPr>
          <p:cNvSpPr>
            <a:spLocks noGrp="1"/>
          </p:cNvSpPr>
          <p:nvPr>
            <p:ph type="subTitle" idx="1"/>
          </p:nvPr>
        </p:nvSpPr>
        <p:spPr>
          <a:xfrm>
            <a:off x="6096001" y="5085184"/>
            <a:ext cx="5688012" cy="936204"/>
          </a:xfrm>
        </p:spPr>
        <p:txBody>
          <a:bodyPr anchor="t" anchorCtr="0">
            <a:noAutofit/>
          </a:bodyPr>
          <a:lstStyle>
            <a:lvl1pPr marL="0" indent="0" algn="l">
              <a:lnSpc>
                <a:spcPct val="100000"/>
              </a:lnSpc>
              <a:spcBef>
                <a:spcPts val="200"/>
              </a:spcBef>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3" name="Freeform 6">
            <a:extLst>
              <a:ext uri="{FF2B5EF4-FFF2-40B4-BE49-F238E27FC236}">
                <a16:creationId xmlns:a16="http://schemas.microsoft.com/office/drawing/2014/main" id="{88B2A2B0-A12F-A76A-13F9-B89E6F7D8AE2}"/>
              </a:ext>
            </a:extLst>
          </p:cNvPr>
          <p:cNvSpPr>
            <a:spLocks noChangeAspect="1" noEditPoints="1"/>
          </p:cNvSpPr>
          <p:nvPr/>
        </p:nvSpPr>
        <p:spPr bwMode="auto">
          <a:xfrm>
            <a:off x="10653051" y="578272"/>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879962580"/>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Slide Picture Light Blue 2">
    <p:bg>
      <p:bgPr>
        <a:solidFill>
          <a:schemeClr val="accent6"/>
        </a:solidFill>
        <a:effectLst/>
      </p:bgPr>
    </p:bg>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4AF8CC41-D441-B2B7-3F22-52E56AEF9312}"/>
              </a:ext>
            </a:extLst>
          </p:cNvPr>
          <p:cNvSpPr>
            <a:spLocks noGrp="1"/>
          </p:cNvSpPr>
          <p:nvPr>
            <p:ph type="pic" sz="quarter" idx="13"/>
          </p:nvPr>
        </p:nvSpPr>
        <p:spPr>
          <a:xfrm>
            <a:off x="1" y="0"/>
            <a:ext cx="5968441" cy="6858000"/>
          </a:xfrm>
          <a:custGeom>
            <a:avLst/>
            <a:gdLst>
              <a:gd name="connsiteX0" fmla="*/ 0 w 5968441"/>
              <a:gd name="connsiteY0" fmla="*/ 0 h 6858000"/>
              <a:gd name="connsiteX1" fmla="*/ 2465154 w 5968441"/>
              <a:gd name="connsiteY1" fmla="*/ 0 h 6858000"/>
              <a:gd name="connsiteX2" fmla="*/ 2903065 w 5968441"/>
              <a:gd name="connsiteY2" fmla="*/ 856753 h 6858000"/>
              <a:gd name="connsiteX3" fmla="*/ 3340181 w 5968441"/>
              <a:gd name="connsiteY3" fmla="*/ 1713507 h 6858000"/>
              <a:gd name="connsiteX4" fmla="*/ 3778092 w 5968441"/>
              <a:gd name="connsiteY4" fmla="*/ 2570260 h 6858000"/>
              <a:gd name="connsiteX5" fmla="*/ 4216798 w 5968441"/>
              <a:gd name="connsiteY5" fmla="*/ 3428603 h 6858000"/>
              <a:gd name="connsiteX6" fmla="*/ 4653914 w 5968441"/>
              <a:gd name="connsiteY6" fmla="*/ 4286151 h 6858000"/>
              <a:gd name="connsiteX7" fmla="*/ 5091825 w 5968441"/>
              <a:gd name="connsiteY7" fmla="*/ 5142904 h 6858000"/>
              <a:gd name="connsiteX8" fmla="*/ 5528941 w 5968441"/>
              <a:gd name="connsiteY8" fmla="*/ 5999657 h 6858000"/>
              <a:gd name="connsiteX9" fmla="*/ 5968441 w 5968441"/>
              <a:gd name="connsiteY9" fmla="*/ 6858000 h 6858000"/>
              <a:gd name="connsiteX10" fmla="*/ 0 w 5968441"/>
              <a:gd name="connsiteY1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968441" h="6858000">
                <a:moveTo>
                  <a:pt x="0" y="0"/>
                </a:moveTo>
                <a:lnTo>
                  <a:pt x="2465154" y="0"/>
                </a:lnTo>
                <a:lnTo>
                  <a:pt x="2903065" y="856753"/>
                </a:lnTo>
                <a:lnTo>
                  <a:pt x="3340181" y="1713507"/>
                </a:lnTo>
                <a:lnTo>
                  <a:pt x="3778092" y="2570260"/>
                </a:lnTo>
                <a:lnTo>
                  <a:pt x="4216798" y="3428603"/>
                </a:lnTo>
                <a:lnTo>
                  <a:pt x="4653914" y="4286151"/>
                </a:lnTo>
                <a:lnTo>
                  <a:pt x="5091825" y="5142904"/>
                </a:lnTo>
                <a:lnTo>
                  <a:pt x="5528941" y="5999657"/>
                </a:lnTo>
                <a:lnTo>
                  <a:pt x="5968441" y="6858000"/>
                </a:lnTo>
                <a:lnTo>
                  <a:pt x="0" y="6858000"/>
                </a:lnTo>
                <a:close/>
              </a:path>
            </a:pathLst>
          </a:custGeom>
          <a:solidFill>
            <a:schemeClr val="bg2"/>
          </a:solidFill>
        </p:spPr>
        <p:txBody>
          <a:bodyPr wrap="square" bIns="648000" anchor="ctr" anchorCtr="0">
            <a:noAutofit/>
          </a:bodyPr>
          <a:lstStyle>
            <a:lvl1pPr algn="ctr">
              <a:defRPr sz="1000"/>
            </a:lvl1pPr>
          </a:lstStyle>
          <a:p>
            <a:r>
              <a:rPr lang="en-US"/>
              <a:t>Click icon to add picture</a:t>
            </a:r>
            <a:endParaRPr lang="en-GB"/>
          </a:p>
        </p:txBody>
      </p:sp>
      <p:sp>
        <p:nvSpPr>
          <p:cNvPr id="7" name="Date Placeholder 6">
            <a:extLst>
              <a:ext uri="{FF2B5EF4-FFF2-40B4-BE49-F238E27FC236}">
                <a16:creationId xmlns:a16="http://schemas.microsoft.com/office/drawing/2014/main" id="{00498258-88E9-CB8C-3EE2-3F6D713F440B}"/>
              </a:ext>
            </a:extLst>
          </p:cNvPr>
          <p:cNvSpPr>
            <a:spLocks noGrp="1"/>
          </p:cNvSpPr>
          <p:nvPr>
            <p:ph type="dt" sz="half" idx="10"/>
          </p:nvPr>
        </p:nvSpPr>
        <p:spPr/>
        <p:txBody>
          <a:bodyPr/>
          <a:lstStyle>
            <a:lvl1pPr>
              <a:defRPr>
                <a:noFill/>
              </a:defRPr>
            </a:lvl1pPr>
          </a:lstStyle>
          <a:p>
            <a:fld id="{DA183968-61A8-4AD1-B2F5-4ABFC11C7692}" type="datetime3">
              <a:rPr lang="en-US" smtClean="0"/>
              <a:t>1 October 2026</a:t>
            </a:fld>
            <a:endParaRPr lang="en-US" dirty="0"/>
          </a:p>
        </p:txBody>
      </p:sp>
      <p:sp>
        <p:nvSpPr>
          <p:cNvPr id="8" name="Footer Placeholder 7">
            <a:extLst>
              <a:ext uri="{FF2B5EF4-FFF2-40B4-BE49-F238E27FC236}">
                <a16:creationId xmlns:a16="http://schemas.microsoft.com/office/drawing/2014/main" id="{03C93E9D-5F07-9459-468D-9C2261945706}"/>
              </a:ext>
            </a:extLst>
          </p:cNvPr>
          <p:cNvSpPr>
            <a:spLocks noGrp="1"/>
          </p:cNvSpPr>
          <p:nvPr>
            <p:ph type="ftr" sz="quarter" idx="11"/>
          </p:nvPr>
        </p:nvSpPr>
        <p:spPr/>
        <p:txBody>
          <a:bodyPr/>
          <a:lstStyle>
            <a:lvl1pPr>
              <a:defRPr>
                <a:noFill/>
              </a:defRPr>
            </a:lvl1pPr>
          </a:lstStyle>
          <a:p>
            <a:endParaRPr lang="en-US" dirty="0"/>
          </a:p>
        </p:txBody>
      </p:sp>
      <p:sp>
        <p:nvSpPr>
          <p:cNvPr id="9" name="Slide Number Placeholder 8">
            <a:extLst>
              <a:ext uri="{FF2B5EF4-FFF2-40B4-BE49-F238E27FC236}">
                <a16:creationId xmlns:a16="http://schemas.microsoft.com/office/drawing/2014/main" id="{EEF29CF1-AD27-AAD6-4E0B-FCF1E44943D3}"/>
              </a:ext>
            </a:extLst>
          </p:cNvPr>
          <p:cNvSpPr>
            <a:spLocks noGrp="1"/>
          </p:cNvSpPr>
          <p:nvPr>
            <p:ph type="sldNum" sz="quarter" idx="12"/>
          </p:nvPr>
        </p:nvSpPr>
        <p:spPr/>
        <p:txBody>
          <a:bodyPr/>
          <a:lstStyle>
            <a:lvl1pPr>
              <a:defRPr>
                <a:solidFill>
                  <a:schemeClr val="accent2"/>
                </a:solidFill>
              </a:defRPr>
            </a:lvl1pPr>
          </a:lstStyle>
          <a:p>
            <a:fld id="{5B16D1FE-3A35-41BA-8EBE-413702045235}" type="slidenum">
              <a:rPr lang="en-US" smtClean="0"/>
              <a:pPr/>
              <a:t>‹#›</a:t>
            </a:fld>
            <a:endParaRPr lang="en-US" dirty="0"/>
          </a:p>
        </p:txBody>
      </p:sp>
      <p:sp>
        <p:nvSpPr>
          <p:cNvPr id="11" name="Title 1">
            <a:extLst>
              <a:ext uri="{FF2B5EF4-FFF2-40B4-BE49-F238E27FC236}">
                <a16:creationId xmlns:a16="http://schemas.microsoft.com/office/drawing/2014/main" id="{E717FE45-4F71-99AF-63E9-7E5627A46391}"/>
              </a:ext>
            </a:extLst>
          </p:cNvPr>
          <p:cNvSpPr>
            <a:spLocks noGrp="1"/>
          </p:cNvSpPr>
          <p:nvPr>
            <p:ph type="ctrTitle"/>
          </p:nvPr>
        </p:nvSpPr>
        <p:spPr>
          <a:xfrm>
            <a:off x="6096001" y="1412875"/>
            <a:ext cx="5688012" cy="3384277"/>
          </a:xfrm>
        </p:spPr>
        <p:txBody>
          <a:bodyPr anchor="t" anchorCtr="0"/>
          <a:lstStyle>
            <a:lvl1pPr algn="l">
              <a:lnSpc>
                <a:spcPct val="90000"/>
              </a:lnSpc>
              <a:defRPr sz="6000" spc="-50" baseline="0">
                <a:solidFill>
                  <a:schemeClr val="bg1"/>
                </a:solidFill>
              </a:defRPr>
            </a:lvl1pPr>
          </a:lstStyle>
          <a:p>
            <a:r>
              <a:rPr lang="en-US"/>
              <a:t>Click to edit Master title style</a:t>
            </a:r>
            <a:endParaRPr lang="en-US" dirty="0"/>
          </a:p>
        </p:txBody>
      </p:sp>
      <p:sp>
        <p:nvSpPr>
          <p:cNvPr id="12" name="Subtitle 2">
            <a:extLst>
              <a:ext uri="{FF2B5EF4-FFF2-40B4-BE49-F238E27FC236}">
                <a16:creationId xmlns:a16="http://schemas.microsoft.com/office/drawing/2014/main" id="{3D401EC3-AF83-E321-73C9-5264F6319B53}"/>
              </a:ext>
            </a:extLst>
          </p:cNvPr>
          <p:cNvSpPr>
            <a:spLocks noGrp="1"/>
          </p:cNvSpPr>
          <p:nvPr>
            <p:ph type="subTitle" idx="1"/>
          </p:nvPr>
        </p:nvSpPr>
        <p:spPr>
          <a:xfrm>
            <a:off x="6096001" y="5085184"/>
            <a:ext cx="5688012" cy="936204"/>
          </a:xfrm>
        </p:spPr>
        <p:txBody>
          <a:bodyPr anchor="t" anchorCtr="0">
            <a:noAutofit/>
          </a:bodyPr>
          <a:lstStyle>
            <a:lvl1pPr marL="0" indent="0" algn="l">
              <a:lnSpc>
                <a:spcPct val="100000"/>
              </a:lnSpc>
              <a:spcBef>
                <a:spcPts val="200"/>
              </a:spcBef>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3" name="Freeform 6">
            <a:extLst>
              <a:ext uri="{FF2B5EF4-FFF2-40B4-BE49-F238E27FC236}">
                <a16:creationId xmlns:a16="http://schemas.microsoft.com/office/drawing/2014/main" id="{88B2A2B0-A12F-A76A-13F9-B89E6F7D8AE2}"/>
              </a:ext>
            </a:extLst>
          </p:cNvPr>
          <p:cNvSpPr>
            <a:spLocks noChangeAspect="1" noEditPoints="1"/>
          </p:cNvSpPr>
          <p:nvPr/>
        </p:nvSpPr>
        <p:spPr bwMode="auto">
          <a:xfrm>
            <a:off x="10653051" y="578272"/>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1701478273"/>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and Content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6"/>
          <p:cNvSpPr>
            <a:spLocks noGrp="1"/>
          </p:cNvSpPr>
          <p:nvPr>
            <p:ph type="dt" sz="half" idx="10"/>
          </p:nvPr>
        </p:nvSpPr>
        <p:spPr/>
        <p:txBody>
          <a:bodyPr/>
          <a:lstStyle/>
          <a:p>
            <a:fld id="{DC8E9DBA-644C-41EF-BE6D-01893A14A32A}" type="datetime3">
              <a:rPr lang="en-US" smtClean="0"/>
              <a:t>1 October 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5B16D1FE-3A35-41BA-8EBE-413702045235}" type="slidenum">
              <a:rPr lang="en-US" smtClean="0"/>
              <a:pPr/>
              <a:t>‹#›</a:t>
            </a:fld>
            <a:endParaRPr lang="en-US" dirty="0"/>
          </a:p>
        </p:txBody>
      </p:sp>
      <p:sp>
        <p:nvSpPr>
          <p:cNvPr id="5" name="Content Placeholder 4">
            <a:extLst>
              <a:ext uri="{FF2B5EF4-FFF2-40B4-BE49-F238E27FC236}">
                <a16:creationId xmlns:a16="http://schemas.microsoft.com/office/drawing/2014/main" id="{33E42DB2-359E-9A4B-BB65-F1D1F836066F}"/>
              </a:ext>
            </a:extLst>
          </p:cNvPr>
          <p:cNvSpPr>
            <a:spLocks noGrp="1"/>
          </p:cNvSpPr>
          <p:nvPr>
            <p:ph sz="quarter" idx="13"/>
          </p:nvPr>
        </p:nvSpPr>
        <p:spPr>
          <a:xfrm>
            <a:off x="407988" y="1844675"/>
            <a:ext cx="11376025" cy="4176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2077788057"/>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Title and Content Blu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endParaRPr lang="en-US" dirty="0"/>
          </a:p>
        </p:txBody>
      </p:sp>
      <p:sp>
        <p:nvSpPr>
          <p:cNvPr id="7" name="Date Placeholder 6"/>
          <p:cNvSpPr>
            <a:spLocks noGrp="1"/>
          </p:cNvSpPr>
          <p:nvPr>
            <p:ph type="dt" sz="half" idx="10"/>
          </p:nvPr>
        </p:nvSpPr>
        <p:spPr/>
        <p:txBody>
          <a:bodyPr/>
          <a:lstStyle>
            <a:lvl1pPr>
              <a:defRPr>
                <a:solidFill>
                  <a:schemeClr val="bg1"/>
                </a:solidFill>
              </a:defRPr>
            </a:lvl1pPr>
          </a:lstStyle>
          <a:p>
            <a:fld id="{8C9DF63D-ED94-46E4-B158-9F8CBCEFFBAF}" type="datetime3">
              <a:rPr lang="en-US" smtClean="0"/>
              <a:pPr/>
              <a:t>1 October 2026</a:t>
            </a:fld>
            <a:endParaRPr lang="en-US" dirty="0"/>
          </a:p>
        </p:txBody>
      </p:sp>
      <p:sp>
        <p:nvSpPr>
          <p:cNvPr id="8" name="Footer Placeholder 7"/>
          <p:cNvSpPr>
            <a:spLocks noGrp="1"/>
          </p:cNvSpPr>
          <p:nvPr>
            <p:ph type="ftr" sz="quarter" idx="11"/>
          </p:nvPr>
        </p:nvSpPr>
        <p:spPr/>
        <p:txBody>
          <a:bodyPr/>
          <a:lstStyle>
            <a:lvl1pPr>
              <a:defRPr>
                <a:solidFill>
                  <a:schemeClr val="bg1"/>
                </a:solidFill>
              </a:defRPr>
            </a:lvl1pPr>
          </a:lstStyle>
          <a:p>
            <a:endParaRPr lang="en-US" dirty="0"/>
          </a:p>
        </p:txBody>
      </p:sp>
      <p:sp>
        <p:nvSpPr>
          <p:cNvPr id="9" name="Slide Number Placeholder 8"/>
          <p:cNvSpPr>
            <a:spLocks noGrp="1"/>
          </p:cNvSpPr>
          <p:nvPr>
            <p:ph type="sldNum" sz="quarter" idx="12"/>
          </p:nvPr>
        </p:nvSpPr>
        <p:spPr/>
        <p:txBody>
          <a:bodyPr/>
          <a:lstStyle>
            <a:lvl1pPr>
              <a:defRPr>
                <a:solidFill>
                  <a:schemeClr val="accent2"/>
                </a:solidFill>
              </a:defRPr>
            </a:lvl1pPr>
          </a:lstStyle>
          <a:p>
            <a:fld id="{5B16D1FE-3A35-41BA-8EBE-413702045235}" type="slidenum">
              <a:rPr lang="en-US" smtClean="0"/>
              <a:pPr/>
              <a:t>‹#›</a:t>
            </a:fld>
            <a:endParaRPr lang="en-US" dirty="0"/>
          </a:p>
        </p:txBody>
      </p:sp>
      <p:sp>
        <p:nvSpPr>
          <p:cNvPr id="5" name="Content Placeholder 4">
            <a:extLst>
              <a:ext uri="{FF2B5EF4-FFF2-40B4-BE49-F238E27FC236}">
                <a16:creationId xmlns:a16="http://schemas.microsoft.com/office/drawing/2014/main" id="{33E42DB2-359E-9A4B-BB65-F1D1F836066F}"/>
              </a:ext>
            </a:extLst>
          </p:cNvPr>
          <p:cNvSpPr>
            <a:spLocks noGrp="1"/>
          </p:cNvSpPr>
          <p:nvPr>
            <p:ph sz="quarter" idx="13"/>
          </p:nvPr>
        </p:nvSpPr>
        <p:spPr>
          <a:xfrm>
            <a:off x="407988" y="1844675"/>
            <a:ext cx="11376025" cy="4176713"/>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 name="Freeform 6">
            <a:extLst>
              <a:ext uri="{FF2B5EF4-FFF2-40B4-BE49-F238E27FC236}">
                <a16:creationId xmlns:a16="http://schemas.microsoft.com/office/drawing/2014/main" id="{FECDBB93-3470-DBF3-EA10-F4A9B298A79E}"/>
              </a:ext>
            </a:extLst>
          </p:cNvPr>
          <p:cNvSpPr>
            <a:spLocks noChangeAspect="1" noEditPoints="1"/>
          </p:cNvSpPr>
          <p:nvPr/>
        </p:nvSpPr>
        <p:spPr bwMode="auto">
          <a:xfrm>
            <a:off x="10646502" y="6236625"/>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373366723"/>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6"/>
          <p:cNvSpPr>
            <a:spLocks noGrp="1"/>
          </p:cNvSpPr>
          <p:nvPr>
            <p:ph type="dt" sz="half" idx="10"/>
          </p:nvPr>
        </p:nvSpPr>
        <p:spPr/>
        <p:txBody>
          <a:bodyPr/>
          <a:lstStyle/>
          <a:p>
            <a:fld id="{DC8E9DBA-644C-41EF-BE6D-01893A14A32A}" type="datetime3">
              <a:rPr lang="en-US" smtClean="0"/>
              <a:t>1 October 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5B16D1FE-3A35-41BA-8EBE-413702045235}" type="slidenum">
              <a:rPr lang="en-US" smtClean="0"/>
              <a:pPr/>
              <a:t>‹#›</a:t>
            </a:fld>
            <a:endParaRPr lang="en-US" dirty="0"/>
          </a:p>
        </p:txBody>
      </p:sp>
      <p:sp>
        <p:nvSpPr>
          <p:cNvPr id="4" name="Text Placeholder 3">
            <a:extLst>
              <a:ext uri="{FF2B5EF4-FFF2-40B4-BE49-F238E27FC236}">
                <a16:creationId xmlns:a16="http://schemas.microsoft.com/office/drawing/2014/main" id="{0D788389-5703-9E2D-56A5-11DB215EC88B}"/>
              </a:ext>
            </a:extLst>
          </p:cNvPr>
          <p:cNvSpPr>
            <a:spLocks noGrp="1"/>
          </p:cNvSpPr>
          <p:nvPr>
            <p:ph type="body" sz="quarter" idx="13"/>
          </p:nvPr>
        </p:nvSpPr>
        <p:spPr>
          <a:xfrm>
            <a:off x="983433" y="1916832"/>
            <a:ext cx="4968552" cy="576064"/>
          </a:xfrm>
        </p:spPr>
        <p:txBody>
          <a:bodyPr/>
          <a:lstStyle>
            <a:lvl1pPr>
              <a:lnSpc>
                <a:spcPct val="100000"/>
              </a:lnSpc>
              <a:spcBef>
                <a:spcPts val="0"/>
              </a:spcBef>
              <a:defRPr/>
            </a:lvl1pPr>
            <a:lvl2pPr marL="0" indent="0">
              <a:lnSpc>
                <a:spcPct val="100000"/>
              </a:lnSpc>
              <a:spcBef>
                <a:spcPts val="0"/>
              </a:spcBef>
              <a:buNone/>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vl6pPr>
              <a:lnSpc>
                <a:spcPct val="100000"/>
              </a:lnSpc>
              <a:spcBef>
                <a:spcPts val="0"/>
              </a:spcBef>
              <a:defRPr/>
            </a:lvl6pPr>
            <a:lvl7pPr>
              <a:lnSpc>
                <a:spcPct val="100000"/>
              </a:lnSpc>
              <a:spcBef>
                <a:spcPts val="0"/>
              </a:spcBef>
              <a:defRPr/>
            </a:lvl7pPr>
            <a:lvl8pPr>
              <a:lnSpc>
                <a:spcPct val="100000"/>
              </a:lnSpc>
              <a:spcBef>
                <a:spcPts val="0"/>
              </a:spcBef>
              <a:defRPr/>
            </a:lvl8pPr>
            <a:lvl9pPr>
              <a:lnSpc>
                <a:spcPct val="100000"/>
              </a:lnSpc>
              <a:spcBef>
                <a:spcPts val="0"/>
              </a:spcBef>
              <a:defRPr/>
            </a:lvl9pPr>
          </a:lstStyle>
          <a:p>
            <a:pPr lvl="0"/>
            <a:r>
              <a:rPr lang="en-US"/>
              <a:t>Click to edit Master text styles</a:t>
            </a:r>
          </a:p>
        </p:txBody>
      </p:sp>
      <p:sp>
        <p:nvSpPr>
          <p:cNvPr id="11" name="Text Placeholder 10">
            <a:extLst>
              <a:ext uri="{FF2B5EF4-FFF2-40B4-BE49-F238E27FC236}">
                <a16:creationId xmlns:a16="http://schemas.microsoft.com/office/drawing/2014/main" id="{4E560836-3854-58D4-8159-DA168C2F7F05}"/>
              </a:ext>
            </a:extLst>
          </p:cNvPr>
          <p:cNvSpPr>
            <a:spLocks noGrp="1" noChangeAspect="1"/>
          </p:cNvSpPr>
          <p:nvPr>
            <p:ph type="body" sz="quarter" idx="14" hasCustomPrompt="1"/>
          </p:nvPr>
        </p:nvSpPr>
        <p:spPr>
          <a:xfrm>
            <a:off x="383977" y="1830214"/>
            <a:ext cx="432000" cy="432000"/>
          </a:xfrm>
          <a:prstGeom prst="ellipse">
            <a:avLst/>
          </a:prstGeom>
          <a:ln w="31750">
            <a:solidFill>
              <a:schemeClr val="accent2"/>
            </a:solidFill>
          </a:ln>
        </p:spPr>
        <p:txBody>
          <a:bodyPr anchor="ctr" anchorCtr="0"/>
          <a:lstStyle>
            <a:lvl1pPr marL="0" indent="0" algn="ctr">
              <a:lnSpc>
                <a:spcPct val="100000"/>
              </a:lnSpc>
              <a:spcBef>
                <a:spcPts val="0"/>
              </a:spcBef>
              <a:buFontTx/>
              <a:buNone/>
              <a:defRPr sz="1800" b="1"/>
            </a:lvl1pPr>
            <a:lvl2pPr marL="0" indent="0" algn="ctr">
              <a:lnSpc>
                <a:spcPct val="100000"/>
              </a:lnSpc>
              <a:spcBef>
                <a:spcPts val="0"/>
              </a:spcBef>
              <a:buFontTx/>
              <a:buNone/>
              <a:defRPr sz="1800" b="1"/>
            </a:lvl2pPr>
            <a:lvl3pPr marL="0" indent="0" algn="ctr">
              <a:lnSpc>
                <a:spcPct val="100000"/>
              </a:lnSpc>
              <a:spcBef>
                <a:spcPts val="0"/>
              </a:spcBef>
              <a:buFontTx/>
              <a:buNone/>
              <a:defRPr sz="1800" b="1"/>
            </a:lvl3pPr>
            <a:lvl4pPr marL="0" indent="0" algn="ctr">
              <a:lnSpc>
                <a:spcPct val="100000"/>
              </a:lnSpc>
              <a:spcBef>
                <a:spcPts val="0"/>
              </a:spcBef>
              <a:buFontTx/>
              <a:buNone/>
              <a:defRPr sz="1800" b="1"/>
            </a:lvl4pPr>
            <a:lvl5pPr marL="0" indent="0" algn="ctr">
              <a:lnSpc>
                <a:spcPct val="100000"/>
              </a:lnSpc>
              <a:spcBef>
                <a:spcPts val="0"/>
              </a:spcBef>
              <a:buFontTx/>
              <a:buNone/>
              <a:defRPr sz="1800" b="1"/>
            </a:lvl5pPr>
            <a:lvl6pPr marL="0" indent="0" algn="ctr">
              <a:lnSpc>
                <a:spcPct val="100000"/>
              </a:lnSpc>
              <a:spcBef>
                <a:spcPts val="0"/>
              </a:spcBef>
              <a:buFontTx/>
              <a:buNone/>
              <a:defRPr sz="1800" b="1"/>
            </a:lvl6pPr>
            <a:lvl7pPr marL="0" indent="0" algn="ctr">
              <a:lnSpc>
                <a:spcPct val="100000"/>
              </a:lnSpc>
              <a:spcBef>
                <a:spcPts val="0"/>
              </a:spcBef>
              <a:buFontTx/>
              <a:buNone/>
              <a:defRPr sz="1800" b="1"/>
            </a:lvl7pPr>
            <a:lvl8pPr marL="0" indent="0" algn="ctr">
              <a:lnSpc>
                <a:spcPct val="100000"/>
              </a:lnSpc>
              <a:spcBef>
                <a:spcPts val="0"/>
              </a:spcBef>
              <a:buFontTx/>
              <a:buNone/>
              <a:defRPr sz="1800" b="1"/>
            </a:lvl8pPr>
            <a:lvl9pPr marL="0" indent="0" algn="ctr">
              <a:lnSpc>
                <a:spcPct val="100000"/>
              </a:lnSpc>
              <a:spcBef>
                <a:spcPts val="0"/>
              </a:spcBef>
              <a:buFontTx/>
              <a:buNone/>
              <a:defRPr sz="1800" b="1"/>
            </a:lvl9pPr>
          </a:lstStyle>
          <a:p>
            <a:pPr lvl="0"/>
            <a:r>
              <a:rPr lang="en-US" dirty="0"/>
              <a:t>#</a:t>
            </a:r>
          </a:p>
        </p:txBody>
      </p:sp>
      <p:sp>
        <p:nvSpPr>
          <p:cNvPr id="12" name="Text Placeholder 10">
            <a:extLst>
              <a:ext uri="{FF2B5EF4-FFF2-40B4-BE49-F238E27FC236}">
                <a16:creationId xmlns:a16="http://schemas.microsoft.com/office/drawing/2014/main" id="{9AE80D00-0C63-79A0-9D76-1A0A735B580E}"/>
              </a:ext>
            </a:extLst>
          </p:cNvPr>
          <p:cNvSpPr>
            <a:spLocks noGrp="1" noChangeAspect="1"/>
          </p:cNvSpPr>
          <p:nvPr>
            <p:ph type="body" sz="quarter" idx="15" hasCustomPrompt="1"/>
          </p:nvPr>
        </p:nvSpPr>
        <p:spPr>
          <a:xfrm>
            <a:off x="383977" y="2564904"/>
            <a:ext cx="432000" cy="432000"/>
          </a:xfrm>
          <a:prstGeom prst="ellipse">
            <a:avLst/>
          </a:prstGeom>
          <a:ln w="31750">
            <a:solidFill>
              <a:schemeClr val="accent2"/>
            </a:solidFill>
          </a:ln>
        </p:spPr>
        <p:txBody>
          <a:bodyPr anchor="ctr" anchorCtr="0"/>
          <a:lstStyle>
            <a:lvl1pPr marL="0" indent="0" algn="ctr">
              <a:lnSpc>
                <a:spcPct val="100000"/>
              </a:lnSpc>
              <a:spcBef>
                <a:spcPts val="0"/>
              </a:spcBef>
              <a:buFontTx/>
              <a:buNone/>
              <a:defRPr sz="1800" b="1"/>
            </a:lvl1pPr>
            <a:lvl2pPr marL="0" indent="0" algn="ctr">
              <a:lnSpc>
                <a:spcPct val="100000"/>
              </a:lnSpc>
              <a:spcBef>
                <a:spcPts val="0"/>
              </a:spcBef>
              <a:buFontTx/>
              <a:buNone/>
              <a:defRPr sz="1800" b="1"/>
            </a:lvl2pPr>
            <a:lvl3pPr marL="0" indent="0" algn="ctr">
              <a:lnSpc>
                <a:spcPct val="100000"/>
              </a:lnSpc>
              <a:spcBef>
                <a:spcPts val="0"/>
              </a:spcBef>
              <a:buFontTx/>
              <a:buNone/>
              <a:defRPr sz="1800" b="1"/>
            </a:lvl3pPr>
            <a:lvl4pPr marL="0" indent="0" algn="ctr">
              <a:lnSpc>
                <a:spcPct val="100000"/>
              </a:lnSpc>
              <a:spcBef>
                <a:spcPts val="0"/>
              </a:spcBef>
              <a:buFontTx/>
              <a:buNone/>
              <a:defRPr sz="1800" b="1"/>
            </a:lvl4pPr>
            <a:lvl5pPr marL="0" indent="0" algn="ctr">
              <a:lnSpc>
                <a:spcPct val="100000"/>
              </a:lnSpc>
              <a:spcBef>
                <a:spcPts val="0"/>
              </a:spcBef>
              <a:buFontTx/>
              <a:buNone/>
              <a:defRPr sz="1800" b="1"/>
            </a:lvl5pPr>
            <a:lvl6pPr marL="0" indent="0" algn="ctr">
              <a:lnSpc>
                <a:spcPct val="100000"/>
              </a:lnSpc>
              <a:spcBef>
                <a:spcPts val="0"/>
              </a:spcBef>
              <a:buFontTx/>
              <a:buNone/>
              <a:defRPr sz="1800" b="1"/>
            </a:lvl6pPr>
            <a:lvl7pPr marL="0" indent="0" algn="ctr">
              <a:lnSpc>
                <a:spcPct val="100000"/>
              </a:lnSpc>
              <a:spcBef>
                <a:spcPts val="0"/>
              </a:spcBef>
              <a:buFontTx/>
              <a:buNone/>
              <a:defRPr sz="1800" b="1"/>
            </a:lvl7pPr>
            <a:lvl8pPr marL="0" indent="0" algn="ctr">
              <a:lnSpc>
                <a:spcPct val="100000"/>
              </a:lnSpc>
              <a:spcBef>
                <a:spcPts val="0"/>
              </a:spcBef>
              <a:buFontTx/>
              <a:buNone/>
              <a:defRPr sz="1800" b="1"/>
            </a:lvl8pPr>
            <a:lvl9pPr marL="0" indent="0" algn="ctr">
              <a:lnSpc>
                <a:spcPct val="100000"/>
              </a:lnSpc>
              <a:spcBef>
                <a:spcPts val="0"/>
              </a:spcBef>
              <a:buFontTx/>
              <a:buNone/>
              <a:defRPr sz="1800" b="1"/>
            </a:lvl9pPr>
          </a:lstStyle>
          <a:p>
            <a:pPr lvl="0"/>
            <a:r>
              <a:rPr lang="en-US" dirty="0"/>
              <a:t>#</a:t>
            </a:r>
          </a:p>
        </p:txBody>
      </p:sp>
      <p:sp>
        <p:nvSpPr>
          <p:cNvPr id="13" name="Text Placeholder 10">
            <a:extLst>
              <a:ext uri="{FF2B5EF4-FFF2-40B4-BE49-F238E27FC236}">
                <a16:creationId xmlns:a16="http://schemas.microsoft.com/office/drawing/2014/main" id="{8B5CF24B-4B4F-39D2-3D9A-37B67AD9E9A4}"/>
              </a:ext>
            </a:extLst>
          </p:cNvPr>
          <p:cNvSpPr>
            <a:spLocks noGrp="1" noChangeAspect="1"/>
          </p:cNvSpPr>
          <p:nvPr>
            <p:ph type="body" sz="quarter" idx="16" hasCustomPrompt="1"/>
          </p:nvPr>
        </p:nvSpPr>
        <p:spPr>
          <a:xfrm>
            <a:off x="383977" y="3284984"/>
            <a:ext cx="432000" cy="432000"/>
          </a:xfrm>
          <a:prstGeom prst="ellipse">
            <a:avLst/>
          </a:prstGeom>
          <a:ln w="31750">
            <a:solidFill>
              <a:schemeClr val="accent2"/>
            </a:solidFill>
          </a:ln>
        </p:spPr>
        <p:txBody>
          <a:bodyPr anchor="ctr" anchorCtr="0"/>
          <a:lstStyle>
            <a:lvl1pPr marL="0" indent="0" algn="ctr">
              <a:lnSpc>
                <a:spcPct val="100000"/>
              </a:lnSpc>
              <a:spcBef>
                <a:spcPts val="0"/>
              </a:spcBef>
              <a:buFontTx/>
              <a:buNone/>
              <a:defRPr sz="1800" b="1"/>
            </a:lvl1pPr>
            <a:lvl2pPr marL="0" indent="0" algn="ctr">
              <a:lnSpc>
                <a:spcPct val="100000"/>
              </a:lnSpc>
              <a:spcBef>
                <a:spcPts val="0"/>
              </a:spcBef>
              <a:buFontTx/>
              <a:buNone/>
              <a:defRPr sz="1800" b="1"/>
            </a:lvl2pPr>
            <a:lvl3pPr marL="0" indent="0" algn="ctr">
              <a:lnSpc>
                <a:spcPct val="100000"/>
              </a:lnSpc>
              <a:spcBef>
                <a:spcPts val="0"/>
              </a:spcBef>
              <a:buFontTx/>
              <a:buNone/>
              <a:defRPr sz="1800" b="1"/>
            </a:lvl3pPr>
            <a:lvl4pPr marL="0" indent="0" algn="ctr">
              <a:lnSpc>
                <a:spcPct val="100000"/>
              </a:lnSpc>
              <a:spcBef>
                <a:spcPts val="0"/>
              </a:spcBef>
              <a:buFontTx/>
              <a:buNone/>
              <a:defRPr sz="1800" b="1"/>
            </a:lvl4pPr>
            <a:lvl5pPr marL="0" indent="0" algn="ctr">
              <a:lnSpc>
                <a:spcPct val="100000"/>
              </a:lnSpc>
              <a:spcBef>
                <a:spcPts val="0"/>
              </a:spcBef>
              <a:buFontTx/>
              <a:buNone/>
              <a:defRPr sz="1800" b="1"/>
            </a:lvl5pPr>
            <a:lvl6pPr marL="0" indent="0" algn="ctr">
              <a:lnSpc>
                <a:spcPct val="100000"/>
              </a:lnSpc>
              <a:spcBef>
                <a:spcPts val="0"/>
              </a:spcBef>
              <a:buFontTx/>
              <a:buNone/>
              <a:defRPr sz="1800" b="1"/>
            </a:lvl6pPr>
            <a:lvl7pPr marL="0" indent="0" algn="ctr">
              <a:lnSpc>
                <a:spcPct val="100000"/>
              </a:lnSpc>
              <a:spcBef>
                <a:spcPts val="0"/>
              </a:spcBef>
              <a:buFontTx/>
              <a:buNone/>
              <a:defRPr sz="1800" b="1"/>
            </a:lvl7pPr>
            <a:lvl8pPr marL="0" indent="0" algn="ctr">
              <a:lnSpc>
                <a:spcPct val="100000"/>
              </a:lnSpc>
              <a:spcBef>
                <a:spcPts val="0"/>
              </a:spcBef>
              <a:buFontTx/>
              <a:buNone/>
              <a:defRPr sz="1800" b="1"/>
            </a:lvl8pPr>
            <a:lvl9pPr marL="0" indent="0" algn="ctr">
              <a:lnSpc>
                <a:spcPct val="100000"/>
              </a:lnSpc>
              <a:spcBef>
                <a:spcPts val="0"/>
              </a:spcBef>
              <a:buFontTx/>
              <a:buNone/>
              <a:defRPr sz="1800" b="1"/>
            </a:lvl9pPr>
          </a:lstStyle>
          <a:p>
            <a:pPr lvl="0"/>
            <a:r>
              <a:rPr lang="en-US" dirty="0"/>
              <a:t>#</a:t>
            </a:r>
          </a:p>
        </p:txBody>
      </p:sp>
      <p:sp>
        <p:nvSpPr>
          <p:cNvPr id="14" name="Text Placeholder 10">
            <a:extLst>
              <a:ext uri="{FF2B5EF4-FFF2-40B4-BE49-F238E27FC236}">
                <a16:creationId xmlns:a16="http://schemas.microsoft.com/office/drawing/2014/main" id="{EEA76244-10B6-3906-A848-9D3678041FA3}"/>
              </a:ext>
            </a:extLst>
          </p:cNvPr>
          <p:cNvSpPr>
            <a:spLocks noGrp="1" noChangeAspect="1"/>
          </p:cNvSpPr>
          <p:nvPr>
            <p:ph type="body" sz="quarter" idx="17" hasCustomPrompt="1"/>
          </p:nvPr>
        </p:nvSpPr>
        <p:spPr>
          <a:xfrm>
            <a:off x="383977" y="4005064"/>
            <a:ext cx="432000" cy="432000"/>
          </a:xfrm>
          <a:prstGeom prst="ellipse">
            <a:avLst/>
          </a:prstGeom>
          <a:ln w="31750">
            <a:solidFill>
              <a:schemeClr val="accent2"/>
            </a:solidFill>
          </a:ln>
        </p:spPr>
        <p:txBody>
          <a:bodyPr anchor="ctr" anchorCtr="0"/>
          <a:lstStyle>
            <a:lvl1pPr marL="0" indent="0" algn="ctr">
              <a:lnSpc>
                <a:spcPct val="100000"/>
              </a:lnSpc>
              <a:spcBef>
                <a:spcPts val="0"/>
              </a:spcBef>
              <a:buFontTx/>
              <a:buNone/>
              <a:defRPr sz="1800" b="1"/>
            </a:lvl1pPr>
            <a:lvl2pPr marL="0" indent="0" algn="ctr">
              <a:lnSpc>
                <a:spcPct val="100000"/>
              </a:lnSpc>
              <a:spcBef>
                <a:spcPts val="0"/>
              </a:spcBef>
              <a:buFontTx/>
              <a:buNone/>
              <a:defRPr sz="1800" b="1"/>
            </a:lvl2pPr>
            <a:lvl3pPr marL="0" indent="0" algn="ctr">
              <a:lnSpc>
                <a:spcPct val="100000"/>
              </a:lnSpc>
              <a:spcBef>
                <a:spcPts val="0"/>
              </a:spcBef>
              <a:buFontTx/>
              <a:buNone/>
              <a:defRPr sz="1800" b="1"/>
            </a:lvl3pPr>
            <a:lvl4pPr marL="0" indent="0" algn="ctr">
              <a:lnSpc>
                <a:spcPct val="100000"/>
              </a:lnSpc>
              <a:spcBef>
                <a:spcPts val="0"/>
              </a:spcBef>
              <a:buFontTx/>
              <a:buNone/>
              <a:defRPr sz="1800" b="1"/>
            </a:lvl4pPr>
            <a:lvl5pPr marL="0" indent="0" algn="ctr">
              <a:lnSpc>
                <a:spcPct val="100000"/>
              </a:lnSpc>
              <a:spcBef>
                <a:spcPts val="0"/>
              </a:spcBef>
              <a:buFontTx/>
              <a:buNone/>
              <a:defRPr sz="1800" b="1"/>
            </a:lvl5pPr>
            <a:lvl6pPr marL="0" indent="0" algn="ctr">
              <a:lnSpc>
                <a:spcPct val="100000"/>
              </a:lnSpc>
              <a:spcBef>
                <a:spcPts val="0"/>
              </a:spcBef>
              <a:buFontTx/>
              <a:buNone/>
              <a:defRPr sz="1800" b="1"/>
            </a:lvl6pPr>
            <a:lvl7pPr marL="0" indent="0" algn="ctr">
              <a:lnSpc>
                <a:spcPct val="100000"/>
              </a:lnSpc>
              <a:spcBef>
                <a:spcPts val="0"/>
              </a:spcBef>
              <a:buFontTx/>
              <a:buNone/>
              <a:defRPr sz="1800" b="1"/>
            </a:lvl7pPr>
            <a:lvl8pPr marL="0" indent="0" algn="ctr">
              <a:lnSpc>
                <a:spcPct val="100000"/>
              </a:lnSpc>
              <a:spcBef>
                <a:spcPts val="0"/>
              </a:spcBef>
              <a:buFontTx/>
              <a:buNone/>
              <a:defRPr sz="1800" b="1"/>
            </a:lvl8pPr>
            <a:lvl9pPr marL="0" indent="0" algn="ctr">
              <a:lnSpc>
                <a:spcPct val="100000"/>
              </a:lnSpc>
              <a:spcBef>
                <a:spcPts val="0"/>
              </a:spcBef>
              <a:buFontTx/>
              <a:buNone/>
              <a:defRPr sz="1800" b="1"/>
            </a:lvl9pPr>
          </a:lstStyle>
          <a:p>
            <a:pPr lvl="0"/>
            <a:r>
              <a:rPr lang="en-US" dirty="0"/>
              <a:t>#</a:t>
            </a:r>
          </a:p>
        </p:txBody>
      </p:sp>
      <p:sp>
        <p:nvSpPr>
          <p:cNvPr id="15" name="Text Placeholder 10">
            <a:extLst>
              <a:ext uri="{FF2B5EF4-FFF2-40B4-BE49-F238E27FC236}">
                <a16:creationId xmlns:a16="http://schemas.microsoft.com/office/drawing/2014/main" id="{96C25A5E-75E8-EF2B-E3B0-19651E408A53}"/>
              </a:ext>
            </a:extLst>
          </p:cNvPr>
          <p:cNvSpPr>
            <a:spLocks noGrp="1" noChangeAspect="1"/>
          </p:cNvSpPr>
          <p:nvPr>
            <p:ph type="body" sz="quarter" idx="18" hasCustomPrompt="1"/>
          </p:nvPr>
        </p:nvSpPr>
        <p:spPr>
          <a:xfrm>
            <a:off x="383977" y="4725144"/>
            <a:ext cx="432000" cy="432000"/>
          </a:xfrm>
          <a:prstGeom prst="ellipse">
            <a:avLst/>
          </a:prstGeom>
          <a:ln w="31750">
            <a:solidFill>
              <a:schemeClr val="accent2"/>
            </a:solidFill>
          </a:ln>
        </p:spPr>
        <p:txBody>
          <a:bodyPr anchor="ctr" anchorCtr="0"/>
          <a:lstStyle>
            <a:lvl1pPr marL="0" indent="0" algn="ctr">
              <a:lnSpc>
                <a:spcPct val="100000"/>
              </a:lnSpc>
              <a:spcBef>
                <a:spcPts val="0"/>
              </a:spcBef>
              <a:buFontTx/>
              <a:buNone/>
              <a:defRPr sz="1800" b="1"/>
            </a:lvl1pPr>
            <a:lvl2pPr marL="0" indent="0" algn="ctr">
              <a:lnSpc>
                <a:spcPct val="100000"/>
              </a:lnSpc>
              <a:spcBef>
                <a:spcPts val="0"/>
              </a:spcBef>
              <a:buFontTx/>
              <a:buNone/>
              <a:defRPr sz="1800" b="1"/>
            </a:lvl2pPr>
            <a:lvl3pPr marL="0" indent="0" algn="ctr">
              <a:lnSpc>
                <a:spcPct val="100000"/>
              </a:lnSpc>
              <a:spcBef>
                <a:spcPts val="0"/>
              </a:spcBef>
              <a:buFontTx/>
              <a:buNone/>
              <a:defRPr sz="1800" b="1"/>
            </a:lvl3pPr>
            <a:lvl4pPr marL="0" indent="0" algn="ctr">
              <a:lnSpc>
                <a:spcPct val="100000"/>
              </a:lnSpc>
              <a:spcBef>
                <a:spcPts val="0"/>
              </a:spcBef>
              <a:buFontTx/>
              <a:buNone/>
              <a:defRPr sz="1800" b="1"/>
            </a:lvl4pPr>
            <a:lvl5pPr marL="0" indent="0" algn="ctr">
              <a:lnSpc>
                <a:spcPct val="100000"/>
              </a:lnSpc>
              <a:spcBef>
                <a:spcPts val="0"/>
              </a:spcBef>
              <a:buFontTx/>
              <a:buNone/>
              <a:defRPr sz="1800" b="1"/>
            </a:lvl5pPr>
            <a:lvl6pPr marL="0" indent="0" algn="ctr">
              <a:lnSpc>
                <a:spcPct val="100000"/>
              </a:lnSpc>
              <a:spcBef>
                <a:spcPts val="0"/>
              </a:spcBef>
              <a:buFontTx/>
              <a:buNone/>
              <a:defRPr sz="1800" b="1"/>
            </a:lvl6pPr>
            <a:lvl7pPr marL="0" indent="0" algn="ctr">
              <a:lnSpc>
                <a:spcPct val="100000"/>
              </a:lnSpc>
              <a:spcBef>
                <a:spcPts val="0"/>
              </a:spcBef>
              <a:buFontTx/>
              <a:buNone/>
              <a:defRPr sz="1800" b="1"/>
            </a:lvl7pPr>
            <a:lvl8pPr marL="0" indent="0" algn="ctr">
              <a:lnSpc>
                <a:spcPct val="100000"/>
              </a:lnSpc>
              <a:spcBef>
                <a:spcPts val="0"/>
              </a:spcBef>
              <a:buFontTx/>
              <a:buNone/>
              <a:defRPr sz="1800" b="1"/>
            </a:lvl8pPr>
            <a:lvl9pPr marL="0" indent="0" algn="ctr">
              <a:lnSpc>
                <a:spcPct val="100000"/>
              </a:lnSpc>
              <a:spcBef>
                <a:spcPts val="0"/>
              </a:spcBef>
              <a:buFontTx/>
              <a:buNone/>
              <a:defRPr sz="1800" b="1"/>
            </a:lvl9pPr>
          </a:lstStyle>
          <a:p>
            <a:pPr lvl="0"/>
            <a:r>
              <a:rPr lang="en-US" dirty="0"/>
              <a:t>#</a:t>
            </a:r>
          </a:p>
        </p:txBody>
      </p:sp>
      <p:sp>
        <p:nvSpPr>
          <p:cNvPr id="16" name="Text Placeholder 3">
            <a:extLst>
              <a:ext uri="{FF2B5EF4-FFF2-40B4-BE49-F238E27FC236}">
                <a16:creationId xmlns:a16="http://schemas.microsoft.com/office/drawing/2014/main" id="{EB275EE9-C5B8-070A-8BAB-5C781105F904}"/>
              </a:ext>
            </a:extLst>
          </p:cNvPr>
          <p:cNvSpPr>
            <a:spLocks noGrp="1"/>
          </p:cNvSpPr>
          <p:nvPr>
            <p:ph type="body" sz="quarter" idx="19"/>
          </p:nvPr>
        </p:nvSpPr>
        <p:spPr>
          <a:xfrm>
            <a:off x="983433" y="2636912"/>
            <a:ext cx="4968552" cy="576064"/>
          </a:xfrm>
        </p:spPr>
        <p:txBody>
          <a:bodyPr/>
          <a:lstStyle>
            <a:lvl1pPr>
              <a:lnSpc>
                <a:spcPct val="100000"/>
              </a:lnSpc>
              <a:spcBef>
                <a:spcPts val="0"/>
              </a:spcBef>
              <a:defRPr/>
            </a:lvl1pPr>
            <a:lvl2pPr marL="0" indent="0">
              <a:lnSpc>
                <a:spcPct val="100000"/>
              </a:lnSpc>
              <a:spcBef>
                <a:spcPts val="0"/>
              </a:spcBef>
              <a:buNone/>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vl6pPr>
              <a:lnSpc>
                <a:spcPct val="100000"/>
              </a:lnSpc>
              <a:spcBef>
                <a:spcPts val="0"/>
              </a:spcBef>
              <a:defRPr/>
            </a:lvl6pPr>
            <a:lvl7pPr>
              <a:lnSpc>
                <a:spcPct val="100000"/>
              </a:lnSpc>
              <a:spcBef>
                <a:spcPts val="0"/>
              </a:spcBef>
              <a:defRPr/>
            </a:lvl7pPr>
            <a:lvl8pPr>
              <a:lnSpc>
                <a:spcPct val="100000"/>
              </a:lnSpc>
              <a:spcBef>
                <a:spcPts val="0"/>
              </a:spcBef>
              <a:defRPr/>
            </a:lvl8pPr>
            <a:lvl9pPr>
              <a:lnSpc>
                <a:spcPct val="100000"/>
              </a:lnSpc>
              <a:spcBef>
                <a:spcPts val="0"/>
              </a:spcBef>
              <a:defRPr/>
            </a:lvl9pPr>
          </a:lstStyle>
          <a:p>
            <a:pPr lvl="0"/>
            <a:r>
              <a:rPr lang="en-US"/>
              <a:t>Click to edit Master text styles</a:t>
            </a:r>
          </a:p>
        </p:txBody>
      </p:sp>
      <p:sp>
        <p:nvSpPr>
          <p:cNvPr id="17" name="Text Placeholder 3">
            <a:extLst>
              <a:ext uri="{FF2B5EF4-FFF2-40B4-BE49-F238E27FC236}">
                <a16:creationId xmlns:a16="http://schemas.microsoft.com/office/drawing/2014/main" id="{9D9E554E-F9D6-538A-96FF-054CA5AC3F14}"/>
              </a:ext>
            </a:extLst>
          </p:cNvPr>
          <p:cNvSpPr>
            <a:spLocks noGrp="1"/>
          </p:cNvSpPr>
          <p:nvPr>
            <p:ph type="body" sz="quarter" idx="20"/>
          </p:nvPr>
        </p:nvSpPr>
        <p:spPr>
          <a:xfrm>
            <a:off x="983433" y="3356992"/>
            <a:ext cx="4968552" cy="576064"/>
          </a:xfrm>
        </p:spPr>
        <p:txBody>
          <a:bodyPr/>
          <a:lstStyle>
            <a:lvl1pPr>
              <a:lnSpc>
                <a:spcPct val="100000"/>
              </a:lnSpc>
              <a:spcBef>
                <a:spcPts val="0"/>
              </a:spcBef>
              <a:defRPr/>
            </a:lvl1pPr>
            <a:lvl2pPr marL="0" indent="0">
              <a:lnSpc>
                <a:spcPct val="100000"/>
              </a:lnSpc>
              <a:spcBef>
                <a:spcPts val="0"/>
              </a:spcBef>
              <a:buNone/>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vl6pPr>
              <a:lnSpc>
                <a:spcPct val="100000"/>
              </a:lnSpc>
              <a:spcBef>
                <a:spcPts val="0"/>
              </a:spcBef>
              <a:defRPr/>
            </a:lvl6pPr>
            <a:lvl7pPr>
              <a:lnSpc>
                <a:spcPct val="100000"/>
              </a:lnSpc>
              <a:spcBef>
                <a:spcPts val="0"/>
              </a:spcBef>
              <a:defRPr/>
            </a:lvl7pPr>
            <a:lvl8pPr>
              <a:lnSpc>
                <a:spcPct val="100000"/>
              </a:lnSpc>
              <a:spcBef>
                <a:spcPts val="0"/>
              </a:spcBef>
              <a:defRPr/>
            </a:lvl8pPr>
            <a:lvl9pPr>
              <a:lnSpc>
                <a:spcPct val="100000"/>
              </a:lnSpc>
              <a:spcBef>
                <a:spcPts val="0"/>
              </a:spcBef>
              <a:defRPr/>
            </a:lvl9pPr>
          </a:lstStyle>
          <a:p>
            <a:pPr lvl="0"/>
            <a:r>
              <a:rPr lang="en-US"/>
              <a:t>Click to edit Master text styles</a:t>
            </a:r>
          </a:p>
        </p:txBody>
      </p:sp>
      <p:sp>
        <p:nvSpPr>
          <p:cNvPr id="18" name="Text Placeholder 3">
            <a:extLst>
              <a:ext uri="{FF2B5EF4-FFF2-40B4-BE49-F238E27FC236}">
                <a16:creationId xmlns:a16="http://schemas.microsoft.com/office/drawing/2014/main" id="{602B1D12-26E8-2859-B605-5813379AADEE}"/>
              </a:ext>
            </a:extLst>
          </p:cNvPr>
          <p:cNvSpPr>
            <a:spLocks noGrp="1"/>
          </p:cNvSpPr>
          <p:nvPr>
            <p:ph type="body" sz="quarter" idx="21"/>
          </p:nvPr>
        </p:nvSpPr>
        <p:spPr>
          <a:xfrm>
            <a:off x="983433" y="4077072"/>
            <a:ext cx="4968552" cy="576064"/>
          </a:xfrm>
        </p:spPr>
        <p:txBody>
          <a:bodyPr/>
          <a:lstStyle>
            <a:lvl1pPr>
              <a:lnSpc>
                <a:spcPct val="100000"/>
              </a:lnSpc>
              <a:spcBef>
                <a:spcPts val="0"/>
              </a:spcBef>
              <a:defRPr/>
            </a:lvl1pPr>
            <a:lvl2pPr marL="0" indent="0">
              <a:lnSpc>
                <a:spcPct val="100000"/>
              </a:lnSpc>
              <a:spcBef>
                <a:spcPts val="0"/>
              </a:spcBef>
              <a:buNone/>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vl6pPr>
              <a:lnSpc>
                <a:spcPct val="100000"/>
              </a:lnSpc>
              <a:spcBef>
                <a:spcPts val="0"/>
              </a:spcBef>
              <a:defRPr/>
            </a:lvl6pPr>
            <a:lvl7pPr>
              <a:lnSpc>
                <a:spcPct val="100000"/>
              </a:lnSpc>
              <a:spcBef>
                <a:spcPts val="0"/>
              </a:spcBef>
              <a:defRPr/>
            </a:lvl7pPr>
            <a:lvl8pPr>
              <a:lnSpc>
                <a:spcPct val="100000"/>
              </a:lnSpc>
              <a:spcBef>
                <a:spcPts val="0"/>
              </a:spcBef>
              <a:defRPr/>
            </a:lvl8pPr>
            <a:lvl9pPr>
              <a:lnSpc>
                <a:spcPct val="100000"/>
              </a:lnSpc>
              <a:spcBef>
                <a:spcPts val="0"/>
              </a:spcBef>
              <a:defRPr/>
            </a:lvl9pPr>
          </a:lstStyle>
          <a:p>
            <a:pPr lvl="0"/>
            <a:r>
              <a:rPr lang="en-US"/>
              <a:t>Click to edit Master text styles</a:t>
            </a:r>
          </a:p>
        </p:txBody>
      </p:sp>
      <p:sp>
        <p:nvSpPr>
          <p:cNvPr id="19" name="Text Placeholder 3">
            <a:extLst>
              <a:ext uri="{FF2B5EF4-FFF2-40B4-BE49-F238E27FC236}">
                <a16:creationId xmlns:a16="http://schemas.microsoft.com/office/drawing/2014/main" id="{5B33E30F-B74A-24A0-A50C-DDAA3BA080CA}"/>
              </a:ext>
            </a:extLst>
          </p:cNvPr>
          <p:cNvSpPr>
            <a:spLocks noGrp="1"/>
          </p:cNvSpPr>
          <p:nvPr>
            <p:ph type="body" sz="quarter" idx="22"/>
          </p:nvPr>
        </p:nvSpPr>
        <p:spPr>
          <a:xfrm>
            <a:off x="983433" y="4797152"/>
            <a:ext cx="4968552" cy="576064"/>
          </a:xfrm>
        </p:spPr>
        <p:txBody>
          <a:bodyPr/>
          <a:lstStyle>
            <a:lvl1pPr>
              <a:lnSpc>
                <a:spcPct val="100000"/>
              </a:lnSpc>
              <a:spcBef>
                <a:spcPts val="0"/>
              </a:spcBef>
              <a:defRPr/>
            </a:lvl1pPr>
            <a:lvl2pPr marL="0" indent="0">
              <a:lnSpc>
                <a:spcPct val="100000"/>
              </a:lnSpc>
              <a:spcBef>
                <a:spcPts val="0"/>
              </a:spcBef>
              <a:buNone/>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vl6pPr>
              <a:lnSpc>
                <a:spcPct val="100000"/>
              </a:lnSpc>
              <a:spcBef>
                <a:spcPts val="0"/>
              </a:spcBef>
              <a:defRPr/>
            </a:lvl6pPr>
            <a:lvl7pPr>
              <a:lnSpc>
                <a:spcPct val="100000"/>
              </a:lnSpc>
              <a:spcBef>
                <a:spcPts val="0"/>
              </a:spcBef>
              <a:defRPr/>
            </a:lvl7pPr>
            <a:lvl8pPr>
              <a:lnSpc>
                <a:spcPct val="100000"/>
              </a:lnSpc>
              <a:spcBef>
                <a:spcPts val="0"/>
              </a:spcBef>
              <a:defRPr/>
            </a:lvl8pPr>
            <a:lvl9pPr>
              <a:lnSpc>
                <a:spcPct val="100000"/>
              </a:lnSpc>
              <a:spcBef>
                <a:spcPts val="0"/>
              </a:spcBef>
              <a:defRPr/>
            </a:lvl9pPr>
          </a:lstStyle>
          <a:p>
            <a:pPr lvl="0"/>
            <a:r>
              <a:rPr lang="en-US"/>
              <a:t>Click to edit Master text styles</a:t>
            </a:r>
          </a:p>
        </p:txBody>
      </p:sp>
      <p:sp>
        <p:nvSpPr>
          <p:cNvPr id="20" name="Text Placeholder 3">
            <a:extLst>
              <a:ext uri="{FF2B5EF4-FFF2-40B4-BE49-F238E27FC236}">
                <a16:creationId xmlns:a16="http://schemas.microsoft.com/office/drawing/2014/main" id="{ED05F037-DF77-FA13-F526-B4726B8612B1}"/>
              </a:ext>
            </a:extLst>
          </p:cNvPr>
          <p:cNvSpPr>
            <a:spLocks noGrp="1"/>
          </p:cNvSpPr>
          <p:nvPr>
            <p:ph type="body" sz="quarter" idx="23"/>
          </p:nvPr>
        </p:nvSpPr>
        <p:spPr>
          <a:xfrm>
            <a:off x="6815461" y="1916832"/>
            <a:ext cx="4968552" cy="576064"/>
          </a:xfrm>
        </p:spPr>
        <p:txBody>
          <a:bodyPr/>
          <a:lstStyle>
            <a:lvl1pPr>
              <a:lnSpc>
                <a:spcPct val="100000"/>
              </a:lnSpc>
              <a:spcBef>
                <a:spcPts val="0"/>
              </a:spcBef>
              <a:defRPr/>
            </a:lvl1pPr>
            <a:lvl2pPr marL="0" indent="0">
              <a:lnSpc>
                <a:spcPct val="100000"/>
              </a:lnSpc>
              <a:spcBef>
                <a:spcPts val="0"/>
              </a:spcBef>
              <a:buNone/>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vl6pPr>
              <a:lnSpc>
                <a:spcPct val="100000"/>
              </a:lnSpc>
              <a:spcBef>
                <a:spcPts val="0"/>
              </a:spcBef>
              <a:defRPr/>
            </a:lvl6pPr>
            <a:lvl7pPr>
              <a:lnSpc>
                <a:spcPct val="100000"/>
              </a:lnSpc>
              <a:spcBef>
                <a:spcPts val="0"/>
              </a:spcBef>
              <a:defRPr/>
            </a:lvl7pPr>
            <a:lvl8pPr>
              <a:lnSpc>
                <a:spcPct val="100000"/>
              </a:lnSpc>
              <a:spcBef>
                <a:spcPts val="0"/>
              </a:spcBef>
              <a:defRPr/>
            </a:lvl8pPr>
            <a:lvl9pPr>
              <a:lnSpc>
                <a:spcPct val="100000"/>
              </a:lnSpc>
              <a:spcBef>
                <a:spcPts val="0"/>
              </a:spcBef>
              <a:defRPr/>
            </a:lvl9pPr>
          </a:lstStyle>
          <a:p>
            <a:pPr lvl="0"/>
            <a:r>
              <a:rPr lang="en-US"/>
              <a:t>Click to edit Master text styles</a:t>
            </a:r>
          </a:p>
        </p:txBody>
      </p:sp>
      <p:sp>
        <p:nvSpPr>
          <p:cNvPr id="21" name="Text Placeholder 10">
            <a:extLst>
              <a:ext uri="{FF2B5EF4-FFF2-40B4-BE49-F238E27FC236}">
                <a16:creationId xmlns:a16="http://schemas.microsoft.com/office/drawing/2014/main" id="{B6DBCDB3-FB18-FE3C-9330-41839CA8CC55}"/>
              </a:ext>
            </a:extLst>
          </p:cNvPr>
          <p:cNvSpPr>
            <a:spLocks noGrp="1" noChangeAspect="1"/>
          </p:cNvSpPr>
          <p:nvPr>
            <p:ph type="body" sz="quarter" idx="24" hasCustomPrompt="1"/>
          </p:nvPr>
        </p:nvSpPr>
        <p:spPr>
          <a:xfrm>
            <a:off x="6216005" y="1830214"/>
            <a:ext cx="432000" cy="432000"/>
          </a:xfrm>
          <a:prstGeom prst="ellipse">
            <a:avLst/>
          </a:prstGeom>
          <a:ln w="31750">
            <a:solidFill>
              <a:schemeClr val="accent2"/>
            </a:solidFill>
          </a:ln>
        </p:spPr>
        <p:txBody>
          <a:bodyPr anchor="ctr" anchorCtr="0"/>
          <a:lstStyle>
            <a:lvl1pPr marL="0" indent="0" algn="ctr">
              <a:lnSpc>
                <a:spcPct val="100000"/>
              </a:lnSpc>
              <a:spcBef>
                <a:spcPts val="0"/>
              </a:spcBef>
              <a:buFontTx/>
              <a:buNone/>
              <a:defRPr sz="1800" b="1"/>
            </a:lvl1pPr>
            <a:lvl2pPr marL="0" indent="0" algn="ctr">
              <a:lnSpc>
                <a:spcPct val="100000"/>
              </a:lnSpc>
              <a:spcBef>
                <a:spcPts val="0"/>
              </a:spcBef>
              <a:buFontTx/>
              <a:buNone/>
              <a:defRPr sz="1800" b="1"/>
            </a:lvl2pPr>
            <a:lvl3pPr marL="0" indent="0" algn="ctr">
              <a:lnSpc>
                <a:spcPct val="100000"/>
              </a:lnSpc>
              <a:spcBef>
                <a:spcPts val="0"/>
              </a:spcBef>
              <a:buFontTx/>
              <a:buNone/>
              <a:defRPr sz="1800" b="1"/>
            </a:lvl3pPr>
            <a:lvl4pPr marL="0" indent="0" algn="ctr">
              <a:lnSpc>
                <a:spcPct val="100000"/>
              </a:lnSpc>
              <a:spcBef>
                <a:spcPts val="0"/>
              </a:spcBef>
              <a:buFontTx/>
              <a:buNone/>
              <a:defRPr sz="1800" b="1"/>
            </a:lvl4pPr>
            <a:lvl5pPr marL="0" indent="0" algn="ctr">
              <a:lnSpc>
                <a:spcPct val="100000"/>
              </a:lnSpc>
              <a:spcBef>
                <a:spcPts val="0"/>
              </a:spcBef>
              <a:buFontTx/>
              <a:buNone/>
              <a:defRPr sz="1800" b="1"/>
            </a:lvl5pPr>
            <a:lvl6pPr marL="0" indent="0" algn="ctr">
              <a:lnSpc>
                <a:spcPct val="100000"/>
              </a:lnSpc>
              <a:spcBef>
                <a:spcPts val="0"/>
              </a:spcBef>
              <a:buFontTx/>
              <a:buNone/>
              <a:defRPr sz="1800" b="1"/>
            </a:lvl6pPr>
            <a:lvl7pPr marL="0" indent="0" algn="ctr">
              <a:lnSpc>
                <a:spcPct val="100000"/>
              </a:lnSpc>
              <a:spcBef>
                <a:spcPts val="0"/>
              </a:spcBef>
              <a:buFontTx/>
              <a:buNone/>
              <a:defRPr sz="1800" b="1"/>
            </a:lvl7pPr>
            <a:lvl8pPr marL="0" indent="0" algn="ctr">
              <a:lnSpc>
                <a:spcPct val="100000"/>
              </a:lnSpc>
              <a:spcBef>
                <a:spcPts val="0"/>
              </a:spcBef>
              <a:buFontTx/>
              <a:buNone/>
              <a:defRPr sz="1800" b="1"/>
            </a:lvl8pPr>
            <a:lvl9pPr marL="0" indent="0" algn="ctr">
              <a:lnSpc>
                <a:spcPct val="100000"/>
              </a:lnSpc>
              <a:spcBef>
                <a:spcPts val="0"/>
              </a:spcBef>
              <a:buFontTx/>
              <a:buNone/>
              <a:defRPr sz="1800" b="1"/>
            </a:lvl9pPr>
          </a:lstStyle>
          <a:p>
            <a:pPr lvl="0"/>
            <a:r>
              <a:rPr lang="en-US" dirty="0"/>
              <a:t>#</a:t>
            </a:r>
          </a:p>
        </p:txBody>
      </p:sp>
      <p:sp>
        <p:nvSpPr>
          <p:cNvPr id="22" name="Text Placeholder 10">
            <a:extLst>
              <a:ext uri="{FF2B5EF4-FFF2-40B4-BE49-F238E27FC236}">
                <a16:creationId xmlns:a16="http://schemas.microsoft.com/office/drawing/2014/main" id="{B046561C-5E20-A5DA-E429-B8E1E96AF630}"/>
              </a:ext>
            </a:extLst>
          </p:cNvPr>
          <p:cNvSpPr>
            <a:spLocks noGrp="1" noChangeAspect="1"/>
          </p:cNvSpPr>
          <p:nvPr>
            <p:ph type="body" sz="quarter" idx="25" hasCustomPrompt="1"/>
          </p:nvPr>
        </p:nvSpPr>
        <p:spPr>
          <a:xfrm>
            <a:off x="6216005" y="2564904"/>
            <a:ext cx="432000" cy="432000"/>
          </a:xfrm>
          <a:prstGeom prst="ellipse">
            <a:avLst/>
          </a:prstGeom>
          <a:ln w="31750">
            <a:solidFill>
              <a:schemeClr val="accent2"/>
            </a:solidFill>
          </a:ln>
        </p:spPr>
        <p:txBody>
          <a:bodyPr anchor="ctr" anchorCtr="0"/>
          <a:lstStyle>
            <a:lvl1pPr marL="0" indent="0" algn="ctr">
              <a:lnSpc>
                <a:spcPct val="100000"/>
              </a:lnSpc>
              <a:spcBef>
                <a:spcPts val="0"/>
              </a:spcBef>
              <a:buFontTx/>
              <a:buNone/>
              <a:defRPr sz="1800" b="1"/>
            </a:lvl1pPr>
            <a:lvl2pPr marL="0" indent="0" algn="ctr">
              <a:lnSpc>
                <a:spcPct val="100000"/>
              </a:lnSpc>
              <a:spcBef>
                <a:spcPts val="0"/>
              </a:spcBef>
              <a:buFontTx/>
              <a:buNone/>
              <a:defRPr sz="1800" b="1"/>
            </a:lvl2pPr>
            <a:lvl3pPr marL="0" indent="0" algn="ctr">
              <a:lnSpc>
                <a:spcPct val="100000"/>
              </a:lnSpc>
              <a:spcBef>
                <a:spcPts val="0"/>
              </a:spcBef>
              <a:buFontTx/>
              <a:buNone/>
              <a:defRPr sz="1800" b="1"/>
            </a:lvl3pPr>
            <a:lvl4pPr marL="0" indent="0" algn="ctr">
              <a:lnSpc>
                <a:spcPct val="100000"/>
              </a:lnSpc>
              <a:spcBef>
                <a:spcPts val="0"/>
              </a:spcBef>
              <a:buFontTx/>
              <a:buNone/>
              <a:defRPr sz="1800" b="1"/>
            </a:lvl4pPr>
            <a:lvl5pPr marL="0" indent="0" algn="ctr">
              <a:lnSpc>
                <a:spcPct val="100000"/>
              </a:lnSpc>
              <a:spcBef>
                <a:spcPts val="0"/>
              </a:spcBef>
              <a:buFontTx/>
              <a:buNone/>
              <a:defRPr sz="1800" b="1"/>
            </a:lvl5pPr>
            <a:lvl6pPr marL="0" indent="0" algn="ctr">
              <a:lnSpc>
                <a:spcPct val="100000"/>
              </a:lnSpc>
              <a:spcBef>
                <a:spcPts val="0"/>
              </a:spcBef>
              <a:buFontTx/>
              <a:buNone/>
              <a:defRPr sz="1800" b="1"/>
            </a:lvl6pPr>
            <a:lvl7pPr marL="0" indent="0" algn="ctr">
              <a:lnSpc>
                <a:spcPct val="100000"/>
              </a:lnSpc>
              <a:spcBef>
                <a:spcPts val="0"/>
              </a:spcBef>
              <a:buFontTx/>
              <a:buNone/>
              <a:defRPr sz="1800" b="1"/>
            </a:lvl7pPr>
            <a:lvl8pPr marL="0" indent="0" algn="ctr">
              <a:lnSpc>
                <a:spcPct val="100000"/>
              </a:lnSpc>
              <a:spcBef>
                <a:spcPts val="0"/>
              </a:spcBef>
              <a:buFontTx/>
              <a:buNone/>
              <a:defRPr sz="1800" b="1"/>
            </a:lvl8pPr>
            <a:lvl9pPr marL="0" indent="0" algn="ctr">
              <a:lnSpc>
                <a:spcPct val="100000"/>
              </a:lnSpc>
              <a:spcBef>
                <a:spcPts val="0"/>
              </a:spcBef>
              <a:buFontTx/>
              <a:buNone/>
              <a:defRPr sz="1800" b="1"/>
            </a:lvl9pPr>
          </a:lstStyle>
          <a:p>
            <a:pPr lvl="0"/>
            <a:r>
              <a:rPr lang="en-US" dirty="0"/>
              <a:t>#</a:t>
            </a:r>
          </a:p>
        </p:txBody>
      </p:sp>
      <p:sp>
        <p:nvSpPr>
          <p:cNvPr id="23" name="Text Placeholder 10">
            <a:extLst>
              <a:ext uri="{FF2B5EF4-FFF2-40B4-BE49-F238E27FC236}">
                <a16:creationId xmlns:a16="http://schemas.microsoft.com/office/drawing/2014/main" id="{33CA333C-7A78-84A0-6E81-D1E485E51108}"/>
              </a:ext>
            </a:extLst>
          </p:cNvPr>
          <p:cNvSpPr>
            <a:spLocks noGrp="1" noChangeAspect="1"/>
          </p:cNvSpPr>
          <p:nvPr>
            <p:ph type="body" sz="quarter" idx="26" hasCustomPrompt="1"/>
          </p:nvPr>
        </p:nvSpPr>
        <p:spPr>
          <a:xfrm>
            <a:off x="6216005" y="3284984"/>
            <a:ext cx="432000" cy="432000"/>
          </a:xfrm>
          <a:prstGeom prst="ellipse">
            <a:avLst/>
          </a:prstGeom>
          <a:ln w="31750">
            <a:solidFill>
              <a:schemeClr val="accent2"/>
            </a:solidFill>
          </a:ln>
        </p:spPr>
        <p:txBody>
          <a:bodyPr anchor="ctr" anchorCtr="0"/>
          <a:lstStyle>
            <a:lvl1pPr marL="0" indent="0" algn="ctr">
              <a:lnSpc>
                <a:spcPct val="100000"/>
              </a:lnSpc>
              <a:spcBef>
                <a:spcPts val="0"/>
              </a:spcBef>
              <a:buFontTx/>
              <a:buNone/>
              <a:defRPr sz="1800" b="1"/>
            </a:lvl1pPr>
            <a:lvl2pPr marL="0" indent="0" algn="ctr">
              <a:lnSpc>
                <a:spcPct val="100000"/>
              </a:lnSpc>
              <a:spcBef>
                <a:spcPts val="0"/>
              </a:spcBef>
              <a:buFontTx/>
              <a:buNone/>
              <a:defRPr sz="1800" b="1"/>
            </a:lvl2pPr>
            <a:lvl3pPr marL="0" indent="0" algn="ctr">
              <a:lnSpc>
                <a:spcPct val="100000"/>
              </a:lnSpc>
              <a:spcBef>
                <a:spcPts val="0"/>
              </a:spcBef>
              <a:buFontTx/>
              <a:buNone/>
              <a:defRPr sz="1800" b="1"/>
            </a:lvl3pPr>
            <a:lvl4pPr marL="0" indent="0" algn="ctr">
              <a:lnSpc>
                <a:spcPct val="100000"/>
              </a:lnSpc>
              <a:spcBef>
                <a:spcPts val="0"/>
              </a:spcBef>
              <a:buFontTx/>
              <a:buNone/>
              <a:defRPr sz="1800" b="1"/>
            </a:lvl4pPr>
            <a:lvl5pPr marL="0" indent="0" algn="ctr">
              <a:lnSpc>
                <a:spcPct val="100000"/>
              </a:lnSpc>
              <a:spcBef>
                <a:spcPts val="0"/>
              </a:spcBef>
              <a:buFontTx/>
              <a:buNone/>
              <a:defRPr sz="1800" b="1"/>
            </a:lvl5pPr>
            <a:lvl6pPr marL="0" indent="0" algn="ctr">
              <a:lnSpc>
                <a:spcPct val="100000"/>
              </a:lnSpc>
              <a:spcBef>
                <a:spcPts val="0"/>
              </a:spcBef>
              <a:buFontTx/>
              <a:buNone/>
              <a:defRPr sz="1800" b="1"/>
            </a:lvl6pPr>
            <a:lvl7pPr marL="0" indent="0" algn="ctr">
              <a:lnSpc>
                <a:spcPct val="100000"/>
              </a:lnSpc>
              <a:spcBef>
                <a:spcPts val="0"/>
              </a:spcBef>
              <a:buFontTx/>
              <a:buNone/>
              <a:defRPr sz="1800" b="1"/>
            </a:lvl7pPr>
            <a:lvl8pPr marL="0" indent="0" algn="ctr">
              <a:lnSpc>
                <a:spcPct val="100000"/>
              </a:lnSpc>
              <a:spcBef>
                <a:spcPts val="0"/>
              </a:spcBef>
              <a:buFontTx/>
              <a:buNone/>
              <a:defRPr sz="1800" b="1"/>
            </a:lvl8pPr>
            <a:lvl9pPr marL="0" indent="0" algn="ctr">
              <a:lnSpc>
                <a:spcPct val="100000"/>
              </a:lnSpc>
              <a:spcBef>
                <a:spcPts val="0"/>
              </a:spcBef>
              <a:buFontTx/>
              <a:buNone/>
              <a:defRPr sz="1800" b="1"/>
            </a:lvl9pPr>
          </a:lstStyle>
          <a:p>
            <a:pPr lvl="0"/>
            <a:r>
              <a:rPr lang="en-US" dirty="0"/>
              <a:t>#</a:t>
            </a:r>
          </a:p>
        </p:txBody>
      </p:sp>
      <p:sp>
        <p:nvSpPr>
          <p:cNvPr id="24" name="Text Placeholder 10">
            <a:extLst>
              <a:ext uri="{FF2B5EF4-FFF2-40B4-BE49-F238E27FC236}">
                <a16:creationId xmlns:a16="http://schemas.microsoft.com/office/drawing/2014/main" id="{6D5878AF-C28A-2A65-5C99-6E8EEB122BED}"/>
              </a:ext>
            </a:extLst>
          </p:cNvPr>
          <p:cNvSpPr>
            <a:spLocks noGrp="1" noChangeAspect="1"/>
          </p:cNvSpPr>
          <p:nvPr>
            <p:ph type="body" sz="quarter" idx="27" hasCustomPrompt="1"/>
          </p:nvPr>
        </p:nvSpPr>
        <p:spPr>
          <a:xfrm>
            <a:off x="6216005" y="4005064"/>
            <a:ext cx="432000" cy="432000"/>
          </a:xfrm>
          <a:prstGeom prst="ellipse">
            <a:avLst/>
          </a:prstGeom>
          <a:ln w="31750">
            <a:solidFill>
              <a:schemeClr val="accent2"/>
            </a:solidFill>
          </a:ln>
        </p:spPr>
        <p:txBody>
          <a:bodyPr anchor="ctr" anchorCtr="0"/>
          <a:lstStyle>
            <a:lvl1pPr marL="0" indent="0" algn="ctr">
              <a:lnSpc>
                <a:spcPct val="100000"/>
              </a:lnSpc>
              <a:spcBef>
                <a:spcPts val="0"/>
              </a:spcBef>
              <a:buFontTx/>
              <a:buNone/>
              <a:defRPr sz="1800" b="1"/>
            </a:lvl1pPr>
            <a:lvl2pPr marL="0" indent="0" algn="ctr">
              <a:lnSpc>
                <a:spcPct val="100000"/>
              </a:lnSpc>
              <a:spcBef>
                <a:spcPts val="0"/>
              </a:spcBef>
              <a:buFontTx/>
              <a:buNone/>
              <a:defRPr sz="1800" b="1"/>
            </a:lvl2pPr>
            <a:lvl3pPr marL="0" indent="0" algn="ctr">
              <a:lnSpc>
                <a:spcPct val="100000"/>
              </a:lnSpc>
              <a:spcBef>
                <a:spcPts val="0"/>
              </a:spcBef>
              <a:buFontTx/>
              <a:buNone/>
              <a:defRPr sz="1800" b="1"/>
            </a:lvl3pPr>
            <a:lvl4pPr marL="0" indent="0" algn="ctr">
              <a:lnSpc>
                <a:spcPct val="100000"/>
              </a:lnSpc>
              <a:spcBef>
                <a:spcPts val="0"/>
              </a:spcBef>
              <a:buFontTx/>
              <a:buNone/>
              <a:defRPr sz="1800" b="1"/>
            </a:lvl4pPr>
            <a:lvl5pPr marL="0" indent="0" algn="ctr">
              <a:lnSpc>
                <a:spcPct val="100000"/>
              </a:lnSpc>
              <a:spcBef>
                <a:spcPts val="0"/>
              </a:spcBef>
              <a:buFontTx/>
              <a:buNone/>
              <a:defRPr sz="1800" b="1"/>
            </a:lvl5pPr>
            <a:lvl6pPr marL="0" indent="0" algn="ctr">
              <a:lnSpc>
                <a:spcPct val="100000"/>
              </a:lnSpc>
              <a:spcBef>
                <a:spcPts val="0"/>
              </a:spcBef>
              <a:buFontTx/>
              <a:buNone/>
              <a:defRPr sz="1800" b="1"/>
            </a:lvl6pPr>
            <a:lvl7pPr marL="0" indent="0" algn="ctr">
              <a:lnSpc>
                <a:spcPct val="100000"/>
              </a:lnSpc>
              <a:spcBef>
                <a:spcPts val="0"/>
              </a:spcBef>
              <a:buFontTx/>
              <a:buNone/>
              <a:defRPr sz="1800" b="1"/>
            </a:lvl7pPr>
            <a:lvl8pPr marL="0" indent="0" algn="ctr">
              <a:lnSpc>
                <a:spcPct val="100000"/>
              </a:lnSpc>
              <a:spcBef>
                <a:spcPts val="0"/>
              </a:spcBef>
              <a:buFontTx/>
              <a:buNone/>
              <a:defRPr sz="1800" b="1"/>
            </a:lvl8pPr>
            <a:lvl9pPr marL="0" indent="0" algn="ctr">
              <a:lnSpc>
                <a:spcPct val="100000"/>
              </a:lnSpc>
              <a:spcBef>
                <a:spcPts val="0"/>
              </a:spcBef>
              <a:buFontTx/>
              <a:buNone/>
              <a:defRPr sz="1800" b="1"/>
            </a:lvl9pPr>
          </a:lstStyle>
          <a:p>
            <a:pPr lvl="0"/>
            <a:r>
              <a:rPr lang="en-US" dirty="0"/>
              <a:t>#</a:t>
            </a:r>
          </a:p>
        </p:txBody>
      </p:sp>
      <p:sp>
        <p:nvSpPr>
          <p:cNvPr id="25" name="Text Placeholder 10">
            <a:extLst>
              <a:ext uri="{FF2B5EF4-FFF2-40B4-BE49-F238E27FC236}">
                <a16:creationId xmlns:a16="http://schemas.microsoft.com/office/drawing/2014/main" id="{D7AF9EC7-2944-F108-104C-7109692B8819}"/>
              </a:ext>
            </a:extLst>
          </p:cNvPr>
          <p:cNvSpPr>
            <a:spLocks noGrp="1" noChangeAspect="1"/>
          </p:cNvSpPr>
          <p:nvPr>
            <p:ph type="body" sz="quarter" idx="28" hasCustomPrompt="1"/>
          </p:nvPr>
        </p:nvSpPr>
        <p:spPr>
          <a:xfrm>
            <a:off x="6216005" y="4725144"/>
            <a:ext cx="432000" cy="432000"/>
          </a:xfrm>
          <a:prstGeom prst="ellipse">
            <a:avLst/>
          </a:prstGeom>
          <a:ln w="31750">
            <a:solidFill>
              <a:schemeClr val="accent2"/>
            </a:solidFill>
          </a:ln>
        </p:spPr>
        <p:txBody>
          <a:bodyPr anchor="ctr" anchorCtr="0"/>
          <a:lstStyle>
            <a:lvl1pPr marL="0" indent="0" algn="ctr">
              <a:lnSpc>
                <a:spcPct val="100000"/>
              </a:lnSpc>
              <a:spcBef>
                <a:spcPts val="0"/>
              </a:spcBef>
              <a:buFontTx/>
              <a:buNone/>
              <a:defRPr sz="1800" b="1"/>
            </a:lvl1pPr>
            <a:lvl2pPr marL="0" indent="0" algn="ctr">
              <a:lnSpc>
                <a:spcPct val="100000"/>
              </a:lnSpc>
              <a:spcBef>
                <a:spcPts val="0"/>
              </a:spcBef>
              <a:buFontTx/>
              <a:buNone/>
              <a:defRPr sz="1800" b="1"/>
            </a:lvl2pPr>
            <a:lvl3pPr marL="0" indent="0" algn="ctr">
              <a:lnSpc>
                <a:spcPct val="100000"/>
              </a:lnSpc>
              <a:spcBef>
                <a:spcPts val="0"/>
              </a:spcBef>
              <a:buFontTx/>
              <a:buNone/>
              <a:defRPr sz="1800" b="1"/>
            </a:lvl3pPr>
            <a:lvl4pPr marL="0" indent="0" algn="ctr">
              <a:lnSpc>
                <a:spcPct val="100000"/>
              </a:lnSpc>
              <a:spcBef>
                <a:spcPts val="0"/>
              </a:spcBef>
              <a:buFontTx/>
              <a:buNone/>
              <a:defRPr sz="1800" b="1"/>
            </a:lvl4pPr>
            <a:lvl5pPr marL="0" indent="0" algn="ctr">
              <a:lnSpc>
                <a:spcPct val="100000"/>
              </a:lnSpc>
              <a:spcBef>
                <a:spcPts val="0"/>
              </a:spcBef>
              <a:buFontTx/>
              <a:buNone/>
              <a:defRPr sz="1800" b="1"/>
            </a:lvl5pPr>
            <a:lvl6pPr marL="0" indent="0" algn="ctr">
              <a:lnSpc>
                <a:spcPct val="100000"/>
              </a:lnSpc>
              <a:spcBef>
                <a:spcPts val="0"/>
              </a:spcBef>
              <a:buFontTx/>
              <a:buNone/>
              <a:defRPr sz="1800" b="1"/>
            </a:lvl6pPr>
            <a:lvl7pPr marL="0" indent="0" algn="ctr">
              <a:lnSpc>
                <a:spcPct val="100000"/>
              </a:lnSpc>
              <a:spcBef>
                <a:spcPts val="0"/>
              </a:spcBef>
              <a:buFontTx/>
              <a:buNone/>
              <a:defRPr sz="1800" b="1"/>
            </a:lvl7pPr>
            <a:lvl8pPr marL="0" indent="0" algn="ctr">
              <a:lnSpc>
                <a:spcPct val="100000"/>
              </a:lnSpc>
              <a:spcBef>
                <a:spcPts val="0"/>
              </a:spcBef>
              <a:buFontTx/>
              <a:buNone/>
              <a:defRPr sz="1800" b="1"/>
            </a:lvl8pPr>
            <a:lvl9pPr marL="0" indent="0" algn="ctr">
              <a:lnSpc>
                <a:spcPct val="100000"/>
              </a:lnSpc>
              <a:spcBef>
                <a:spcPts val="0"/>
              </a:spcBef>
              <a:buFontTx/>
              <a:buNone/>
              <a:defRPr sz="1800" b="1"/>
            </a:lvl9pPr>
          </a:lstStyle>
          <a:p>
            <a:pPr lvl="0"/>
            <a:r>
              <a:rPr lang="en-US" dirty="0"/>
              <a:t>#</a:t>
            </a:r>
          </a:p>
        </p:txBody>
      </p:sp>
      <p:sp>
        <p:nvSpPr>
          <p:cNvPr id="26" name="Text Placeholder 3">
            <a:extLst>
              <a:ext uri="{FF2B5EF4-FFF2-40B4-BE49-F238E27FC236}">
                <a16:creationId xmlns:a16="http://schemas.microsoft.com/office/drawing/2014/main" id="{21031959-31DA-659C-2444-C8DDC811E7AB}"/>
              </a:ext>
            </a:extLst>
          </p:cNvPr>
          <p:cNvSpPr>
            <a:spLocks noGrp="1"/>
          </p:cNvSpPr>
          <p:nvPr>
            <p:ph type="body" sz="quarter" idx="29"/>
          </p:nvPr>
        </p:nvSpPr>
        <p:spPr>
          <a:xfrm>
            <a:off x="6815461" y="2636912"/>
            <a:ext cx="4968552" cy="576064"/>
          </a:xfrm>
        </p:spPr>
        <p:txBody>
          <a:bodyPr/>
          <a:lstStyle>
            <a:lvl1pPr>
              <a:lnSpc>
                <a:spcPct val="100000"/>
              </a:lnSpc>
              <a:spcBef>
                <a:spcPts val="0"/>
              </a:spcBef>
              <a:defRPr/>
            </a:lvl1pPr>
            <a:lvl2pPr marL="0" indent="0">
              <a:lnSpc>
                <a:spcPct val="100000"/>
              </a:lnSpc>
              <a:spcBef>
                <a:spcPts val="0"/>
              </a:spcBef>
              <a:buNone/>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vl6pPr>
              <a:lnSpc>
                <a:spcPct val="100000"/>
              </a:lnSpc>
              <a:spcBef>
                <a:spcPts val="0"/>
              </a:spcBef>
              <a:defRPr/>
            </a:lvl6pPr>
            <a:lvl7pPr>
              <a:lnSpc>
                <a:spcPct val="100000"/>
              </a:lnSpc>
              <a:spcBef>
                <a:spcPts val="0"/>
              </a:spcBef>
              <a:defRPr/>
            </a:lvl7pPr>
            <a:lvl8pPr>
              <a:lnSpc>
                <a:spcPct val="100000"/>
              </a:lnSpc>
              <a:spcBef>
                <a:spcPts val="0"/>
              </a:spcBef>
              <a:defRPr/>
            </a:lvl8pPr>
            <a:lvl9pPr>
              <a:lnSpc>
                <a:spcPct val="100000"/>
              </a:lnSpc>
              <a:spcBef>
                <a:spcPts val="0"/>
              </a:spcBef>
              <a:defRPr/>
            </a:lvl9pPr>
          </a:lstStyle>
          <a:p>
            <a:pPr lvl="0"/>
            <a:r>
              <a:rPr lang="en-US"/>
              <a:t>Click to edit Master text styles</a:t>
            </a:r>
          </a:p>
        </p:txBody>
      </p:sp>
      <p:sp>
        <p:nvSpPr>
          <p:cNvPr id="27" name="Text Placeholder 3">
            <a:extLst>
              <a:ext uri="{FF2B5EF4-FFF2-40B4-BE49-F238E27FC236}">
                <a16:creationId xmlns:a16="http://schemas.microsoft.com/office/drawing/2014/main" id="{1BEDAB55-5634-74A6-EE65-DB1D8C277AD9}"/>
              </a:ext>
            </a:extLst>
          </p:cNvPr>
          <p:cNvSpPr>
            <a:spLocks noGrp="1"/>
          </p:cNvSpPr>
          <p:nvPr>
            <p:ph type="body" sz="quarter" idx="30"/>
          </p:nvPr>
        </p:nvSpPr>
        <p:spPr>
          <a:xfrm>
            <a:off x="6815461" y="3356992"/>
            <a:ext cx="4968552" cy="576064"/>
          </a:xfrm>
        </p:spPr>
        <p:txBody>
          <a:bodyPr/>
          <a:lstStyle>
            <a:lvl1pPr>
              <a:lnSpc>
                <a:spcPct val="100000"/>
              </a:lnSpc>
              <a:spcBef>
                <a:spcPts val="0"/>
              </a:spcBef>
              <a:defRPr/>
            </a:lvl1pPr>
            <a:lvl2pPr marL="0" indent="0">
              <a:lnSpc>
                <a:spcPct val="100000"/>
              </a:lnSpc>
              <a:spcBef>
                <a:spcPts val="0"/>
              </a:spcBef>
              <a:buNone/>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vl6pPr>
              <a:lnSpc>
                <a:spcPct val="100000"/>
              </a:lnSpc>
              <a:spcBef>
                <a:spcPts val="0"/>
              </a:spcBef>
              <a:defRPr/>
            </a:lvl6pPr>
            <a:lvl7pPr>
              <a:lnSpc>
                <a:spcPct val="100000"/>
              </a:lnSpc>
              <a:spcBef>
                <a:spcPts val="0"/>
              </a:spcBef>
              <a:defRPr/>
            </a:lvl7pPr>
            <a:lvl8pPr>
              <a:lnSpc>
                <a:spcPct val="100000"/>
              </a:lnSpc>
              <a:spcBef>
                <a:spcPts val="0"/>
              </a:spcBef>
              <a:defRPr/>
            </a:lvl8pPr>
            <a:lvl9pPr>
              <a:lnSpc>
                <a:spcPct val="100000"/>
              </a:lnSpc>
              <a:spcBef>
                <a:spcPts val="0"/>
              </a:spcBef>
              <a:defRPr/>
            </a:lvl9pPr>
          </a:lstStyle>
          <a:p>
            <a:pPr lvl="0"/>
            <a:r>
              <a:rPr lang="en-US"/>
              <a:t>Click to edit Master text styles</a:t>
            </a:r>
          </a:p>
        </p:txBody>
      </p:sp>
      <p:sp>
        <p:nvSpPr>
          <p:cNvPr id="28" name="Text Placeholder 3">
            <a:extLst>
              <a:ext uri="{FF2B5EF4-FFF2-40B4-BE49-F238E27FC236}">
                <a16:creationId xmlns:a16="http://schemas.microsoft.com/office/drawing/2014/main" id="{94940853-453D-8FA4-EE59-5FC0C40A98B0}"/>
              </a:ext>
            </a:extLst>
          </p:cNvPr>
          <p:cNvSpPr>
            <a:spLocks noGrp="1"/>
          </p:cNvSpPr>
          <p:nvPr>
            <p:ph type="body" sz="quarter" idx="31"/>
          </p:nvPr>
        </p:nvSpPr>
        <p:spPr>
          <a:xfrm>
            <a:off x="6815461" y="4077072"/>
            <a:ext cx="4968552" cy="576064"/>
          </a:xfrm>
        </p:spPr>
        <p:txBody>
          <a:bodyPr/>
          <a:lstStyle>
            <a:lvl1pPr>
              <a:lnSpc>
                <a:spcPct val="100000"/>
              </a:lnSpc>
              <a:spcBef>
                <a:spcPts val="0"/>
              </a:spcBef>
              <a:defRPr/>
            </a:lvl1pPr>
            <a:lvl2pPr marL="0" indent="0">
              <a:lnSpc>
                <a:spcPct val="100000"/>
              </a:lnSpc>
              <a:spcBef>
                <a:spcPts val="0"/>
              </a:spcBef>
              <a:buNone/>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vl6pPr>
              <a:lnSpc>
                <a:spcPct val="100000"/>
              </a:lnSpc>
              <a:spcBef>
                <a:spcPts val="0"/>
              </a:spcBef>
              <a:defRPr/>
            </a:lvl6pPr>
            <a:lvl7pPr>
              <a:lnSpc>
                <a:spcPct val="100000"/>
              </a:lnSpc>
              <a:spcBef>
                <a:spcPts val="0"/>
              </a:spcBef>
              <a:defRPr/>
            </a:lvl7pPr>
            <a:lvl8pPr>
              <a:lnSpc>
                <a:spcPct val="100000"/>
              </a:lnSpc>
              <a:spcBef>
                <a:spcPts val="0"/>
              </a:spcBef>
              <a:defRPr/>
            </a:lvl8pPr>
            <a:lvl9pPr>
              <a:lnSpc>
                <a:spcPct val="100000"/>
              </a:lnSpc>
              <a:spcBef>
                <a:spcPts val="0"/>
              </a:spcBef>
              <a:defRPr/>
            </a:lvl9pPr>
          </a:lstStyle>
          <a:p>
            <a:pPr lvl="0"/>
            <a:r>
              <a:rPr lang="en-US"/>
              <a:t>Click to edit Master text styles</a:t>
            </a:r>
          </a:p>
        </p:txBody>
      </p:sp>
      <p:sp>
        <p:nvSpPr>
          <p:cNvPr id="29" name="Text Placeholder 3">
            <a:extLst>
              <a:ext uri="{FF2B5EF4-FFF2-40B4-BE49-F238E27FC236}">
                <a16:creationId xmlns:a16="http://schemas.microsoft.com/office/drawing/2014/main" id="{142D727D-7738-A03E-18B3-A3C41E184474}"/>
              </a:ext>
            </a:extLst>
          </p:cNvPr>
          <p:cNvSpPr>
            <a:spLocks noGrp="1"/>
          </p:cNvSpPr>
          <p:nvPr>
            <p:ph type="body" sz="quarter" idx="32"/>
          </p:nvPr>
        </p:nvSpPr>
        <p:spPr>
          <a:xfrm>
            <a:off x="6815461" y="4797152"/>
            <a:ext cx="4968552" cy="576064"/>
          </a:xfrm>
        </p:spPr>
        <p:txBody>
          <a:bodyPr/>
          <a:lstStyle>
            <a:lvl1pPr>
              <a:lnSpc>
                <a:spcPct val="100000"/>
              </a:lnSpc>
              <a:spcBef>
                <a:spcPts val="0"/>
              </a:spcBef>
              <a:defRPr/>
            </a:lvl1pPr>
            <a:lvl2pPr marL="0" indent="0">
              <a:lnSpc>
                <a:spcPct val="100000"/>
              </a:lnSpc>
              <a:spcBef>
                <a:spcPts val="0"/>
              </a:spcBef>
              <a:buNone/>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vl6pPr>
              <a:lnSpc>
                <a:spcPct val="100000"/>
              </a:lnSpc>
              <a:spcBef>
                <a:spcPts val="0"/>
              </a:spcBef>
              <a:defRPr/>
            </a:lvl6pPr>
            <a:lvl7pPr>
              <a:lnSpc>
                <a:spcPct val="100000"/>
              </a:lnSpc>
              <a:spcBef>
                <a:spcPts val="0"/>
              </a:spcBef>
              <a:defRPr/>
            </a:lvl7pPr>
            <a:lvl8pPr>
              <a:lnSpc>
                <a:spcPct val="100000"/>
              </a:lnSpc>
              <a:spcBef>
                <a:spcPts val="0"/>
              </a:spcBef>
              <a:defRPr/>
            </a:lvl8pPr>
            <a:lvl9pPr>
              <a:lnSpc>
                <a:spcPct val="100000"/>
              </a:lnSpc>
              <a:spcBef>
                <a:spcPts val="0"/>
              </a:spcBef>
              <a:defRPr/>
            </a:lvl9pPr>
          </a:lstStyle>
          <a:p>
            <a:pPr lvl="0"/>
            <a:r>
              <a:rPr lang="en-US"/>
              <a:t>Click to edit Master text styles</a:t>
            </a:r>
          </a:p>
        </p:txBody>
      </p:sp>
    </p:spTree>
    <p:extLst>
      <p:ext uri="{BB962C8B-B14F-4D97-AF65-F5344CB8AC3E}">
        <p14:creationId xmlns:p14="http://schemas.microsoft.com/office/powerpoint/2010/main" val="377502130"/>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genda Picture">
    <p:bg>
      <p:bgPr>
        <a:solidFill>
          <a:schemeClr val="bg2"/>
        </a:solidFill>
        <a:effectLst/>
      </p:bgPr>
    </p:bg>
    <p:spTree>
      <p:nvGrpSpPr>
        <p:cNvPr id="1" name=""/>
        <p:cNvGrpSpPr/>
        <p:nvPr/>
      </p:nvGrpSpPr>
      <p:grpSpPr>
        <a:xfrm>
          <a:off x="0" y="0"/>
          <a:ext cx="0" cy="0"/>
          <a:chOff x="0" y="0"/>
          <a:chExt cx="0" cy="0"/>
        </a:xfrm>
      </p:grpSpPr>
      <p:sp>
        <p:nvSpPr>
          <p:cNvPr id="3" name="Picture Placeholder 11">
            <a:extLst>
              <a:ext uri="{FF2B5EF4-FFF2-40B4-BE49-F238E27FC236}">
                <a16:creationId xmlns:a16="http://schemas.microsoft.com/office/drawing/2014/main" id="{C16098F8-3FAD-BA6F-7BA1-B5B4702D1484}"/>
              </a:ext>
            </a:extLst>
          </p:cNvPr>
          <p:cNvSpPr>
            <a:spLocks noGrp="1"/>
          </p:cNvSpPr>
          <p:nvPr>
            <p:ph type="pic" sz="quarter" idx="23"/>
          </p:nvPr>
        </p:nvSpPr>
        <p:spPr>
          <a:xfrm>
            <a:off x="6206870" y="0"/>
            <a:ext cx="5985131" cy="6858000"/>
          </a:xfrm>
          <a:custGeom>
            <a:avLst/>
            <a:gdLst>
              <a:gd name="connsiteX0" fmla="*/ 0 w 5985131"/>
              <a:gd name="connsiteY0" fmla="*/ 0 h 6858000"/>
              <a:gd name="connsiteX1" fmla="*/ 5985131 w 5985131"/>
              <a:gd name="connsiteY1" fmla="*/ 0 h 6858000"/>
              <a:gd name="connsiteX2" fmla="*/ 5985131 w 5985131"/>
              <a:gd name="connsiteY2" fmla="*/ 6858000 h 6858000"/>
              <a:gd name="connsiteX3" fmla="*/ 3519977 w 5985131"/>
              <a:gd name="connsiteY3" fmla="*/ 6858000 h 6858000"/>
              <a:gd name="connsiteX4" fmla="*/ 3079682 w 5985131"/>
              <a:gd name="connsiteY4" fmla="*/ 5999657 h 6858000"/>
              <a:gd name="connsiteX5" fmla="*/ 2639387 w 5985131"/>
              <a:gd name="connsiteY5" fmla="*/ 5142904 h 6858000"/>
              <a:gd name="connsiteX6" fmla="*/ 2199091 w 5985131"/>
              <a:gd name="connsiteY6" fmla="*/ 4286151 h 6858000"/>
              <a:gd name="connsiteX7" fmla="*/ 1759591 w 5985131"/>
              <a:gd name="connsiteY7" fmla="*/ 3428603 h 6858000"/>
              <a:gd name="connsiteX8" fmla="*/ 1319296 w 5985131"/>
              <a:gd name="connsiteY8" fmla="*/ 2570260 h 6858000"/>
              <a:gd name="connsiteX9" fmla="*/ 879001 w 5985131"/>
              <a:gd name="connsiteY9" fmla="*/ 1713507 h 6858000"/>
              <a:gd name="connsiteX10" fmla="*/ 438705 w 5985131"/>
              <a:gd name="connsiteY10" fmla="*/ 85675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985131" h="6858000">
                <a:moveTo>
                  <a:pt x="0" y="0"/>
                </a:moveTo>
                <a:lnTo>
                  <a:pt x="5985131" y="0"/>
                </a:lnTo>
                <a:lnTo>
                  <a:pt x="5985131" y="6858000"/>
                </a:lnTo>
                <a:lnTo>
                  <a:pt x="3519977" y="6858000"/>
                </a:lnTo>
                <a:lnTo>
                  <a:pt x="3079682" y="5999657"/>
                </a:lnTo>
                <a:lnTo>
                  <a:pt x="2639387" y="5142904"/>
                </a:lnTo>
                <a:lnTo>
                  <a:pt x="2199091" y="4286151"/>
                </a:lnTo>
                <a:lnTo>
                  <a:pt x="1759591" y="3428603"/>
                </a:lnTo>
                <a:lnTo>
                  <a:pt x="1319296" y="2570260"/>
                </a:lnTo>
                <a:lnTo>
                  <a:pt x="879001" y="1713507"/>
                </a:lnTo>
                <a:lnTo>
                  <a:pt x="438705" y="856753"/>
                </a:lnTo>
                <a:close/>
              </a:path>
            </a:pathLst>
          </a:custGeom>
          <a:solidFill>
            <a:schemeClr val="bg2">
              <a:lumMod val="90000"/>
            </a:schemeClr>
          </a:solidFill>
        </p:spPr>
        <p:txBody>
          <a:bodyPr wrap="square" bIns="648000" anchor="ctr" anchorCtr="0">
            <a:noAutofit/>
          </a:bodyPr>
          <a:lstStyle>
            <a:lvl1pPr algn="ctr">
              <a:defRPr sz="1000"/>
            </a:lvl1pPr>
          </a:lstStyle>
          <a:p>
            <a:r>
              <a:rPr lang="en-US"/>
              <a:t>Click icon to add picture</a:t>
            </a:r>
            <a:endParaRPr lang="en-GB"/>
          </a:p>
        </p:txBody>
      </p:sp>
      <p:sp>
        <p:nvSpPr>
          <p:cNvPr id="2" name="Title 1"/>
          <p:cNvSpPr>
            <a:spLocks noGrp="1"/>
          </p:cNvSpPr>
          <p:nvPr>
            <p:ph type="title"/>
          </p:nvPr>
        </p:nvSpPr>
        <p:spPr>
          <a:xfrm>
            <a:off x="407989" y="548680"/>
            <a:ext cx="5543995" cy="1008112"/>
          </a:xfrm>
        </p:spPr>
        <p:txBody>
          <a:bodyPr/>
          <a:lstStyle/>
          <a:p>
            <a:r>
              <a:rPr lang="en-US"/>
              <a:t>Click to edit Master title style</a:t>
            </a:r>
            <a:endParaRPr lang="en-US" dirty="0"/>
          </a:p>
        </p:txBody>
      </p:sp>
      <p:sp>
        <p:nvSpPr>
          <p:cNvPr id="7" name="Date Placeholder 6"/>
          <p:cNvSpPr>
            <a:spLocks noGrp="1"/>
          </p:cNvSpPr>
          <p:nvPr>
            <p:ph type="dt" sz="half" idx="10"/>
          </p:nvPr>
        </p:nvSpPr>
        <p:spPr/>
        <p:txBody>
          <a:bodyPr/>
          <a:lstStyle/>
          <a:p>
            <a:fld id="{DC8E9DBA-644C-41EF-BE6D-01893A14A32A}" type="datetime3">
              <a:rPr lang="en-US" smtClean="0"/>
              <a:t>1 October 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5B16D1FE-3A35-41BA-8EBE-413702045235}" type="slidenum">
              <a:rPr lang="en-US" smtClean="0"/>
              <a:pPr/>
              <a:t>‹#›</a:t>
            </a:fld>
            <a:endParaRPr lang="en-US" dirty="0"/>
          </a:p>
        </p:txBody>
      </p:sp>
      <p:sp>
        <p:nvSpPr>
          <p:cNvPr id="4" name="Text Placeholder 3">
            <a:extLst>
              <a:ext uri="{FF2B5EF4-FFF2-40B4-BE49-F238E27FC236}">
                <a16:creationId xmlns:a16="http://schemas.microsoft.com/office/drawing/2014/main" id="{0D788389-5703-9E2D-56A5-11DB215EC88B}"/>
              </a:ext>
            </a:extLst>
          </p:cNvPr>
          <p:cNvSpPr>
            <a:spLocks noGrp="1"/>
          </p:cNvSpPr>
          <p:nvPr>
            <p:ph type="body" sz="quarter" idx="13"/>
          </p:nvPr>
        </p:nvSpPr>
        <p:spPr>
          <a:xfrm>
            <a:off x="983433" y="1916832"/>
            <a:ext cx="4968552" cy="576064"/>
          </a:xfrm>
        </p:spPr>
        <p:txBody>
          <a:bodyPr/>
          <a:lstStyle>
            <a:lvl1pPr>
              <a:lnSpc>
                <a:spcPct val="100000"/>
              </a:lnSpc>
              <a:spcBef>
                <a:spcPts val="0"/>
              </a:spcBef>
              <a:defRPr/>
            </a:lvl1pPr>
            <a:lvl2pPr marL="0" indent="0">
              <a:lnSpc>
                <a:spcPct val="100000"/>
              </a:lnSpc>
              <a:spcBef>
                <a:spcPts val="0"/>
              </a:spcBef>
              <a:buNone/>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vl6pPr>
              <a:lnSpc>
                <a:spcPct val="100000"/>
              </a:lnSpc>
              <a:spcBef>
                <a:spcPts val="0"/>
              </a:spcBef>
              <a:defRPr/>
            </a:lvl6pPr>
            <a:lvl7pPr>
              <a:lnSpc>
                <a:spcPct val="100000"/>
              </a:lnSpc>
              <a:spcBef>
                <a:spcPts val="0"/>
              </a:spcBef>
              <a:defRPr/>
            </a:lvl7pPr>
            <a:lvl8pPr>
              <a:lnSpc>
                <a:spcPct val="100000"/>
              </a:lnSpc>
              <a:spcBef>
                <a:spcPts val="0"/>
              </a:spcBef>
              <a:defRPr/>
            </a:lvl8pPr>
            <a:lvl9pPr>
              <a:lnSpc>
                <a:spcPct val="100000"/>
              </a:lnSpc>
              <a:spcBef>
                <a:spcPts val="0"/>
              </a:spcBef>
              <a:defRPr/>
            </a:lvl9pPr>
          </a:lstStyle>
          <a:p>
            <a:pPr lvl="0"/>
            <a:r>
              <a:rPr lang="en-US"/>
              <a:t>Click to edit Master text styles</a:t>
            </a:r>
          </a:p>
        </p:txBody>
      </p:sp>
      <p:sp>
        <p:nvSpPr>
          <p:cNvPr id="11" name="Text Placeholder 10">
            <a:extLst>
              <a:ext uri="{FF2B5EF4-FFF2-40B4-BE49-F238E27FC236}">
                <a16:creationId xmlns:a16="http://schemas.microsoft.com/office/drawing/2014/main" id="{4E560836-3854-58D4-8159-DA168C2F7F05}"/>
              </a:ext>
            </a:extLst>
          </p:cNvPr>
          <p:cNvSpPr>
            <a:spLocks noGrp="1" noChangeAspect="1"/>
          </p:cNvSpPr>
          <p:nvPr>
            <p:ph type="body" sz="quarter" idx="14" hasCustomPrompt="1"/>
          </p:nvPr>
        </p:nvSpPr>
        <p:spPr>
          <a:xfrm>
            <a:off x="383977" y="1830214"/>
            <a:ext cx="432000" cy="432000"/>
          </a:xfrm>
          <a:prstGeom prst="ellipse">
            <a:avLst/>
          </a:prstGeom>
          <a:ln w="31750">
            <a:solidFill>
              <a:schemeClr val="accent2"/>
            </a:solidFill>
          </a:ln>
        </p:spPr>
        <p:txBody>
          <a:bodyPr anchor="ctr" anchorCtr="0"/>
          <a:lstStyle>
            <a:lvl1pPr marL="0" indent="0" algn="ctr">
              <a:lnSpc>
                <a:spcPct val="100000"/>
              </a:lnSpc>
              <a:spcBef>
                <a:spcPts val="0"/>
              </a:spcBef>
              <a:buFontTx/>
              <a:buNone/>
              <a:defRPr sz="1800" b="1"/>
            </a:lvl1pPr>
            <a:lvl2pPr marL="0" indent="0" algn="ctr">
              <a:lnSpc>
                <a:spcPct val="100000"/>
              </a:lnSpc>
              <a:spcBef>
                <a:spcPts val="0"/>
              </a:spcBef>
              <a:buFontTx/>
              <a:buNone/>
              <a:defRPr sz="1800" b="1"/>
            </a:lvl2pPr>
            <a:lvl3pPr marL="0" indent="0" algn="ctr">
              <a:lnSpc>
                <a:spcPct val="100000"/>
              </a:lnSpc>
              <a:spcBef>
                <a:spcPts val="0"/>
              </a:spcBef>
              <a:buFontTx/>
              <a:buNone/>
              <a:defRPr sz="1800" b="1"/>
            </a:lvl3pPr>
            <a:lvl4pPr marL="0" indent="0" algn="ctr">
              <a:lnSpc>
                <a:spcPct val="100000"/>
              </a:lnSpc>
              <a:spcBef>
                <a:spcPts val="0"/>
              </a:spcBef>
              <a:buFontTx/>
              <a:buNone/>
              <a:defRPr sz="1800" b="1"/>
            </a:lvl4pPr>
            <a:lvl5pPr marL="0" indent="0" algn="ctr">
              <a:lnSpc>
                <a:spcPct val="100000"/>
              </a:lnSpc>
              <a:spcBef>
                <a:spcPts val="0"/>
              </a:spcBef>
              <a:buFontTx/>
              <a:buNone/>
              <a:defRPr sz="1800" b="1"/>
            </a:lvl5pPr>
            <a:lvl6pPr marL="0" indent="0" algn="ctr">
              <a:lnSpc>
                <a:spcPct val="100000"/>
              </a:lnSpc>
              <a:spcBef>
                <a:spcPts val="0"/>
              </a:spcBef>
              <a:buFontTx/>
              <a:buNone/>
              <a:defRPr sz="1800" b="1"/>
            </a:lvl6pPr>
            <a:lvl7pPr marL="0" indent="0" algn="ctr">
              <a:lnSpc>
                <a:spcPct val="100000"/>
              </a:lnSpc>
              <a:spcBef>
                <a:spcPts val="0"/>
              </a:spcBef>
              <a:buFontTx/>
              <a:buNone/>
              <a:defRPr sz="1800" b="1"/>
            </a:lvl7pPr>
            <a:lvl8pPr marL="0" indent="0" algn="ctr">
              <a:lnSpc>
                <a:spcPct val="100000"/>
              </a:lnSpc>
              <a:spcBef>
                <a:spcPts val="0"/>
              </a:spcBef>
              <a:buFontTx/>
              <a:buNone/>
              <a:defRPr sz="1800" b="1"/>
            </a:lvl8pPr>
            <a:lvl9pPr marL="0" indent="0" algn="ctr">
              <a:lnSpc>
                <a:spcPct val="100000"/>
              </a:lnSpc>
              <a:spcBef>
                <a:spcPts val="0"/>
              </a:spcBef>
              <a:buFontTx/>
              <a:buNone/>
              <a:defRPr sz="1800" b="1"/>
            </a:lvl9pPr>
          </a:lstStyle>
          <a:p>
            <a:pPr lvl="0"/>
            <a:r>
              <a:rPr lang="en-US" dirty="0"/>
              <a:t>#</a:t>
            </a:r>
          </a:p>
        </p:txBody>
      </p:sp>
      <p:sp>
        <p:nvSpPr>
          <p:cNvPr id="12" name="Text Placeholder 10">
            <a:extLst>
              <a:ext uri="{FF2B5EF4-FFF2-40B4-BE49-F238E27FC236}">
                <a16:creationId xmlns:a16="http://schemas.microsoft.com/office/drawing/2014/main" id="{9AE80D00-0C63-79A0-9D76-1A0A735B580E}"/>
              </a:ext>
            </a:extLst>
          </p:cNvPr>
          <p:cNvSpPr>
            <a:spLocks noGrp="1" noChangeAspect="1"/>
          </p:cNvSpPr>
          <p:nvPr>
            <p:ph type="body" sz="quarter" idx="15" hasCustomPrompt="1"/>
          </p:nvPr>
        </p:nvSpPr>
        <p:spPr>
          <a:xfrm>
            <a:off x="383977" y="2564904"/>
            <a:ext cx="432000" cy="432000"/>
          </a:xfrm>
          <a:prstGeom prst="ellipse">
            <a:avLst/>
          </a:prstGeom>
          <a:ln w="31750">
            <a:solidFill>
              <a:schemeClr val="accent2"/>
            </a:solidFill>
          </a:ln>
        </p:spPr>
        <p:txBody>
          <a:bodyPr anchor="ctr" anchorCtr="0"/>
          <a:lstStyle>
            <a:lvl1pPr marL="0" indent="0" algn="ctr">
              <a:lnSpc>
                <a:spcPct val="100000"/>
              </a:lnSpc>
              <a:spcBef>
                <a:spcPts val="0"/>
              </a:spcBef>
              <a:buFontTx/>
              <a:buNone/>
              <a:defRPr sz="1800" b="1"/>
            </a:lvl1pPr>
            <a:lvl2pPr marL="0" indent="0" algn="ctr">
              <a:lnSpc>
                <a:spcPct val="100000"/>
              </a:lnSpc>
              <a:spcBef>
                <a:spcPts val="0"/>
              </a:spcBef>
              <a:buFontTx/>
              <a:buNone/>
              <a:defRPr sz="1800" b="1"/>
            </a:lvl2pPr>
            <a:lvl3pPr marL="0" indent="0" algn="ctr">
              <a:lnSpc>
                <a:spcPct val="100000"/>
              </a:lnSpc>
              <a:spcBef>
                <a:spcPts val="0"/>
              </a:spcBef>
              <a:buFontTx/>
              <a:buNone/>
              <a:defRPr sz="1800" b="1"/>
            </a:lvl3pPr>
            <a:lvl4pPr marL="0" indent="0" algn="ctr">
              <a:lnSpc>
                <a:spcPct val="100000"/>
              </a:lnSpc>
              <a:spcBef>
                <a:spcPts val="0"/>
              </a:spcBef>
              <a:buFontTx/>
              <a:buNone/>
              <a:defRPr sz="1800" b="1"/>
            </a:lvl4pPr>
            <a:lvl5pPr marL="0" indent="0" algn="ctr">
              <a:lnSpc>
                <a:spcPct val="100000"/>
              </a:lnSpc>
              <a:spcBef>
                <a:spcPts val="0"/>
              </a:spcBef>
              <a:buFontTx/>
              <a:buNone/>
              <a:defRPr sz="1800" b="1"/>
            </a:lvl5pPr>
            <a:lvl6pPr marL="0" indent="0" algn="ctr">
              <a:lnSpc>
                <a:spcPct val="100000"/>
              </a:lnSpc>
              <a:spcBef>
                <a:spcPts val="0"/>
              </a:spcBef>
              <a:buFontTx/>
              <a:buNone/>
              <a:defRPr sz="1800" b="1"/>
            </a:lvl6pPr>
            <a:lvl7pPr marL="0" indent="0" algn="ctr">
              <a:lnSpc>
                <a:spcPct val="100000"/>
              </a:lnSpc>
              <a:spcBef>
                <a:spcPts val="0"/>
              </a:spcBef>
              <a:buFontTx/>
              <a:buNone/>
              <a:defRPr sz="1800" b="1"/>
            </a:lvl7pPr>
            <a:lvl8pPr marL="0" indent="0" algn="ctr">
              <a:lnSpc>
                <a:spcPct val="100000"/>
              </a:lnSpc>
              <a:spcBef>
                <a:spcPts val="0"/>
              </a:spcBef>
              <a:buFontTx/>
              <a:buNone/>
              <a:defRPr sz="1800" b="1"/>
            </a:lvl8pPr>
            <a:lvl9pPr marL="0" indent="0" algn="ctr">
              <a:lnSpc>
                <a:spcPct val="100000"/>
              </a:lnSpc>
              <a:spcBef>
                <a:spcPts val="0"/>
              </a:spcBef>
              <a:buFontTx/>
              <a:buNone/>
              <a:defRPr sz="1800" b="1"/>
            </a:lvl9pPr>
          </a:lstStyle>
          <a:p>
            <a:pPr lvl="0"/>
            <a:r>
              <a:rPr lang="en-US" dirty="0"/>
              <a:t>#</a:t>
            </a:r>
          </a:p>
        </p:txBody>
      </p:sp>
      <p:sp>
        <p:nvSpPr>
          <p:cNvPr id="13" name="Text Placeholder 10">
            <a:extLst>
              <a:ext uri="{FF2B5EF4-FFF2-40B4-BE49-F238E27FC236}">
                <a16:creationId xmlns:a16="http://schemas.microsoft.com/office/drawing/2014/main" id="{8B5CF24B-4B4F-39D2-3D9A-37B67AD9E9A4}"/>
              </a:ext>
            </a:extLst>
          </p:cNvPr>
          <p:cNvSpPr>
            <a:spLocks noGrp="1" noChangeAspect="1"/>
          </p:cNvSpPr>
          <p:nvPr>
            <p:ph type="body" sz="quarter" idx="16" hasCustomPrompt="1"/>
          </p:nvPr>
        </p:nvSpPr>
        <p:spPr>
          <a:xfrm>
            <a:off x="383977" y="3284984"/>
            <a:ext cx="432000" cy="432000"/>
          </a:xfrm>
          <a:prstGeom prst="ellipse">
            <a:avLst/>
          </a:prstGeom>
          <a:ln w="31750">
            <a:solidFill>
              <a:schemeClr val="accent2"/>
            </a:solidFill>
          </a:ln>
        </p:spPr>
        <p:txBody>
          <a:bodyPr anchor="ctr" anchorCtr="0"/>
          <a:lstStyle>
            <a:lvl1pPr marL="0" indent="0" algn="ctr">
              <a:lnSpc>
                <a:spcPct val="100000"/>
              </a:lnSpc>
              <a:spcBef>
                <a:spcPts val="0"/>
              </a:spcBef>
              <a:buFontTx/>
              <a:buNone/>
              <a:defRPr sz="1800" b="1"/>
            </a:lvl1pPr>
            <a:lvl2pPr marL="0" indent="0" algn="ctr">
              <a:lnSpc>
                <a:spcPct val="100000"/>
              </a:lnSpc>
              <a:spcBef>
                <a:spcPts val="0"/>
              </a:spcBef>
              <a:buFontTx/>
              <a:buNone/>
              <a:defRPr sz="1800" b="1"/>
            </a:lvl2pPr>
            <a:lvl3pPr marL="0" indent="0" algn="ctr">
              <a:lnSpc>
                <a:spcPct val="100000"/>
              </a:lnSpc>
              <a:spcBef>
                <a:spcPts val="0"/>
              </a:spcBef>
              <a:buFontTx/>
              <a:buNone/>
              <a:defRPr sz="1800" b="1"/>
            </a:lvl3pPr>
            <a:lvl4pPr marL="0" indent="0" algn="ctr">
              <a:lnSpc>
                <a:spcPct val="100000"/>
              </a:lnSpc>
              <a:spcBef>
                <a:spcPts val="0"/>
              </a:spcBef>
              <a:buFontTx/>
              <a:buNone/>
              <a:defRPr sz="1800" b="1"/>
            </a:lvl4pPr>
            <a:lvl5pPr marL="0" indent="0" algn="ctr">
              <a:lnSpc>
                <a:spcPct val="100000"/>
              </a:lnSpc>
              <a:spcBef>
                <a:spcPts val="0"/>
              </a:spcBef>
              <a:buFontTx/>
              <a:buNone/>
              <a:defRPr sz="1800" b="1"/>
            </a:lvl5pPr>
            <a:lvl6pPr marL="0" indent="0" algn="ctr">
              <a:lnSpc>
                <a:spcPct val="100000"/>
              </a:lnSpc>
              <a:spcBef>
                <a:spcPts val="0"/>
              </a:spcBef>
              <a:buFontTx/>
              <a:buNone/>
              <a:defRPr sz="1800" b="1"/>
            </a:lvl6pPr>
            <a:lvl7pPr marL="0" indent="0" algn="ctr">
              <a:lnSpc>
                <a:spcPct val="100000"/>
              </a:lnSpc>
              <a:spcBef>
                <a:spcPts val="0"/>
              </a:spcBef>
              <a:buFontTx/>
              <a:buNone/>
              <a:defRPr sz="1800" b="1"/>
            </a:lvl7pPr>
            <a:lvl8pPr marL="0" indent="0" algn="ctr">
              <a:lnSpc>
                <a:spcPct val="100000"/>
              </a:lnSpc>
              <a:spcBef>
                <a:spcPts val="0"/>
              </a:spcBef>
              <a:buFontTx/>
              <a:buNone/>
              <a:defRPr sz="1800" b="1"/>
            </a:lvl8pPr>
            <a:lvl9pPr marL="0" indent="0" algn="ctr">
              <a:lnSpc>
                <a:spcPct val="100000"/>
              </a:lnSpc>
              <a:spcBef>
                <a:spcPts val="0"/>
              </a:spcBef>
              <a:buFontTx/>
              <a:buNone/>
              <a:defRPr sz="1800" b="1"/>
            </a:lvl9pPr>
          </a:lstStyle>
          <a:p>
            <a:pPr lvl="0"/>
            <a:r>
              <a:rPr lang="en-US" dirty="0"/>
              <a:t>#</a:t>
            </a:r>
          </a:p>
        </p:txBody>
      </p:sp>
      <p:sp>
        <p:nvSpPr>
          <p:cNvPr id="14" name="Text Placeholder 10">
            <a:extLst>
              <a:ext uri="{FF2B5EF4-FFF2-40B4-BE49-F238E27FC236}">
                <a16:creationId xmlns:a16="http://schemas.microsoft.com/office/drawing/2014/main" id="{EEA76244-10B6-3906-A848-9D3678041FA3}"/>
              </a:ext>
            </a:extLst>
          </p:cNvPr>
          <p:cNvSpPr>
            <a:spLocks noGrp="1" noChangeAspect="1"/>
          </p:cNvSpPr>
          <p:nvPr>
            <p:ph type="body" sz="quarter" idx="17" hasCustomPrompt="1"/>
          </p:nvPr>
        </p:nvSpPr>
        <p:spPr>
          <a:xfrm>
            <a:off x="383977" y="4005064"/>
            <a:ext cx="432000" cy="432000"/>
          </a:xfrm>
          <a:prstGeom prst="ellipse">
            <a:avLst/>
          </a:prstGeom>
          <a:ln w="31750">
            <a:solidFill>
              <a:schemeClr val="accent2"/>
            </a:solidFill>
          </a:ln>
        </p:spPr>
        <p:txBody>
          <a:bodyPr anchor="ctr" anchorCtr="0"/>
          <a:lstStyle>
            <a:lvl1pPr marL="0" indent="0" algn="ctr">
              <a:lnSpc>
                <a:spcPct val="100000"/>
              </a:lnSpc>
              <a:spcBef>
                <a:spcPts val="0"/>
              </a:spcBef>
              <a:buFontTx/>
              <a:buNone/>
              <a:defRPr sz="1800" b="1"/>
            </a:lvl1pPr>
            <a:lvl2pPr marL="0" indent="0" algn="ctr">
              <a:lnSpc>
                <a:spcPct val="100000"/>
              </a:lnSpc>
              <a:spcBef>
                <a:spcPts val="0"/>
              </a:spcBef>
              <a:buFontTx/>
              <a:buNone/>
              <a:defRPr sz="1800" b="1"/>
            </a:lvl2pPr>
            <a:lvl3pPr marL="0" indent="0" algn="ctr">
              <a:lnSpc>
                <a:spcPct val="100000"/>
              </a:lnSpc>
              <a:spcBef>
                <a:spcPts val="0"/>
              </a:spcBef>
              <a:buFontTx/>
              <a:buNone/>
              <a:defRPr sz="1800" b="1"/>
            </a:lvl3pPr>
            <a:lvl4pPr marL="0" indent="0" algn="ctr">
              <a:lnSpc>
                <a:spcPct val="100000"/>
              </a:lnSpc>
              <a:spcBef>
                <a:spcPts val="0"/>
              </a:spcBef>
              <a:buFontTx/>
              <a:buNone/>
              <a:defRPr sz="1800" b="1"/>
            </a:lvl4pPr>
            <a:lvl5pPr marL="0" indent="0" algn="ctr">
              <a:lnSpc>
                <a:spcPct val="100000"/>
              </a:lnSpc>
              <a:spcBef>
                <a:spcPts val="0"/>
              </a:spcBef>
              <a:buFontTx/>
              <a:buNone/>
              <a:defRPr sz="1800" b="1"/>
            </a:lvl5pPr>
            <a:lvl6pPr marL="0" indent="0" algn="ctr">
              <a:lnSpc>
                <a:spcPct val="100000"/>
              </a:lnSpc>
              <a:spcBef>
                <a:spcPts val="0"/>
              </a:spcBef>
              <a:buFontTx/>
              <a:buNone/>
              <a:defRPr sz="1800" b="1"/>
            </a:lvl6pPr>
            <a:lvl7pPr marL="0" indent="0" algn="ctr">
              <a:lnSpc>
                <a:spcPct val="100000"/>
              </a:lnSpc>
              <a:spcBef>
                <a:spcPts val="0"/>
              </a:spcBef>
              <a:buFontTx/>
              <a:buNone/>
              <a:defRPr sz="1800" b="1"/>
            </a:lvl7pPr>
            <a:lvl8pPr marL="0" indent="0" algn="ctr">
              <a:lnSpc>
                <a:spcPct val="100000"/>
              </a:lnSpc>
              <a:spcBef>
                <a:spcPts val="0"/>
              </a:spcBef>
              <a:buFontTx/>
              <a:buNone/>
              <a:defRPr sz="1800" b="1"/>
            </a:lvl8pPr>
            <a:lvl9pPr marL="0" indent="0" algn="ctr">
              <a:lnSpc>
                <a:spcPct val="100000"/>
              </a:lnSpc>
              <a:spcBef>
                <a:spcPts val="0"/>
              </a:spcBef>
              <a:buFontTx/>
              <a:buNone/>
              <a:defRPr sz="1800" b="1"/>
            </a:lvl9pPr>
          </a:lstStyle>
          <a:p>
            <a:pPr lvl="0"/>
            <a:r>
              <a:rPr lang="en-US" dirty="0"/>
              <a:t>#</a:t>
            </a:r>
          </a:p>
        </p:txBody>
      </p:sp>
      <p:sp>
        <p:nvSpPr>
          <p:cNvPr id="15" name="Text Placeholder 10">
            <a:extLst>
              <a:ext uri="{FF2B5EF4-FFF2-40B4-BE49-F238E27FC236}">
                <a16:creationId xmlns:a16="http://schemas.microsoft.com/office/drawing/2014/main" id="{96C25A5E-75E8-EF2B-E3B0-19651E408A53}"/>
              </a:ext>
            </a:extLst>
          </p:cNvPr>
          <p:cNvSpPr>
            <a:spLocks noGrp="1" noChangeAspect="1"/>
          </p:cNvSpPr>
          <p:nvPr>
            <p:ph type="body" sz="quarter" idx="18" hasCustomPrompt="1"/>
          </p:nvPr>
        </p:nvSpPr>
        <p:spPr>
          <a:xfrm>
            <a:off x="383977" y="4725144"/>
            <a:ext cx="432000" cy="432000"/>
          </a:xfrm>
          <a:prstGeom prst="ellipse">
            <a:avLst/>
          </a:prstGeom>
          <a:ln w="31750">
            <a:solidFill>
              <a:schemeClr val="accent2"/>
            </a:solidFill>
          </a:ln>
        </p:spPr>
        <p:txBody>
          <a:bodyPr anchor="ctr" anchorCtr="0"/>
          <a:lstStyle>
            <a:lvl1pPr marL="0" indent="0" algn="ctr">
              <a:lnSpc>
                <a:spcPct val="100000"/>
              </a:lnSpc>
              <a:spcBef>
                <a:spcPts val="0"/>
              </a:spcBef>
              <a:buFontTx/>
              <a:buNone/>
              <a:defRPr sz="1800" b="1"/>
            </a:lvl1pPr>
            <a:lvl2pPr marL="0" indent="0" algn="ctr">
              <a:lnSpc>
                <a:spcPct val="100000"/>
              </a:lnSpc>
              <a:spcBef>
                <a:spcPts val="0"/>
              </a:spcBef>
              <a:buFontTx/>
              <a:buNone/>
              <a:defRPr sz="1800" b="1"/>
            </a:lvl2pPr>
            <a:lvl3pPr marL="0" indent="0" algn="ctr">
              <a:lnSpc>
                <a:spcPct val="100000"/>
              </a:lnSpc>
              <a:spcBef>
                <a:spcPts val="0"/>
              </a:spcBef>
              <a:buFontTx/>
              <a:buNone/>
              <a:defRPr sz="1800" b="1"/>
            </a:lvl3pPr>
            <a:lvl4pPr marL="0" indent="0" algn="ctr">
              <a:lnSpc>
                <a:spcPct val="100000"/>
              </a:lnSpc>
              <a:spcBef>
                <a:spcPts val="0"/>
              </a:spcBef>
              <a:buFontTx/>
              <a:buNone/>
              <a:defRPr sz="1800" b="1"/>
            </a:lvl4pPr>
            <a:lvl5pPr marL="0" indent="0" algn="ctr">
              <a:lnSpc>
                <a:spcPct val="100000"/>
              </a:lnSpc>
              <a:spcBef>
                <a:spcPts val="0"/>
              </a:spcBef>
              <a:buFontTx/>
              <a:buNone/>
              <a:defRPr sz="1800" b="1"/>
            </a:lvl5pPr>
            <a:lvl6pPr marL="0" indent="0" algn="ctr">
              <a:lnSpc>
                <a:spcPct val="100000"/>
              </a:lnSpc>
              <a:spcBef>
                <a:spcPts val="0"/>
              </a:spcBef>
              <a:buFontTx/>
              <a:buNone/>
              <a:defRPr sz="1800" b="1"/>
            </a:lvl6pPr>
            <a:lvl7pPr marL="0" indent="0" algn="ctr">
              <a:lnSpc>
                <a:spcPct val="100000"/>
              </a:lnSpc>
              <a:spcBef>
                <a:spcPts val="0"/>
              </a:spcBef>
              <a:buFontTx/>
              <a:buNone/>
              <a:defRPr sz="1800" b="1"/>
            </a:lvl7pPr>
            <a:lvl8pPr marL="0" indent="0" algn="ctr">
              <a:lnSpc>
                <a:spcPct val="100000"/>
              </a:lnSpc>
              <a:spcBef>
                <a:spcPts val="0"/>
              </a:spcBef>
              <a:buFontTx/>
              <a:buNone/>
              <a:defRPr sz="1800" b="1"/>
            </a:lvl8pPr>
            <a:lvl9pPr marL="0" indent="0" algn="ctr">
              <a:lnSpc>
                <a:spcPct val="100000"/>
              </a:lnSpc>
              <a:spcBef>
                <a:spcPts val="0"/>
              </a:spcBef>
              <a:buFontTx/>
              <a:buNone/>
              <a:defRPr sz="1800" b="1"/>
            </a:lvl9pPr>
          </a:lstStyle>
          <a:p>
            <a:pPr lvl="0"/>
            <a:r>
              <a:rPr lang="en-US" dirty="0"/>
              <a:t>#</a:t>
            </a:r>
          </a:p>
        </p:txBody>
      </p:sp>
      <p:sp>
        <p:nvSpPr>
          <p:cNvPr id="16" name="Text Placeholder 3">
            <a:extLst>
              <a:ext uri="{FF2B5EF4-FFF2-40B4-BE49-F238E27FC236}">
                <a16:creationId xmlns:a16="http://schemas.microsoft.com/office/drawing/2014/main" id="{EB275EE9-C5B8-070A-8BAB-5C781105F904}"/>
              </a:ext>
            </a:extLst>
          </p:cNvPr>
          <p:cNvSpPr>
            <a:spLocks noGrp="1"/>
          </p:cNvSpPr>
          <p:nvPr>
            <p:ph type="body" sz="quarter" idx="19"/>
          </p:nvPr>
        </p:nvSpPr>
        <p:spPr>
          <a:xfrm>
            <a:off x="983433" y="2636912"/>
            <a:ext cx="4968552" cy="576064"/>
          </a:xfrm>
        </p:spPr>
        <p:txBody>
          <a:bodyPr/>
          <a:lstStyle>
            <a:lvl1pPr>
              <a:lnSpc>
                <a:spcPct val="100000"/>
              </a:lnSpc>
              <a:spcBef>
                <a:spcPts val="0"/>
              </a:spcBef>
              <a:defRPr/>
            </a:lvl1pPr>
            <a:lvl2pPr marL="0" indent="0">
              <a:lnSpc>
                <a:spcPct val="100000"/>
              </a:lnSpc>
              <a:spcBef>
                <a:spcPts val="0"/>
              </a:spcBef>
              <a:buNone/>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vl6pPr>
              <a:lnSpc>
                <a:spcPct val="100000"/>
              </a:lnSpc>
              <a:spcBef>
                <a:spcPts val="0"/>
              </a:spcBef>
              <a:defRPr/>
            </a:lvl6pPr>
            <a:lvl7pPr>
              <a:lnSpc>
                <a:spcPct val="100000"/>
              </a:lnSpc>
              <a:spcBef>
                <a:spcPts val="0"/>
              </a:spcBef>
              <a:defRPr/>
            </a:lvl7pPr>
            <a:lvl8pPr>
              <a:lnSpc>
                <a:spcPct val="100000"/>
              </a:lnSpc>
              <a:spcBef>
                <a:spcPts val="0"/>
              </a:spcBef>
              <a:defRPr/>
            </a:lvl8pPr>
            <a:lvl9pPr>
              <a:lnSpc>
                <a:spcPct val="100000"/>
              </a:lnSpc>
              <a:spcBef>
                <a:spcPts val="0"/>
              </a:spcBef>
              <a:defRPr/>
            </a:lvl9pPr>
          </a:lstStyle>
          <a:p>
            <a:pPr lvl="0"/>
            <a:r>
              <a:rPr lang="en-US"/>
              <a:t>Click to edit Master text styles</a:t>
            </a:r>
          </a:p>
        </p:txBody>
      </p:sp>
      <p:sp>
        <p:nvSpPr>
          <p:cNvPr id="17" name="Text Placeholder 3">
            <a:extLst>
              <a:ext uri="{FF2B5EF4-FFF2-40B4-BE49-F238E27FC236}">
                <a16:creationId xmlns:a16="http://schemas.microsoft.com/office/drawing/2014/main" id="{9D9E554E-F9D6-538A-96FF-054CA5AC3F14}"/>
              </a:ext>
            </a:extLst>
          </p:cNvPr>
          <p:cNvSpPr>
            <a:spLocks noGrp="1"/>
          </p:cNvSpPr>
          <p:nvPr>
            <p:ph type="body" sz="quarter" idx="20"/>
          </p:nvPr>
        </p:nvSpPr>
        <p:spPr>
          <a:xfrm>
            <a:off x="983433" y="3356992"/>
            <a:ext cx="4968552" cy="576064"/>
          </a:xfrm>
        </p:spPr>
        <p:txBody>
          <a:bodyPr/>
          <a:lstStyle>
            <a:lvl1pPr>
              <a:lnSpc>
                <a:spcPct val="100000"/>
              </a:lnSpc>
              <a:spcBef>
                <a:spcPts val="0"/>
              </a:spcBef>
              <a:defRPr/>
            </a:lvl1pPr>
            <a:lvl2pPr marL="0" indent="0">
              <a:lnSpc>
                <a:spcPct val="100000"/>
              </a:lnSpc>
              <a:spcBef>
                <a:spcPts val="0"/>
              </a:spcBef>
              <a:buNone/>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vl6pPr>
              <a:lnSpc>
                <a:spcPct val="100000"/>
              </a:lnSpc>
              <a:spcBef>
                <a:spcPts val="0"/>
              </a:spcBef>
              <a:defRPr/>
            </a:lvl6pPr>
            <a:lvl7pPr>
              <a:lnSpc>
                <a:spcPct val="100000"/>
              </a:lnSpc>
              <a:spcBef>
                <a:spcPts val="0"/>
              </a:spcBef>
              <a:defRPr/>
            </a:lvl7pPr>
            <a:lvl8pPr>
              <a:lnSpc>
                <a:spcPct val="100000"/>
              </a:lnSpc>
              <a:spcBef>
                <a:spcPts val="0"/>
              </a:spcBef>
              <a:defRPr/>
            </a:lvl8pPr>
            <a:lvl9pPr>
              <a:lnSpc>
                <a:spcPct val="100000"/>
              </a:lnSpc>
              <a:spcBef>
                <a:spcPts val="0"/>
              </a:spcBef>
              <a:defRPr/>
            </a:lvl9pPr>
          </a:lstStyle>
          <a:p>
            <a:pPr lvl="0"/>
            <a:r>
              <a:rPr lang="en-US"/>
              <a:t>Click to edit Master text styles</a:t>
            </a:r>
          </a:p>
        </p:txBody>
      </p:sp>
      <p:sp>
        <p:nvSpPr>
          <p:cNvPr id="18" name="Text Placeholder 3">
            <a:extLst>
              <a:ext uri="{FF2B5EF4-FFF2-40B4-BE49-F238E27FC236}">
                <a16:creationId xmlns:a16="http://schemas.microsoft.com/office/drawing/2014/main" id="{602B1D12-26E8-2859-B605-5813379AADEE}"/>
              </a:ext>
            </a:extLst>
          </p:cNvPr>
          <p:cNvSpPr>
            <a:spLocks noGrp="1"/>
          </p:cNvSpPr>
          <p:nvPr>
            <p:ph type="body" sz="quarter" idx="21"/>
          </p:nvPr>
        </p:nvSpPr>
        <p:spPr>
          <a:xfrm>
            <a:off x="983433" y="4077072"/>
            <a:ext cx="4968552" cy="576064"/>
          </a:xfrm>
        </p:spPr>
        <p:txBody>
          <a:bodyPr/>
          <a:lstStyle>
            <a:lvl1pPr>
              <a:lnSpc>
                <a:spcPct val="100000"/>
              </a:lnSpc>
              <a:spcBef>
                <a:spcPts val="0"/>
              </a:spcBef>
              <a:defRPr/>
            </a:lvl1pPr>
            <a:lvl2pPr marL="0" indent="0">
              <a:lnSpc>
                <a:spcPct val="100000"/>
              </a:lnSpc>
              <a:spcBef>
                <a:spcPts val="0"/>
              </a:spcBef>
              <a:buNone/>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vl6pPr>
              <a:lnSpc>
                <a:spcPct val="100000"/>
              </a:lnSpc>
              <a:spcBef>
                <a:spcPts val="0"/>
              </a:spcBef>
              <a:defRPr/>
            </a:lvl6pPr>
            <a:lvl7pPr>
              <a:lnSpc>
                <a:spcPct val="100000"/>
              </a:lnSpc>
              <a:spcBef>
                <a:spcPts val="0"/>
              </a:spcBef>
              <a:defRPr/>
            </a:lvl7pPr>
            <a:lvl8pPr>
              <a:lnSpc>
                <a:spcPct val="100000"/>
              </a:lnSpc>
              <a:spcBef>
                <a:spcPts val="0"/>
              </a:spcBef>
              <a:defRPr/>
            </a:lvl8pPr>
            <a:lvl9pPr>
              <a:lnSpc>
                <a:spcPct val="100000"/>
              </a:lnSpc>
              <a:spcBef>
                <a:spcPts val="0"/>
              </a:spcBef>
              <a:defRPr/>
            </a:lvl9pPr>
          </a:lstStyle>
          <a:p>
            <a:pPr lvl="0"/>
            <a:r>
              <a:rPr lang="en-US"/>
              <a:t>Click to edit Master text styles</a:t>
            </a:r>
          </a:p>
        </p:txBody>
      </p:sp>
      <p:sp>
        <p:nvSpPr>
          <p:cNvPr id="19" name="Text Placeholder 3">
            <a:extLst>
              <a:ext uri="{FF2B5EF4-FFF2-40B4-BE49-F238E27FC236}">
                <a16:creationId xmlns:a16="http://schemas.microsoft.com/office/drawing/2014/main" id="{5B33E30F-B74A-24A0-A50C-DDAA3BA080CA}"/>
              </a:ext>
            </a:extLst>
          </p:cNvPr>
          <p:cNvSpPr>
            <a:spLocks noGrp="1"/>
          </p:cNvSpPr>
          <p:nvPr>
            <p:ph type="body" sz="quarter" idx="22"/>
          </p:nvPr>
        </p:nvSpPr>
        <p:spPr>
          <a:xfrm>
            <a:off x="983433" y="4797152"/>
            <a:ext cx="4968552" cy="576064"/>
          </a:xfrm>
        </p:spPr>
        <p:txBody>
          <a:bodyPr/>
          <a:lstStyle>
            <a:lvl1pPr>
              <a:lnSpc>
                <a:spcPct val="100000"/>
              </a:lnSpc>
              <a:spcBef>
                <a:spcPts val="0"/>
              </a:spcBef>
              <a:defRPr/>
            </a:lvl1pPr>
            <a:lvl2pPr marL="0" indent="0">
              <a:lnSpc>
                <a:spcPct val="100000"/>
              </a:lnSpc>
              <a:spcBef>
                <a:spcPts val="0"/>
              </a:spcBef>
              <a:buNone/>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vl6pPr>
              <a:lnSpc>
                <a:spcPct val="100000"/>
              </a:lnSpc>
              <a:spcBef>
                <a:spcPts val="0"/>
              </a:spcBef>
              <a:defRPr/>
            </a:lvl6pPr>
            <a:lvl7pPr>
              <a:lnSpc>
                <a:spcPct val="100000"/>
              </a:lnSpc>
              <a:spcBef>
                <a:spcPts val="0"/>
              </a:spcBef>
              <a:defRPr/>
            </a:lvl7pPr>
            <a:lvl8pPr>
              <a:lnSpc>
                <a:spcPct val="100000"/>
              </a:lnSpc>
              <a:spcBef>
                <a:spcPts val="0"/>
              </a:spcBef>
              <a:defRPr/>
            </a:lvl8pPr>
            <a:lvl9pPr>
              <a:lnSpc>
                <a:spcPct val="100000"/>
              </a:lnSpc>
              <a:spcBef>
                <a:spcPts val="0"/>
              </a:spcBef>
              <a:defRPr/>
            </a:lvl9pPr>
          </a:lstStyle>
          <a:p>
            <a:pPr lvl="0"/>
            <a:r>
              <a:rPr lang="en-US"/>
              <a:t>Click to edit Master text styles</a:t>
            </a:r>
          </a:p>
        </p:txBody>
      </p:sp>
      <p:sp>
        <p:nvSpPr>
          <p:cNvPr id="5" name="Text Placeholder 2">
            <a:extLst>
              <a:ext uri="{FF2B5EF4-FFF2-40B4-BE49-F238E27FC236}">
                <a16:creationId xmlns:a16="http://schemas.microsoft.com/office/drawing/2014/main" id="{FB5209D2-7FA0-BFCC-99FC-52224133B0EC}"/>
              </a:ext>
            </a:extLst>
          </p:cNvPr>
          <p:cNvSpPr>
            <a:spLocks noGrp="1"/>
          </p:cNvSpPr>
          <p:nvPr>
            <p:ph type="body" sz="quarter" idx="24"/>
          </p:nvPr>
        </p:nvSpPr>
        <p:spPr>
          <a:xfrm>
            <a:off x="10639821" y="6236625"/>
            <a:ext cx="1130400" cy="288000"/>
          </a:xfrm>
          <a:blipFill>
            <a:blip r:embed="rId2" cstate="screen">
              <a:extLst>
                <a:ext uri="{28A0092B-C50C-407E-A947-70E740481C1C}">
                  <a14:useLocalDpi xmlns:a14="http://schemas.microsoft.com/office/drawing/2010/main"/>
                </a:ext>
              </a:extLst>
            </a:blip>
            <a:stretch>
              <a:fillRect/>
            </a:stretch>
          </a:blipFill>
        </p:spPr>
        <p:txBody>
          <a:bodyPr/>
          <a:lstStyle>
            <a:lvl1pPr>
              <a:defRPr sz="100">
                <a:noFill/>
              </a:defRPr>
            </a:lvl1pPr>
          </a:lstStyle>
          <a:p>
            <a:pPr lvl="0"/>
            <a:r>
              <a:rPr lang="en-US"/>
              <a:t>Click to edit Master text styles</a:t>
            </a:r>
          </a:p>
        </p:txBody>
      </p:sp>
    </p:spTree>
    <p:extLst>
      <p:ext uri="{BB962C8B-B14F-4D97-AF65-F5344CB8AC3E}">
        <p14:creationId xmlns:p14="http://schemas.microsoft.com/office/powerpoint/2010/main" val="2978470124"/>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ection Header ">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07988" y="3140968"/>
            <a:ext cx="11376025" cy="1944688"/>
          </a:xfrm>
        </p:spPr>
        <p:txBody>
          <a:bodyPr anchor="b"/>
          <a:lstStyle>
            <a:lvl1pPr>
              <a:defRPr sz="4800">
                <a:solidFill>
                  <a:schemeClr val="accent2"/>
                </a:solidFill>
              </a:defRPr>
            </a:lvl1pPr>
          </a:lstStyle>
          <a:p>
            <a:r>
              <a:rPr lang="en-US"/>
              <a:t>Click to edit Master title style</a:t>
            </a:r>
            <a:endParaRPr lang="en-US" dirty="0"/>
          </a:p>
        </p:txBody>
      </p:sp>
      <p:sp>
        <p:nvSpPr>
          <p:cNvPr id="4" name="Date Placeholder 3"/>
          <p:cNvSpPr>
            <a:spLocks noGrp="1"/>
          </p:cNvSpPr>
          <p:nvPr>
            <p:ph type="dt" sz="half" idx="10"/>
          </p:nvPr>
        </p:nvSpPr>
        <p:spPr/>
        <p:txBody>
          <a:bodyPr/>
          <a:lstStyle>
            <a:lvl1pPr>
              <a:defRPr>
                <a:solidFill>
                  <a:schemeClr val="accent2"/>
                </a:solidFill>
              </a:defRPr>
            </a:lvl1pPr>
          </a:lstStyle>
          <a:p>
            <a:fld id="{943B48A3-43DF-4B3A-9A04-041E7FDF21DA}" type="datetime3">
              <a:rPr lang="en-US" smtClean="0"/>
              <a:t>1 October 2026</a:t>
            </a:fld>
            <a:endParaRPr lang="en-US"/>
          </a:p>
        </p:txBody>
      </p:sp>
      <p:sp>
        <p:nvSpPr>
          <p:cNvPr id="5" name="Footer Placeholder 4"/>
          <p:cNvSpPr>
            <a:spLocks noGrp="1"/>
          </p:cNvSpPr>
          <p:nvPr>
            <p:ph type="ftr" sz="quarter" idx="11"/>
          </p:nvPr>
        </p:nvSpPr>
        <p:spPr/>
        <p:txBody>
          <a:bodyPr/>
          <a:lstStyle>
            <a:lvl1pPr>
              <a:defRPr>
                <a:solidFill>
                  <a:schemeClr val="accent2"/>
                </a:solidFill>
              </a:defRPr>
            </a:lvl1pPr>
          </a:lstStyle>
          <a:p>
            <a:endParaRPr lang="en-US"/>
          </a:p>
        </p:txBody>
      </p:sp>
      <p:sp>
        <p:nvSpPr>
          <p:cNvPr id="6" name="Slide Number Placeholder 5"/>
          <p:cNvSpPr>
            <a:spLocks noGrp="1"/>
          </p:cNvSpPr>
          <p:nvPr>
            <p:ph type="sldNum" sz="quarter" idx="12"/>
          </p:nvPr>
        </p:nvSpPr>
        <p:spPr>
          <a:solidFill>
            <a:schemeClr val="accent1"/>
          </a:solidFill>
        </p:spPr>
        <p:txBody>
          <a:bodyPr/>
          <a:lstStyle>
            <a:lvl1pPr>
              <a:defRPr>
                <a:solidFill>
                  <a:schemeClr val="accent2"/>
                </a:solidFill>
              </a:defRPr>
            </a:lvl1pPr>
          </a:lstStyle>
          <a:p>
            <a:fld id="{5B16D1FE-3A35-41BA-8EBE-413702045235}" type="slidenum">
              <a:rPr lang="en-US" smtClean="0"/>
              <a:pPr/>
              <a:t>‹#›</a:t>
            </a:fld>
            <a:endParaRPr lang="en-US"/>
          </a:p>
        </p:txBody>
      </p:sp>
      <p:sp>
        <p:nvSpPr>
          <p:cNvPr id="8" name="Subtitle 2">
            <a:extLst>
              <a:ext uri="{FF2B5EF4-FFF2-40B4-BE49-F238E27FC236}">
                <a16:creationId xmlns:a16="http://schemas.microsoft.com/office/drawing/2014/main" id="{E8206086-1A67-0E96-3E5B-748FBB98DCCD}"/>
              </a:ext>
            </a:extLst>
          </p:cNvPr>
          <p:cNvSpPr>
            <a:spLocks noGrp="1"/>
          </p:cNvSpPr>
          <p:nvPr>
            <p:ph type="subTitle" idx="1"/>
          </p:nvPr>
        </p:nvSpPr>
        <p:spPr>
          <a:xfrm>
            <a:off x="407988" y="5373216"/>
            <a:ext cx="11376025" cy="648618"/>
          </a:xfrm>
        </p:spPr>
        <p:txBody>
          <a:bodyPr anchor="t" anchorCtr="0">
            <a:noAutofit/>
          </a:bodyPr>
          <a:lstStyle>
            <a:lvl1pPr marL="0" indent="0" algn="l">
              <a:lnSpc>
                <a:spcPct val="100000"/>
              </a:lnSpc>
              <a:spcBef>
                <a:spcPts val="200"/>
              </a:spcBef>
              <a:buNone/>
              <a:defRPr sz="1800" b="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1591776159"/>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Section Header Blue">
    <p:bg>
      <p:bgPr>
        <a:solidFill>
          <a:schemeClr val="accent2"/>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lvl1pPr>
              <a:defRPr>
                <a:solidFill>
                  <a:schemeClr val="bg1"/>
                </a:solidFill>
              </a:defRPr>
            </a:lvl1pPr>
          </a:lstStyle>
          <a:p>
            <a:fld id="{04E0F249-7A1E-40B4-88B4-E418338E6861}" type="datetime3">
              <a:rPr lang="en-US" smtClean="0"/>
              <a:pPr/>
              <a:t>1 October 2026</a:t>
            </a:fld>
            <a:endParaRPr lang="en-US"/>
          </a:p>
        </p:txBody>
      </p:sp>
      <p:sp>
        <p:nvSpPr>
          <p:cNvPr id="5" name="Footer Placeholder 4"/>
          <p:cNvSpPr>
            <a:spLocks noGrp="1"/>
          </p:cNvSpPr>
          <p:nvPr>
            <p:ph type="ftr" sz="quarter" idx="11"/>
          </p:nvPr>
        </p:nvSpPr>
        <p:spPr/>
        <p:txBody>
          <a:bodyPr/>
          <a:lstStyle>
            <a:lvl1pPr>
              <a:defRPr>
                <a:solidFill>
                  <a:schemeClr val="bg1"/>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2"/>
                </a:solidFill>
              </a:defRPr>
            </a:lvl1pPr>
          </a:lstStyle>
          <a:p>
            <a:fld id="{5B16D1FE-3A35-41BA-8EBE-413702045235}" type="slidenum">
              <a:rPr lang="en-US" smtClean="0"/>
              <a:pPr/>
              <a:t>‹#›</a:t>
            </a:fld>
            <a:endParaRPr lang="en-US"/>
          </a:p>
        </p:txBody>
      </p:sp>
      <p:sp>
        <p:nvSpPr>
          <p:cNvPr id="3" name="Title 1">
            <a:extLst>
              <a:ext uri="{FF2B5EF4-FFF2-40B4-BE49-F238E27FC236}">
                <a16:creationId xmlns:a16="http://schemas.microsoft.com/office/drawing/2014/main" id="{A959A056-AFA0-26C6-101C-C000621FA311}"/>
              </a:ext>
            </a:extLst>
          </p:cNvPr>
          <p:cNvSpPr>
            <a:spLocks noGrp="1"/>
          </p:cNvSpPr>
          <p:nvPr>
            <p:ph type="title"/>
          </p:nvPr>
        </p:nvSpPr>
        <p:spPr>
          <a:xfrm>
            <a:off x="407988" y="3140968"/>
            <a:ext cx="11376025" cy="1944688"/>
          </a:xfrm>
        </p:spPr>
        <p:txBody>
          <a:bodyPr anchor="b"/>
          <a:lstStyle>
            <a:lvl1pPr>
              <a:defRPr sz="4800">
                <a:solidFill>
                  <a:schemeClr val="bg1"/>
                </a:solidFill>
              </a:defRPr>
            </a:lvl1pPr>
          </a:lstStyle>
          <a:p>
            <a:r>
              <a:rPr lang="en-US"/>
              <a:t>Click to edit Master title style</a:t>
            </a:r>
            <a:endParaRPr lang="en-US" dirty="0"/>
          </a:p>
        </p:txBody>
      </p:sp>
      <p:sp>
        <p:nvSpPr>
          <p:cNvPr id="7" name="Subtitle 2">
            <a:extLst>
              <a:ext uri="{FF2B5EF4-FFF2-40B4-BE49-F238E27FC236}">
                <a16:creationId xmlns:a16="http://schemas.microsoft.com/office/drawing/2014/main" id="{5B3994A8-7514-2133-F3BA-78A90F63BB28}"/>
              </a:ext>
            </a:extLst>
          </p:cNvPr>
          <p:cNvSpPr>
            <a:spLocks noGrp="1"/>
          </p:cNvSpPr>
          <p:nvPr>
            <p:ph type="subTitle" idx="1"/>
          </p:nvPr>
        </p:nvSpPr>
        <p:spPr>
          <a:xfrm>
            <a:off x="407988" y="5373216"/>
            <a:ext cx="11376025" cy="648618"/>
          </a:xfrm>
        </p:spPr>
        <p:txBody>
          <a:bodyPr anchor="t" anchorCtr="0">
            <a:noAutofit/>
          </a:bodyPr>
          <a:lstStyle>
            <a:lvl1pPr marL="0" indent="0" algn="l">
              <a:lnSpc>
                <a:spcPct val="100000"/>
              </a:lnSpc>
              <a:spcBef>
                <a:spcPts val="200"/>
              </a:spcBef>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0" name="Freeform 6">
            <a:extLst>
              <a:ext uri="{FF2B5EF4-FFF2-40B4-BE49-F238E27FC236}">
                <a16:creationId xmlns:a16="http://schemas.microsoft.com/office/drawing/2014/main" id="{22776668-7B05-DC70-54FC-7A25F49BFF25}"/>
              </a:ext>
            </a:extLst>
          </p:cNvPr>
          <p:cNvSpPr>
            <a:spLocks noChangeAspect="1" noEditPoints="1"/>
          </p:cNvSpPr>
          <p:nvPr/>
        </p:nvSpPr>
        <p:spPr bwMode="auto">
          <a:xfrm>
            <a:off x="10646502" y="6236625"/>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solidFill>
                <a:schemeClr val="bg1"/>
              </a:solidFill>
            </a:endParaRPr>
          </a:p>
        </p:txBody>
      </p:sp>
    </p:spTree>
    <p:extLst>
      <p:ext uri="{BB962C8B-B14F-4D97-AF65-F5344CB8AC3E}">
        <p14:creationId xmlns:p14="http://schemas.microsoft.com/office/powerpoint/2010/main" val="4148441965"/>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Section Header Light Blue">
    <p:bg>
      <p:bgPr>
        <a:solidFill>
          <a:schemeClr val="accent6"/>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lvl1pPr>
              <a:defRPr>
                <a:solidFill>
                  <a:schemeClr val="bg1"/>
                </a:solidFill>
              </a:defRPr>
            </a:lvl1pPr>
          </a:lstStyle>
          <a:p>
            <a:fld id="{04E0F249-7A1E-40B4-88B4-E418338E6861}" type="datetime3">
              <a:rPr lang="en-US" smtClean="0"/>
              <a:pPr/>
              <a:t>1 October 2026</a:t>
            </a:fld>
            <a:endParaRPr lang="en-US"/>
          </a:p>
        </p:txBody>
      </p:sp>
      <p:sp>
        <p:nvSpPr>
          <p:cNvPr id="5" name="Footer Placeholder 4"/>
          <p:cNvSpPr>
            <a:spLocks noGrp="1"/>
          </p:cNvSpPr>
          <p:nvPr>
            <p:ph type="ftr" sz="quarter" idx="11"/>
          </p:nvPr>
        </p:nvSpPr>
        <p:spPr/>
        <p:txBody>
          <a:bodyPr/>
          <a:lstStyle>
            <a:lvl1pPr>
              <a:defRPr>
                <a:solidFill>
                  <a:schemeClr val="bg1"/>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2"/>
                </a:solidFill>
              </a:defRPr>
            </a:lvl1pPr>
          </a:lstStyle>
          <a:p>
            <a:fld id="{5B16D1FE-3A35-41BA-8EBE-413702045235}" type="slidenum">
              <a:rPr lang="en-US" smtClean="0"/>
              <a:pPr/>
              <a:t>‹#›</a:t>
            </a:fld>
            <a:endParaRPr lang="en-US"/>
          </a:p>
        </p:txBody>
      </p:sp>
      <p:sp>
        <p:nvSpPr>
          <p:cNvPr id="3" name="Title 1">
            <a:extLst>
              <a:ext uri="{FF2B5EF4-FFF2-40B4-BE49-F238E27FC236}">
                <a16:creationId xmlns:a16="http://schemas.microsoft.com/office/drawing/2014/main" id="{A959A056-AFA0-26C6-101C-C000621FA311}"/>
              </a:ext>
            </a:extLst>
          </p:cNvPr>
          <p:cNvSpPr>
            <a:spLocks noGrp="1"/>
          </p:cNvSpPr>
          <p:nvPr>
            <p:ph type="title"/>
          </p:nvPr>
        </p:nvSpPr>
        <p:spPr>
          <a:xfrm>
            <a:off x="407988" y="3140968"/>
            <a:ext cx="11376025" cy="1944688"/>
          </a:xfrm>
        </p:spPr>
        <p:txBody>
          <a:bodyPr anchor="b"/>
          <a:lstStyle>
            <a:lvl1pPr>
              <a:defRPr sz="4800">
                <a:solidFill>
                  <a:schemeClr val="bg1"/>
                </a:solidFill>
              </a:defRPr>
            </a:lvl1pPr>
          </a:lstStyle>
          <a:p>
            <a:r>
              <a:rPr lang="en-US"/>
              <a:t>Click to edit Master title style</a:t>
            </a:r>
            <a:endParaRPr lang="en-US" dirty="0"/>
          </a:p>
        </p:txBody>
      </p:sp>
      <p:sp>
        <p:nvSpPr>
          <p:cNvPr id="7" name="Subtitle 2">
            <a:extLst>
              <a:ext uri="{FF2B5EF4-FFF2-40B4-BE49-F238E27FC236}">
                <a16:creationId xmlns:a16="http://schemas.microsoft.com/office/drawing/2014/main" id="{5B3994A8-7514-2133-F3BA-78A90F63BB28}"/>
              </a:ext>
            </a:extLst>
          </p:cNvPr>
          <p:cNvSpPr>
            <a:spLocks noGrp="1"/>
          </p:cNvSpPr>
          <p:nvPr>
            <p:ph type="subTitle" idx="1"/>
          </p:nvPr>
        </p:nvSpPr>
        <p:spPr>
          <a:xfrm>
            <a:off x="407988" y="5373216"/>
            <a:ext cx="11376025" cy="648618"/>
          </a:xfrm>
        </p:spPr>
        <p:txBody>
          <a:bodyPr anchor="t" anchorCtr="0">
            <a:noAutofit/>
          </a:bodyPr>
          <a:lstStyle>
            <a:lvl1pPr marL="0" indent="0" algn="l">
              <a:lnSpc>
                <a:spcPct val="100000"/>
              </a:lnSpc>
              <a:spcBef>
                <a:spcPts val="200"/>
              </a:spcBef>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0" name="Freeform 6">
            <a:extLst>
              <a:ext uri="{FF2B5EF4-FFF2-40B4-BE49-F238E27FC236}">
                <a16:creationId xmlns:a16="http://schemas.microsoft.com/office/drawing/2014/main" id="{22776668-7B05-DC70-54FC-7A25F49BFF25}"/>
              </a:ext>
            </a:extLst>
          </p:cNvPr>
          <p:cNvSpPr>
            <a:spLocks noChangeAspect="1" noEditPoints="1"/>
          </p:cNvSpPr>
          <p:nvPr/>
        </p:nvSpPr>
        <p:spPr bwMode="auto">
          <a:xfrm>
            <a:off x="10646502" y="6236625"/>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solidFill>
                <a:schemeClr val="bg1"/>
              </a:solidFill>
            </a:endParaRPr>
          </a:p>
        </p:txBody>
      </p:sp>
    </p:spTree>
    <p:extLst>
      <p:ext uri="{BB962C8B-B14F-4D97-AF65-F5344CB8AC3E}">
        <p14:creationId xmlns:p14="http://schemas.microsoft.com/office/powerpoint/2010/main" val="3803583631"/>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Section Header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lvl1pPr>
              <a:defRPr>
                <a:solidFill>
                  <a:schemeClr val="bg1"/>
                </a:solidFill>
              </a:defRPr>
            </a:lvl1pPr>
          </a:lstStyle>
          <a:p>
            <a:fld id="{04E0F249-7A1E-40B4-88B4-E418338E6861}" type="datetime3">
              <a:rPr lang="en-US" smtClean="0"/>
              <a:pPr/>
              <a:t>1 October 2026</a:t>
            </a:fld>
            <a:endParaRPr lang="en-US"/>
          </a:p>
        </p:txBody>
      </p:sp>
      <p:sp>
        <p:nvSpPr>
          <p:cNvPr id="5" name="Footer Placeholder 4"/>
          <p:cNvSpPr>
            <a:spLocks noGrp="1"/>
          </p:cNvSpPr>
          <p:nvPr>
            <p:ph type="ftr" sz="quarter" idx="11"/>
          </p:nvPr>
        </p:nvSpPr>
        <p:spPr/>
        <p:txBody>
          <a:bodyPr/>
          <a:lstStyle>
            <a:lvl1pPr>
              <a:defRPr>
                <a:solidFill>
                  <a:schemeClr val="bg1"/>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2"/>
                </a:solidFill>
              </a:defRPr>
            </a:lvl1pPr>
          </a:lstStyle>
          <a:p>
            <a:fld id="{5B16D1FE-3A35-41BA-8EBE-413702045235}" type="slidenum">
              <a:rPr lang="en-US" smtClean="0"/>
              <a:pPr/>
              <a:t>‹#›</a:t>
            </a:fld>
            <a:endParaRPr lang="en-US"/>
          </a:p>
        </p:txBody>
      </p:sp>
      <p:sp>
        <p:nvSpPr>
          <p:cNvPr id="3" name="Title 1">
            <a:extLst>
              <a:ext uri="{FF2B5EF4-FFF2-40B4-BE49-F238E27FC236}">
                <a16:creationId xmlns:a16="http://schemas.microsoft.com/office/drawing/2014/main" id="{A959A056-AFA0-26C6-101C-C000621FA311}"/>
              </a:ext>
            </a:extLst>
          </p:cNvPr>
          <p:cNvSpPr>
            <a:spLocks noGrp="1"/>
          </p:cNvSpPr>
          <p:nvPr>
            <p:ph type="title"/>
          </p:nvPr>
        </p:nvSpPr>
        <p:spPr>
          <a:xfrm>
            <a:off x="407988" y="3140968"/>
            <a:ext cx="11376025" cy="1944688"/>
          </a:xfrm>
        </p:spPr>
        <p:txBody>
          <a:bodyPr anchor="b"/>
          <a:lstStyle>
            <a:lvl1pPr>
              <a:defRPr sz="4800">
                <a:solidFill>
                  <a:schemeClr val="bg1"/>
                </a:solidFill>
              </a:defRPr>
            </a:lvl1pPr>
          </a:lstStyle>
          <a:p>
            <a:r>
              <a:rPr lang="en-US"/>
              <a:t>Click to edit Master title style</a:t>
            </a:r>
            <a:endParaRPr lang="en-US" dirty="0"/>
          </a:p>
        </p:txBody>
      </p:sp>
      <p:sp>
        <p:nvSpPr>
          <p:cNvPr id="7" name="Subtitle 2">
            <a:extLst>
              <a:ext uri="{FF2B5EF4-FFF2-40B4-BE49-F238E27FC236}">
                <a16:creationId xmlns:a16="http://schemas.microsoft.com/office/drawing/2014/main" id="{5B3994A8-7514-2133-F3BA-78A90F63BB28}"/>
              </a:ext>
            </a:extLst>
          </p:cNvPr>
          <p:cNvSpPr>
            <a:spLocks noGrp="1"/>
          </p:cNvSpPr>
          <p:nvPr>
            <p:ph type="subTitle" idx="1"/>
          </p:nvPr>
        </p:nvSpPr>
        <p:spPr>
          <a:xfrm>
            <a:off x="407988" y="5373216"/>
            <a:ext cx="11376025" cy="648618"/>
          </a:xfrm>
        </p:spPr>
        <p:txBody>
          <a:bodyPr anchor="t" anchorCtr="0">
            <a:noAutofit/>
          </a:bodyPr>
          <a:lstStyle>
            <a:lvl1pPr marL="0" indent="0" algn="l">
              <a:lnSpc>
                <a:spcPct val="100000"/>
              </a:lnSpc>
              <a:spcBef>
                <a:spcPts val="200"/>
              </a:spcBef>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0" name="Freeform 6">
            <a:extLst>
              <a:ext uri="{FF2B5EF4-FFF2-40B4-BE49-F238E27FC236}">
                <a16:creationId xmlns:a16="http://schemas.microsoft.com/office/drawing/2014/main" id="{22776668-7B05-DC70-54FC-7A25F49BFF25}"/>
              </a:ext>
            </a:extLst>
          </p:cNvPr>
          <p:cNvSpPr>
            <a:spLocks noChangeAspect="1" noEditPoints="1"/>
          </p:cNvSpPr>
          <p:nvPr/>
        </p:nvSpPr>
        <p:spPr bwMode="auto">
          <a:xfrm>
            <a:off x="10646502" y="6236625"/>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solidFill>
                <a:schemeClr val="bg1"/>
              </a:solidFill>
            </a:endParaRPr>
          </a:p>
        </p:txBody>
      </p:sp>
    </p:spTree>
    <p:extLst>
      <p:ext uri="{BB962C8B-B14F-4D97-AF65-F5344CB8AC3E}">
        <p14:creationId xmlns:p14="http://schemas.microsoft.com/office/powerpoint/2010/main" val="1808182774"/>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ection Header Pictur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07989" y="3140968"/>
            <a:ext cx="6408092" cy="1944688"/>
          </a:xfrm>
        </p:spPr>
        <p:txBody>
          <a:bodyPr anchor="b"/>
          <a:lstStyle>
            <a:lvl1pPr>
              <a:defRPr sz="4800">
                <a:solidFill>
                  <a:schemeClr val="accent2"/>
                </a:solidFill>
              </a:defRPr>
            </a:lvl1pPr>
          </a:lstStyle>
          <a:p>
            <a:r>
              <a:rPr lang="en-US"/>
              <a:t>Click to edit Master title style</a:t>
            </a:r>
            <a:endParaRPr lang="en-US" dirty="0"/>
          </a:p>
        </p:txBody>
      </p:sp>
      <p:sp>
        <p:nvSpPr>
          <p:cNvPr id="4" name="Date Placeholder 3"/>
          <p:cNvSpPr>
            <a:spLocks noGrp="1"/>
          </p:cNvSpPr>
          <p:nvPr>
            <p:ph type="dt" sz="half" idx="10"/>
          </p:nvPr>
        </p:nvSpPr>
        <p:spPr/>
        <p:txBody>
          <a:bodyPr/>
          <a:lstStyle>
            <a:lvl1pPr>
              <a:defRPr>
                <a:solidFill>
                  <a:schemeClr val="accent2"/>
                </a:solidFill>
              </a:defRPr>
            </a:lvl1pPr>
          </a:lstStyle>
          <a:p>
            <a:fld id="{24D01926-8BA9-41BF-BC16-BA9B61A96AED}" type="datetime3">
              <a:rPr lang="en-US" smtClean="0"/>
              <a:t>1 October 2026</a:t>
            </a:fld>
            <a:endParaRPr lang="en-US"/>
          </a:p>
        </p:txBody>
      </p:sp>
      <p:sp>
        <p:nvSpPr>
          <p:cNvPr id="5" name="Footer Placeholder 4"/>
          <p:cNvSpPr>
            <a:spLocks noGrp="1"/>
          </p:cNvSpPr>
          <p:nvPr>
            <p:ph type="ftr" sz="quarter" idx="11"/>
          </p:nvPr>
        </p:nvSpPr>
        <p:spPr/>
        <p:txBody>
          <a:bodyPr/>
          <a:lstStyle>
            <a:lvl1pPr>
              <a:defRPr>
                <a:solidFill>
                  <a:schemeClr val="accent2"/>
                </a:solidFill>
              </a:defRPr>
            </a:lvl1pPr>
          </a:lstStyle>
          <a:p>
            <a:endParaRPr lang="en-US"/>
          </a:p>
        </p:txBody>
      </p:sp>
      <p:sp>
        <p:nvSpPr>
          <p:cNvPr id="6" name="Slide Number Placeholder 5"/>
          <p:cNvSpPr>
            <a:spLocks noGrp="1"/>
          </p:cNvSpPr>
          <p:nvPr>
            <p:ph type="sldNum" sz="quarter" idx="12"/>
          </p:nvPr>
        </p:nvSpPr>
        <p:spPr>
          <a:solidFill>
            <a:schemeClr val="accent1"/>
          </a:solidFill>
        </p:spPr>
        <p:txBody>
          <a:bodyPr/>
          <a:lstStyle>
            <a:lvl1pPr>
              <a:defRPr>
                <a:solidFill>
                  <a:schemeClr val="accent2"/>
                </a:solidFill>
              </a:defRPr>
            </a:lvl1pPr>
          </a:lstStyle>
          <a:p>
            <a:fld id="{5B16D1FE-3A35-41BA-8EBE-413702045235}" type="slidenum">
              <a:rPr lang="en-US" smtClean="0"/>
              <a:pPr/>
              <a:t>‹#›</a:t>
            </a:fld>
            <a:endParaRPr lang="en-US"/>
          </a:p>
        </p:txBody>
      </p:sp>
      <p:sp>
        <p:nvSpPr>
          <p:cNvPr id="8" name="Subtitle 2">
            <a:extLst>
              <a:ext uri="{FF2B5EF4-FFF2-40B4-BE49-F238E27FC236}">
                <a16:creationId xmlns:a16="http://schemas.microsoft.com/office/drawing/2014/main" id="{E8206086-1A67-0E96-3E5B-748FBB98DCCD}"/>
              </a:ext>
            </a:extLst>
          </p:cNvPr>
          <p:cNvSpPr>
            <a:spLocks noGrp="1"/>
          </p:cNvSpPr>
          <p:nvPr>
            <p:ph type="subTitle" idx="1"/>
          </p:nvPr>
        </p:nvSpPr>
        <p:spPr>
          <a:xfrm>
            <a:off x="407989" y="5373216"/>
            <a:ext cx="6408092" cy="648618"/>
          </a:xfrm>
        </p:spPr>
        <p:txBody>
          <a:bodyPr anchor="t" anchorCtr="0">
            <a:noAutofit/>
          </a:bodyPr>
          <a:lstStyle>
            <a:lvl1pPr marL="0" indent="0" algn="l">
              <a:lnSpc>
                <a:spcPct val="100000"/>
              </a:lnSpc>
              <a:spcBef>
                <a:spcPts val="200"/>
              </a:spcBef>
              <a:buNone/>
              <a:defRPr sz="1800" b="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3" name="Freeform: Shape 2">
            <a:extLst>
              <a:ext uri="{FF2B5EF4-FFF2-40B4-BE49-F238E27FC236}">
                <a16:creationId xmlns:a16="http://schemas.microsoft.com/office/drawing/2014/main" id="{A9E56C58-5680-910E-E163-86B5CDB65D4F}"/>
              </a:ext>
            </a:extLst>
          </p:cNvPr>
          <p:cNvSpPr/>
          <p:nvPr/>
        </p:nvSpPr>
        <p:spPr bwMode="auto">
          <a:xfrm>
            <a:off x="9619824" y="0"/>
            <a:ext cx="2572176" cy="5301208"/>
          </a:xfrm>
          <a:custGeom>
            <a:avLst/>
            <a:gdLst>
              <a:gd name="connsiteX0" fmla="*/ 0 w 2572176"/>
              <a:gd name="connsiteY0" fmla="*/ 0 h 5301208"/>
              <a:gd name="connsiteX1" fmla="*/ 2572176 w 2572176"/>
              <a:gd name="connsiteY1" fmla="*/ 0 h 5301208"/>
              <a:gd name="connsiteX2" fmla="*/ 2572176 w 2572176"/>
              <a:gd name="connsiteY2" fmla="*/ 5301208 h 5301208"/>
              <a:gd name="connsiteX3" fmla="*/ 2571559 w 2572176"/>
              <a:gd name="connsiteY3" fmla="*/ 5301208 h 5301208"/>
              <a:gd name="connsiteX4" fmla="*/ 2571559 w 2572176"/>
              <a:gd name="connsiteY4" fmla="*/ 5008493 h 5301208"/>
              <a:gd name="connsiteX5" fmla="*/ 2200180 w 2572176"/>
              <a:gd name="connsiteY5" fmla="*/ 4286155 h 5301208"/>
              <a:gd name="connsiteX6" fmla="*/ 1760410 w 2572176"/>
              <a:gd name="connsiteY6" fmla="*/ 3428600 h 5301208"/>
              <a:gd name="connsiteX7" fmla="*/ 1319974 w 2572176"/>
              <a:gd name="connsiteY7" fmla="*/ 2570264 h 5301208"/>
              <a:gd name="connsiteX8" fmla="*/ 879443 w 2572176"/>
              <a:gd name="connsiteY8" fmla="*/ 1713509 h 5301208"/>
              <a:gd name="connsiteX9" fmla="*/ 438911 w 2572176"/>
              <a:gd name="connsiteY9" fmla="*/ 856753 h 5301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72176" h="5301208">
                <a:moveTo>
                  <a:pt x="0" y="0"/>
                </a:moveTo>
                <a:lnTo>
                  <a:pt x="2572176" y="0"/>
                </a:lnTo>
                <a:lnTo>
                  <a:pt x="2572176" y="5301208"/>
                </a:lnTo>
                <a:lnTo>
                  <a:pt x="2571559" y="5301208"/>
                </a:lnTo>
                <a:lnTo>
                  <a:pt x="2571559" y="5008493"/>
                </a:lnTo>
                <a:lnTo>
                  <a:pt x="2200180" y="4286155"/>
                </a:lnTo>
                <a:lnTo>
                  <a:pt x="1760410" y="3428600"/>
                </a:lnTo>
                <a:lnTo>
                  <a:pt x="1319974" y="2570264"/>
                </a:lnTo>
                <a:lnTo>
                  <a:pt x="879443" y="1713509"/>
                </a:lnTo>
                <a:lnTo>
                  <a:pt x="438911" y="856753"/>
                </a:lnTo>
                <a:close/>
              </a:path>
            </a:pathLst>
          </a:custGeom>
          <a:solidFill>
            <a:schemeClr val="accent6"/>
          </a:solidFill>
          <a:ln>
            <a:noFill/>
          </a:ln>
        </p:spPr>
        <p:txBody>
          <a:bodyPr vert="horz" wrap="square" lIns="91440" tIns="45720" rIns="91440" bIns="45720" numCol="1" rtlCol="0" anchor="t" anchorCtr="0" compatLnSpc="1">
            <a:prstTxWarp prst="textNoShape">
              <a:avLst/>
            </a:prstTxWarp>
            <a:noAutofit/>
          </a:bodyPr>
          <a:lstStyle/>
          <a:p>
            <a:pPr algn="ctr"/>
            <a:endParaRPr lang="en-GB"/>
          </a:p>
        </p:txBody>
      </p:sp>
      <p:sp>
        <p:nvSpPr>
          <p:cNvPr id="7" name="Picture Placeholder 6">
            <a:extLst>
              <a:ext uri="{FF2B5EF4-FFF2-40B4-BE49-F238E27FC236}">
                <a16:creationId xmlns:a16="http://schemas.microsoft.com/office/drawing/2014/main" id="{67A228BE-EF36-C99C-E6F4-4BCC421D2363}"/>
              </a:ext>
            </a:extLst>
          </p:cNvPr>
          <p:cNvSpPr>
            <a:spLocks noGrp="1"/>
          </p:cNvSpPr>
          <p:nvPr>
            <p:ph type="pic" sz="quarter" idx="20"/>
          </p:nvPr>
        </p:nvSpPr>
        <p:spPr>
          <a:xfrm>
            <a:off x="5879976" y="0"/>
            <a:ext cx="6312024" cy="6858000"/>
          </a:xfrm>
          <a:custGeom>
            <a:avLst/>
            <a:gdLst>
              <a:gd name="connsiteX0" fmla="*/ 0 w 6312024"/>
              <a:gd name="connsiteY0" fmla="*/ 0 h 6858000"/>
              <a:gd name="connsiteX1" fmla="*/ 934634 w 6312024"/>
              <a:gd name="connsiteY1" fmla="*/ 0 h 6858000"/>
              <a:gd name="connsiteX2" fmla="*/ 1870063 w 6312024"/>
              <a:gd name="connsiteY2" fmla="*/ 0 h 6858000"/>
              <a:gd name="connsiteX3" fmla="*/ 2805491 w 6312024"/>
              <a:gd name="connsiteY3" fmla="*/ 0 h 6858000"/>
              <a:gd name="connsiteX4" fmla="*/ 3741714 w 6312024"/>
              <a:gd name="connsiteY4" fmla="*/ 0 h 6858000"/>
              <a:gd name="connsiteX5" fmla="*/ 4180420 w 6312024"/>
              <a:gd name="connsiteY5" fmla="*/ 856753 h 6858000"/>
              <a:gd name="connsiteX6" fmla="*/ 4620716 w 6312024"/>
              <a:gd name="connsiteY6" fmla="*/ 1713507 h 6858000"/>
              <a:gd name="connsiteX7" fmla="*/ 5061010 w 6312024"/>
              <a:gd name="connsiteY7" fmla="*/ 2570260 h 6858000"/>
              <a:gd name="connsiteX8" fmla="*/ 5501306 w 6312024"/>
              <a:gd name="connsiteY8" fmla="*/ 3428603 h 6858000"/>
              <a:gd name="connsiteX9" fmla="*/ 5940806 w 6312024"/>
              <a:gd name="connsiteY9" fmla="*/ 4286151 h 6858000"/>
              <a:gd name="connsiteX10" fmla="*/ 6312024 w 6312024"/>
              <a:gd name="connsiteY10" fmla="*/ 5008489 h 6858000"/>
              <a:gd name="connsiteX11" fmla="*/ 6312024 w 6312024"/>
              <a:gd name="connsiteY11" fmla="*/ 6858000 h 6858000"/>
              <a:gd name="connsiteX12" fmla="*/ 5382092 w 6312024"/>
              <a:gd name="connsiteY12" fmla="*/ 6858000 h 6858000"/>
              <a:gd name="connsiteX13" fmla="*/ 4441895 w 6312024"/>
              <a:gd name="connsiteY13" fmla="*/ 6858000 h 6858000"/>
              <a:gd name="connsiteX14" fmla="*/ 3503288 w 6312024"/>
              <a:gd name="connsiteY14" fmla="*/ 6858000 h 6858000"/>
              <a:gd name="connsiteX15" fmla="*/ 3063787 w 6312024"/>
              <a:gd name="connsiteY15" fmla="*/ 5999657 h 6858000"/>
              <a:gd name="connsiteX16" fmla="*/ 2626671 w 6312024"/>
              <a:gd name="connsiteY16" fmla="*/ 5142904 h 6858000"/>
              <a:gd name="connsiteX17" fmla="*/ 2188760 w 6312024"/>
              <a:gd name="connsiteY17" fmla="*/ 4286151 h 6858000"/>
              <a:gd name="connsiteX18" fmla="*/ 1751644 w 6312024"/>
              <a:gd name="connsiteY18" fmla="*/ 3428603 h 6858000"/>
              <a:gd name="connsiteX19" fmla="*/ 1312938 w 6312024"/>
              <a:gd name="connsiteY19" fmla="*/ 2570260 h 6858000"/>
              <a:gd name="connsiteX20" fmla="*/ 875027 w 6312024"/>
              <a:gd name="connsiteY20" fmla="*/ 1713507 h 6858000"/>
              <a:gd name="connsiteX21" fmla="*/ 437911 w 6312024"/>
              <a:gd name="connsiteY21" fmla="*/ 85675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312024" h="6858000">
                <a:moveTo>
                  <a:pt x="0" y="0"/>
                </a:moveTo>
                <a:lnTo>
                  <a:pt x="934634" y="0"/>
                </a:lnTo>
                <a:lnTo>
                  <a:pt x="1870063" y="0"/>
                </a:lnTo>
                <a:lnTo>
                  <a:pt x="2805491" y="0"/>
                </a:lnTo>
                <a:lnTo>
                  <a:pt x="3741714" y="0"/>
                </a:lnTo>
                <a:lnTo>
                  <a:pt x="4180420" y="856753"/>
                </a:lnTo>
                <a:lnTo>
                  <a:pt x="4620716" y="1713507"/>
                </a:lnTo>
                <a:lnTo>
                  <a:pt x="5061010" y="2570260"/>
                </a:lnTo>
                <a:lnTo>
                  <a:pt x="5501306" y="3428603"/>
                </a:lnTo>
                <a:lnTo>
                  <a:pt x="5940806" y="4286151"/>
                </a:lnTo>
                <a:lnTo>
                  <a:pt x="6312024" y="5008489"/>
                </a:lnTo>
                <a:lnTo>
                  <a:pt x="6312024" y="6858000"/>
                </a:lnTo>
                <a:lnTo>
                  <a:pt x="5382092" y="6858000"/>
                </a:lnTo>
                <a:lnTo>
                  <a:pt x="4441895" y="6858000"/>
                </a:lnTo>
                <a:lnTo>
                  <a:pt x="3503288" y="6858000"/>
                </a:lnTo>
                <a:lnTo>
                  <a:pt x="3063787" y="5999657"/>
                </a:lnTo>
                <a:lnTo>
                  <a:pt x="2626671" y="5142904"/>
                </a:lnTo>
                <a:lnTo>
                  <a:pt x="2188760" y="4286151"/>
                </a:lnTo>
                <a:lnTo>
                  <a:pt x="1751644" y="3428603"/>
                </a:lnTo>
                <a:lnTo>
                  <a:pt x="1312938" y="2570260"/>
                </a:lnTo>
                <a:lnTo>
                  <a:pt x="875027" y="1713507"/>
                </a:lnTo>
                <a:lnTo>
                  <a:pt x="437911" y="856753"/>
                </a:lnTo>
                <a:close/>
              </a:path>
            </a:pathLst>
          </a:custGeom>
          <a:solidFill>
            <a:schemeClr val="bg2">
              <a:lumMod val="90000"/>
            </a:schemeClr>
          </a:solidFill>
        </p:spPr>
        <p:txBody>
          <a:bodyPr wrap="square" bIns="648000" anchor="ctr" anchorCtr="0">
            <a:noAutofit/>
          </a:bodyPr>
          <a:lstStyle>
            <a:lvl1pPr algn="ctr">
              <a:defRPr sz="1000"/>
            </a:lvl1pPr>
          </a:lstStyle>
          <a:p>
            <a:r>
              <a:rPr lang="en-US"/>
              <a:t>Click icon to add picture</a:t>
            </a:r>
            <a:endParaRPr lang="en-GB"/>
          </a:p>
        </p:txBody>
      </p:sp>
      <p:sp>
        <p:nvSpPr>
          <p:cNvPr id="9" name="Freeform 6">
            <a:extLst>
              <a:ext uri="{FF2B5EF4-FFF2-40B4-BE49-F238E27FC236}">
                <a16:creationId xmlns:a16="http://schemas.microsoft.com/office/drawing/2014/main" id="{6AF8CD90-E44F-834B-AEB1-4B3DD8D1D6EC}"/>
              </a:ext>
            </a:extLst>
          </p:cNvPr>
          <p:cNvSpPr>
            <a:spLocks noChangeAspect="1" noEditPoints="1"/>
          </p:cNvSpPr>
          <p:nvPr/>
        </p:nvSpPr>
        <p:spPr bwMode="auto">
          <a:xfrm>
            <a:off x="407988" y="578272"/>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3709177139"/>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Section Header Picture Blue">
    <p:bg>
      <p:bgPr>
        <a:solidFill>
          <a:schemeClr val="accent2"/>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lvl1pPr>
              <a:defRPr>
                <a:solidFill>
                  <a:schemeClr val="bg1"/>
                </a:solidFill>
              </a:defRPr>
            </a:lvl1pPr>
          </a:lstStyle>
          <a:p>
            <a:fld id="{0C063513-7BD0-4105-A58E-B0FD4ACB3121}" type="datetime3">
              <a:rPr lang="en-US" smtClean="0"/>
              <a:pPr/>
              <a:t>1 October 2026</a:t>
            </a:fld>
            <a:endParaRPr lang="en-US"/>
          </a:p>
        </p:txBody>
      </p:sp>
      <p:sp>
        <p:nvSpPr>
          <p:cNvPr id="5" name="Footer Placeholder 4"/>
          <p:cNvSpPr>
            <a:spLocks noGrp="1"/>
          </p:cNvSpPr>
          <p:nvPr>
            <p:ph type="ftr" sz="quarter" idx="11"/>
          </p:nvPr>
        </p:nvSpPr>
        <p:spPr/>
        <p:txBody>
          <a:bodyPr/>
          <a:lstStyle>
            <a:lvl1pPr>
              <a:defRPr>
                <a:solidFill>
                  <a:schemeClr val="bg1"/>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2"/>
                </a:solidFill>
              </a:defRPr>
            </a:lvl1pPr>
          </a:lstStyle>
          <a:p>
            <a:fld id="{5B16D1FE-3A35-41BA-8EBE-413702045235}" type="slidenum">
              <a:rPr lang="en-US" smtClean="0"/>
              <a:pPr/>
              <a:t>‹#›</a:t>
            </a:fld>
            <a:endParaRPr lang="en-US"/>
          </a:p>
        </p:txBody>
      </p:sp>
      <p:sp>
        <p:nvSpPr>
          <p:cNvPr id="3" name="Title 1">
            <a:extLst>
              <a:ext uri="{FF2B5EF4-FFF2-40B4-BE49-F238E27FC236}">
                <a16:creationId xmlns:a16="http://schemas.microsoft.com/office/drawing/2014/main" id="{A959A056-AFA0-26C6-101C-C000621FA311}"/>
              </a:ext>
            </a:extLst>
          </p:cNvPr>
          <p:cNvSpPr>
            <a:spLocks noGrp="1"/>
          </p:cNvSpPr>
          <p:nvPr>
            <p:ph type="title"/>
          </p:nvPr>
        </p:nvSpPr>
        <p:spPr>
          <a:xfrm>
            <a:off x="407989" y="3140968"/>
            <a:ext cx="6408092" cy="1944688"/>
          </a:xfrm>
        </p:spPr>
        <p:txBody>
          <a:bodyPr anchor="b"/>
          <a:lstStyle>
            <a:lvl1pPr>
              <a:defRPr sz="4800">
                <a:solidFill>
                  <a:schemeClr val="bg1"/>
                </a:solidFill>
              </a:defRPr>
            </a:lvl1pPr>
          </a:lstStyle>
          <a:p>
            <a:r>
              <a:rPr lang="en-US"/>
              <a:t>Click to edit Master title style</a:t>
            </a:r>
            <a:endParaRPr lang="en-US" dirty="0"/>
          </a:p>
        </p:txBody>
      </p:sp>
      <p:sp>
        <p:nvSpPr>
          <p:cNvPr id="7" name="Subtitle 2">
            <a:extLst>
              <a:ext uri="{FF2B5EF4-FFF2-40B4-BE49-F238E27FC236}">
                <a16:creationId xmlns:a16="http://schemas.microsoft.com/office/drawing/2014/main" id="{5B3994A8-7514-2133-F3BA-78A90F63BB28}"/>
              </a:ext>
            </a:extLst>
          </p:cNvPr>
          <p:cNvSpPr>
            <a:spLocks noGrp="1"/>
          </p:cNvSpPr>
          <p:nvPr>
            <p:ph type="subTitle" idx="1"/>
          </p:nvPr>
        </p:nvSpPr>
        <p:spPr>
          <a:xfrm>
            <a:off x="407989" y="5373216"/>
            <a:ext cx="6408092" cy="648618"/>
          </a:xfrm>
        </p:spPr>
        <p:txBody>
          <a:bodyPr anchor="t" anchorCtr="0">
            <a:noAutofit/>
          </a:bodyPr>
          <a:lstStyle>
            <a:lvl1pPr marL="0" indent="0" algn="l">
              <a:lnSpc>
                <a:spcPct val="100000"/>
              </a:lnSpc>
              <a:spcBef>
                <a:spcPts val="200"/>
              </a:spcBef>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0" name="Freeform 6">
            <a:extLst>
              <a:ext uri="{FF2B5EF4-FFF2-40B4-BE49-F238E27FC236}">
                <a16:creationId xmlns:a16="http://schemas.microsoft.com/office/drawing/2014/main" id="{22776668-7B05-DC70-54FC-7A25F49BFF25}"/>
              </a:ext>
            </a:extLst>
          </p:cNvPr>
          <p:cNvSpPr>
            <a:spLocks noChangeAspect="1" noEditPoints="1"/>
          </p:cNvSpPr>
          <p:nvPr/>
        </p:nvSpPr>
        <p:spPr bwMode="auto">
          <a:xfrm>
            <a:off x="10646502" y="6236625"/>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solidFill>
                <a:schemeClr val="bg1"/>
              </a:solidFill>
            </a:endParaRPr>
          </a:p>
        </p:txBody>
      </p:sp>
      <p:sp>
        <p:nvSpPr>
          <p:cNvPr id="2" name="Freeform: Shape 1">
            <a:extLst>
              <a:ext uri="{FF2B5EF4-FFF2-40B4-BE49-F238E27FC236}">
                <a16:creationId xmlns:a16="http://schemas.microsoft.com/office/drawing/2014/main" id="{87E7FB48-1618-3E93-EF78-2EAE52CB0855}"/>
              </a:ext>
            </a:extLst>
          </p:cNvPr>
          <p:cNvSpPr/>
          <p:nvPr/>
        </p:nvSpPr>
        <p:spPr bwMode="auto">
          <a:xfrm>
            <a:off x="9619824" y="0"/>
            <a:ext cx="2572176" cy="5301208"/>
          </a:xfrm>
          <a:custGeom>
            <a:avLst/>
            <a:gdLst>
              <a:gd name="connsiteX0" fmla="*/ 0 w 2572176"/>
              <a:gd name="connsiteY0" fmla="*/ 0 h 5301208"/>
              <a:gd name="connsiteX1" fmla="*/ 2572176 w 2572176"/>
              <a:gd name="connsiteY1" fmla="*/ 0 h 5301208"/>
              <a:gd name="connsiteX2" fmla="*/ 2572176 w 2572176"/>
              <a:gd name="connsiteY2" fmla="*/ 5301208 h 5301208"/>
              <a:gd name="connsiteX3" fmla="*/ 2571559 w 2572176"/>
              <a:gd name="connsiteY3" fmla="*/ 5301208 h 5301208"/>
              <a:gd name="connsiteX4" fmla="*/ 2571559 w 2572176"/>
              <a:gd name="connsiteY4" fmla="*/ 5008493 h 5301208"/>
              <a:gd name="connsiteX5" fmla="*/ 2200180 w 2572176"/>
              <a:gd name="connsiteY5" fmla="*/ 4286155 h 5301208"/>
              <a:gd name="connsiteX6" fmla="*/ 1760410 w 2572176"/>
              <a:gd name="connsiteY6" fmla="*/ 3428600 h 5301208"/>
              <a:gd name="connsiteX7" fmla="*/ 1319974 w 2572176"/>
              <a:gd name="connsiteY7" fmla="*/ 2570264 h 5301208"/>
              <a:gd name="connsiteX8" fmla="*/ 879443 w 2572176"/>
              <a:gd name="connsiteY8" fmla="*/ 1713509 h 5301208"/>
              <a:gd name="connsiteX9" fmla="*/ 438911 w 2572176"/>
              <a:gd name="connsiteY9" fmla="*/ 856753 h 5301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72176" h="5301208">
                <a:moveTo>
                  <a:pt x="0" y="0"/>
                </a:moveTo>
                <a:lnTo>
                  <a:pt x="2572176" y="0"/>
                </a:lnTo>
                <a:lnTo>
                  <a:pt x="2572176" y="5301208"/>
                </a:lnTo>
                <a:lnTo>
                  <a:pt x="2571559" y="5301208"/>
                </a:lnTo>
                <a:lnTo>
                  <a:pt x="2571559" y="5008493"/>
                </a:lnTo>
                <a:lnTo>
                  <a:pt x="2200180" y="4286155"/>
                </a:lnTo>
                <a:lnTo>
                  <a:pt x="1760410" y="3428600"/>
                </a:lnTo>
                <a:lnTo>
                  <a:pt x="1319974" y="2570264"/>
                </a:lnTo>
                <a:lnTo>
                  <a:pt x="879443" y="1713509"/>
                </a:lnTo>
                <a:lnTo>
                  <a:pt x="438911" y="856753"/>
                </a:lnTo>
                <a:close/>
              </a:path>
            </a:pathLst>
          </a:custGeom>
          <a:solidFill>
            <a:schemeClr val="accent6"/>
          </a:solidFill>
          <a:ln>
            <a:noFill/>
          </a:ln>
        </p:spPr>
        <p:txBody>
          <a:bodyPr vert="horz" wrap="square" lIns="91440" tIns="45720" rIns="91440" bIns="45720" numCol="1" rtlCol="0" anchor="t" anchorCtr="0" compatLnSpc="1">
            <a:prstTxWarp prst="textNoShape">
              <a:avLst/>
            </a:prstTxWarp>
            <a:noAutofit/>
          </a:bodyPr>
          <a:lstStyle/>
          <a:p>
            <a:pPr algn="ctr"/>
            <a:endParaRPr lang="en-GB"/>
          </a:p>
        </p:txBody>
      </p:sp>
      <p:sp>
        <p:nvSpPr>
          <p:cNvPr id="8" name="Picture Placeholder 7">
            <a:extLst>
              <a:ext uri="{FF2B5EF4-FFF2-40B4-BE49-F238E27FC236}">
                <a16:creationId xmlns:a16="http://schemas.microsoft.com/office/drawing/2014/main" id="{09AFA7A2-E5E3-B23A-5B28-80BF6335E9A3}"/>
              </a:ext>
            </a:extLst>
          </p:cNvPr>
          <p:cNvSpPr>
            <a:spLocks noGrp="1"/>
          </p:cNvSpPr>
          <p:nvPr>
            <p:ph type="pic" sz="quarter" idx="20"/>
          </p:nvPr>
        </p:nvSpPr>
        <p:spPr>
          <a:xfrm>
            <a:off x="5879976" y="0"/>
            <a:ext cx="6312024" cy="6858000"/>
          </a:xfrm>
          <a:custGeom>
            <a:avLst/>
            <a:gdLst>
              <a:gd name="connsiteX0" fmla="*/ 0 w 6312024"/>
              <a:gd name="connsiteY0" fmla="*/ 0 h 6858000"/>
              <a:gd name="connsiteX1" fmla="*/ 934634 w 6312024"/>
              <a:gd name="connsiteY1" fmla="*/ 0 h 6858000"/>
              <a:gd name="connsiteX2" fmla="*/ 1870063 w 6312024"/>
              <a:gd name="connsiteY2" fmla="*/ 0 h 6858000"/>
              <a:gd name="connsiteX3" fmla="*/ 2805491 w 6312024"/>
              <a:gd name="connsiteY3" fmla="*/ 0 h 6858000"/>
              <a:gd name="connsiteX4" fmla="*/ 3741714 w 6312024"/>
              <a:gd name="connsiteY4" fmla="*/ 0 h 6858000"/>
              <a:gd name="connsiteX5" fmla="*/ 4180420 w 6312024"/>
              <a:gd name="connsiteY5" fmla="*/ 856753 h 6858000"/>
              <a:gd name="connsiteX6" fmla="*/ 4620716 w 6312024"/>
              <a:gd name="connsiteY6" fmla="*/ 1713507 h 6858000"/>
              <a:gd name="connsiteX7" fmla="*/ 5061010 w 6312024"/>
              <a:gd name="connsiteY7" fmla="*/ 2570260 h 6858000"/>
              <a:gd name="connsiteX8" fmla="*/ 5501306 w 6312024"/>
              <a:gd name="connsiteY8" fmla="*/ 3428603 h 6858000"/>
              <a:gd name="connsiteX9" fmla="*/ 5940806 w 6312024"/>
              <a:gd name="connsiteY9" fmla="*/ 4286151 h 6858000"/>
              <a:gd name="connsiteX10" fmla="*/ 6312024 w 6312024"/>
              <a:gd name="connsiteY10" fmla="*/ 5008489 h 6858000"/>
              <a:gd name="connsiteX11" fmla="*/ 6312024 w 6312024"/>
              <a:gd name="connsiteY11" fmla="*/ 6858000 h 6858000"/>
              <a:gd name="connsiteX12" fmla="*/ 5382092 w 6312024"/>
              <a:gd name="connsiteY12" fmla="*/ 6858000 h 6858000"/>
              <a:gd name="connsiteX13" fmla="*/ 4441895 w 6312024"/>
              <a:gd name="connsiteY13" fmla="*/ 6858000 h 6858000"/>
              <a:gd name="connsiteX14" fmla="*/ 3503288 w 6312024"/>
              <a:gd name="connsiteY14" fmla="*/ 6858000 h 6858000"/>
              <a:gd name="connsiteX15" fmla="*/ 3063787 w 6312024"/>
              <a:gd name="connsiteY15" fmla="*/ 5999657 h 6858000"/>
              <a:gd name="connsiteX16" fmla="*/ 2626671 w 6312024"/>
              <a:gd name="connsiteY16" fmla="*/ 5142904 h 6858000"/>
              <a:gd name="connsiteX17" fmla="*/ 2188760 w 6312024"/>
              <a:gd name="connsiteY17" fmla="*/ 4286151 h 6858000"/>
              <a:gd name="connsiteX18" fmla="*/ 1751644 w 6312024"/>
              <a:gd name="connsiteY18" fmla="*/ 3428603 h 6858000"/>
              <a:gd name="connsiteX19" fmla="*/ 1312938 w 6312024"/>
              <a:gd name="connsiteY19" fmla="*/ 2570260 h 6858000"/>
              <a:gd name="connsiteX20" fmla="*/ 875027 w 6312024"/>
              <a:gd name="connsiteY20" fmla="*/ 1713507 h 6858000"/>
              <a:gd name="connsiteX21" fmla="*/ 437911 w 6312024"/>
              <a:gd name="connsiteY21" fmla="*/ 85675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312024" h="6858000">
                <a:moveTo>
                  <a:pt x="0" y="0"/>
                </a:moveTo>
                <a:lnTo>
                  <a:pt x="934634" y="0"/>
                </a:lnTo>
                <a:lnTo>
                  <a:pt x="1870063" y="0"/>
                </a:lnTo>
                <a:lnTo>
                  <a:pt x="2805491" y="0"/>
                </a:lnTo>
                <a:lnTo>
                  <a:pt x="3741714" y="0"/>
                </a:lnTo>
                <a:lnTo>
                  <a:pt x="4180420" y="856753"/>
                </a:lnTo>
                <a:lnTo>
                  <a:pt x="4620716" y="1713507"/>
                </a:lnTo>
                <a:lnTo>
                  <a:pt x="5061010" y="2570260"/>
                </a:lnTo>
                <a:lnTo>
                  <a:pt x="5501306" y="3428603"/>
                </a:lnTo>
                <a:lnTo>
                  <a:pt x="5940806" y="4286151"/>
                </a:lnTo>
                <a:lnTo>
                  <a:pt x="6312024" y="5008489"/>
                </a:lnTo>
                <a:lnTo>
                  <a:pt x="6312024" y="6858000"/>
                </a:lnTo>
                <a:lnTo>
                  <a:pt x="5382092" y="6858000"/>
                </a:lnTo>
                <a:lnTo>
                  <a:pt x="4441895" y="6858000"/>
                </a:lnTo>
                <a:lnTo>
                  <a:pt x="3503288" y="6858000"/>
                </a:lnTo>
                <a:lnTo>
                  <a:pt x="3063787" y="5999657"/>
                </a:lnTo>
                <a:lnTo>
                  <a:pt x="2626671" y="5142904"/>
                </a:lnTo>
                <a:lnTo>
                  <a:pt x="2188760" y="4286151"/>
                </a:lnTo>
                <a:lnTo>
                  <a:pt x="1751644" y="3428603"/>
                </a:lnTo>
                <a:lnTo>
                  <a:pt x="1312938" y="2570260"/>
                </a:lnTo>
                <a:lnTo>
                  <a:pt x="875027" y="1713507"/>
                </a:lnTo>
                <a:lnTo>
                  <a:pt x="437911" y="856753"/>
                </a:lnTo>
                <a:close/>
              </a:path>
            </a:pathLst>
          </a:custGeom>
          <a:solidFill>
            <a:schemeClr val="bg2">
              <a:lumMod val="90000"/>
            </a:schemeClr>
          </a:solidFill>
        </p:spPr>
        <p:txBody>
          <a:bodyPr wrap="square" bIns="648000" anchor="ctr" anchorCtr="0">
            <a:noAutofit/>
          </a:bodyPr>
          <a:lstStyle>
            <a:lvl1pPr algn="ctr">
              <a:defRPr sz="1000"/>
            </a:lvl1pPr>
          </a:lstStyle>
          <a:p>
            <a:r>
              <a:rPr lang="en-US"/>
              <a:t>Click icon to add picture</a:t>
            </a:r>
            <a:endParaRPr lang="en-GB"/>
          </a:p>
        </p:txBody>
      </p:sp>
      <p:sp>
        <p:nvSpPr>
          <p:cNvPr id="9" name="Freeform 6">
            <a:extLst>
              <a:ext uri="{FF2B5EF4-FFF2-40B4-BE49-F238E27FC236}">
                <a16:creationId xmlns:a16="http://schemas.microsoft.com/office/drawing/2014/main" id="{5DA44438-2C44-74CA-00B5-2AC54E313B58}"/>
              </a:ext>
            </a:extLst>
          </p:cNvPr>
          <p:cNvSpPr>
            <a:spLocks noChangeAspect="1" noEditPoints="1"/>
          </p:cNvSpPr>
          <p:nvPr/>
        </p:nvSpPr>
        <p:spPr bwMode="auto">
          <a:xfrm>
            <a:off x="407988" y="578272"/>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4290096725"/>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Quote">
    <p:bg>
      <p:bgPr>
        <a:solidFill>
          <a:schemeClr val="accent2"/>
        </a:solidFill>
        <a:effectLst/>
      </p:bgPr>
    </p:bg>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lvl1pPr>
              <a:defRPr>
                <a:solidFill>
                  <a:schemeClr val="bg1"/>
                </a:solidFill>
              </a:defRPr>
            </a:lvl1pPr>
          </a:lstStyle>
          <a:p>
            <a:fld id="{B0DE974C-B015-4960-9DAB-14E5D9F97D84}" type="datetime3">
              <a:rPr lang="en-US" smtClean="0"/>
              <a:pPr/>
              <a:t>1 October 2026</a:t>
            </a:fld>
            <a:endParaRPr lang="en-US" dirty="0"/>
          </a:p>
        </p:txBody>
      </p:sp>
      <p:sp>
        <p:nvSpPr>
          <p:cNvPr id="8" name="Footer Placeholder 7"/>
          <p:cNvSpPr>
            <a:spLocks noGrp="1"/>
          </p:cNvSpPr>
          <p:nvPr>
            <p:ph type="ftr" sz="quarter" idx="11"/>
          </p:nvPr>
        </p:nvSpPr>
        <p:spPr/>
        <p:txBody>
          <a:bodyPr/>
          <a:lstStyle>
            <a:lvl1pPr>
              <a:defRPr>
                <a:solidFill>
                  <a:schemeClr val="bg1"/>
                </a:solidFill>
              </a:defRPr>
            </a:lvl1pPr>
          </a:lstStyle>
          <a:p>
            <a:endParaRPr lang="en-US" dirty="0"/>
          </a:p>
        </p:txBody>
      </p:sp>
      <p:sp>
        <p:nvSpPr>
          <p:cNvPr id="9" name="Slide Number Placeholder 8"/>
          <p:cNvSpPr>
            <a:spLocks noGrp="1"/>
          </p:cNvSpPr>
          <p:nvPr>
            <p:ph type="sldNum" sz="quarter" idx="12"/>
          </p:nvPr>
        </p:nvSpPr>
        <p:spPr/>
        <p:txBody>
          <a:bodyPr/>
          <a:lstStyle>
            <a:lvl1pPr>
              <a:defRPr>
                <a:solidFill>
                  <a:schemeClr val="accent2"/>
                </a:solidFill>
              </a:defRPr>
            </a:lvl1pPr>
          </a:lstStyle>
          <a:p>
            <a:fld id="{5B16D1FE-3A35-41BA-8EBE-413702045235}" type="slidenum">
              <a:rPr lang="en-US" smtClean="0"/>
              <a:pPr/>
              <a:t>‹#›</a:t>
            </a:fld>
            <a:endParaRPr lang="en-US" dirty="0"/>
          </a:p>
        </p:txBody>
      </p:sp>
      <p:sp>
        <p:nvSpPr>
          <p:cNvPr id="10" name="Text Placeholder 6">
            <a:extLst>
              <a:ext uri="{FF2B5EF4-FFF2-40B4-BE49-F238E27FC236}">
                <a16:creationId xmlns:a16="http://schemas.microsoft.com/office/drawing/2014/main" id="{FE12270E-4CD9-35EB-27F8-CF96FB6E28A9}"/>
              </a:ext>
            </a:extLst>
          </p:cNvPr>
          <p:cNvSpPr>
            <a:spLocks noGrp="1"/>
          </p:cNvSpPr>
          <p:nvPr>
            <p:ph type="body" sz="quarter" idx="13" hasCustomPrompt="1"/>
          </p:nvPr>
        </p:nvSpPr>
        <p:spPr>
          <a:xfrm>
            <a:off x="407987" y="1844675"/>
            <a:ext cx="9504437" cy="4176714"/>
          </a:xfrm>
        </p:spPr>
        <p:txBody>
          <a:bodyPr/>
          <a:lstStyle>
            <a:lvl1pPr>
              <a:lnSpc>
                <a:spcPct val="90000"/>
              </a:lnSpc>
              <a:spcBef>
                <a:spcPts val="600"/>
              </a:spcBef>
              <a:defRPr sz="4800" b="1" i="0" spc="0" baseline="0">
                <a:solidFill>
                  <a:schemeClr val="bg1"/>
                </a:solidFill>
              </a:defRPr>
            </a:lvl1pPr>
            <a:lvl2pPr marL="0" indent="0">
              <a:lnSpc>
                <a:spcPct val="110000"/>
              </a:lnSpc>
              <a:spcBef>
                <a:spcPts val="600"/>
              </a:spcBef>
              <a:buFontTx/>
              <a:buNone/>
              <a:defRPr sz="1600" b="1" spc="0" baseline="0">
                <a:solidFill>
                  <a:schemeClr val="accent4"/>
                </a:solidFill>
              </a:defRPr>
            </a:lvl2pPr>
            <a:lvl3pPr marL="0" indent="0">
              <a:lnSpc>
                <a:spcPct val="90000"/>
              </a:lnSpc>
              <a:buFontTx/>
              <a:buNone/>
              <a:defRPr sz="1200"/>
            </a:lvl3pPr>
            <a:lvl4pPr marL="0" indent="0">
              <a:lnSpc>
                <a:spcPct val="90000"/>
              </a:lnSpc>
              <a:buFontTx/>
              <a:buNone/>
              <a:defRPr sz="1200"/>
            </a:lvl4pPr>
            <a:lvl5pPr marL="0" indent="0">
              <a:lnSpc>
                <a:spcPct val="90000"/>
              </a:lnSpc>
              <a:buFontTx/>
              <a:buNone/>
              <a:defRPr sz="1200"/>
            </a:lvl5pPr>
            <a:lvl6pPr marL="0" indent="0">
              <a:lnSpc>
                <a:spcPct val="90000"/>
              </a:lnSpc>
              <a:buFontTx/>
              <a:buNone/>
              <a:defRPr sz="1200"/>
            </a:lvl6pPr>
            <a:lvl7pPr marL="0" indent="0">
              <a:lnSpc>
                <a:spcPct val="90000"/>
              </a:lnSpc>
              <a:buFontTx/>
              <a:buNone/>
              <a:defRPr sz="1200"/>
            </a:lvl7pPr>
            <a:lvl8pPr marL="0" indent="0">
              <a:lnSpc>
                <a:spcPct val="90000"/>
              </a:lnSpc>
              <a:buFontTx/>
              <a:buNone/>
              <a:defRPr sz="1200"/>
            </a:lvl8pPr>
            <a:lvl9pPr marL="0" indent="0">
              <a:lnSpc>
                <a:spcPct val="90000"/>
              </a:lnSpc>
              <a:buFontTx/>
              <a:buNone/>
              <a:defRPr sz="1200"/>
            </a:lvl9pPr>
          </a:lstStyle>
          <a:p>
            <a:pPr lvl="0"/>
            <a:r>
              <a:rPr lang="en-US" dirty="0"/>
              <a:t>Add Quote</a:t>
            </a:r>
          </a:p>
          <a:p>
            <a:pPr lvl="1"/>
            <a:r>
              <a:rPr lang="en-US" dirty="0"/>
              <a:t>Second level</a:t>
            </a:r>
          </a:p>
        </p:txBody>
      </p:sp>
      <p:sp>
        <p:nvSpPr>
          <p:cNvPr id="3" name="Freeform 6">
            <a:extLst>
              <a:ext uri="{FF2B5EF4-FFF2-40B4-BE49-F238E27FC236}">
                <a16:creationId xmlns:a16="http://schemas.microsoft.com/office/drawing/2014/main" id="{A4015680-8341-F8ED-048E-F077734884C6}"/>
              </a:ext>
            </a:extLst>
          </p:cNvPr>
          <p:cNvSpPr>
            <a:spLocks noChangeAspect="1" noEditPoints="1"/>
          </p:cNvSpPr>
          <p:nvPr/>
        </p:nvSpPr>
        <p:spPr bwMode="auto">
          <a:xfrm>
            <a:off x="10646502" y="6236625"/>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sp>
        <p:nvSpPr>
          <p:cNvPr id="13" name="Freeform 5">
            <a:extLst>
              <a:ext uri="{FF2B5EF4-FFF2-40B4-BE49-F238E27FC236}">
                <a16:creationId xmlns:a16="http://schemas.microsoft.com/office/drawing/2014/main" id="{ACA59BE2-4195-3B8E-FE2C-636C236EF1D3}"/>
              </a:ext>
            </a:extLst>
          </p:cNvPr>
          <p:cNvSpPr>
            <a:spLocks noChangeAspect="1" noEditPoints="1"/>
          </p:cNvSpPr>
          <p:nvPr/>
        </p:nvSpPr>
        <p:spPr bwMode="auto">
          <a:xfrm>
            <a:off x="406847" y="1268760"/>
            <a:ext cx="448555" cy="432000"/>
          </a:xfrm>
          <a:custGeom>
            <a:avLst/>
            <a:gdLst>
              <a:gd name="T0" fmla="*/ 595 w 596"/>
              <a:gd name="T1" fmla="*/ 21 h 574"/>
              <a:gd name="T2" fmla="*/ 593 w 596"/>
              <a:gd name="T3" fmla="*/ 11 h 574"/>
              <a:gd name="T4" fmla="*/ 587 w 596"/>
              <a:gd name="T5" fmla="*/ 4 h 574"/>
              <a:gd name="T6" fmla="*/ 583 w 596"/>
              <a:gd name="T7" fmla="*/ 2 h 574"/>
              <a:gd name="T8" fmla="*/ 578 w 596"/>
              <a:gd name="T9" fmla="*/ 0 h 574"/>
              <a:gd name="T10" fmla="*/ 530 w 596"/>
              <a:gd name="T11" fmla="*/ 0 h 574"/>
              <a:gd name="T12" fmla="*/ 516 w 596"/>
              <a:gd name="T13" fmla="*/ 1 h 574"/>
              <a:gd name="T14" fmla="*/ 508 w 596"/>
              <a:gd name="T15" fmla="*/ 4 h 574"/>
              <a:gd name="T16" fmla="*/ 501 w 596"/>
              <a:gd name="T17" fmla="*/ 9 h 574"/>
              <a:gd name="T18" fmla="*/ 495 w 596"/>
              <a:gd name="T19" fmla="*/ 15 h 574"/>
              <a:gd name="T20" fmla="*/ 487 w 596"/>
              <a:gd name="T21" fmla="*/ 28 h 574"/>
              <a:gd name="T22" fmla="*/ 482 w 596"/>
              <a:gd name="T23" fmla="*/ 39 h 574"/>
              <a:gd name="T24" fmla="*/ 346 w 596"/>
              <a:gd name="T25" fmla="*/ 522 h 574"/>
              <a:gd name="T26" fmla="*/ 343 w 596"/>
              <a:gd name="T27" fmla="*/ 534 h 574"/>
              <a:gd name="T28" fmla="*/ 343 w 596"/>
              <a:gd name="T29" fmla="*/ 544 h 574"/>
              <a:gd name="T30" fmla="*/ 345 w 596"/>
              <a:gd name="T31" fmla="*/ 557 h 574"/>
              <a:gd name="T32" fmla="*/ 350 w 596"/>
              <a:gd name="T33" fmla="*/ 566 h 574"/>
              <a:gd name="T34" fmla="*/ 359 w 596"/>
              <a:gd name="T35" fmla="*/ 572 h 574"/>
              <a:gd name="T36" fmla="*/ 366 w 596"/>
              <a:gd name="T37" fmla="*/ 574 h 574"/>
              <a:gd name="T38" fmla="*/ 425 w 596"/>
              <a:gd name="T39" fmla="*/ 574 h 574"/>
              <a:gd name="T40" fmla="*/ 440 w 596"/>
              <a:gd name="T41" fmla="*/ 573 h 574"/>
              <a:gd name="T42" fmla="*/ 449 w 596"/>
              <a:gd name="T43" fmla="*/ 570 h 574"/>
              <a:gd name="T44" fmla="*/ 461 w 596"/>
              <a:gd name="T45" fmla="*/ 562 h 574"/>
              <a:gd name="T46" fmla="*/ 467 w 596"/>
              <a:gd name="T47" fmla="*/ 555 h 574"/>
              <a:gd name="T48" fmla="*/ 475 w 596"/>
              <a:gd name="T49" fmla="*/ 541 h 574"/>
              <a:gd name="T50" fmla="*/ 481 w 596"/>
              <a:gd name="T51" fmla="*/ 522 h 574"/>
              <a:gd name="T52" fmla="*/ 594 w 596"/>
              <a:gd name="T53" fmla="*/ 45 h 574"/>
              <a:gd name="T54" fmla="*/ 596 w 596"/>
              <a:gd name="T55" fmla="*/ 32 h 574"/>
              <a:gd name="T56" fmla="*/ 253 w 596"/>
              <a:gd name="T57" fmla="*/ 27 h 574"/>
              <a:gd name="T58" fmla="*/ 252 w 596"/>
              <a:gd name="T59" fmla="*/ 16 h 574"/>
              <a:gd name="T60" fmla="*/ 248 w 596"/>
              <a:gd name="T61" fmla="*/ 7 h 574"/>
              <a:gd name="T62" fmla="*/ 242 w 596"/>
              <a:gd name="T63" fmla="*/ 3 h 574"/>
              <a:gd name="T64" fmla="*/ 238 w 596"/>
              <a:gd name="T65" fmla="*/ 1 h 574"/>
              <a:gd name="T66" fmla="*/ 228 w 596"/>
              <a:gd name="T67" fmla="*/ 0 h 574"/>
              <a:gd name="T68" fmla="*/ 178 w 596"/>
              <a:gd name="T69" fmla="*/ 0 h 574"/>
              <a:gd name="T70" fmla="*/ 169 w 596"/>
              <a:gd name="T71" fmla="*/ 3 h 574"/>
              <a:gd name="T72" fmla="*/ 162 w 596"/>
              <a:gd name="T73" fmla="*/ 6 h 574"/>
              <a:gd name="T74" fmla="*/ 155 w 596"/>
              <a:gd name="T75" fmla="*/ 11 h 574"/>
              <a:gd name="T76" fmla="*/ 149 w 596"/>
              <a:gd name="T77" fmla="*/ 18 h 574"/>
              <a:gd name="T78" fmla="*/ 141 w 596"/>
              <a:gd name="T79" fmla="*/ 33 h 574"/>
              <a:gd name="T80" fmla="*/ 134 w 596"/>
              <a:gd name="T81" fmla="*/ 52 h 574"/>
              <a:gd name="T82" fmla="*/ 2 w 596"/>
              <a:gd name="T83" fmla="*/ 528 h 574"/>
              <a:gd name="T84" fmla="*/ 0 w 596"/>
              <a:gd name="T85" fmla="*/ 539 h 574"/>
              <a:gd name="T86" fmla="*/ 1 w 596"/>
              <a:gd name="T87" fmla="*/ 551 h 574"/>
              <a:gd name="T88" fmla="*/ 4 w 596"/>
              <a:gd name="T89" fmla="*/ 562 h 574"/>
              <a:gd name="T90" fmla="*/ 11 w 596"/>
              <a:gd name="T91" fmla="*/ 570 h 574"/>
              <a:gd name="T92" fmla="*/ 19 w 596"/>
              <a:gd name="T93" fmla="*/ 573 h 574"/>
              <a:gd name="T94" fmla="*/ 30 w 596"/>
              <a:gd name="T95" fmla="*/ 574 h 574"/>
              <a:gd name="T96" fmla="*/ 92 w 596"/>
              <a:gd name="T97" fmla="*/ 574 h 574"/>
              <a:gd name="T98" fmla="*/ 101 w 596"/>
              <a:gd name="T99" fmla="*/ 571 h 574"/>
              <a:gd name="T100" fmla="*/ 109 w 596"/>
              <a:gd name="T101" fmla="*/ 568 h 574"/>
              <a:gd name="T102" fmla="*/ 120 w 596"/>
              <a:gd name="T103" fmla="*/ 559 h 574"/>
              <a:gd name="T104" fmla="*/ 129 w 596"/>
              <a:gd name="T105" fmla="*/ 546 h 574"/>
              <a:gd name="T106" fmla="*/ 133 w 596"/>
              <a:gd name="T107" fmla="*/ 535 h 574"/>
              <a:gd name="T108" fmla="*/ 250 w 596"/>
              <a:gd name="T109" fmla="*/ 52 h 574"/>
              <a:gd name="T110" fmla="*/ 252 w 596"/>
              <a:gd name="T111" fmla="*/ 38 h 574"/>
              <a:gd name="T112" fmla="*/ 253 w 596"/>
              <a:gd name="T113" fmla="*/ 27 h 5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6" h="574">
                <a:moveTo>
                  <a:pt x="596" y="27"/>
                </a:moveTo>
                <a:lnTo>
                  <a:pt x="595" y="21"/>
                </a:lnTo>
                <a:lnTo>
                  <a:pt x="594" y="16"/>
                </a:lnTo>
                <a:lnTo>
                  <a:pt x="593" y="11"/>
                </a:lnTo>
                <a:lnTo>
                  <a:pt x="591" y="7"/>
                </a:lnTo>
                <a:lnTo>
                  <a:pt x="587" y="4"/>
                </a:lnTo>
                <a:lnTo>
                  <a:pt x="585" y="3"/>
                </a:lnTo>
                <a:lnTo>
                  <a:pt x="583" y="2"/>
                </a:lnTo>
                <a:lnTo>
                  <a:pt x="580" y="1"/>
                </a:lnTo>
                <a:lnTo>
                  <a:pt x="578" y="0"/>
                </a:lnTo>
                <a:lnTo>
                  <a:pt x="571" y="0"/>
                </a:lnTo>
                <a:lnTo>
                  <a:pt x="530" y="0"/>
                </a:lnTo>
                <a:lnTo>
                  <a:pt x="520" y="0"/>
                </a:lnTo>
                <a:lnTo>
                  <a:pt x="516" y="1"/>
                </a:lnTo>
                <a:lnTo>
                  <a:pt x="512" y="3"/>
                </a:lnTo>
                <a:lnTo>
                  <a:pt x="508" y="4"/>
                </a:lnTo>
                <a:lnTo>
                  <a:pt x="504" y="6"/>
                </a:lnTo>
                <a:lnTo>
                  <a:pt x="501" y="9"/>
                </a:lnTo>
                <a:lnTo>
                  <a:pt x="498" y="11"/>
                </a:lnTo>
                <a:lnTo>
                  <a:pt x="495" y="15"/>
                </a:lnTo>
                <a:lnTo>
                  <a:pt x="492" y="18"/>
                </a:lnTo>
                <a:lnTo>
                  <a:pt x="487" y="28"/>
                </a:lnTo>
                <a:lnTo>
                  <a:pt x="485" y="33"/>
                </a:lnTo>
                <a:lnTo>
                  <a:pt x="482" y="39"/>
                </a:lnTo>
                <a:lnTo>
                  <a:pt x="478" y="52"/>
                </a:lnTo>
                <a:lnTo>
                  <a:pt x="346" y="522"/>
                </a:lnTo>
                <a:lnTo>
                  <a:pt x="344" y="528"/>
                </a:lnTo>
                <a:lnTo>
                  <a:pt x="343" y="534"/>
                </a:lnTo>
                <a:lnTo>
                  <a:pt x="343" y="539"/>
                </a:lnTo>
                <a:lnTo>
                  <a:pt x="343" y="544"/>
                </a:lnTo>
                <a:lnTo>
                  <a:pt x="343" y="551"/>
                </a:lnTo>
                <a:lnTo>
                  <a:pt x="345" y="557"/>
                </a:lnTo>
                <a:lnTo>
                  <a:pt x="347" y="562"/>
                </a:lnTo>
                <a:lnTo>
                  <a:pt x="350" y="566"/>
                </a:lnTo>
                <a:lnTo>
                  <a:pt x="354" y="570"/>
                </a:lnTo>
                <a:lnTo>
                  <a:pt x="359" y="572"/>
                </a:lnTo>
                <a:lnTo>
                  <a:pt x="362" y="573"/>
                </a:lnTo>
                <a:lnTo>
                  <a:pt x="366" y="574"/>
                </a:lnTo>
                <a:lnTo>
                  <a:pt x="373" y="574"/>
                </a:lnTo>
                <a:lnTo>
                  <a:pt x="425" y="574"/>
                </a:lnTo>
                <a:lnTo>
                  <a:pt x="435" y="574"/>
                </a:lnTo>
                <a:lnTo>
                  <a:pt x="440" y="573"/>
                </a:lnTo>
                <a:lnTo>
                  <a:pt x="444" y="571"/>
                </a:lnTo>
                <a:lnTo>
                  <a:pt x="449" y="570"/>
                </a:lnTo>
                <a:lnTo>
                  <a:pt x="453" y="568"/>
                </a:lnTo>
                <a:lnTo>
                  <a:pt x="461" y="562"/>
                </a:lnTo>
                <a:lnTo>
                  <a:pt x="464" y="559"/>
                </a:lnTo>
                <a:lnTo>
                  <a:pt x="467" y="555"/>
                </a:lnTo>
                <a:lnTo>
                  <a:pt x="473" y="546"/>
                </a:lnTo>
                <a:lnTo>
                  <a:pt x="475" y="541"/>
                </a:lnTo>
                <a:lnTo>
                  <a:pt x="477" y="535"/>
                </a:lnTo>
                <a:lnTo>
                  <a:pt x="481" y="522"/>
                </a:lnTo>
                <a:lnTo>
                  <a:pt x="593" y="52"/>
                </a:lnTo>
                <a:lnTo>
                  <a:pt x="594" y="45"/>
                </a:lnTo>
                <a:lnTo>
                  <a:pt x="595" y="38"/>
                </a:lnTo>
                <a:lnTo>
                  <a:pt x="596" y="32"/>
                </a:lnTo>
                <a:lnTo>
                  <a:pt x="596" y="27"/>
                </a:lnTo>
                <a:close/>
                <a:moveTo>
                  <a:pt x="253" y="27"/>
                </a:moveTo>
                <a:lnTo>
                  <a:pt x="253" y="21"/>
                </a:lnTo>
                <a:lnTo>
                  <a:pt x="252" y="16"/>
                </a:lnTo>
                <a:lnTo>
                  <a:pt x="250" y="11"/>
                </a:lnTo>
                <a:lnTo>
                  <a:pt x="248" y="7"/>
                </a:lnTo>
                <a:lnTo>
                  <a:pt x="244" y="4"/>
                </a:lnTo>
                <a:lnTo>
                  <a:pt x="242" y="3"/>
                </a:lnTo>
                <a:lnTo>
                  <a:pt x="240" y="2"/>
                </a:lnTo>
                <a:lnTo>
                  <a:pt x="238" y="1"/>
                </a:lnTo>
                <a:lnTo>
                  <a:pt x="235" y="0"/>
                </a:lnTo>
                <a:lnTo>
                  <a:pt x="228" y="0"/>
                </a:lnTo>
                <a:lnTo>
                  <a:pt x="187" y="0"/>
                </a:lnTo>
                <a:lnTo>
                  <a:pt x="178" y="0"/>
                </a:lnTo>
                <a:lnTo>
                  <a:pt x="173" y="1"/>
                </a:lnTo>
                <a:lnTo>
                  <a:pt x="169" y="3"/>
                </a:lnTo>
                <a:lnTo>
                  <a:pt x="165" y="4"/>
                </a:lnTo>
                <a:lnTo>
                  <a:pt x="162" y="6"/>
                </a:lnTo>
                <a:lnTo>
                  <a:pt x="158" y="9"/>
                </a:lnTo>
                <a:lnTo>
                  <a:pt x="155" y="11"/>
                </a:lnTo>
                <a:lnTo>
                  <a:pt x="152" y="15"/>
                </a:lnTo>
                <a:lnTo>
                  <a:pt x="149" y="18"/>
                </a:lnTo>
                <a:lnTo>
                  <a:pt x="143" y="28"/>
                </a:lnTo>
                <a:lnTo>
                  <a:pt x="141" y="33"/>
                </a:lnTo>
                <a:lnTo>
                  <a:pt x="138" y="39"/>
                </a:lnTo>
                <a:lnTo>
                  <a:pt x="134" y="52"/>
                </a:lnTo>
                <a:lnTo>
                  <a:pt x="3" y="522"/>
                </a:lnTo>
                <a:lnTo>
                  <a:pt x="2" y="528"/>
                </a:lnTo>
                <a:lnTo>
                  <a:pt x="1" y="534"/>
                </a:lnTo>
                <a:lnTo>
                  <a:pt x="0" y="539"/>
                </a:lnTo>
                <a:lnTo>
                  <a:pt x="0" y="544"/>
                </a:lnTo>
                <a:lnTo>
                  <a:pt x="1" y="551"/>
                </a:lnTo>
                <a:lnTo>
                  <a:pt x="2" y="557"/>
                </a:lnTo>
                <a:lnTo>
                  <a:pt x="4" y="562"/>
                </a:lnTo>
                <a:lnTo>
                  <a:pt x="7" y="566"/>
                </a:lnTo>
                <a:lnTo>
                  <a:pt x="11" y="570"/>
                </a:lnTo>
                <a:lnTo>
                  <a:pt x="16" y="572"/>
                </a:lnTo>
                <a:lnTo>
                  <a:pt x="19" y="573"/>
                </a:lnTo>
                <a:lnTo>
                  <a:pt x="23" y="574"/>
                </a:lnTo>
                <a:lnTo>
                  <a:pt x="30" y="574"/>
                </a:lnTo>
                <a:lnTo>
                  <a:pt x="82" y="574"/>
                </a:lnTo>
                <a:lnTo>
                  <a:pt x="92" y="574"/>
                </a:lnTo>
                <a:lnTo>
                  <a:pt x="97" y="573"/>
                </a:lnTo>
                <a:lnTo>
                  <a:pt x="101" y="571"/>
                </a:lnTo>
                <a:lnTo>
                  <a:pt x="105" y="570"/>
                </a:lnTo>
                <a:lnTo>
                  <a:pt x="109" y="568"/>
                </a:lnTo>
                <a:lnTo>
                  <a:pt x="117" y="562"/>
                </a:lnTo>
                <a:lnTo>
                  <a:pt x="120" y="559"/>
                </a:lnTo>
                <a:lnTo>
                  <a:pt x="123" y="555"/>
                </a:lnTo>
                <a:lnTo>
                  <a:pt x="129" y="546"/>
                </a:lnTo>
                <a:lnTo>
                  <a:pt x="131" y="541"/>
                </a:lnTo>
                <a:lnTo>
                  <a:pt x="133" y="535"/>
                </a:lnTo>
                <a:lnTo>
                  <a:pt x="137" y="522"/>
                </a:lnTo>
                <a:lnTo>
                  <a:pt x="250" y="52"/>
                </a:lnTo>
                <a:lnTo>
                  <a:pt x="252" y="45"/>
                </a:lnTo>
                <a:lnTo>
                  <a:pt x="252" y="38"/>
                </a:lnTo>
                <a:lnTo>
                  <a:pt x="253" y="32"/>
                </a:lnTo>
                <a:lnTo>
                  <a:pt x="253" y="27"/>
                </a:ln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4223108355"/>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wo Content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07988" y="1844675"/>
            <a:ext cx="5543992" cy="4176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40020" y="1844675"/>
            <a:ext cx="5543993" cy="4176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6BE20E1-9C17-4699-92BB-D9C9F8E0BC6C}" type="datetime3">
              <a:rPr lang="en-US" smtClean="0"/>
              <a:t>1 October 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16D1FE-3A35-41BA-8EBE-413702045235}" type="slidenum">
              <a:rPr lang="en-US" smtClean="0"/>
              <a:t>‹#›</a:t>
            </a:fld>
            <a:endParaRPr lang="en-US"/>
          </a:p>
        </p:txBody>
      </p:sp>
    </p:spTree>
    <p:extLst>
      <p:ext uri="{BB962C8B-B14F-4D97-AF65-F5344CB8AC3E}">
        <p14:creationId xmlns:p14="http://schemas.microsoft.com/office/powerpoint/2010/main" val="694764501"/>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mparison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07988" y="2420888"/>
            <a:ext cx="5543992" cy="3600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40020" y="2420888"/>
            <a:ext cx="5543993" cy="3600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FF79EEE-7C92-4C70-ADA6-26F20A494A5D}" type="datetime3">
              <a:rPr lang="en-US" smtClean="0"/>
              <a:t>1 October 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16D1FE-3A35-41BA-8EBE-413702045235}" type="slidenum">
              <a:rPr lang="en-US" smtClean="0"/>
              <a:t>‹#›</a:t>
            </a:fld>
            <a:endParaRPr lang="en-US"/>
          </a:p>
        </p:txBody>
      </p:sp>
      <p:sp>
        <p:nvSpPr>
          <p:cNvPr id="8" name="Text Placeholder 2">
            <a:extLst>
              <a:ext uri="{FF2B5EF4-FFF2-40B4-BE49-F238E27FC236}">
                <a16:creationId xmlns:a16="http://schemas.microsoft.com/office/drawing/2014/main" id="{3C5896EA-FF55-0154-224C-599A7C2568AA}"/>
              </a:ext>
            </a:extLst>
          </p:cNvPr>
          <p:cNvSpPr>
            <a:spLocks noGrp="1"/>
          </p:cNvSpPr>
          <p:nvPr>
            <p:ph type="body" idx="13"/>
          </p:nvPr>
        </p:nvSpPr>
        <p:spPr>
          <a:xfrm>
            <a:off x="407975" y="1844675"/>
            <a:ext cx="5542983" cy="576659"/>
          </a:xfrm>
        </p:spPr>
        <p:txBody>
          <a:bodyPr anchor="t" anchorCtr="0"/>
          <a:lstStyle>
            <a:lvl1pPr marL="0" indent="0">
              <a:lnSpc>
                <a:spcPct val="100000"/>
              </a:lnSpc>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9" name="Text Placeholder 4">
            <a:extLst>
              <a:ext uri="{FF2B5EF4-FFF2-40B4-BE49-F238E27FC236}">
                <a16:creationId xmlns:a16="http://schemas.microsoft.com/office/drawing/2014/main" id="{10BF1523-1E04-DB5B-3A95-0BF8D194A830}"/>
              </a:ext>
            </a:extLst>
          </p:cNvPr>
          <p:cNvSpPr>
            <a:spLocks noGrp="1"/>
          </p:cNvSpPr>
          <p:nvPr>
            <p:ph type="body" sz="quarter" idx="3"/>
          </p:nvPr>
        </p:nvSpPr>
        <p:spPr>
          <a:xfrm>
            <a:off x="6240488" y="1844675"/>
            <a:ext cx="5543525" cy="576659"/>
          </a:xfrm>
        </p:spPr>
        <p:txBody>
          <a:bodyPr anchor="t" anchorCtr="0"/>
          <a:lstStyle>
            <a:lvl1pPr marL="0" indent="0">
              <a:lnSpc>
                <a:spcPct val="100000"/>
              </a:lnSpc>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cxnSp>
        <p:nvCxnSpPr>
          <p:cNvPr id="11" name="Straight Connector 10">
            <a:extLst>
              <a:ext uri="{FF2B5EF4-FFF2-40B4-BE49-F238E27FC236}">
                <a16:creationId xmlns:a16="http://schemas.microsoft.com/office/drawing/2014/main" id="{E3312D50-F15E-3EC8-DA94-32D5A9D1EBA4}"/>
              </a:ext>
            </a:extLst>
          </p:cNvPr>
          <p:cNvCxnSpPr>
            <a:cxnSpLocks/>
          </p:cNvCxnSpPr>
          <p:nvPr/>
        </p:nvCxnSpPr>
        <p:spPr>
          <a:xfrm>
            <a:off x="6096000" y="1844675"/>
            <a:ext cx="0" cy="4176713"/>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73122871"/>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hree Comparison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07988" y="2420888"/>
            <a:ext cx="3599780" cy="3600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295801" y="2420888"/>
            <a:ext cx="3600400" cy="3600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FF79EEE-7C92-4C70-ADA6-26F20A494A5D}" type="datetime3">
              <a:rPr lang="en-US" smtClean="0"/>
              <a:t>1 October 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16D1FE-3A35-41BA-8EBE-413702045235}" type="slidenum">
              <a:rPr lang="en-US" smtClean="0"/>
              <a:t>‹#›</a:t>
            </a:fld>
            <a:endParaRPr lang="en-US"/>
          </a:p>
        </p:txBody>
      </p:sp>
      <p:sp>
        <p:nvSpPr>
          <p:cNvPr id="8" name="Text Placeholder 2">
            <a:extLst>
              <a:ext uri="{FF2B5EF4-FFF2-40B4-BE49-F238E27FC236}">
                <a16:creationId xmlns:a16="http://schemas.microsoft.com/office/drawing/2014/main" id="{3C5896EA-FF55-0154-224C-599A7C2568AA}"/>
              </a:ext>
            </a:extLst>
          </p:cNvPr>
          <p:cNvSpPr>
            <a:spLocks noGrp="1"/>
          </p:cNvSpPr>
          <p:nvPr>
            <p:ph type="body" idx="13"/>
          </p:nvPr>
        </p:nvSpPr>
        <p:spPr>
          <a:xfrm>
            <a:off x="407975" y="1844675"/>
            <a:ext cx="3599125" cy="576659"/>
          </a:xfrm>
        </p:spPr>
        <p:txBody>
          <a:bodyPr anchor="t" anchorCtr="0"/>
          <a:lstStyle>
            <a:lvl1pPr marL="0" indent="0">
              <a:lnSpc>
                <a:spcPct val="100000"/>
              </a:lnSpc>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9" name="Text Placeholder 4">
            <a:extLst>
              <a:ext uri="{FF2B5EF4-FFF2-40B4-BE49-F238E27FC236}">
                <a16:creationId xmlns:a16="http://schemas.microsoft.com/office/drawing/2014/main" id="{10BF1523-1E04-DB5B-3A95-0BF8D194A830}"/>
              </a:ext>
            </a:extLst>
          </p:cNvPr>
          <p:cNvSpPr>
            <a:spLocks noGrp="1"/>
          </p:cNvSpPr>
          <p:nvPr>
            <p:ph type="body" sz="quarter" idx="3"/>
          </p:nvPr>
        </p:nvSpPr>
        <p:spPr>
          <a:xfrm>
            <a:off x="4296433" y="1844675"/>
            <a:ext cx="3600096" cy="576659"/>
          </a:xfrm>
        </p:spPr>
        <p:txBody>
          <a:bodyPr anchor="t" anchorCtr="0"/>
          <a:lstStyle>
            <a:lvl1pPr marL="0" indent="0">
              <a:lnSpc>
                <a:spcPct val="100000"/>
              </a:lnSpc>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cxnSp>
        <p:nvCxnSpPr>
          <p:cNvPr id="10" name="Straight Connector 9">
            <a:extLst>
              <a:ext uri="{FF2B5EF4-FFF2-40B4-BE49-F238E27FC236}">
                <a16:creationId xmlns:a16="http://schemas.microsoft.com/office/drawing/2014/main" id="{718E971A-6710-C2BB-F744-7619ED66F7A1}"/>
              </a:ext>
            </a:extLst>
          </p:cNvPr>
          <p:cNvCxnSpPr>
            <a:cxnSpLocks/>
          </p:cNvCxnSpPr>
          <p:nvPr userDrawn="1"/>
        </p:nvCxnSpPr>
        <p:spPr>
          <a:xfrm>
            <a:off x="4151784" y="1844675"/>
            <a:ext cx="0" cy="4176713"/>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3E3ADCF-3508-E6D9-DD76-0D136F2DF6EE}"/>
              </a:ext>
            </a:extLst>
          </p:cNvPr>
          <p:cNvCxnSpPr>
            <a:cxnSpLocks/>
          </p:cNvCxnSpPr>
          <p:nvPr userDrawn="1"/>
        </p:nvCxnSpPr>
        <p:spPr>
          <a:xfrm>
            <a:off x="8040216" y="1844675"/>
            <a:ext cx="0" cy="4176713"/>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3" name="Content Placeholder 3">
            <a:extLst>
              <a:ext uri="{FF2B5EF4-FFF2-40B4-BE49-F238E27FC236}">
                <a16:creationId xmlns:a16="http://schemas.microsoft.com/office/drawing/2014/main" id="{6FE21C01-8778-92CB-6C3B-855251BB171F}"/>
              </a:ext>
            </a:extLst>
          </p:cNvPr>
          <p:cNvSpPr>
            <a:spLocks noGrp="1"/>
          </p:cNvSpPr>
          <p:nvPr>
            <p:ph sz="half" idx="14"/>
          </p:nvPr>
        </p:nvSpPr>
        <p:spPr>
          <a:xfrm>
            <a:off x="8184232" y="2420888"/>
            <a:ext cx="3599781" cy="3600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4">
            <a:extLst>
              <a:ext uri="{FF2B5EF4-FFF2-40B4-BE49-F238E27FC236}">
                <a16:creationId xmlns:a16="http://schemas.microsoft.com/office/drawing/2014/main" id="{493E4F3A-8AAD-E825-C637-245CC58A74DE}"/>
              </a:ext>
            </a:extLst>
          </p:cNvPr>
          <p:cNvSpPr>
            <a:spLocks noGrp="1"/>
          </p:cNvSpPr>
          <p:nvPr>
            <p:ph type="body" sz="quarter" idx="15"/>
          </p:nvPr>
        </p:nvSpPr>
        <p:spPr>
          <a:xfrm>
            <a:off x="8184866" y="1844675"/>
            <a:ext cx="3599477" cy="576659"/>
          </a:xfrm>
        </p:spPr>
        <p:txBody>
          <a:bodyPr anchor="t" anchorCtr="0"/>
          <a:lstStyle>
            <a:lvl1pPr marL="0" indent="0">
              <a:lnSpc>
                <a:spcPct val="100000"/>
              </a:lnSpc>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367518353"/>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and Highligh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07988" y="1844675"/>
            <a:ext cx="7488212" cy="4176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A84EBF8-A38E-45A0-95D7-945283F1E2FE}" type="datetime3">
              <a:rPr lang="en-US" smtClean="0"/>
              <a:t>1 October 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16D1FE-3A35-41BA-8EBE-413702045235}" type="slidenum">
              <a:rPr lang="en-US" smtClean="0"/>
              <a:t>‹#›</a:t>
            </a:fld>
            <a:endParaRPr lang="en-US"/>
          </a:p>
        </p:txBody>
      </p:sp>
      <p:sp>
        <p:nvSpPr>
          <p:cNvPr id="8" name="Text Placeholder 2">
            <a:extLst>
              <a:ext uri="{FF2B5EF4-FFF2-40B4-BE49-F238E27FC236}">
                <a16:creationId xmlns:a16="http://schemas.microsoft.com/office/drawing/2014/main" id="{371EBD4D-3E71-905B-0AA1-F24A59D6306D}"/>
              </a:ext>
            </a:extLst>
          </p:cNvPr>
          <p:cNvSpPr>
            <a:spLocks noGrp="1"/>
          </p:cNvSpPr>
          <p:nvPr>
            <p:ph type="body" sz="quarter" idx="16"/>
          </p:nvPr>
        </p:nvSpPr>
        <p:spPr>
          <a:xfrm>
            <a:off x="8184234" y="1844675"/>
            <a:ext cx="3599780" cy="4176713"/>
          </a:xfrm>
        </p:spPr>
        <p:txBody>
          <a:bodyPr/>
          <a:lstStyle>
            <a:lvl1pPr>
              <a:lnSpc>
                <a:spcPct val="100000"/>
              </a:lnSpc>
              <a:defRPr sz="2400" b="1">
                <a:solidFill>
                  <a:schemeClr val="accent2"/>
                </a:solidFill>
              </a:defRPr>
            </a:lvl1pPr>
            <a:lvl2pPr>
              <a:defRPr>
                <a:solidFill>
                  <a:schemeClr val="accent2"/>
                </a:solidFill>
              </a:defRPr>
            </a:lvl2pPr>
            <a:lvl3pPr>
              <a:defRPr>
                <a:solidFill>
                  <a:schemeClr val="accent2"/>
                </a:solidFill>
              </a:defRPr>
            </a:lvl3pPr>
          </a:lstStyle>
          <a:p>
            <a:pPr lvl="0"/>
            <a:r>
              <a:rPr lang="en-US"/>
              <a:t>Click to edit Master text styles</a:t>
            </a:r>
          </a:p>
          <a:p>
            <a:pPr lvl="1"/>
            <a:r>
              <a:rPr lang="en-US"/>
              <a:t>Second level</a:t>
            </a:r>
          </a:p>
          <a:p>
            <a:pPr lvl="2"/>
            <a:r>
              <a:rPr lang="en-US"/>
              <a:t>Third level</a:t>
            </a:r>
          </a:p>
        </p:txBody>
      </p:sp>
      <p:cxnSp>
        <p:nvCxnSpPr>
          <p:cNvPr id="4" name="Straight Connector 3">
            <a:extLst>
              <a:ext uri="{FF2B5EF4-FFF2-40B4-BE49-F238E27FC236}">
                <a16:creationId xmlns:a16="http://schemas.microsoft.com/office/drawing/2014/main" id="{87DD12A4-CAAA-276A-3515-43F04C708942}"/>
              </a:ext>
            </a:extLst>
          </p:cNvPr>
          <p:cNvCxnSpPr>
            <a:cxnSpLocks/>
          </p:cNvCxnSpPr>
          <p:nvPr/>
        </p:nvCxnSpPr>
        <p:spPr>
          <a:xfrm>
            <a:off x="8040216" y="1844675"/>
            <a:ext cx="0" cy="4176713"/>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4103870"/>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and Highlight 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295801" y="1844675"/>
            <a:ext cx="7488212" cy="4176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600731F-9916-473B-AC82-AC8750A47D63}" type="datetime3">
              <a:rPr lang="en-US" smtClean="0"/>
              <a:t>1 October 2026</a:t>
            </a:fld>
            <a:endParaRPr lang="en-US"/>
          </a:p>
        </p:txBody>
      </p:sp>
      <p:sp>
        <p:nvSpPr>
          <p:cNvPr id="7" name="Slide Number Placeholder 6"/>
          <p:cNvSpPr>
            <a:spLocks noGrp="1"/>
          </p:cNvSpPr>
          <p:nvPr>
            <p:ph type="sldNum" sz="quarter" idx="12"/>
          </p:nvPr>
        </p:nvSpPr>
        <p:spPr/>
        <p:txBody>
          <a:bodyPr/>
          <a:lstStyle/>
          <a:p>
            <a:fld id="{5B16D1FE-3A35-41BA-8EBE-413702045235}" type="slidenum">
              <a:rPr lang="en-US" smtClean="0"/>
              <a:t>‹#›</a:t>
            </a:fld>
            <a:endParaRPr lang="en-US"/>
          </a:p>
        </p:txBody>
      </p:sp>
      <p:sp>
        <p:nvSpPr>
          <p:cNvPr id="8" name="Text Placeholder 2">
            <a:extLst>
              <a:ext uri="{FF2B5EF4-FFF2-40B4-BE49-F238E27FC236}">
                <a16:creationId xmlns:a16="http://schemas.microsoft.com/office/drawing/2014/main" id="{371EBD4D-3E71-905B-0AA1-F24A59D6306D}"/>
              </a:ext>
            </a:extLst>
          </p:cNvPr>
          <p:cNvSpPr>
            <a:spLocks noGrp="1"/>
          </p:cNvSpPr>
          <p:nvPr>
            <p:ph type="body" sz="quarter" idx="16"/>
          </p:nvPr>
        </p:nvSpPr>
        <p:spPr>
          <a:xfrm>
            <a:off x="407988" y="1844675"/>
            <a:ext cx="3600450" cy="4176713"/>
          </a:xfrm>
        </p:spPr>
        <p:txBody>
          <a:bodyPr/>
          <a:lstStyle>
            <a:lvl1pPr>
              <a:lnSpc>
                <a:spcPct val="100000"/>
              </a:lnSpc>
              <a:defRPr sz="2400" b="1">
                <a:solidFill>
                  <a:schemeClr val="accent2"/>
                </a:solidFill>
              </a:defRPr>
            </a:lvl1pPr>
            <a:lvl2pPr>
              <a:defRPr>
                <a:solidFill>
                  <a:schemeClr val="accent2"/>
                </a:solidFill>
              </a:defRPr>
            </a:lvl2pPr>
            <a:lvl3pPr>
              <a:defRPr>
                <a:solidFill>
                  <a:schemeClr val="accent2"/>
                </a:solidFill>
              </a:defRPr>
            </a:lvl3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712343593"/>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hree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6"/>
          <p:cNvSpPr>
            <a:spLocks noGrp="1"/>
          </p:cNvSpPr>
          <p:nvPr>
            <p:ph type="dt" sz="half" idx="10"/>
          </p:nvPr>
        </p:nvSpPr>
        <p:spPr/>
        <p:txBody>
          <a:bodyPr/>
          <a:lstStyle/>
          <a:p>
            <a:fld id="{ACA3FAB0-2B33-4026-8022-FB4BDB72EDB3}" type="datetime3">
              <a:rPr lang="en-US" smtClean="0"/>
              <a:t>1 October 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5B16D1FE-3A35-41BA-8EBE-413702045235}" type="slidenum">
              <a:rPr lang="en-US" smtClean="0"/>
              <a:pPr/>
              <a:t>‹#›</a:t>
            </a:fld>
            <a:endParaRPr lang="en-US" dirty="0"/>
          </a:p>
        </p:txBody>
      </p:sp>
      <p:sp>
        <p:nvSpPr>
          <p:cNvPr id="3" name="Text Placeholder 2">
            <a:extLst>
              <a:ext uri="{FF2B5EF4-FFF2-40B4-BE49-F238E27FC236}">
                <a16:creationId xmlns:a16="http://schemas.microsoft.com/office/drawing/2014/main" id="{F89566B9-12F8-284C-8FF9-6FDC1AED19A4}"/>
              </a:ext>
            </a:extLst>
          </p:cNvPr>
          <p:cNvSpPr>
            <a:spLocks noGrp="1"/>
          </p:cNvSpPr>
          <p:nvPr>
            <p:ph type="body" sz="quarter" idx="16"/>
          </p:nvPr>
        </p:nvSpPr>
        <p:spPr>
          <a:xfrm>
            <a:off x="407988" y="3429000"/>
            <a:ext cx="3600450" cy="2592388"/>
          </a:xfrm>
        </p:spPr>
        <p:txBody>
          <a:bodyPr/>
          <a:lstStyle/>
          <a:p>
            <a:pPr lvl="0"/>
            <a:r>
              <a:rPr lang="en-US"/>
              <a:t>Click to edit Master text styles</a:t>
            </a:r>
          </a:p>
          <a:p>
            <a:pPr lvl="1"/>
            <a:r>
              <a:rPr lang="en-US"/>
              <a:t>Second level</a:t>
            </a:r>
          </a:p>
          <a:p>
            <a:pPr lvl="2"/>
            <a:r>
              <a:rPr lang="en-US"/>
              <a:t>Third level</a:t>
            </a:r>
          </a:p>
        </p:txBody>
      </p:sp>
      <p:sp>
        <p:nvSpPr>
          <p:cNvPr id="10" name="Text Placeholder 2">
            <a:extLst>
              <a:ext uri="{FF2B5EF4-FFF2-40B4-BE49-F238E27FC236}">
                <a16:creationId xmlns:a16="http://schemas.microsoft.com/office/drawing/2014/main" id="{8007EE78-B21B-23A7-54BF-B521D91B2AA9}"/>
              </a:ext>
            </a:extLst>
          </p:cNvPr>
          <p:cNvSpPr>
            <a:spLocks noGrp="1"/>
          </p:cNvSpPr>
          <p:nvPr>
            <p:ph type="body" sz="quarter" idx="17"/>
          </p:nvPr>
        </p:nvSpPr>
        <p:spPr>
          <a:xfrm>
            <a:off x="4295801" y="3429000"/>
            <a:ext cx="3600398" cy="2592388"/>
          </a:xfrm>
        </p:spPr>
        <p:txBody>
          <a:bodyPr/>
          <a:lstStyle/>
          <a:p>
            <a:pPr lvl="0"/>
            <a:r>
              <a:rPr lang="en-US"/>
              <a:t>Click to edit Master text styles</a:t>
            </a:r>
          </a:p>
          <a:p>
            <a:pPr lvl="1"/>
            <a:r>
              <a:rPr lang="en-US"/>
              <a:t>Second level</a:t>
            </a:r>
          </a:p>
          <a:p>
            <a:pPr lvl="2"/>
            <a:r>
              <a:rPr lang="en-US"/>
              <a:t>Third level</a:t>
            </a:r>
          </a:p>
        </p:txBody>
      </p:sp>
      <p:sp>
        <p:nvSpPr>
          <p:cNvPr id="11" name="Text Placeholder 2">
            <a:extLst>
              <a:ext uri="{FF2B5EF4-FFF2-40B4-BE49-F238E27FC236}">
                <a16:creationId xmlns:a16="http://schemas.microsoft.com/office/drawing/2014/main" id="{CA93C399-907E-C5BB-591E-631455558992}"/>
              </a:ext>
            </a:extLst>
          </p:cNvPr>
          <p:cNvSpPr>
            <a:spLocks noGrp="1"/>
          </p:cNvSpPr>
          <p:nvPr>
            <p:ph type="body" sz="quarter" idx="18"/>
          </p:nvPr>
        </p:nvSpPr>
        <p:spPr>
          <a:xfrm>
            <a:off x="8183564" y="3429000"/>
            <a:ext cx="3600450" cy="2592388"/>
          </a:xfrm>
        </p:spPr>
        <p:txBody>
          <a:bodyPr/>
          <a:lstStyle/>
          <a:p>
            <a:pPr lvl="0"/>
            <a:r>
              <a:rPr lang="en-US"/>
              <a:t>Click to edit Master text styles</a:t>
            </a:r>
          </a:p>
          <a:p>
            <a:pPr lvl="1"/>
            <a:r>
              <a:rPr lang="en-US"/>
              <a:t>Second level</a:t>
            </a:r>
          </a:p>
          <a:p>
            <a:pPr lvl="2"/>
            <a:r>
              <a:rPr lang="en-US"/>
              <a:t>Third level</a:t>
            </a:r>
          </a:p>
        </p:txBody>
      </p:sp>
      <p:sp>
        <p:nvSpPr>
          <p:cNvPr id="12" name="Text Placeholder 2">
            <a:extLst>
              <a:ext uri="{FF2B5EF4-FFF2-40B4-BE49-F238E27FC236}">
                <a16:creationId xmlns:a16="http://schemas.microsoft.com/office/drawing/2014/main" id="{3CA9FCC5-FDD9-DC9F-FD7E-DC299FDA37D0}"/>
              </a:ext>
            </a:extLst>
          </p:cNvPr>
          <p:cNvSpPr>
            <a:spLocks noGrp="1"/>
          </p:cNvSpPr>
          <p:nvPr>
            <p:ph type="body" idx="1"/>
          </p:nvPr>
        </p:nvSpPr>
        <p:spPr>
          <a:xfrm>
            <a:off x="407988" y="1844675"/>
            <a:ext cx="3599780" cy="1368300"/>
          </a:xfrm>
        </p:spPr>
        <p:txBody>
          <a:bodyPr anchor="t" anchorCtr="0"/>
          <a:lstStyle>
            <a:lvl1pPr marL="0" indent="0">
              <a:lnSpc>
                <a:spcPct val="100000"/>
              </a:lnSpc>
              <a:buNone/>
              <a:defRPr sz="24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Text Placeholder 4">
            <a:extLst>
              <a:ext uri="{FF2B5EF4-FFF2-40B4-BE49-F238E27FC236}">
                <a16:creationId xmlns:a16="http://schemas.microsoft.com/office/drawing/2014/main" id="{EFAA3442-C32E-C521-1F86-60CC0A49B347}"/>
              </a:ext>
            </a:extLst>
          </p:cNvPr>
          <p:cNvSpPr>
            <a:spLocks noGrp="1"/>
          </p:cNvSpPr>
          <p:nvPr>
            <p:ph type="body" sz="quarter" idx="3"/>
          </p:nvPr>
        </p:nvSpPr>
        <p:spPr>
          <a:xfrm>
            <a:off x="4295800" y="1844675"/>
            <a:ext cx="3600400" cy="1368300"/>
          </a:xfrm>
        </p:spPr>
        <p:txBody>
          <a:bodyPr anchor="t" anchorCtr="0"/>
          <a:lstStyle>
            <a:lvl1pPr marL="0" indent="0">
              <a:lnSpc>
                <a:spcPct val="100000"/>
              </a:lnSpc>
              <a:buNone/>
              <a:defRPr sz="24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Text Placeholder 4">
            <a:extLst>
              <a:ext uri="{FF2B5EF4-FFF2-40B4-BE49-F238E27FC236}">
                <a16:creationId xmlns:a16="http://schemas.microsoft.com/office/drawing/2014/main" id="{2A73817A-8DA0-A644-79C7-07F500AD431C}"/>
              </a:ext>
            </a:extLst>
          </p:cNvPr>
          <p:cNvSpPr>
            <a:spLocks noGrp="1"/>
          </p:cNvSpPr>
          <p:nvPr>
            <p:ph type="body" sz="quarter" idx="19"/>
          </p:nvPr>
        </p:nvSpPr>
        <p:spPr>
          <a:xfrm>
            <a:off x="8184232" y="1844675"/>
            <a:ext cx="3599781" cy="1368300"/>
          </a:xfrm>
        </p:spPr>
        <p:txBody>
          <a:bodyPr anchor="t" anchorCtr="0"/>
          <a:lstStyle>
            <a:lvl1pPr marL="0" indent="0">
              <a:lnSpc>
                <a:spcPct val="100000"/>
              </a:lnSpc>
              <a:buNone/>
              <a:defRPr sz="24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cxnSp>
        <p:nvCxnSpPr>
          <p:cNvPr id="16" name="Straight Connector 15">
            <a:extLst>
              <a:ext uri="{FF2B5EF4-FFF2-40B4-BE49-F238E27FC236}">
                <a16:creationId xmlns:a16="http://schemas.microsoft.com/office/drawing/2014/main" id="{F5691066-5FF3-2B0D-FA81-A572DB654937}"/>
              </a:ext>
            </a:extLst>
          </p:cNvPr>
          <p:cNvCxnSpPr>
            <a:cxnSpLocks/>
          </p:cNvCxnSpPr>
          <p:nvPr/>
        </p:nvCxnSpPr>
        <p:spPr>
          <a:xfrm>
            <a:off x="4151784" y="1844675"/>
            <a:ext cx="0" cy="4176713"/>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501E8CBD-88AD-3DB4-D8FB-969D10AE3B5F}"/>
              </a:ext>
            </a:extLst>
          </p:cNvPr>
          <p:cNvCxnSpPr>
            <a:cxnSpLocks/>
          </p:cNvCxnSpPr>
          <p:nvPr/>
        </p:nvCxnSpPr>
        <p:spPr>
          <a:xfrm>
            <a:off x="8040216" y="1844675"/>
            <a:ext cx="0" cy="4176713"/>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69187787"/>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and Picture">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07988" y="1844675"/>
            <a:ext cx="5543996" cy="4176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Picture Placeholder 11">
            <a:extLst>
              <a:ext uri="{FF2B5EF4-FFF2-40B4-BE49-F238E27FC236}">
                <a16:creationId xmlns:a16="http://schemas.microsoft.com/office/drawing/2014/main" id="{7642BECA-EF0C-BD72-6F7D-E1F5C6BCE1B6}"/>
              </a:ext>
            </a:extLst>
          </p:cNvPr>
          <p:cNvSpPr>
            <a:spLocks noGrp="1"/>
          </p:cNvSpPr>
          <p:nvPr>
            <p:ph type="pic" sz="quarter" idx="13"/>
          </p:nvPr>
        </p:nvSpPr>
        <p:spPr>
          <a:xfrm>
            <a:off x="6206870" y="0"/>
            <a:ext cx="5985131" cy="6858000"/>
          </a:xfrm>
          <a:custGeom>
            <a:avLst/>
            <a:gdLst>
              <a:gd name="connsiteX0" fmla="*/ 0 w 5985131"/>
              <a:gd name="connsiteY0" fmla="*/ 0 h 6858000"/>
              <a:gd name="connsiteX1" fmla="*/ 5985131 w 5985131"/>
              <a:gd name="connsiteY1" fmla="*/ 0 h 6858000"/>
              <a:gd name="connsiteX2" fmla="*/ 5985131 w 5985131"/>
              <a:gd name="connsiteY2" fmla="*/ 6858000 h 6858000"/>
              <a:gd name="connsiteX3" fmla="*/ 3519977 w 5985131"/>
              <a:gd name="connsiteY3" fmla="*/ 6858000 h 6858000"/>
              <a:gd name="connsiteX4" fmla="*/ 3079682 w 5985131"/>
              <a:gd name="connsiteY4" fmla="*/ 5999657 h 6858000"/>
              <a:gd name="connsiteX5" fmla="*/ 2639387 w 5985131"/>
              <a:gd name="connsiteY5" fmla="*/ 5142904 h 6858000"/>
              <a:gd name="connsiteX6" fmla="*/ 2199091 w 5985131"/>
              <a:gd name="connsiteY6" fmla="*/ 4286151 h 6858000"/>
              <a:gd name="connsiteX7" fmla="*/ 1759591 w 5985131"/>
              <a:gd name="connsiteY7" fmla="*/ 3428603 h 6858000"/>
              <a:gd name="connsiteX8" fmla="*/ 1319296 w 5985131"/>
              <a:gd name="connsiteY8" fmla="*/ 2570260 h 6858000"/>
              <a:gd name="connsiteX9" fmla="*/ 879001 w 5985131"/>
              <a:gd name="connsiteY9" fmla="*/ 1713507 h 6858000"/>
              <a:gd name="connsiteX10" fmla="*/ 438705 w 5985131"/>
              <a:gd name="connsiteY10" fmla="*/ 85675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985131" h="6858000">
                <a:moveTo>
                  <a:pt x="0" y="0"/>
                </a:moveTo>
                <a:lnTo>
                  <a:pt x="5985131" y="0"/>
                </a:lnTo>
                <a:lnTo>
                  <a:pt x="5985131" y="6858000"/>
                </a:lnTo>
                <a:lnTo>
                  <a:pt x="3519977" y="6858000"/>
                </a:lnTo>
                <a:lnTo>
                  <a:pt x="3079682" y="5999657"/>
                </a:lnTo>
                <a:lnTo>
                  <a:pt x="2639387" y="5142904"/>
                </a:lnTo>
                <a:lnTo>
                  <a:pt x="2199091" y="4286151"/>
                </a:lnTo>
                <a:lnTo>
                  <a:pt x="1759591" y="3428603"/>
                </a:lnTo>
                <a:lnTo>
                  <a:pt x="1319296" y="2570260"/>
                </a:lnTo>
                <a:lnTo>
                  <a:pt x="879001" y="1713507"/>
                </a:lnTo>
                <a:lnTo>
                  <a:pt x="438705" y="856753"/>
                </a:lnTo>
                <a:close/>
              </a:path>
            </a:pathLst>
          </a:custGeom>
          <a:solidFill>
            <a:schemeClr val="bg2"/>
          </a:solidFill>
        </p:spPr>
        <p:txBody>
          <a:bodyPr wrap="square" bIns="648000" anchor="ctr" anchorCtr="0">
            <a:noAutofit/>
          </a:bodyPr>
          <a:lstStyle>
            <a:lvl1pPr algn="ctr">
              <a:defRPr sz="1000"/>
            </a:lvl1pPr>
          </a:lstStyle>
          <a:p>
            <a:r>
              <a:rPr lang="en-US"/>
              <a:t>Click icon to add picture</a:t>
            </a:r>
            <a:endParaRPr lang="en-GB"/>
          </a:p>
        </p:txBody>
      </p:sp>
      <p:sp>
        <p:nvSpPr>
          <p:cNvPr id="4" name="Text Placeholder 2">
            <a:extLst>
              <a:ext uri="{FF2B5EF4-FFF2-40B4-BE49-F238E27FC236}">
                <a16:creationId xmlns:a16="http://schemas.microsoft.com/office/drawing/2014/main" id="{BA7DE626-2ACE-F5B9-6AEB-1372D3578784}"/>
              </a:ext>
            </a:extLst>
          </p:cNvPr>
          <p:cNvSpPr>
            <a:spLocks noGrp="1"/>
          </p:cNvSpPr>
          <p:nvPr>
            <p:ph type="body" sz="quarter" idx="19"/>
          </p:nvPr>
        </p:nvSpPr>
        <p:spPr>
          <a:xfrm>
            <a:off x="10639821" y="6236625"/>
            <a:ext cx="1130400" cy="288000"/>
          </a:xfrm>
          <a:blipFill>
            <a:blip r:embed="rId2" cstate="screen">
              <a:extLst>
                <a:ext uri="{28A0092B-C50C-407E-A947-70E740481C1C}">
                  <a14:useLocalDpi xmlns:a14="http://schemas.microsoft.com/office/drawing/2010/main"/>
                </a:ext>
              </a:extLst>
            </a:blip>
            <a:stretch>
              <a:fillRect/>
            </a:stretch>
          </a:blipFill>
        </p:spPr>
        <p:txBody>
          <a:bodyPr/>
          <a:lstStyle>
            <a:lvl1pPr>
              <a:defRPr sz="100">
                <a:noFill/>
              </a:defRPr>
            </a:lvl1pPr>
          </a:lstStyle>
          <a:p>
            <a:pPr lvl="0"/>
            <a:r>
              <a:rPr lang="en-US"/>
              <a:t>Click to edit Master text styles</a:t>
            </a:r>
          </a:p>
        </p:txBody>
      </p:sp>
      <p:sp>
        <p:nvSpPr>
          <p:cNvPr id="13" name="Title 12">
            <a:extLst>
              <a:ext uri="{FF2B5EF4-FFF2-40B4-BE49-F238E27FC236}">
                <a16:creationId xmlns:a16="http://schemas.microsoft.com/office/drawing/2014/main" id="{B136D86C-C951-D3DD-DC58-A2F034437F3C}"/>
              </a:ext>
            </a:extLst>
          </p:cNvPr>
          <p:cNvSpPr>
            <a:spLocks noGrp="1"/>
          </p:cNvSpPr>
          <p:nvPr>
            <p:ph type="title"/>
          </p:nvPr>
        </p:nvSpPr>
        <p:spPr>
          <a:xfrm>
            <a:off x="407989" y="548680"/>
            <a:ext cx="5543995" cy="1008112"/>
          </a:xfrm>
        </p:spPr>
        <p:txBody>
          <a:bodyPr/>
          <a:lstStyle/>
          <a:p>
            <a:r>
              <a:rPr lang="en-US"/>
              <a:t>Click to edit Master title style</a:t>
            </a:r>
            <a:endParaRPr lang="en-GB" dirty="0"/>
          </a:p>
        </p:txBody>
      </p:sp>
      <p:sp>
        <p:nvSpPr>
          <p:cNvPr id="14" name="Date Placeholder 13">
            <a:extLst>
              <a:ext uri="{FF2B5EF4-FFF2-40B4-BE49-F238E27FC236}">
                <a16:creationId xmlns:a16="http://schemas.microsoft.com/office/drawing/2014/main" id="{DCDF58FA-8C3D-B675-9126-F1692CC7A0BE}"/>
              </a:ext>
            </a:extLst>
          </p:cNvPr>
          <p:cNvSpPr>
            <a:spLocks noGrp="1"/>
          </p:cNvSpPr>
          <p:nvPr>
            <p:ph type="dt" sz="half" idx="20"/>
          </p:nvPr>
        </p:nvSpPr>
        <p:spPr/>
        <p:txBody>
          <a:bodyPr/>
          <a:lstStyle/>
          <a:p>
            <a:fld id="{46F98249-4418-430D-BC85-CBEB2C55707B}" type="datetime3">
              <a:rPr lang="en-US" smtClean="0"/>
              <a:t>1 October 2026</a:t>
            </a:fld>
            <a:endParaRPr lang="en-US" dirty="0"/>
          </a:p>
        </p:txBody>
      </p:sp>
      <p:sp>
        <p:nvSpPr>
          <p:cNvPr id="15" name="Footer Placeholder 14">
            <a:extLst>
              <a:ext uri="{FF2B5EF4-FFF2-40B4-BE49-F238E27FC236}">
                <a16:creationId xmlns:a16="http://schemas.microsoft.com/office/drawing/2014/main" id="{B9E7EBBE-A29B-487A-342B-20BED545D032}"/>
              </a:ext>
            </a:extLst>
          </p:cNvPr>
          <p:cNvSpPr>
            <a:spLocks noGrp="1"/>
          </p:cNvSpPr>
          <p:nvPr>
            <p:ph type="ftr" sz="quarter" idx="21"/>
          </p:nvPr>
        </p:nvSpPr>
        <p:spPr/>
        <p:txBody>
          <a:bodyPr/>
          <a:lstStyle/>
          <a:p>
            <a:endParaRPr lang="en-US" dirty="0"/>
          </a:p>
        </p:txBody>
      </p:sp>
      <p:sp>
        <p:nvSpPr>
          <p:cNvPr id="16" name="Slide Number Placeholder 15">
            <a:extLst>
              <a:ext uri="{FF2B5EF4-FFF2-40B4-BE49-F238E27FC236}">
                <a16:creationId xmlns:a16="http://schemas.microsoft.com/office/drawing/2014/main" id="{4C8549BF-7C39-73C0-AAC2-4716780B4413}"/>
              </a:ext>
            </a:extLst>
          </p:cNvPr>
          <p:cNvSpPr>
            <a:spLocks noGrp="1"/>
          </p:cNvSpPr>
          <p:nvPr>
            <p:ph type="sldNum" sz="quarter" idx="22"/>
          </p:nvPr>
        </p:nvSpPr>
        <p:spPr/>
        <p:txBody>
          <a:bodyPr/>
          <a:lstStyle/>
          <a:p>
            <a:fld id="{5B16D1FE-3A35-41BA-8EBE-413702045235}" type="slidenum">
              <a:rPr lang="en-US" smtClean="0"/>
              <a:pPr/>
              <a:t>‹#›</a:t>
            </a:fld>
            <a:endParaRPr lang="en-US" dirty="0"/>
          </a:p>
        </p:txBody>
      </p:sp>
    </p:spTree>
    <p:extLst>
      <p:ext uri="{BB962C8B-B14F-4D97-AF65-F5344CB8AC3E}">
        <p14:creationId xmlns:p14="http://schemas.microsoft.com/office/powerpoint/2010/main" val="2922784719"/>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and Picture 2">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4D09D38C-52A6-5776-24AC-CFA5EDE05C6E}"/>
              </a:ext>
            </a:extLst>
          </p:cNvPr>
          <p:cNvSpPr>
            <a:spLocks noGrp="1"/>
          </p:cNvSpPr>
          <p:nvPr>
            <p:ph type="pic" sz="quarter" idx="13"/>
          </p:nvPr>
        </p:nvSpPr>
        <p:spPr>
          <a:xfrm>
            <a:off x="1" y="0"/>
            <a:ext cx="5968441" cy="6858000"/>
          </a:xfrm>
          <a:custGeom>
            <a:avLst/>
            <a:gdLst>
              <a:gd name="connsiteX0" fmla="*/ 0 w 5968441"/>
              <a:gd name="connsiteY0" fmla="*/ 0 h 6858000"/>
              <a:gd name="connsiteX1" fmla="*/ 2465154 w 5968441"/>
              <a:gd name="connsiteY1" fmla="*/ 0 h 6858000"/>
              <a:gd name="connsiteX2" fmla="*/ 2903065 w 5968441"/>
              <a:gd name="connsiteY2" fmla="*/ 856753 h 6858000"/>
              <a:gd name="connsiteX3" fmla="*/ 3340181 w 5968441"/>
              <a:gd name="connsiteY3" fmla="*/ 1713507 h 6858000"/>
              <a:gd name="connsiteX4" fmla="*/ 3778092 w 5968441"/>
              <a:gd name="connsiteY4" fmla="*/ 2570260 h 6858000"/>
              <a:gd name="connsiteX5" fmla="*/ 4216798 w 5968441"/>
              <a:gd name="connsiteY5" fmla="*/ 3428603 h 6858000"/>
              <a:gd name="connsiteX6" fmla="*/ 4653914 w 5968441"/>
              <a:gd name="connsiteY6" fmla="*/ 4286151 h 6858000"/>
              <a:gd name="connsiteX7" fmla="*/ 5091825 w 5968441"/>
              <a:gd name="connsiteY7" fmla="*/ 5142904 h 6858000"/>
              <a:gd name="connsiteX8" fmla="*/ 5528941 w 5968441"/>
              <a:gd name="connsiteY8" fmla="*/ 5999657 h 6858000"/>
              <a:gd name="connsiteX9" fmla="*/ 5968441 w 5968441"/>
              <a:gd name="connsiteY9" fmla="*/ 6858000 h 6858000"/>
              <a:gd name="connsiteX10" fmla="*/ 0 w 5968441"/>
              <a:gd name="connsiteY1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968441" h="6858000">
                <a:moveTo>
                  <a:pt x="0" y="0"/>
                </a:moveTo>
                <a:lnTo>
                  <a:pt x="2465154" y="0"/>
                </a:lnTo>
                <a:lnTo>
                  <a:pt x="2903065" y="856753"/>
                </a:lnTo>
                <a:lnTo>
                  <a:pt x="3340181" y="1713507"/>
                </a:lnTo>
                <a:lnTo>
                  <a:pt x="3778092" y="2570260"/>
                </a:lnTo>
                <a:lnTo>
                  <a:pt x="4216798" y="3428603"/>
                </a:lnTo>
                <a:lnTo>
                  <a:pt x="4653914" y="4286151"/>
                </a:lnTo>
                <a:lnTo>
                  <a:pt x="5091825" y="5142904"/>
                </a:lnTo>
                <a:lnTo>
                  <a:pt x="5528941" y="5999657"/>
                </a:lnTo>
                <a:lnTo>
                  <a:pt x="5968441" y="6858000"/>
                </a:lnTo>
                <a:lnTo>
                  <a:pt x="0" y="6858000"/>
                </a:lnTo>
                <a:close/>
              </a:path>
            </a:pathLst>
          </a:custGeom>
          <a:solidFill>
            <a:schemeClr val="bg2"/>
          </a:solidFill>
        </p:spPr>
        <p:txBody>
          <a:bodyPr wrap="square" bIns="648000" anchor="ctr" anchorCtr="0">
            <a:noAutofit/>
          </a:bodyPr>
          <a:lstStyle>
            <a:lvl1pPr algn="ctr">
              <a:defRPr sz="1000"/>
            </a:lvl1pPr>
          </a:lstStyle>
          <a:p>
            <a:r>
              <a:rPr lang="en-US"/>
              <a:t>Click icon to add picture</a:t>
            </a:r>
            <a:endParaRPr lang="en-GB"/>
          </a:p>
        </p:txBody>
      </p:sp>
      <p:sp>
        <p:nvSpPr>
          <p:cNvPr id="2" name="Title 1"/>
          <p:cNvSpPr>
            <a:spLocks noGrp="1"/>
          </p:cNvSpPr>
          <p:nvPr>
            <p:ph type="title"/>
          </p:nvPr>
        </p:nvSpPr>
        <p:spPr>
          <a:xfrm>
            <a:off x="6240016" y="549274"/>
            <a:ext cx="5543997" cy="1008064"/>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240017" y="1844675"/>
            <a:ext cx="5543996" cy="4176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Date Placeholder 9">
            <a:extLst>
              <a:ext uri="{FF2B5EF4-FFF2-40B4-BE49-F238E27FC236}">
                <a16:creationId xmlns:a16="http://schemas.microsoft.com/office/drawing/2014/main" id="{890A3BEA-E991-BB69-13DF-37F81DC12291}"/>
              </a:ext>
            </a:extLst>
          </p:cNvPr>
          <p:cNvSpPr>
            <a:spLocks noGrp="1"/>
          </p:cNvSpPr>
          <p:nvPr>
            <p:ph type="dt" sz="half" idx="14"/>
          </p:nvPr>
        </p:nvSpPr>
        <p:spPr/>
        <p:txBody>
          <a:bodyPr/>
          <a:lstStyle/>
          <a:p>
            <a:fld id="{30F635E9-B524-4054-960B-A142DA44153E}" type="datetime3">
              <a:rPr lang="en-US" smtClean="0"/>
              <a:t>1 October 2026</a:t>
            </a:fld>
            <a:endParaRPr lang="en-US" dirty="0"/>
          </a:p>
        </p:txBody>
      </p:sp>
      <p:sp>
        <p:nvSpPr>
          <p:cNvPr id="11" name="Footer Placeholder 10">
            <a:extLst>
              <a:ext uri="{FF2B5EF4-FFF2-40B4-BE49-F238E27FC236}">
                <a16:creationId xmlns:a16="http://schemas.microsoft.com/office/drawing/2014/main" id="{84538942-38C8-91EC-489B-EFBBFE80BBD3}"/>
              </a:ext>
            </a:extLst>
          </p:cNvPr>
          <p:cNvSpPr>
            <a:spLocks noGrp="1"/>
          </p:cNvSpPr>
          <p:nvPr>
            <p:ph type="ftr" sz="quarter" idx="15"/>
          </p:nvPr>
        </p:nvSpPr>
        <p:spPr/>
        <p:txBody>
          <a:bodyPr/>
          <a:lstStyle/>
          <a:p>
            <a:endParaRPr lang="en-US" dirty="0"/>
          </a:p>
        </p:txBody>
      </p:sp>
      <p:sp>
        <p:nvSpPr>
          <p:cNvPr id="12" name="Slide Number Placeholder 11">
            <a:extLst>
              <a:ext uri="{FF2B5EF4-FFF2-40B4-BE49-F238E27FC236}">
                <a16:creationId xmlns:a16="http://schemas.microsoft.com/office/drawing/2014/main" id="{F730571B-A724-50EC-034C-E271DC6477D1}"/>
              </a:ext>
            </a:extLst>
          </p:cNvPr>
          <p:cNvSpPr>
            <a:spLocks noGrp="1"/>
          </p:cNvSpPr>
          <p:nvPr>
            <p:ph type="sldNum" sz="quarter" idx="16"/>
          </p:nvPr>
        </p:nvSpPr>
        <p:spPr/>
        <p:txBody>
          <a:bodyPr/>
          <a:lstStyle/>
          <a:p>
            <a:fld id="{5B16D1FE-3A35-41BA-8EBE-413702045235}" type="slidenum">
              <a:rPr lang="en-US" smtClean="0"/>
              <a:pPr/>
              <a:t>‹#›</a:t>
            </a:fld>
            <a:endParaRPr lang="en-US" dirty="0"/>
          </a:p>
        </p:txBody>
      </p:sp>
    </p:spTree>
    <p:extLst>
      <p:ext uri="{BB962C8B-B14F-4D97-AF65-F5344CB8AC3E}">
        <p14:creationId xmlns:p14="http://schemas.microsoft.com/office/powerpoint/2010/main" val="3459684570"/>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and 2 Pictures">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07988" y="1844675"/>
            <a:ext cx="5543996" cy="4176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Picture Placeholder 6">
            <a:extLst>
              <a:ext uri="{FF2B5EF4-FFF2-40B4-BE49-F238E27FC236}">
                <a16:creationId xmlns:a16="http://schemas.microsoft.com/office/drawing/2014/main" id="{62C22325-F61C-98FA-19DF-99B544D06B1B}"/>
              </a:ext>
            </a:extLst>
          </p:cNvPr>
          <p:cNvSpPr>
            <a:spLocks noGrp="1"/>
          </p:cNvSpPr>
          <p:nvPr>
            <p:ph type="pic" sz="quarter" idx="13"/>
          </p:nvPr>
        </p:nvSpPr>
        <p:spPr>
          <a:xfrm>
            <a:off x="6240016" y="0"/>
            <a:ext cx="5951984" cy="3356992"/>
          </a:xfrm>
          <a:custGeom>
            <a:avLst/>
            <a:gdLst>
              <a:gd name="connsiteX0" fmla="*/ 0 w 5951984"/>
              <a:gd name="connsiteY0" fmla="*/ 0 h 3356992"/>
              <a:gd name="connsiteX1" fmla="*/ 5951984 w 5951984"/>
              <a:gd name="connsiteY1" fmla="*/ 0 h 3356992"/>
              <a:gd name="connsiteX2" fmla="*/ 5951984 w 5951984"/>
              <a:gd name="connsiteY2" fmla="*/ 3356992 h 3356992"/>
              <a:gd name="connsiteX3" fmla="*/ 1689711 w 5951984"/>
              <a:gd name="connsiteY3" fmla="*/ 3356992 h 3356992"/>
              <a:gd name="connsiteX4" fmla="*/ 1286149 w 5951984"/>
              <a:gd name="connsiteY4" fmla="*/ 2570260 h 3356992"/>
              <a:gd name="connsiteX5" fmla="*/ 845854 w 5951984"/>
              <a:gd name="connsiteY5" fmla="*/ 1713507 h 3356992"/>
              <a:gd name="connsiteX6" fmla="*/ 405558 w 5951984"/>
              <a:gd name="connsiteY6" fmla="*/ 856753 h 3356992"/>
              <a:gd name="connsiteX7" fmla="*/ 0 w 5951984"/>
              <a:gd name="connsiteY7" fmla="*/ 64733 h 3356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51984" h="3356992">
                <a:moveTo>
                  <a:pt x="0" y="0"/>
                </a:moveTo>
                <a:lnTo>
                  <a:pt x="5951984" y="0"/>
                </a:lnTo>
                <a:lnTo>
                  <a:pt x="5951984" y="3356992"/>
                </a:lnTo>
                <a:lnTo>
                  <a:pt x="1689711" y="3356992"/>
                </a:lnTo>
                <a:lnTo>
                  <a:pt x="1286149" y="2570260"/>
                </a:lnTo>
                <a:lnTo>
                  <a:pt x="845854" y="1713507"/>
                </a:lnTo>
                <a:lnTo>
                  <a:pt x="405558" y="856753"/>
                </a:lnTo>
                <a:lnTo>
                  <a:pt x="0" y="64733"/>
                </a:lnTo>
                <a:close/>
              </a:path>
            </a:pathLst>
          </a:custGeom>
          <a:solidFill>
            <a:schemeClr val="bg2"/>
          </a:solidFill>
        </p:spPr>
        <p:txBody>
          <a:bodyPr wrap="square" bIns="648000" anchor="ctr" anchorCtr="0">
            <a:noAutofit/>
          </a:bodyPr>
          <a:lstStyle>
            <a:lvl1pPr algn="ctr">
              <a:defRPr sz="1000"/>
            </a:lvl1pPr>
          </a:lstStyle>
          <a:p>
            <a:r>
              <a:rPr lang="en-US"/>
              <a:t>Click icon to add picture</a:t>
            </a:r>
            <a:endParaRPr lang="en-GB"/>
          </a:p>
        </p:txBody>
      </p:sp>
      <p:sp>
        <p:nvSpPr>
          <p:cNvPr id="14" name="Picture Placeholder 13">
            <a:extLst>
              <a:ext uri="{FF2B5EF4-FFF2-40B4-BE49-F238E27FC236}">
                <a16:creationId xmlns:a16="http://schemas.microsoft.com/office/drawing/2014/main" id="{2919189E-A891-5B5C-F128-8A0C3DA03DBB}"/>
              </a:ext>
            </a:extLst>
          </p:cNvPr>
          <p:cNvSpPr>
            <a:spLocks noGrp="1"/>
          </p:cNvSpPr>
          <p:nvPr>
            <p:ph type="pic" sz="quarter" idx="14"/>
          </p:nvPr>
        </p:nvSpPr>
        <p:spPr>
          <a:xfrm>
            <a:off x="8003568" y="3501008"/>
            <a:ext cx="4188432" cy="3356992"/>
          </a:xfrm>
          <a:custGeom>
            <a:avLst/>
            <a:gdLst>
              <a:gd name="connsiteX0" fmla="*/ 0 w 4188432"/>
              <a:gd name="connsiteY0" fmla="*/ 0 h 3356992"/>
              <a:gd name="connsiteX1" fmla="*/ 4188432 w 4188432"/>
              <a:gd name="connsiteY1" fmla="*/ 0 h 3356992"/>
              <a:gd name="connsiteX2" fmla="*/ 4188432 w 4188432"/>
              <a:gd name="connsiteY2" fmla="*/ 3356992 h 3356992"/>
              <a:gd name="connsiteX3" fmla="*/ 1723278 w 4188432"/>
              <a:gd name="connsiteY3" fmla="*/ 3356992 h 3356992"/>
              <a:gd name="connsiteX4" fmla="*/ 1282983 w 4188432"/>
              <a:gd name="connsiteY4" fmla="*/ 2498649 h 3356992"/>
              <a:gd name="connsiteX5" fmla="*/ 842688 w 4188432"/>
              <a:gd name="connsiteY5" fmla="*/ 1641896 h 3356992"/>
              <a:gd name="connsiteX6" fmla="*/ 402392 w 4188432"/>
              <a:gd name="connsiteY6" fmla="*/ 785143 h 3356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88432" h="3356992">
                <a:moveTo>
                  <a:pt x="0" y="0"/>
                </a:moveTo>
                <a:lnTo>
                  <a:pt x="4188432" y="0"/>
                </a:lnTo>
                <a:lnTo>
                  <a:pt x="4188432" y="3356992"/>
                </a:lnTo>
                <a:lnTo>
                  <a:pt x="1723278" y="3356992"/>
                </a:lnTo>
                <a:lnTo>
                  <a:pt x="1282983" y="2498649"/>
                </a:lnTo>
                <a:lnTo>
                  <a:pt x="842688" y="1641896"/>
                </a:lnTo>
                <a:lnTo>
                  <a:pt x="402392" y="785143"/>
                </a:lnTo>
                <a:close/>
              </a:path>
            </a:pathLst>
          </a:custGeom>
          <a:solidFill>
            <a:schemeClr val="bg2"/>
          </a:solidFill>
        </p:spPr>
        <p:txBody>
          <a:bodyPr wrap="square" bIns="648000" anchor="ctr" anchorCtr="0">
            <a:noAutofit/>
          </a:bodyPr>
          <a:lstStyle>
            <a:lvl1pPr algn="ctr">
              <a:defRPr sz="1000"/>
            </a:lvl1pPr>
          </a:lstStyle>
          <a:p>
            <a:r>
              <a:rPr lang="en-US"/>
              <a:t>Click icon to add picture</a:t>
            </a:r>
            <a:endParaRPr lang="en-GB"/>
          </a:p>
        </p:txBody>
      </p:sp>
      <p:sp>
        <p:nvSpPr>
          <p:cNvPr id="11" name="Date Placeholder 10">
            <a:extLst>
              <a:ext uri="{FF2B5EF4-FFF2-40B4-BE49-F238E27FC236}">
                <a16:creationId xmlns:a16="http://schemas.microsoft.com/office/drawing/2014/main" id="{9AB318D4-C5E4-6B51-8461-1CC640F9355E}"/>
              </a:ext>
            </a:extLst>
          </p:cNvPr>
          <p:cNvSpPr>
            <a:spLocks noGrp="1"/>
          </p:cNvSpPr>
          <p:nvPr>
            <p:ph type="dt" sz="half" idx="16"/>
          </p:nvPr>
        </p:nvSpPr>
        <p:spPr/>
        <p:txBody>
          <a:bodyPr/>
          <a:lstStyle/>
          <a:p>
            <a:fld id="{532575C0-E963-4395-BF39-327DB8FF1C92}" type="datetime3">
              <a:rPr lang="en-US" smtClean="0"/>
              <a:t>1 October 2026</a:t>
            </a:fld>
            <a:endParaRPr lang="en-US" dirty="0"/>
          </a:p>
        </p:txBody>
      </p:sp>
      <p:sp>
        <p:nvSpPr>
          <p:cNvPr id="12" name="Footer Placeholder 11">
            <a:extLst>
              <a:ext uri="{FF2B5EF4-FFF2-40B4-BE49-F238E27FC236}">
                <a16:creationId xmlns:a16="http://schemas.microsoft.com/office/drawing/2014/main" id="{2B264BFF-29C1-E735-1F1C-D49847A44B14}"/>
              </a:ext>
            </a:extLst>
          </p:cNvPr>
          <p:cNvSpPr>
            <a:spLocks noGrp="1"/>
          </p:cNvSpPr>
          <p:nvPr>
            <p:ph type="ftr" sz="quarter" idx="17"/>
          </p:nvPr>
        </p:nvSpPr>
        <p:spPr/>
        <p:txBody>
          <a:bodyPr/>
          <a:lstStyle/>
          <a:p>
            <a:endParaRPr lang="en-US" dirty="0"/>
          </a:p>
        </p:txBody>
      </p:sp>
      <p:sp>
        <p:nvSpPr>
          <p:cNvPr id="13" name="Slide Number Placeholder 12">
            <a:extLst>
              <a:ext uri="{FF2B5EF4-FFF2-40B4-BE49-F238E27FC236}">
                <a16:creationId xmlns:a16="http://schemas.microsoft.com/office/drawing/2014/main" id="{4BBBB0F7-5688-68CB-8AE3-814025C62FB6}"/>
              </a:ext>
            </a:extLst>
          </p:cNvPr>
          <p:cNvSpPr>
            <a:spLocks noGrp="1"/>
          </p:cNvSpPr>
          <p:nvPr>
            <p:ph type="sldNum" sz="quarter" idx="18"/>
          </p:nvPr>
        </p:nvSpPr>
        <p:spPr/>
        <p:txBody>
          <a:bodyPr/>
          <a:lstStyle/>
          <a:p>
            <a:fld id="{5B16D1FE-3A35-41BA-8EBE-413702045235}" type="slidenum">
              <a:rPr lang="en-US" smtClean="0"/>
              <a:pPr/>
              <a:t>‹#›</a:t>
            </a:fld>
            <a:endParaRPr lang="en-US" dirty="0"/>
          </a:p>
        </p:txBody>
      </p:sp>
      <p:sp>
        <p:nvSpPr>
          <p:cNvPr id="15" name="Title 14">
            <a:extLst>
              <a:ext uri="{FF2B5EF4-FFF2-40B4-BE49-F238E27FC236}">
                <a16:creationId xmlns:a16="http://schemas.microsoft.com/office/drawing/2014/main" id="{D731E667-4044-2045-3ABD-D2986698F082}"/>
              </a:ext>
            </a:extLst>
          </p:cNvPr>
          <p:cNvSpPr>
            <a:spLocks noGrp="1"/>
          </p:cNvSpPr>
          <p:nvPr>
            <p:ph type="title"/>
          </p:nvPr>
        </p:nvSpPr>
        <p:spPr>
          <a:xfrm>
            <a:off x="407989" y="548680"/>
            <a:ext cx="5543996" cy="1008112"/>
          </a:xfrm>
        </p:spPr>
        <p:txBody>
          <a:bodyPr/>
          <a:lstStyle/>
          <a:p>
            <a:r>
              <a:rPr lang="en-US"/>
              <a:t>Click to edit Master title style</a:t>
            </a:r>
            <a:endParaRPr lang="en-GB" dirty="0"/>
          </a:p>
        </p:txBody>
      </p:sp>
    </p:spTree>
    <p:extLst>
      <p:ext uri="{BB962C8B-B14F-4D97-AF65-F5344CB8AC3E}">
        <p14:creationId xmlns:p14="http://schemas.microsoft.com/office/powerpoint/2010/main" val="2668621293"/>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and 2 Pictures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805B91F3-75BC-1093-B8F2-91DBFB5E7AB8}"/>
              </a:ext>
            </a:extLst>
          </p:cNvPr>
          <p:cNvSpPr>
            <a:spLocks noGrp="1"/>
          </p:cNvSpPr>
          <p:nvPr>
            <p:ph type="pic" sz="quarter" idx="13"/>
          </p:nvPr>
        </p:nvSpPr>
        <p:spPr>
          <a:xfrm>
            <a:off x="1" y="0"/>
            <a:ext cx="4180197" cy="3356992"/>
          </a:xfrm>
          <a:custGeom>
            <a:avLst/>
            <a:gdLst>
              <a:gd name="connsiteX0" fmla="*/ 0 w 4180197"/>
              <a:gd name="connsiteY0" fmla="*/ 0 h 3356992"/>
              <a:gd name="connsiteX1" fmla="*/ 2465154 w 4180197"/>
              <a:gd name="connsiteY1" fmla="*/ 0 h 3356992"/>
              <a:gd name="connsiteX2" fmla="*/ 2903065 w 4180197"/>
              <a:gd name="connsiteY2" fmla="*/ 856753 h 3356992"/>
              <a:gd name="connsiteX3" fmla="*/ 3340181 w 4180197"/>
              <a:gd name="connsiteY3" fmla="*/ 1713507 h 3356992"/>
              <a:gd name="connsiteX4" fmla="*/ 3778092 w 4180197"/>
              <a:gd name="connsiteY4" fmla="*/ 2570260 h 3356992"/>
              <a:gd name="connsiteX5" fmla="*/ 4180197 w 4180197"/>
              <a:gd name="connsiteY5" fmla="*/ 3356992 h 3356992"/>
              <a:gd name="connsiteX6" fmla="*/ 0 w 4180197"/>
              <a:gd name="connsiteY6" fmla="*/ 3356992 h 3356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80197" h="3356992">
                <a:moveTo>
                  <a:pt x="0" y="0"/>
                </a:moveTo>
                <a:lnTo>
                  <a:pt x="2465154" y="0"/>
                </a:lnTo>
                <a:lnTo>
                  <a:pt x="2903065" y="856753"/>
                </a:lnTo>
                <a:lnTo>
                  <a:pt x="3340181" y="1713507"/>
                </a:lnTo>
                <a:lnTo>
                  <a:pt x="3778092" y="2570260"/>
                </a:lnTo>
                <a:lnTo>
                  <a:pt x="4180197" y="3356992"/>
                </a:lnTo>
                <a:lnTo>
                  <a:pt x="0" y="3356992"/>
                </a:lnTo>
                <a:close/>
              </a:path>
            </a:pathLst>
          </a:custGeom>
          <a:solidFill>
            <a:schemeClr val="bg2"/>
          </a:solidFill>
        </p:spPr>
        <p:txBody>
          <a:bodyPr wrap="square" bIns="648000" anchor="ctr" anchorCtr="0">
            <a:noAutofit/>
          </a:bodyPr>
          <a:lstStyle>
            <a:lvl1pPr algn="ctr">
              <a:defRPr sz="1000"/>
            </a:lvl1pPr>
          </a:lstStyle>
          <a:p>
            <a:r>
              <a:rPr lang="en-US"/>
              <a:t>Click icon to add picture</a:t>
            </a:r>
            <a:endParaRPr lang="en-GB"/>
          </a:p>
        </p:txBody>
      </p:sp>
      <p:sp>
        <p:nvSpPr>
          <p:cNvPr id="8" name="Picture Placeholder 7">
            <a:extLst>
              <a:ext uri="{FF2B5EF4-FFF2-40B4-BE49-F238E27FC236}">
                <a16:creationId xmlns:a16="http://schemas.microsoft.com/office/drawing/2014/main" id="{B45109F2-ACF6-9853-75E4-3A604379021C}"/>
              </a:ext>
            </a:extLst>
          </p:cNvPr>
          <p:cNvSpPr>
            <a:spLocks noGrp="1"/>
          </p:cNvSpPr>
          <p:nvPr>
            <p:ph type="pic" sz="quarter" idx="14"/>
          </p:nvPr>
        </p:nvSpPr>
        <p:spPr>
          <a:xfrm>
            <a:off x="0" y="3501008"/>
            <a:ext cx="5951985" cy="3356992"/>
          </a:xfrm>
          <a:custGeom>
            <a:avLst/>
            <a:gdLst>
              <a:gd name="connsiteX0" fmla="*/ 0 w 5951985"/>
              <a:gd name="connsiteY0" fmla="*/ 0 h 3356992"/>
              <a:gd name="connsiteX1" fmla="*/ 4253705 w 5951985"/>
              <a:gd name="connsiteY1" fmla="*/ 0 h 3356992"/>
              <a:gd name="connsiteX2" fmla="*/ 4653914 w 5951985"/>
              <a:gd name="connsiteY2" fmla="*/ 785143 h 3356992"/>
              <a:gd name="connsiteX3" fmla="*/ 5091825 w 5951985"/>
              <a:gd name="connsiteY3" fmla="*/ 1641896 h 3356992"/>
              <a:gd name="connsiteX4" fmla="*/ 5528941 w 5951985"/>
              <a:gd name="connsiteY4" fmla="*/ 2498649 h 3356992"/>
              <a:gd name="connsiteX5" fmla="*/ 5951985 w 5951985"/>
              <a:gd name="connsiteY5" fmla="*/ 3324852 h 3356992"/>
              <a:gd name="connsiteX6" fmla="*/ 5951985 w 5951985"/>
              <a:gd name="connsiteY6" fmla="*/ 3356992 h 3356992"/>
              <a:gd name="connsiteX7" fmla="*/ 0 w 5951985"/>
              <a:gd name="connsiteY7" fmla="*/ 3356992 h 3356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51985" h="3356992">
                <a:moveTo>
                  <a:pt x="0" y="0"/>
                </a:moveTo>
                <a:lnTo>
                  <a:pt x="4253705" y="0"/>
                </a:lnTo>
                <a:lnTo>
                  <a:pt x="4653914" y="785143"/>
                </a:lnTo>
                <a:lnTo>
                  <a:pt x="5091825" y="1641896"/>
                </a:lnTo>
                <a:lnTo>
                  <a:pt x="5528941" y="2498649"/>
                </a:lnTo>
                <a:lnTo>
                  <a:pt x="5951985" y="3324852"/>
                </a:lnTo>
                <a:lnTo>
                  <a:pt x="5951985" y="3356992"/>
                </a:lnTo>
                <a:lnTo>
                  <a:pt x="0" y="3356992"/>
                </a:lnTo>
                <a:close/>
              </a:path>
            </a:pathLst>
          </a:custGeom>
          <a:solidFill>
            <a:schemeClr val="bg2"/>
          </a:solidFill>
        </p:spPr>
        <p:txBody>
          <a:bodyPr wrap="square" bIns="648000" anchor="ctr" anchorCtr="0">
            <a:noAutofit/>
          </a:bodyPr>
          <a:lstStyle>
            <a:lvl1pPr algn="ctr">
              <a:defRPr sz="1000"/>
            </a:lvl1pPr>
          </a:lstStyle>
          <a:p>
            <a:r>
              <a:rPr lang="en-US"/>
              <a:t>Click icon to add picture</a:t>
            </a:r>
            <a:endParaRPr lang="en-GB"/>
          </a:p>
        </p:txBody>
      </p:sp>
      <p:sp>
        <p:nvSpPr>
          <p:cNvPr id="11" name="Date Placeholder 10">
            <a:extLst>
              <a:ext uri="{FF2B5EF4-FFF2-40B4-BE49-F238E27FC236}">
                <a16:creationId xmlns:a16="http://schemas.microsoft.com/office/drawing/2014/main" id="{9AB318D4-C5E4-6B51-8461-1CC640F9355E}"/>
              </a:ext>
            </a:extLst>
          </p:cNvPr>
          <p:cNvSpPr>
            <a:spLocks noGrp="1"/>
          </p:cNvSpPr>
          <p:nvPr>
            <p:ph type="dt" sz="half" idx="16"/>
          </p:nvPr>
        </p:nvSpPr>
        <p:spPr/>
        <p:txBody>
          <a:bodyPr/>
          <a:lstStyle>
            <a:lvl1pPr>
              <a:defRPr>
                <a:noFill/>
              </a:defRPr>
            </a:lvl1pPr>
          </a:lstStyle>
          <a:p>
            <a:fld id="{E97F5548-2E80-4CB4-808D-BEB3B069CB39}" type="datetime3">
              <a:rPr lang="en-US" smtClean="0"/>
              <a:t>1 October 2026</a:t>
            </a:fld>
            <a:endParaRPr lang="en-US" dirty="0"/>
          </a:p>
        </p:txBody>
      </p:sp>
      <p:sp>
        <p:nvSpPr>
          <p:cNvPr id="12" name="Footer Placeholder 11">
            <a:extLst>
              <a:ext uri="{FF2B5EF4-FFF2-40B4-BE49-F238E27FC236}">
                <a16:creationId xmlns:a16="http://schemas.microsoft.com/office/drawing/2014/main" id="{2B264BFF-29C1-E735-1F1C-D49847A44B14}"/>
              </a:ext>
            </a:extLst>
          </p:cNvPr>
          <p:cNvSpPr>
            <a:spLocks noGrp="1"/>
          </p:cNvSpPr>
          <p:nvPr>
            <p:ph type="ftr" sz="quarter" idx="17"/>
          </p:nvPr>
        </p:nvSpPr>
        <p:spPr/>
        <p:txBody>
          <a:bodyPr/>
          <a:lstStyle>
            <a:lvl1pPr>
              <a:defRPr>
                <a:noFill/>
              </a:defRPr>
            </a:lvl1pPr>
          </a:lstStyle>
          <a:p>
            <a:endParaRPr lang="en-US" dirty="0"/>
          </a:p>
        </p:txBody>
      </p:sp>
      <p:sp>
        <p:nvSpPr>
          <p:cNvPr id="13" name="Slide Number Placeholder 12">
            <a:extLst>
              <a:ext uri="{FF2B5EF4-FFF2-40B4-BE49-F238E27FC236}">
                <a16:creationId xmlns:a16="http://schemas.microsoft.com/office/drawing/2014/main" id="{4BBBB0F7-5688-68CB-8AE3-814025C62FB6}"/>
              </a:ext>
            </a:extLst>
          </p:cNvPr>
          <p:cNvSpPr>
            <a:spLocks noGrp="1"/>
          </p:cNvSpPr>
          <p:nvPr>
            <p:ph type="sldNum" sz="quarter" idx="18"/>
          </p:nvPr>
        </p:nvSpPr>
        <p:spPr/>
        <p:txBody>
          <a:bodyPr/>
          <a:lstStyle/>
          <a:p>
            <a:fld id="{5B16D1FE-3A35-41BA-8EBE-413702045235}" type="slidenum">
              <a:rPr lang="en-US" smtClean="0"/>
              <a:pPr/>
              <a:t>‹#›</a:t>
            </a:fld>
            <a:endParaRPr lang="en-US" dirty="0"/>
          </a:p>
        </p:txBody>
      </p:sp>
      <p:sp>
        <p:nvSpPr>
          <p:cNvPr id="10" name="Title 1">
            <a:extLst>
              <a:ext uri="{FF2B5EF4-FFF2-40B4-BE49-F238E27FC236}">
                <a16:creationId xmlns:a16="http://schemas.microsoft.com/office/drawing/2014/main" id="{D7E8B995-1ABB-3245-C387-C00382E4F285}"/>
              </a:ext>
            </a:extLst>
          </p:cNvPr>
          <p:cNvSpPr>
            <a:spLocks noGrp="1"/>
          </p:cNvSpPr>
          <p:nvPr>
            <p:ph type="title"/>
          </p:nvPr>
        </p:nvSpPr>
        <p:spPr>
          <a:xfrm>
            <a:off x="6240016" y="549274"/>
            <a:ext cx="5543997" cy="1008064"/>
          </a:xfrm>
        </p:spPr>
        <p:txBody>
          <a:bodyPr/>
          <a:lstStyle/>
          <a:p>
            <a:r>
              <a:rPr lang="en-US"/>
              <a:t>Click to edit Master title style</a:t>
            </a:r>
            <a:endParaRPr lang="en-US" dirty="0"/>
          </a:p>
        </p:txBody>
      </p:sp>
      <p:sp>
        <p:nvSpPr>
          <p:cNvPr id="14" name="Content Placeholder 2">
            <a:extLst>
              <a:ext uri="{FF2B5EF4-FFF2-40B4-BE49-F238E27FC236}">
                <a16:creationId xmlns:a16="http://schemas.microsoft.com/office/drawing/2014/main" id="{483C0AA4-E938-3FAA-F3D2-A3F52C494FC3}"/>
              </a:ext>
            </a:extLst>
          </p:cNvPr>
          <p:cNvSpPr>
            <a:spLocks noGrp="1"/>
          </p:cNvSpPr>
          <p:nvPr>
            <p:ph sz="half" idx="1"/>
          </p:nvPr>
        </p:nvSpPr>
        <p:spPr>
          <a:xfrm>
            <a:off x="6240017" y="1844675"/>
            <a:ext cx="5543996" cy="4176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181294076"/>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hree Product Pictures">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5F4909C0-CB7F-4820-564D-70F4F52CDD98}"/>
              </a:ext>
            </a:extLst>
          </p:cNvPr>
          <p:cNvSpPr>
            <a:spLocks noGrp="1"/>
          </p:cNvSpPr>
          <p:nvPr>
            <p:ph type="pic" sz="quarter" idx="13"/>
          </p:nvPr>
        </p:nvSpPr>
        <p:spPr>
          <a:xfrm>
            <a:off x="407988" y="1844675"/>
            <a:ext cx="3599780" cy="2592437"/>
          </a:xfrm>
          <a:solidFill>
            <a:schemeClr val="bg2"/>
          </a:solidFill>
        </p:spPr>
        <p:txBody>
          <a:bodyPr/>
          <a:lstStyle>
            <a:lvl1pPr>
              <a:defRPr sz="1000"/>
            </a:lvl1pPr>
          </a:lstStyle>
          <a:p>
            <a:r>
              <a:rPr lang="en-US"/>
              <a:t>Click icon to add picture</a:t>
            </a:r>
            <a:endParaRPr lang="en-GB"/>
          </a:p>
        </p:txBody>
      </p:sp>
      <p:sp>
        <p:nvSpPr>
          <p:cNvPr id="13" name="Picture Placeholder 8">
            <a:extLst>
              <a:ext uri="{FF2B5EF4-FFF2-40B4-BE49-F238E27FC236}">
                <a16:creationId xmlns:a16="http://schemas.microsoft.com/office/drawing/2014/main" id="{77D5736D-2F13-0DB0-3DBC-A4313B7EFC19}"/>
              </a:ext>
            </a:extLst>
          </p:cNvPr>
          <p:cNvSpPr>
            <a:spLocks noGrp="1"/>
          </p:cNvSpPr>
          <p:nvPr>
            <p:ph type="pic" sz="quarter" idx="14"/>
          </p:nvPr>
        </p:nvSpPr>
        <p:spPr>
          <a:xfrm>
            <a:off x="4295800" y="1844675"/>
            <a:ext cx="3600400" cy="2592437"/>
          </a:xfrm>
          <a:solidFill>
            <a:schemeClr val="bg2"/>
          </a:solidFill>
        </p:spPr>
        <p:txBody>
          <a:bodyPr/>
          <a:lstStyle>
            <a:lvl1pPr>
              <a:defRPr sz="1000"/>
            </a:lvl1pPr>
          </a:lstStyle>
          <a:p>
            <a:r>
              <a:rPr lang="en-US"/>
              <a:t>Click icon to add picture</a:t>
            </a:r>
            <a:endParaRPr lang="en-GB"/>
          </a:p>
        </p:txBody>
      </p:sp>
      <p:sp>
        <p:nvSpPr>
          <p:cNvPr id="14" name="Picture Placeholder 8">
            <a:extLst>
              <a:ext uri="{FF2B5EF4-FFF2-40B4-BE49-F238E27FC236}">
                <a16:creationId xmlns:a16="http://schemas.microsoft.com/office/drawing/2014/main" id="{E6E0F798-4B85-2B68-5278-91C94AD246FA}"/>
              </a:ext>
            </a:extLst>
          </p:cNvPr>
          <p:cNvSpPr>
            <a:spLocks noGrp="1"/>
          </p:cNvSpPr>
          <p:nvPr>
            <p:ph type="pic" sz="quarter" idx="15"/>
          </p:nvPr>
        </p:nvSpPr>
        <p:spPr>
          <a:xfrm>
            <a:off x="8184234" y="1844675"/>
            <a:ext cx="3599780" cy="2592437"/>
          </a:xfrm>
          <a:solidFill>
            <a:schemeClr val="bg2"/>
          </a:solidFill>
        </p:spPr>
        <p:txBody>
          <a:bodyPr/>
          <a:lstStyle>
            <a:lvl1pPr>
              <a:defRPr sz="1000"/>
            </a:lvl1pPr>
          </a:lstStyle>
          <a:p>
            <a:r>
              <a:rPr lang="en-US"/>
              <a:t>Click icon to add picture</a:t>
            </a:r>
            <a:endParaRPr lang="en-GB"/>
          </a:p>
        </p:txBody>
      </p:sp>
      <p:sp>
        <p:nvSpPr>
          <p:cNvPr id="15" name="Title 14">
            <a:extLst>
              <a:ext uri="{FF2B5EF4-FFF2-40B4-BE49-F238E27FC236}">
                <a16:creationId xmlns:a16="http://schemas.microsoft.com/office/drawing/2014/main" id="{5D07E5D9-645F-CC2E-67AB-1286220222EE}"/>
              </a:ext>
            </a:extLst>
          </p:cNvPr>
          <p:cNvSpPr>
            <a:spLocks noGrp="1"/>
          </p:cNvSpPr>
          <p:nvPr>
            <p:ph type="title"/>
          </p:nvPr>
        </p:nvSpPr>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3AB9E4B-FEA6-18A8-0FDA-CE7F8E78D2F3}"/>
              </a:ext>
            </a:extLst>
          </p:cNvPr>
          <p:cNvSpPr>
            <a:spLocks noGrp="1"/>
          </p:cNvSpPr>
          <p:nvPr>
            <p:ph type="body" sz="quarter" idx="16"/>
          </p:nvPr>
        </p:nvSpPr>
        <p:spPr>
          <a:xfrm>
            <a:off x="407988" y="4581128"/>
            <a:ext cx="3600450" cy="1440260"/>
          </a:xfrm>
        </p:spPr>
        <p:txBody>
          <a:bodyPr/>
          <a:lstStyle/>
          <a:p>
            <a:pPr lvl="0"/>
            <a:r>
              <a:rPr lang="en-US"/>
              <a:t>Click to edit Master text styles</a:t>
            </a:r>
          </a:p>
          <a:p>
            <a:pPr lvl="1"/>
            <a:r>
              <a:rPr lang="en-US"/>
              <a:t>Second level</a:t>
            </a:r>
          </a:p>
          <a:p>
            <a:pPr lvl="2"/>
            <a:r>
              <a:rPr lang="en-US"/>
              <a:t>Third level</a:t>
            </a:r>
          </a:p>
        </p:txBody>
      </p:sp>
      <p:sp>
        <p:nvSpPr>
          <p:cNvPr id="4" name="Text Placeholder 2">
            <a:extLst>
              <a:ext uri="{FF2B5EF4-FFF2-40B4-BE49-F238E27FC236}">
                <a16:creationId xmlns:a16="http://schemas.microsoft.com/office/drawing/2014/main" id="{6DF9E083-F665-1347-A43D-E23E10466F7B}"/>
              </a:ext>
            </a:extLst>
          </p:cNvPr>
          <p:cNvSpPr>
            <a:spLocks noGrp="1"/>
          </p:cNvSpPr>
          <p:nvPr>
            <p:ph type="body" sz="quarter" idx="17"/>
          </p:nvPr>
        </p:nvSpPr>
        <p:spPr>
          <a:xfrm>
            <a:off x="4295801" y="4581128"/>
            <a:ext cx="3600398" cy="1440260"/>
          </a:xfrm>
        </p:spPr>
        <p:txBody>
          <a:bodyPr/>
          <a:lstStyle/>
          <a:p>
            <a:pPr lvl="0"/>
            <a:r>
              <a:rPr lang="en-US"/>
              <a:t>Click to edit Master text styles</a:t>
            </a:r>
          </a:p>
          <a:p>
            <a:pPr lvl="1"/>
            <a:r>
              <a:rPr lang="en-US"/>
              <a:t>Second level</a:t>
            </a:r>
          </a:p>
          <a:p>
            <a:pPr lvl="2"/>
            <a:r>
              <a:rPr lang="en-US"/>
              <a:t>Third level</a:t>
            </a:r>
          </a:p>
        </p:txBody>
      </p:sp>
      <p:sp>
        <p:nvSpPr>
          <p:cNvPr id="8" name="Text Placeholder 2">
            <a:extLst>
              <a:ext uri="{FF2B5EF4-FFF2-40B4-BE49-F238E27FC236}">
                <a16:creationId xmlns:a16="http://schemas.microsoft.com/office/drawing/2014/main" id="{42090DD4-8328-53E1-0B5E-F791C29A9232}"/>
              </a:ext>
            </a:extLst>
          </p:cNvPr>
          <p:cNvSpPr>
            <a:spLocks noGrp="1"/>
          </p:cNvSpPr>
          <p:nvPr>
            <p:ph type="body" sz="quarter" idx="18"/>
          </p:nvPr>
        </p:nvSpPr>
        <p:spPr>
          <a:xfrm>
            <a:off x="8183564" y="4581128"/>
            <a:ext cx="3600450" cy="1440260"/>
          </a:xfrm>
        </p:spPr>
        <p:txBody>
          <a:bodyPr/>
          <a:lstStyle/>
          <a:p>
            <a:pPr lvl="0"/>
            <a:r>
              <a:rPr lang="en-US"/>
              <a:t>Click to edit Master text styles</a:t>
            </a:r>
          </a:p>
          <a:p>
            <a:pPr lvl="1"/>
            <a:r>
              <a:rPr lang="en-US"/>
              <a:t>Second level</a:t>
            </a:r>
          </a:p>
          <a:p>
            <a:pPr lvl="2"/>
            <a:r>
              <a:rPr lang="en-US"/>
              <a:t>Third level</a:t>
            </a:r>
          </a:p>
        </p:txBody>
      </p:sp>
      <p:sp>
        <p:nvSpPr>
          <p:cNvPr id="2" name="Date Placeholder 1">
            <a:extLst>
              <a:ext uri="{FF2B5EF4-FFF2-40B4-BE49-F238E27FC236}">
                <a16:creationId xmlns:a16="http://schemas.microsoft.com/office/drawing/2014/main" id="{CC494563-DA14-CC81-C1A3-CF27EDFCFE51}"/>
              </a:ext>
            </a:extLst>
          </p:cNvPr>
          <p:cNvSpPr>
            <a:spLocks noGrp="1"/>
          </p:cNvSpPr>
          <p:nvPr>
            <p:ph type="dt" sz="half" idx="19"/>
          </p:nvPr>
        </p:nvSpPr>
        <p:spPr/>
        <p:txBody>
          <a:bodyPr/>
          <a:lstStyle/>
          <a:p>
            <a:fld id="{861BF0BE-E928-40B5-9A55-53B282F52AC8}" type="datetime3">
              <a:rPr lang="en-US" smtClean="0"/>
              <a:t>1 October 2026</a:t>
            </a:fld>
            <a:endParaRPr lang="en-US" dirty="0"/>
          </a:p>
        </p:txBody>
      </p:sp>
      <p:sp>
        <p:nvSpPr>
          <p:cNvPr id="10" name="Footer Placeholder 9">
            <a:extLst>
              <a:ext uri="{FF2B5EF4-FFF2-40B4-BE49-F238E27FC236}">
                <a16:creationId xmlns:a16="http://schemas.microsoft.com/office/drawing/2014/main" id="{39B411D4-47EB-1C79-3087-9D34CBED83B8}"/>
              </a:ext>
            </a:extLst>
          </p:cNvPr>
          <p:cNvSpPr>
            <a:spLocks noGrp="1"/>
          </p:cNvSpPr>
          <p:nvPr>
            <p:ph type="ftr" sz="quarter" idx="20"/>
          </p:nvPr>
        </p:nvSpPr>
        <p:spPr/>
        <p:txBody>
          <a:bodyPr/>
          <a:lstStyle/>
          <a:p>
            <a:endParaRPr lang="en-US" dirty="0"/>
          </a:p>
        </p:txBody>
      </p:sp>
      <p:sp>
        <p:nvSpPr>
          <p:cNvPr id="11" name="Slide Number Placeholder 10">
            <a:extLst>
              <a:ext uri="{FF2B5EF4-FFF2-40B4-BE49-F238E27FC236}">
                <a16:creationId xmlns:a16="http://schemas.microsoft.com/office/drawing/2014/main" id="{D01E4C71-D7DC-06FF-1A4E-0C2347727BD9}"/>
              </a:ext>
            </a:extLst>
          </p:cNvPr>
          <p:cNvSpPr>
            <a:spLocks noGrp="1"/>
          </p:cNvSpPr>
          <p:nvPr>
            <p:ph type="sldNum" sz="quarter" idx="21"/>
          </p:nvPr>
        </p:nvSpPr>
        <p:spPr/>
        <p:txBody>
          <a:bodyPr/>
          <a:lstStyle/>
          <a:p>
            <a:fld id="{5B16D1FE-3A35-41BA-8EBE-413702045235}" type="slidenum">
              <a:rPr lang="en-US" smtClean="0"/>
              <a:pPr/>
              <a:t>‹#›</a:t>
            </a:fld>
            <a:endParaRPr lang="en-US" dirty="0"/>
          </a:p>
        </p:txBody>
      </p:sp>
    </p:spTree>
    <p:extLst>
      <p:ext uri="{BB962C8B-B14F-4D97-AF65-F5344CB8AC3E}">
        <p14:creationId xmlns:p14="http://schemas.microsoft.com/office/powerpoint/2010/main" val="1474326107"/>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15:guide id="1" pos="3840">
          <p15:clr>
            <a:srgbClr val="FBAE40"/>
          </p15:clr>
        </p15:guide>
        <p15:guide id="2" pos="2615">
          <p15:clr>
            <a:srgbClr val="FBAE40"/>
          </p15:clr>
        </p15:guide>
        <p15:guide id="3" pos="5065">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wo Product Pictures">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5F4909C0-CB7F-4820-564D-70F4F52CDD98}"/>
              </a:ext>
            </a:extLst>
          </p:cNvPr>
          <p:cNvSpPr>
            <a:spLocks noGrp="1"/>
          </p:cNvSpPr>
          <p:nvPr>
            <p:ph type="pic" sz="quarter" idx="13"/>
          </p:nvPr>
        </p:nvSpPr>
        <p:spPr>
          <a:xfrm>
            <a:off x="407988" y="1844675"/>
            <a:ext cx="7488212" cy="2592437"/>
          </a:xfrm>
          <a:solidFill>
            <a:schemeClr val="bg2"/>
          </a:solidFill>
        </p:spPr>
        <p:txBody>
          <a:bodyPr/>
          <a:lstStyle>
            <a:lvl1pPr>
              <a:defRPr sz="1000"/>
            </a:lvl1pPr>
          </a:lstStyle>
          <a:p>
            <a:r>
              <a:rPr lang="en-US"/>
              <a:t>Click icon to add picture</a:t>
            </a:r>
            <a:endParaRPr lang="en-GB"/>
          </a:p>
        </p:txBody>
      </p:sp>
      <p:sp>
        <p:nvSpPr>
          <p:cNvPr id="14" name="Picture Placeholder 8">
            <a:extLst>
              <a:ext uri="{FF2B5EF4-FFF2-40B4-BE49-F238E27FC236}">
                <a16:creationId xmlns:a16="http://schemas.microsoft.com/office/drawing/2014/main" id="{E6E0F798-4B85-2B68-5278-91C94AD246FA}"/>
              </a:ext>
            </a:extLst>
          </p:cNvPr>
          <p:cNvSpPr>
            <a:spLocks noGrp="1"/>
          </p:cNvSpPr>
          <p:nvPr>
            <p:ph type="pic" sz="quarter" idx="15"/>
          </p:nvPr>
        </p:nvSpPr>
        <p:spPr>
          <a:xfrm>
            <a:off x="8184234" y="1844675"/>
            <a:ext cx="3599780" cy="2592437"/>
          </a:xfrm>
          <a:solidFill>
            <a:schemeClr val="bg2"/>
          </a:solidFill>
        </p:spPr>
        <p:txBody>
          <a:bodyPr/>
          <a:lstStyle>
            <a:lvl1pPr>
              <a:defRPr sz="1000"/>
            </a:lvl1pPr>
          </a:lstStyle>
          <a:p>
            <a:r>
              <a:rPr lang="en-US"/>
              <a:t>Click icon to add picture</a:t>
            </a:r>
            <a:endParaRPr lang="en-GB"/>
          </a:p>
        </p:txBody>
      </p:sp>
      <p:sp>
        <p:nvSpPr>
          <p:cNvPr id="15" name="Title 14">
            <a:extLst>
              <a:ext uri="{FF2B5EF4-FFF2-40B4-BE49-F238E27FC236}">
                <a16:creationId xmlns:a16="http://schemas.microsoft.com/office/drawing/2014/main" id="{5D07E5D9-645F-CC2E-67AB-1286220222EE}"/>
              </a:ext>
            </a:extLst>
          </p:cNvPr>
          <p:cNvSpPr>
            <a:spLocks noGrp="1"/>
          </p:cNvSpPr>
          <p:nvPr>
            <p:ph type="title"/>
          </p:nvPr>
        </p:nvSpPr>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3AB9E4B-FEA6-18A8-0FDA-CE7F8E78D2F3}"/>
              </a:ext>
            </a:extLst>
          </p:cNvPr>
          <p:cNvSpPr>
            <a:spLocks noGrp="1"/>
          </p:cNvSpPr>
          <p:nvPr>
            <p:ph type="body" sz="quarter" idx="16"/>
          </p:nvPr>
        </p:nvSpPr>
        <p:spPr>
          <a:xfrm>
            <a:off x="407988" y="4581128"/>
            <a:ext cx="7488212" cy="1440260"/>
          </a:xfrm>
        </p:spPr>
        <p:txBody>
          <a:bodyPr/>
          <a:lstStyle/>
          <a:p>
            <a:pPr lvl="0"/>
            <a:r>
              <a:rPr lang="en-US"/>
              <a:t>Click to edit Master text styles</a:t>
            </a:r>
          </a:p>
          <a:p>
            <a:pPr lvl="1"/>
            <a:r>
              <a:rPr lang="en-US"/>
              <a:t>Second level</a:t>
            </a:r>
          </a:p>
          <a:p>
            <a:pPr lvl="2"/>
            <a:r>
              <a:rPr lang="en-US"/>
              <a:t>Third level</a:t>
            </a:r>
          </a:p>
        </p:txBody>
      </p:sp>
      <p:sp>
        <p:nvSpPr>
          <p:cNvPr id="8" name="Text Placeholder 2">
            <a:extLst>
              <a:ext uri="{FF2B5EF4-FFF2-40B4-BE49-F238E27FC236}">
                <a16:creationId xmlns:a16="http://schemas.microsoft.com/office/drawing/2014/main" id="{42090DD4-8328-53E1-0B5E-F791C29A9232}"/>
              </a:ext>
            </a:extLst>
          </p:cNvPr>
          <p:cNvSpPr>
            <a:spLocks noGrp="1"/>
          </p:cNvSpPr>
          <p:nvPr>
            <p:ph type="body" sz="quarter" idx="18"/>
          </p:nvPr>
        </p:nvSpPr>
        <p:spPr>
          <a:xfrm>
            <a:off x="8183564" y="4581128"/>
            <a:ext cx="3600450" cy="1440260"/>
          </a:xfrm>
        </p:spPr>
        <p:txBody>
          <a:bodyPr/>
          <a:lstStyle/>
          <a:p>
            <a:pPr lvl="0"/>
            <a:r>
              <a:rPr lang="en-US"/>
              <a:t>Click to edit Master text styles</a:t>
            </a:r>
          </a:p>
          <a:p>
            <a:pPr lvl="1"/>
            <a:r>
              <a:rPr lang="en-US"/>
              <a:t>Second level</a:t>
            </a:r>
          </a:p>
          <a:p>
            <a:pPr lvl="2"/>
            <a:r>
              <a:rPr lang="en-US"/>
              <a:t>Third level</a:t>
            </a:r>
          </a:p>
        </p:txBody>
      </p:sp>
      <p:sp>
        <p:nvSpPr>
          <p:cNvPr id="2" name="Date Placeholder 1">
            <a:extLst>
              <a:ext uri="{FF2B5EF4-FFF2-40B4-BE49-F238E27FC236}">
                <a16:creationId xmlns:a16="http://schemas.microsoft.com/office/drawing/2014/main" id="{BE1A5B5C-BBAF-F795-1A7F-1967E5CA290F}"/>
              </a:ext>
            </a:extLst>
          </p:cNvPr>
          <p:cNvSpPr>
            <a:spLocks noGrp="1"/>
          </p:cNvSpPr>
          <p:nvPr>
            <p:ph type="dt" sz="half" idx="19"/>
          </p:nvPr>
        </p:nvSpPr>
        <p:spPr/>
        <p:txBody>
          <a:bodyPr/>
          <a:lstStyle/>
          <a:p>
            <a:fld id="{BCCB0CE9-E652-4BB4-93FD-75095B774744}" type="datetime3">
              <a:rPr lang="en-US" smtClean="0"/>
              <a:t>1 October 2026</a:t>
            </a:fld>
            <a:endParaRPr lang="en-US" dirty="0"/>
          </a:p>
        </p:txBody>
      </p:sp>
      <p:sp>
        <p:nvSpPr>
          <p:cNvPr id="4" name="Footer Placeholder 3">
            <a:extLst>
              <a:ext uri="{FF2B5EF4-FFF2-40B4-BE49-F238E27FC236}">
                <a16:creationId xmlns:a16="http://schemas.microsoft.com/office/drawing/2014/main" id="{57C1213D-C2FD-6A4D-0F06-3F804BDCFDA3}"/>
              </a:ext>
            </a:extLst>
          </p:cNvPr>
          <p:cNvSpPr>
            <a:spLocks noGrp="1"/>
          </p:cNvSpPr>
          <p:nvPr>
            <p:ph type="ftr" sz="quarter" idx="20"/>
          </p:nvPr>
        </p:nvSpPr>
        <p:spPr/>
        <p:txBody>
          <a:bodyPr/>
          <a:lstStyle/>
          <a:p>
            <a:endParaRPr lang="en-US" dirty="0"/>
          </a:p>
        </p:txBody>
      </p:sp>
      <p:sp>
        <p:nvSpPr>
          <p:cNvPr id="10" name="Slide Number Placeholder 9">
            <a:extLst>
              <a:ext uri="{FF2B5EF4-FFF2-40B4-BE49-F238E27FC236}">
                <a16:creationId xmlns:a16="http://schemas.microsoft.com/office/drawing/2014/main" id="{56241C6F-251A-D6C9-DF18-C7E7EE07BD88}"/>
              </a:ext>
            </a:extLst>
          </p:cNvPr>
          <p:cNvSpPr>
            <a:spLocks noGrp="1"/>
          </p:cNvSpPr>
          <p:nvPr>
            <p:ph type="sldNum" sz="quarter" idx="21"/>
          </p:nvPr>
        </p:nvSpPr>
        <p:spPr/>
        <p:txBody>
          <a:bodyPr/>
          <a:lstStyle/>
          <a:p>
            <a:fld id="{5B16D1FE-3A35-41BA-8EBE-413702045235}" type="slidenum">
              <a:rPr lang="en-US" smtClean="0"/>
              <a:pPr/>
              <a:t>‹#›</a:t>
            </a:fld>
            <a:endParaRPr lang="en-US" dirty="0"/>
          </a:p>
        </p:txBody>
      </p:sp>
    </p:spTree>
    <p:extLst>
      <p:ext uri="{BB962C8B-B14F-4D97-AF65-F5344CB8AC3E}">
        <p14:creationId xmlns:p14="http://schemas.microsoft.com/office/powerpoint/2010/main" val="3307838469"/>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15:guide id="1" pos="3840">
          <p15:clr>
            <a:srgbClr val="FBAE40"/>
          </p15:clr>
        </p15:guide>
        <p15:guide id="2" pos="2615">
          <p15:clr>
            <a:srgbClr val="FBAE40"/>
          </p15:clr>
        </p15:guide>
        <p15:guide id="3" pos="5065">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Product Cas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5F4909C0-CB7F-4820-564D-70F4F52CDD98}"/>
              </a:ext>
            </a:extLst>
          </p:cNvPr>
          <p:cNvSpPr>
            <a:spLocks noGrp="1"/>
          </p:cNvSpPr>
          <p:nvPr>
            <p:ph type="pic" sz="quarter" idx="13"/>
          </p:nvPr>
        </p:nvSpPr>
        <p:spPr>
          <a:xfrm>
            <a:off x="407988" y="1844675"/>
            <a:ext cx="3599780" cy="2592437"/>
          </a:xfrm>
          <a:solidFill>
            <a:schemeClr val="bg2"/>
          </a:solidFill>
        </p:spPr>
        <p:txBody>
          <a:bodyPr/>
          <a:lstStyle>
            <a:lvl1pPr>
              <a:defRPr sz="1000"/>
            </a:lvl1pPr>
          </a:lstStyle>
          <a:p>
            <a:r>
              <a:rPr lang="en-US"/>
              <a:t>Click icon to add picture</a:t>
            </a:r>
            <a:endParaRPr lang="en-GB"/>
          </a:p>
        </p:txBody>
      </p:sp>
      <p:sp>
        <p:nvSpPr>
          <p:cNvPr id="15" name="Title 14">
            <a:extLst>
              <a:ext uri="{FF2B5EF4-FFF2-40B4-BE49-F238E27FC236}">
                <a16:creationId xmlns:a16="http://schemas.microsoft.com/office/drawing/2014/main" id="{5D07E5D9-645F-CC2E-67AB-1286220222EE}"/>
              </a:ext>
            </a:extLst>
          </p:cNvPr>
          <p:cNvSpPr>
            <a:spLocks noGrp="1"/>
          </p:cNvSpPr>
          <p:nvPr>
            <p:ph type="title"/>
          </p:nvPr>
        </p:nvSpPr>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3AB9E4B-FEA6-18A8-0FDA-CE7F8E78D2F3}"/>
              </a:ext>
            </a:extLst>
          </p:cNvPr>
          <p:cNvSpPr>
            <a:spLocks noGrp="1"/>
          </p:cNvSpPr>
          <p:nvPr>
            <p:ph type="body" sz="quarter" idx="16"/>
          </p:nvPr>
        </p:nvSpPr>
        <p:spPr>
          <a:xfrm>
            <a:off x="407988" y="4581128"/>
            <a:ext cx="3600450" cy="1440260"/>
          </a:xfrm>
        </p:spPr>
        <p:txBody>
          <a:bodyPr/>
          <a:lstStyle>
            <a:lvl1pPr>
              <a:defRPr sz="1800" b="1">
                <a:solidFill>
                  <a:schemeClr val="accent2"/>
                </a:solidFill>
              </a:defRPr>
            </a:lvl1pPr>
            <a:lvl2pPr>
              <a:defRPr sz="1800">
                <a:solidFill>
                  <a:schemeClr val="accent2"/>
                </a:solidFill>
              </a:defRPr>
            </a:lvl2pPr>
            <a:lvl3pPr>
              <a:defRPr>
                <a:solidFill>
                  <a:schemeClr val="accent2"/>
                </a:solidFill>
              </a:defRPr>
            </a:lvl3pPr>
          </a:lstStyle>
          <a:p>
            <a:pPr lvl="0"/>
            <a:r>
              <a:rPr lang="en-US"/>
              <a:t>Click to edit Master text styles</a:t>
            </a:r>
          </a:p>
          <a:p>
            <a:pPr lvl="1"/>
            <a:r>
              <a:rPr lang="en-US"/>
              <a:t>Second level</a:t>
            </a:r>
          </a:p>
          <a:p>
            <a:pPr lvl="2"/>
            <a:r>
              <a:rPr lang="en-US"/>
              <a:t>Third level</a:t>
            </a:r>
          </a:p>
        </p:txBody>
      </p:sp>
      <p:sp>
        <p:nvSpPr>
          <p:cNvPr id="2" name="Content Placeholder 2">
            <a:extLst>
              <a:ext uri="{FF2B5EF4-FFF2-40B4-BE49-F238E27FC236}">
                <a16:creationId xmlns:a16="http://schemas.microsoft.com/office/drawing/2014/main" id="{4069CD21-258E-F584-DB10-DDDF64A8BB88}"/>
              </a:ext>
            </a:extLst>
          </p:cNvPr>
          <p:cNvSpPr>
            <a:spLocks noGrp="1"/>
          </p:cNvSpPr>
          <p:nvPr>
            <p:ph sz="half" idx="1"/>
          </p:nvPr>
        </p:nvSpPr>
        <p:spPr>
          <a:xfrm>
            <a:off x="4295800" y="1844675"/>
            <a:ext cx="7488213" cy="4176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B3E3964F-AFAC-891A-5214-28B0F7BCE156}"/>
              </a:ext>
            </a:extLst>
          </p:cNvPr>
          <p:cNvSpPr>
            <a:spLocks noGrp="1"/>
          </p:cNvSpPr>
          <p:nvPr>
            <p:ph type="dt" sz="half" idx="17"/>
          </p:nvPr>
        </p:nvSpPr>
        <p:spPr/>
        <p:txBody>
          <a:bodyPr/>
          <a:lstStyle/>
          <a:p>
            <a:fld id="{328097AE-0DA7-4A45-BC38-5313283E2D9D}" type="datetime3">
              <a:rPr lang="en-US" smtClean="0"/>
              <a:t>1 October 2026</a:t>
            </a:fld>
            <a:endParaRPr lang="en-US" dirty="0"/>
          </a:p>
        </p:txBody>
      </p:sp>
      <p:sp>
        <p:nvSpPr>
          <p:cNvPr id="8" name="Footer Placeholder 7">
            <a:extLst>
              <a:ext uri="{FF2B5EF4-FFF2-40B4-BE49-F238E27FC236}">
                <a16:creationId xmlns:a16="http://schemas.microsoft.com/office/drawing/2014/main" id="{7A359FB3-5363-BBD7-8294-1DE1329EE694}"/>
              </a:ext>
            </a:extLst>
          </p:cNvPr>
          <p:cNvSpPr>
            <a:spLocks noGrp="1"/>
          </p:cNvSpPr>
          <p:nvPr>
            <p:ph type="ftr" sz="quarter" idx="18"/>
          </p:nvPr>
        </p:nvSpPr>
        <p:spPr/>
        <p:txBody>
          <a:bodyPr/>
          <a:lstStyle/>
          <a:p>
            <a:endParaRPr lang="en-US" dirty="0"/>
          </a:p>
        </p:txBody>
      </p:sp>
      <p:sp>
        <p:nvSpPr>
          <p:cNvPr id="10" name="Slide Number Placeholder 9">
            <a:extLst>
              <a:ext uri="{FF2B5EF4-FFF2-40B4-BE49-F238E27FC236}">
                <a16:creationId xmlns:a16="http://schemas.microsoft.com/office/drawing/2014/main" id="{DAA5D0B9-447A-F3D5-F8F2-07B039C7633B}"/>
              </a:ext>
            </a:extLst>
          </p:cNvPr>
          <p:cNvSpPr>
            <a:spLocks noGrp="1"/>
          </p:cNvSpPr>
          <p:nvPr>
            <p:ph type="sldNum" sz="quarter" idx="19"/>
          </p:nvPr>
        </p:nvSpPr>
        <p:spPr/>
        <p:txBody>
          <a:bodyPr/>
          <a:lstStyle/>
          <a:p>
            <a:fld id="{5B16D1FE-3A35-41BA-8EBE-413702045235}" type="slidenum">
              <a:rPr lang="en-US" smtClean="0"/>
              <a:pPr/>
              <a:t>‹#›</a:t>
            </a:fld>
            <a:endParaRPr lang="en-US" dirty="0"/>
          </a:p>
        </p:txBody>
      </p:sp>
    </p:spTree>
    <p:extLst>
      <p:ext uri="{BB962C8B-B14F-4D97-AF65-F5344CB8AC3E}">
        <p14:creationId xmlns:p14="http://schemas.microsoft.com/office/powerpoint/2010/main" val="1282105565"/>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Product Case 2">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5F4909C0-CB7F-4820-564D-70F4F52CDD98}"/>
              </a:ext>
            </a:extLst>
          </p:cNvPr>
          <p:cNvSpPr>
            <a:spLocks noGrp="1"/>
          </p:cNvSpPr>
          <p:nvPr>
            <p:ph type="pic" sz="quarter" idx="13"/>
          </p:nvPr>
        </p:nvSpPr>
        <p:spPr>
          <a:xfrm>
            <a:off x="8184234" y="1844675"/>
            <a:ext cx="3599780" cy="2592437"/>
          </a:xfrm>
          <a:solidFill>
            <a:schemeClr val="bg2"/>
          </a:solidFill>
        </p:spPr>
        <p:txBody>
          <a:bodyPr/>
          <a:lstStyle>
            <a:lvl1pPr>
              <a:defRPr sz="1000"/>
            </a:lvl1pPr>
          </a:lstStyle>
          <a:p>
            <a:r>
              <a:rPr lang="en-US"/>
              <a:t>Click icon to add picture</a:t>
            </a:r>
            <a:endParaRPr lang="en-GB" dirty="0"/>
          </a:p>
        </p:txBody>
      </p:sp>
      <p:sp>
        <p:nvSpPr>
          <p:cNvPr id="15" name="Title 14">
            <a:extLst>
              <a:ext uri="{FF2B5EF4-FFF2-40B4-BE49-F238E27FC236}">
                <a16:creationId xmlns:a16="http://schemas.microsoft.com/office/drawing/2014/main" id="{5D07E5D9-645F-CC2E-67AB-1286220222EE}"/>
              </a:ext>
            </a:extLst>
          </p:cNvPr>
          <p:cNvSpPr>
            <a:spLocks noGrp="1"/>
          </p:cNvSpPr>
          <p:nvPr>
            <p:ph type="title"/>
          </p:nvPr>
        </p:nvSpPr>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3AB9E4B-FEA6-18A8-0FDA-CE7F8E78D2F3}"/>
              </a:ext>
            </a:extLst>
          </p:cNvPr>
          <p:cNvSpPr>
            <a:spLocks noGrp="1"/>
          </p:cNvSpPr>
          <p:nvPr>
            <p:ph type="body" sz="quarter" idx="16"/>
          </p:nvPr>
        </p:nvSpPr>
        <p:spPr>
          <a:xfrm>
            <a:off x="8184234" y="4581128"/>
            <a:ext cx="3599780" cy="1440260"/>
          </a:xfrm>
        </p:spPr>
        <p:txBody>
          <a:bodyPr/>
          <a:lstStyle>
            <a:lvl1pPr>
              <a:defRPr sz="1800" b="1">
                <a:solidFill>
                  <a:schemeClr val="accent2"/>
                </a:solidFill>
              </a:defRPr>
            </a:lvl1pPr>
            <a:lvl2pPr>
              <a:defRPr sz="1800">
                <a:solidFill>
                  <a:schemeClr val="accent2"/>
                </a:solidFill>
              </a:defRPr>
            </a:lvl2pPr>
            <a:lvl3pPr>
              <a:defRPr>
                <a:solidFill>
                  <a:schemeClr val="accent2"/>
                </a:solidFill>
              </a:defRPr>
            </a:lvl3pPr>
          </a:lstStyle>
          <a:p>
            <a:pPr lvl="0"/>
            <a:r>
              <a:rPr lang="en-US"/>
              <a:t>Click to edit Master text styles</a:t>
            </a:r>
          </a:p>
          <a:p>
            <a:pPr lvl="1"/>
            <a:r>
              <a:rPr lang="en-US"/>
              <a:t>Second level</a:t>
            </a:r>
          </a:p>
          <a:p>
            <a:pPr lvl="2"/>
            <a:r>
              <a:rPr lang="en-US"/>
              <a:t>Third level</a:t>
            </a:r>
          </a:p>
        </p:txBody>
      </p:sp>
      <p:sp>
        <p:nvSpPr>
          <p:cNvPr id="2" name="Content Placeholder 2">
            <a:extLst>
              <a:ext uri="{FF2B5EF4-FFF2-40B4-BE49-F238E27FC236}">
                <a16:creationId xmlns:a16="http://schemas.microsoft.com/office/drawing/2014/main" id="{4069CD21-258E-F584-DB10-DDDF64A8BB88}"/>
              </a:ext>
            </a:extLst>
          </p:cNvPr>
          <p:cNvSpPr>
            <a:spLocks noGrp="1"/>
          </p:cNvSpPr>
          <p:nvPr>
            <p:ph sz="half" idx="1"/>
          </p:nvPr>
        </p:nvSpPr>
        <p:spPr>
          <a:xfrm>
            <a:off x="407988" y="1844675"/>
            <a:ext cx="7495828" cy="4176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19CAC5B-0885-5983-A752-B7772C6BE75E}"/>
              </a:ext>
            </a:extLst>
          </p:cNvPr>
          <p:cNvSpPr>
            <a:spLocks noGrp="1"/>
          </p:cNvSpPr>
          <p:nvPr>
            <p:ph type="dt" sz="half" idx="17"/>
          </p:nvPr>
        </p:nvSpPr>
        <p:spPr/>
        <p:txBody>
          <a:bodyPr/>
          <a:lstStyle/>
          <a:p>
            <a:fld id="{71B795A0-B0DD-48F7-89AE-E7B093DA61B2}" type="datetime3">
              <a:rPr lang="en-US" smtClean="0"/>
              <a:t>1 October 2026</a:t>
            </a:fld>
            <a:endParaRPr lang="en-US" dirty="0"/>
          </a:p>
        </p:txBody>
      </p:sp>
      <p:sp>
        <p:nvSpPr>
          <p:cNvPr id="8" name="Footer Placeholder 7">
            <a:extLst>
              <a:ext uri="{FF2B5EF4-FFF2-40B4-BE49-F238E27FC236}">
                <a16:creationId xmlns:a16="http://schemas.microsoft.com/office/drawing/2014/main" id="{B14670D1-B039-76C6-4937-2BADDC7351D3}"/>
              </a:ext>
            </a:extLst>
          </p:cNvPr>
          <p:cNvSpPr>
            <a:spLocks noGrp="1"/>
          </p:cNvSpPr>
          <p:nvPr>
            <p:ph type="ftr" sz="quarter" idx="18"/>
          </p:nvPr>
        </p:nvSpPr>
        <p:spPr/>
        <p:txBody>
          <a:bodyPr/>
          <a:lstStyle/>
          <a:p>
            <a:endParaRPr lang="en-US" dirty="0"/>
          </a:p>
        </p:txBody>
      </p:sp>
      <p:sp>
        <p:nvSpPr>
          <p:cNvPr id="10" name="Slide Number Placeholder 9">
            <a:extLst>
              <a:ext uri="{FF2B5EF4-FFF2-40B4-BE49-F238E27FC236}">
                <a16:creationId xmlns:a16="http://schemas.microsoft.com/office/drawing/2014/main" id="{62400DED-003B-82AF-556C-66F7300463D3}"/>
              </a:ext>
            </a:extLst>
          </p:cNvPr>
          <p:cNvSpPr>
            <a:spLocks noGrp="1"/>
          </p:cNvSpPr>
          <p:nvPr>
            <p:ph type="sldNum" sz="quarter" idx="19"/>
          </p:nvPr>
        </p:nvSpPr>
        <p:spPr/>
        <p:txBody>
          <a:bodyPr/>
          <a:lstStyle/>
          <a:p>
            <a:fld id="{5B16D1FE-3A35-41BA-8EBE-413702045235}" type="slidenum">
              <a:rPr lang="en-US" smtClean="0"/>
              <a:pPr/>
              <a:t>‹#›</a:t>
            </a:fld>
            <a:endParaRPr lang="en-US" dirty="0"/>
          </a:p>
        </p:txBody>
      </p:sp>
    </p:spTree>
    <p:extLst>
      <p:ext uri="{BB962C8B-B14F-4D97-AF65-F5344CB8AC3E}">
        <p14:creationId xmlns:p14="http://schemas.microsoft.com/office/powerpoint/2010/main" val="75084033"/>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hree Products">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5F4909C0-CB7F-4820-564D-70F4F52CDD98}"/>
              </a:ext>
            </a:extLst>
          </p:cNvPr>
          <p:cNvSpPr>
            <a:spLocks noGrp="1"/>
          </p:cNvSpPr>
          <p:nvPr>
            <p:ph type="pic" sz="quarter" idx="13"/>
          </p:nvPr>
        </p:nvSpPr>
        <p:spPr>
          <a:xfrm>
            <a:off x="407989" y="3717033"/>
            <a:ext cx="3599780" cy="2304355"/>
          </a:xfrm>
          <a:solidFill>
            <a:schemeClr val="bg2"/>
          </a:solidFill>
        </p:spPr>
        <p:txBody>
          <a:bodyPr/>
          <a:lstStyle>
            <a:lvl1pPr>
              <a:defRPr sz="1000"/>
            </a:lvl1pPr>
          </a:lstStyle>
          <a:p>
            <a:r>
              <a:rPr lang="en-US"/>
              <a:t>Click icon to add picture</a:t>
            </a:r>
            <a:endParaRPr lang="en-GB"/>
          </a:p>
        </p:txBody>
      </p:sp>
      <p:sp>
        <p:nvSpPr>
          <p:cNvPr id="13" name="Picture Placeholder 8">
            <a:extLst>
              <a:ext uri="{FF2B5EF4-FFF2-40B4-BE49-F238E27FC236}">
                <a16:creationId xmlns:a16="http://schemas.microsoft.com/office/drawing/2014/main" id="{77D5736D-2F13-0DB0-3DBC-A4313B7EFC19}"/>
              </a:ext>
            </a:extLst>
          </p:cNvPr>
          <p:cNvSpPr>
            <a:spLocks noGrp="1"/>
          </p:cNvSpPr>
          <p:nvPr>
            <p:ph type="pic" sz="quarter" idx="14"/>
          </p:nvPr>
        </p:nvSpPr>
        <p:spPr>
          <a:xfrm>
            <a:off x="4295800" y="3717033"/>
            <a:ext cx="3600400" cy="2304355"/>
          </a:xfrm>
          <a:solidFill>
            <a:schemeClr val="bg2"/>
          </a:solidFill>
        </p:spPr>
        <p:txBody>
          <a:bodyPr/>
          <a:lstStyle>
            <a:lvl1pPr>
              <a:defRPr sz="1000"/>
            </a:lvl1pPr>
          </a:lstStyle>
          <a:p>
            <a:r>
              <a:rPr lang="en-US"/>
              <a:t>Click icon to add picture</a:t>
            </a:r>
            <a:endParaRPr lang="en-GB"/>
          </a:p>
        </p:txBody>
      </p:sp>
      <p:sp>
        <p:nvSpPr>
          <p:cNvPr id="14" name="Picture Placeholder 8">
            <a:extLst>
              <a:ext uri="{FF2B5EF4-FFF2-40B4-BE49-F238E27FC236}">
                <a16:creationId xmlns:a16="http://schemas.microsoft.com/office/drawing/2014/main" id="{E6E0F798-4B85-2B68-5278-91C94AD246FA}"/>
              </a:ext>
            </a:extLst>
          </p:cNvPr>
          <p:cNvSpPr>
            <a:spLocks noGrp="1"/>
          </p:cNvSpPr>
          <p:nvPr>
            <p:ph type="pic" sz="quarter" idx="15"/>
          </p:nvPr>
        </p:nvSpPr>
        <p:spPr>
          <a:xfrm>
            <a:off x="8184232" y="3717033"/>
            <a:ext cx="3599781" cy="2304355"/>
          </a:xfrm>
          <a:solidFill>
            <a:schemeClr val="bg2"/>
          </a:solidFill>
        </p:spPr>
        <p:txBody>
          <a:bodyPr/>
          <a:lstStyle>
            <a:lvl1pPr>
              <a:defRPr sz="1000"/>
            </a:lvl1pPr>
          </a:lstStyle>
          <a:p>
            <a:r>
              <a:rPr lang="en-US"/>
              <a:t>Click icon to add picture</a:t>
            </a:r>
            <a:endParaRPr lang="en-GB"/>
          </a:p>
        </p:txBody>
      </p:sp>
      <p:sp>
        <p:nvSpPr>
          <p:cNvPr id="15" name="Title 14">
            <a:extLst>
              <a:ext uri="{FF2B5EF4-FFF2-40B4-BE49-F238E27FC236}">
                <a16:creationId xmlns:a16="http://schemas.microsoft.com/office/drawing/2014/main" id="{5D07E5D9-645F-CC2E-67AB-1286220222EE}"/>
              </a:ext>
            </a:extLst>
          </p:cNvPr>
          <p:cNvSpPr>
            <a:spLocks noGrp="1"/>
          </p:cNvSpPr>
          <p:nvPr>
            <p:ph type="title"/>
          </p:nvPr>
        </p:nvSpPr>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3AB9E4B-FEA6-18A8-0FDA-CE7F8E78D2F3}"/>
              </a:ext>
            </a:extLst>
          </p:cNvPr>
          <p:cNvSpPr>
            <a:spLocks noGrp="1"/>
          </p:cNvSpPr>
          <p:nvPr>
            <p:ph type="body" sz="quarter" idx="16"/>
          </p:nvPr>
        </p:nvSpPr>
        <p:spPr>
          <a:xfrm>
            <a:off x="407988" y="2420888"/>
            <a:ext cx="3600450" cy="1152128"/>
          </a:xfrm>
        </p:spPr>
        <p:txBody>
          <a:bodyPr/>
          <a:lstStyle/>
          <a:p>
            <a:pPr lvl="0"/>
            <a:r>
              <a:rPr lang="en-US"/>
              <a:t>Click to edit Master text styles</a:t>
            </a:r>
          </a:p>
          <a:p>
            <a:pPr lvl="1"/>
            <a:r>
              <a:rPr lang="en-US"/>
              <a:t>Second level</a:t>
            </a:r>
          </a:p>
          <a:p>
            <a:pPr lvl="2"/>
            <a:r>
              <a:rPr lang="en-US"/>
              <a:t>Third level</a:t>
            </a:r>
          </a:p>
        </p:txBody>
      </p:sp>
      <p:sp>
        <p:nvSpPr>
          <p:cNvPr id="4" name="Text Placeholder 2">
            <a:extLst>
              <a:ext uri="{FF2B5EF4-FFF2-40B4-BE49-F238E27FC236}">
                <a16:creationId xmlns:a16="http://schemas.microsoft.com/office/drawing/2014/main" id="{6DF9E083-F665-1347-A43D-E23E10466F7B}"/>
              </a:ext>
            </a:extLst>
          </p:cNvPr>
          <p:cNvSpPr>
            <a:spLocks noGrp="1"/>
          </p:cNvSpPr>
          <p:nvPr>
            <p:ph type="body" sz="quarter" idx="17"/>
          </p:nvPr>
        </p:nvSpPr>
        <p:spPr>
          <a:xfrm>
            <a:off x="4295801" y="2420888"/>
            <a:ext cx="3600398" cy="1152128"/>
          </a:xfrm>
        </p:spPr>
        <p:txBody>
          <a:bodyPr/>
          <a:lstStyle/>
          <a:p>
            <a:pPr lvl="0"/>
            <a:r>
              <a:rPr lang="en-US"/>
              <a:t>Click to edit Master text styles</a:t>
            </a:r>
          </a:p>
          <a:p>
            <a:pPr lvl="1"/>
            <a:r>
              <a:rPr lang="en-US"/>
              <a:t>Second level</a:t>
            </a:r>
          </a:p>
          <a:p>
            <a:pPr lvl="2"/>
            <a:r>
              <a:rPr lang="en-US"/>
              <a:t>Third level</a:t>
            </a:r>
          </a:p>
        </p:txBody>
      </p:sp>
      <p:sp>
        <p:nvSpPr>
          <p:cNvPr id="8" name="Text Placeholder 2">
            <a:extLst>
              <a:ext uri="{FF2B5EF4-FFF2-40B4-BE49-F238E27FC236}">
                <a16:creationId xmlns:a16="http://schemas.microsoft.com/office/drawing/2014/main" id="{42090DD4-8328-53E1-0B5E-F791C29A9232}"/>
              </a:ext>
            </a:extLst>
          </p:cNvPr>
          <p:cNvSpPr>
            <a:spLocks noGrp="1"/>
          </p:cNvSpPr>
          <p:nvPr>
            <p:ph type="body" sz="quarter" idx="18"/>
          </p:nvPr>
        </p:nvSpPr>
        <p:spPr>
          <a:xfrm>
            <a:off x="8183564" y="2420888"/>
            <a:ext cx="3600450" cy="1152128"/>
          </a:xfrm>
        </p:spPr>
        <p:txBody>
          <a:bodyPr/>
          <a:lstStyle/>
          <a:p>
            <a:pPr lvl="0"/>
            <a:r>
              <a:rPr lang="en-US"/>
              <a:t>Click to edit Master text styles</a:t>
            </a:r>
          </a:p>
          <a:p>
            <a:pPr lvl="1"/>
            <a:r>
              <a:rPr lang="en-US"/>
              <a:t>Second level</a:t>
            </a:r>
          </a:p>
          <a:p>
            <a:pPr lvl="2"/>
            <a:r>
              <a:rPr lang="en-US"/>
              <a:t>Third level</a:t>
            </a:r>
          </a:p>
        </p:txBody>
      </p:sp>
      <p:sp>
        <p:nvSpPr>
          <p:cNvPr id="2" name="Text Placeholder 2">
            <a:extLst>
              <a:ext uri="{FF2B5EF4-FFF2-40B4-BE49-F238E27FC236}">
                <a16:creationId xmlns:a16="http://schemas.microsoft.com/office/drawing/2014/main" id="{C12460F8-53D5-D49D-CCD5-2AB026B60FFC}"/>
              </a:ext>
            </a:extLst>
          </p:cNvPr>
          <p:cNvSpPr>
            <a:spLocks noGrp="1"/>
          </p:cNvSpPr>
          <p:nvPr>
            <p:ph type="body" idx="1"/>
          </p:nvPr>
        </p:nvSpPr>
        <p:spPr>
          <a:xfrm>
            <a:off x="407976" y="1844675"/>
            <a:ext cx="3599792" cy="576213"/>
          </a:xfrm>
        </p:spPr>
        <p:txBody>
          <a:bodyPr anchor="t" anchorCtr="0"/>
          <a:lstStyle>
            <a:lvl1pPr marL="0" indent="0">
              <a:lnSpc>
                <a:spcPct val="100000"/>
              </a:lnSpc>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4">
            <a:extLst>
              <a:ext uri="{FF2B5EF4-FFF2-40B4-BE49-F238E27FC236}">
                <a16:creationId xmlns:a16="http://schemas.microsoft.com/office/drawing/2014/main" id="{E65CDEC5-CCC3-05E5-2109-79577D28DD87}"/>
              </a:ext>
            </a:extLst>
          </p:cNvPr>
          <p:cNvSpPr>
            <a:spLocks noGrp="1"/>
          </p:cNvSpPr>
          <p:nvPr>
            <p:ph type="body" sz="quarter" idx="3"/>
          </p:nvPr>
        </p:nvSpPr>
        <p:spPr>
          <a:xfrm>
            <a:off x="4295800" y="1844675"/>
            <a:ext cx="3600400" cy="576213"/>
          </a:xfrm>
        </p:spPr>
        <p:txBody>
          <a:bodyPr anchor="t" anchorCtr="0"/>
          <a:lstStyle>
            <a:lvl1pPr marL="0" indent="0">
              <a:lnSpc>
                <a:spcPct val="100000"/>
              </a:lnSpc>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4">
            <a:extLst>
              <a:ext uri="{FF2B5EF4-FFF2-40B4-BE49-F238E27FC236}">
                <a16:creationId xmlns:a16="http://schemas.microsoft.com/office/drawing/2014/main" id="{CD684454-A390-CDC0-AD9B-DFA0DB463D1D}"/>
              </a:ext>
            </a:extLst>
          </p:cNvPr>
          <p:cNvSpPr>
            <a:spLocks noGrp="1"/>
          </p:cNvSpPr>
          <p:nvPr>
            <p:ph type="body" sz="quarter" idx="19"/>
          </p:nvPr>
        </p:nvSpPr>
        <p:spPr>
          <a:xfrm>
            <a:off x="8184232" y="1844675"/>
            <a:ext cx="3599794" cy="576213"/>
          </a:xfrm>
        </p:spPr>
        <p:txBody>
          <a:bodyPr anchor="t" anchorCtr="0"/>
          <a:lstStyle>
            <a:lvl1pPr marL="0" indent="0">
              <a:lnSpc>
                <a:spcPct val="100000"/>
              </a:lnSpc>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Date Placeholder 15">
            <a:extLst>
              <a:ext uri="{FF2B5EF4-FFF2-40B4-BE49-F238E27FC236}">
                <a16:creationId xmlns:a16="http://schemas.microsoft.com/office/drawing/2014/main" id="{EB006A7F-B34E-D6DA-D234-2F2B4DD705EB}"/>
              </a:ext>
            </a:extLst>
          </p:cNvPr>
          <p:cNvSpPr>
            <a:spLocks noGrp="1"/>
          </p:cNvSpPr>
          <p:nvPr>
            <p:ph type="dt" sz="half" idx="20"/>
          </p:nvPr>
        </p:nvSpPr>
        <p:spPr/>
        <p:txBody>
          <a:bodyPr/>
          <a:lstStyle/>
          <a:p>
            <a:fld id="{AE315EC7-3CFD-4AA5-BEA7-F82871B312A9}" type="datetime3">
              <a:rPr lang="en-US" smtClean="0"/>
              <a:t>1 October 2026</a:t>
            </a:fld>
            <a:endParaRPr lang="en-US" dirty="0"/>
          </a:p>
        </p:txBody>
      </p:sp>
      <p:sp>
        <p:nvSpPr>
          <p:cNvPr id="17" name="Footer Placeholder 16">
            <a:extLst>
              <a:ext uri="{FF2B5EF4-FFF2-40B4-BE49-F238E27FC236}">
                <a16:creationId xmlns:a16="http://schemas.microsoft.com/office/drawing/2014/main" id="{970AC6FC-E815-5471-6B70-56AD786B26E5}"/>
              </a:ext>
            </a:extLst>
          </p:cNvPr>
          <p:cNvSpPr>
            <a:spLocks noGrp="1"/>
          </p:cNvSpPr>
          <p:nvPr>
            <p:ph type="ftr" sz="quarter" idx="21"/>
          </p:nvPr>
        </p:nvSpPr>
        <p:spPr/>
        <p:txBody>
          <a:bodyPr/>
          <a:lstStyle/>
          <a:p>
            <a:endParaRPr lang="en-US" dirty="0"/>
          </a:p>
        </p:txBody>
      </p:sp>
      <p:sp>
        <p:nvSpPr>
          <p:cNvPr id="18" name="Slide Number Placeholder 17">
            <a:extLst>
              <a:ext uri="{FF2B5EF4-FFF2-40B4-BE49-F238E27FC236}">
                <a16:creationId xmlns:a16="http://schemas.microsoft.com/office/drawing/2014/main" id="{7A437C13-C2D7-2FA5-A9B3-F32577BB741A}"/>
              </a:ext>
            </a:extLst>
          </p:cNvPr>
          <p:cNvSpPr>
            <a:spLocks noGrp="1"/>
          </p:cNvSpPr>
          <p:nvPr>
            <p:ph type="sldNum" sz="quarter" idx="22"/>
          </p:nvPr>
        </p:nvSpPr>
        <p:spPr/>
        <p:txBody>
          <a:bodyPr/>
          <a:lstStyle/>
          <a:p>
            <a:fld id="{5B16D1FE-3A35-41BA-8EBE-413702045235}" type="slidenum">
              <a:rPr lang="en-US" smtClean="0"/>
              <a:pPr/>
              <a:t>‹#›</a:t>
            </a:fld>
            <a:endParaRPr lang="en-US" dirty="0"/>
          </a:p>
        </p:txBody>
      </p:sp>
    </p:spTree>
    <p:extLst>
      <p:ext uri="{BB962C8B-B14F-4D97-AF65-F5344CB8AC3E}">
        <p14:creationId xmlns:p14="http://schemas.microsoft.com/office/powerpoint/2010/main" val="895590488"/>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15:guide id="1" pos="3840">
          <p15:clr>
            <a:srgbClr val="FBAE40"/>
          </p15:clr>
        </p15:guide>
        <p15:guide id="2" pos="2615">
          <p15:clr>
            <a:srgbClr val="FBAE40"/>
          </p15:clr>
        </p15:guide>
        <p15:guide id="3" pos="5065">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wo Products">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5F4909C0-CB7F-4820-564D-70F4F52CDD98}"/>
              </a:ext>
            </a:extLst>
          </p:cNvPr>
          <p:cNvSpPr>
            <a:spLocks noGrp="1"/>
          </p:cNvSpPr>
          <p:nvPr>
            <p:ph type="pic" sz="quarter" idx="13"/>
          </p:nvPr>
        </p:nvSpPr>
        <p:spPr>
          <a:xfrm>
            <a:off x="407988" y="3717033"/>
            <a:ext cx="5543996" cy="2304355"/>
          </a:xfrm>
          <a:solidFill>
            <a:schemeClr val="bg2"/>
          </a:solidFill>
        </p:spPr>
        <p:txBody>
          <a:bodyPr/>
          <a:lstStyle>
            <a:lvl1pPr>
              <a:defRPr sz="1000"/>
            </a:lvl1pPr>
          </a:lstStyle>
          <a:p>
            <a:r>
              <a:rPr lang="en-US"/>
              <a:t>Click icon to add picture</a:t>
            </a:r>
            <a:endParaRPr lang="en-GB"/>
          </a:p>
        </p:txBody>
      </p:sp>
      <p:sp>
        <p:nvSpPr>
          <p:cNvPr id="13" name="Picture Placeholder 8">
            <a:extLst>
              <a:ext uri="{FF2B5EF4-FFF2-40B4-BE49-F238E27FC236}">
                <a16:creationId xmlns:a16="http://schemas.microsoft.com/office/drawing/2014/main" id="{77D5736D-2F13-0DB0-3DBC-A4313B7EFC19}"/>
              </a:ext>
            </a:extLst>
          </p:cNvPr>
          <p:cNvSpPr>
            <a:spLocks noGrp="1"/>
          </p:cNvSpPr>
          <p:nvPr>
            <p:ph type="pic" sz="quarter" idx="14"/>
          </p:nvPr>
        </p:nvSpPr>
        <p:spPr>
          <a:xfrm>
            <a:off x="6240016" y="3717033"/>
            <a:ext cx="5543997" cy="2304355"/>
          </a:xfrm>
          <a:solidFill>
            <a:schemeClr val="bg2"/>
          </a:solidFill>
        </p:spPr>
        <p:txBody>
          <a:bodyPr/>
          <a:lstStyle>
            <a:lvl1pPr>
              <a:defRPr sz="1000"/>
            </a:lvl1pPr>
          </a:lstStyle>
          <a:p>
            <a:r>
              <a:rPr lang="en-US"/>
              <a:t>Click icon to add picture</a:t>
            </a:r>
            <a:endParaRPr lang="en-GB"/>
          </a:p>
        </p:txBody>
      </p:sp>
      <p:sp>
        <p:nvSpPr>
          <p:cNvPr id="15" name="Title 14">
            <a:extLst>
              <a:ext uri="{FF2B5EF4-FFF2-40B4-BE49-F238E27FC236}">
                <a16:creationId xmlns:a16="http://schemas.microsoft.com/office/drawing/2014/main" id="{5D07E5D9-645F-CC2E-67AB-1286220222EE}"/>
              </a:ext>
            </a:extLst>
          </p:cNvPr>
          <p:cNvSpPr>
            <a:spLocks noGrp="1"/>
          </p:cNvSpPr>
          <p:nvPr>
            <p:ph type="title"/>
          </p:nvPr>
        </p:nvSpPr>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3AB9E4B-FEA6-18A8-0FDA-CE7F8E78D2F3}"/>
              </a:ext>
            </a:extLst>
          </p:cNvPr>
          <p:cNvSpPr>
            <a:spLocks noGrp="1"/>
          </p:cNvSpPr>
          <p:nvPr>
            <p:ph type="body" sz="quarter" idx="16"/>
          </p:nvPr>
        </p:nvSpPr>
        <p:spPr>
          <a:xfrm>
            <a:off x="407988" y="2420888"/>
            <a:ext cx="5543996" cy="1152128"/>
          </a:xfrm>
        </p:spPr>
        <p:txBody>
          <a:bodyPr/>
          <a:lstStyle/>
          <a:p>
            <a:pPr lvl="0"/>
            <a:r>
              <a:rPr lang="en-US"/>
              <a:t>Click to edit Master text styles</a:t>
            </a:r>
          </a:p>
          <a:p>
            <a:pPr lvl="1"/>
            <a:r>
              <a:rPr lang="en-US"/>
              <a:t>Second level</a:t>
            </a:r>
          </a:p>
          <a:p>
            <a:pPr lvl="2"/>
            <a:r>
              <a:rPr lang="en-US"/>
              <a:t>Third level</a:t>
            </a:r>
          </a:p>
        </p:txBody>
      </p:sp>
      <p:sp>
        <p:nvSpPr>
          <p:cNvPr id="4" name="Text Placeholder 2">
            <a:extLst>
              <a:ext uri="{FF2B5EF4-FFF2-40B4-BE49-F238E27FC236}">
                <a16:creationId xmlns:a16="http://schemas.microsoft.com/office/drawing/2014/main" id="{6DF9E083-F665-1347-A43D-E23E10466F7B}"/>
              </a:ext>
            </a:extLst>
          </p:cNvPr>
          <p:cNvSpPr>
            <a:spLocks noGrp="1"/>
          </p:cNvSpPr>
          <p:nvPr>
            <p:ph type="body" sz="quarter" idx="17"/>
          </p:nvPr>
        </p:nvSpPr>
        <p:spPr>
          <a:xfrm>
            <a:off x="6240488" y="2420888"/>
            <a:ext cx="5543525" cy="1152128"/>
          </a:xfrm>
        </p:spPr>
        <p:txBody>
          <a:bodyPr/>
          <a:lstStyle/>
          <a:p>
            <a:pPr lvl="0"/>
            <a:r>
              <a:rPr lang="en-US"/>
              <a:t>Click to edit Master text styles</a:t>
            </a:r>
          </a:p>
          <a:p>
            <a:pPr lvl="1"/>
            <a:r>
              <a:rPr lang="en-US"/>
              <a:t>Second level</a:t>
            </a:r>
          </a:p>
          <a:p>
            <a:pPr lvl="2"/>
            <a:r>
              <a:rPr lang="en-US"/>
              <a:t>Third level</a:t>
            </a:r>
          </a:p>
        </p:txBody>
      </p:sp>
      <p:sp>
        <p:nvSpPr>
          <p:cNvPr id="2" name="Text Placeholder 2">
            <a:extLst>
              <a:ext uri="{FF2B5EF4-FFF2-40B4-BE49-F238E27FC236}">
                <a16:creationId xmlns:a16="http://schemas.microsoft.com/office/drawing/2014/main" id="{C12460F8-53D5-D49D-CCD5-2AB026B60FFC}"/>
              </a:ext>
            </a:extLst>
          </p:cNvPr>
          <p:cNvSpPr>
            <a:spLocks noGrp="1"/>
          </p:cNvSpPr>
          <p:nvPr>
            <p:ph type="body" idx="1"/>
          </p:nvPr>
        </p:nvSpPr>
        <p:spPr>
          <a:xfrm>
            <a:off x="407975" y="1844675"/>
            <a:ext cx="5542983" cy="576213"/>
          </a:xfrm>
        </p:spPr>
        <p:txBody>
          <a:bodyPr anchor="t" anchorCtr="0"/>
          <a:lstStyle>
            <a:lvl1pPr marL="0" indent="0">
              <a:lnSpc>
                <a:spcPct val="100000"/>
              </a:lnSpc>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4">
            <a:extLst>
              <a:ext uri="{FF2B5EF4-FFF2-40B4-BE49-F238E27FC236}">
                <a16:creationId xmlns:a16="http://schemas.microsoft.com/office/drawing/2014/main" id="{E65CDEC5-CCC3-05E5-2109-79577D28DD87}"/>
              </a:ext>
            </a:extLst>
          </p:cNvPr>
          <p:cNvSpPr>
            <a:spLocks noGrp="1"/>
          </p:cNvSpPr>
          <p:nvPr>
            <p:ph type="body" sz="quarter" idx="3"/>
          </p:nvPr>
        </p:nvSpPr>
        <p:spPr>
          <a:xfrm>
            <a:off x="6240488" y="1844675"/>
            <a:ext cx="5543528" cy="576213"/>
          </a:xfrm>
        </p:spPr>
        <p:txBody>
          <a:bodyPr anchor="t" anchorCtr="0"/>
          <a:lstStyle>
            <a:lvl1pPr marL="0" indent="0">
              <a:lnSpc>
                <a:spcPct val="100000"/>
              </a:lnSpc>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Date Placeholder 11">
            <a:extLst>
              <a:ext uri="{FF2B5EF4-FFF2-40B4-BE49-F238E27FC236}">
                <a16:creationId xmlns:a16="http://schemas.microsoft.com/office/drawing/2014/main" id="{C007422C-D740-116D-D816-DEF4F0D4B3A0}"/>
              </a:ext>
            </a:extLst>
          </p:cNvPr>
          <p:cNvSpPr>
            <a:spLocks noGrp="1"/>
          </p:cNvSpPr>
          <p:nvPr>
            <p:ph type="dt" sz="half" idx="18"/>
          </p:nvPr>
        </p:nvSpPr>
        <p:spPr/>
        <p:txBody>
          <a:bodyPr/>
          <a:lstStyle/>
          <a:p>
            <a:fld id="{7C84BE1F-F46C-40EE-8DA5-E59052F3E046}" type="datetime3">
              <a:rPr lang="en-US" smtClean="0"/>
              <a:t>1 October 2026</a:t>
            </a:fld>
            <a:endParaRPr lang="en-US" dirty="0"/>
          </a:p>
        </p:txBody>
      </p:sp>
      <p:sp>
        <p:nvSpPr>
          <p:cNvPr id="16" name="Footer Placeholder 15">
            <a:extLst>
              <a:ext uri="{FF2B5EF4-FFF2-40B4-BE49-F238E27FC236}">
                <a16:creationId xmlns:a16="http://schemas.microsoft.com/office/drawing/2014/main" id="{B4363070-C085-5DB0-0026-7423B2184E8E}"/>
              </a:ext>
            </a:extLst>
          </p:cNvPr>
          <p:cNvSpPr>
            <a:spLocks noGrp="1"/>
          </p:cNvSpPr>
          <p:nvPr>
            <p:ph type="ftr" sz="quarter" idx="19"/>
          </p:nvPr>
        </p:nvSpPr>
        <p:spPr/>
        <p:txBody>
          <a:bodyPr/>
          <a:lstStyle/>
          <a:p>
            <a:endParaRPr lang="en-US" dirty="0"/>
          </a:p>
        </p:txBody>
      </p:sp>
      <p:sp>
        <p:nvSpPr>
          <p:cNvPr id="17" name="Slide Number Placeholder 16">
            <a:extLst>
              <a:ext uri="{FF2B5EF4-FFF2-40B4-BE49-F238E27FC236}">
                <a16:creationId xmlns:a16="http://schemas.microsoft.com/office/drawing/2014/main" id="{AF017768-2CF7-CF02-1F85-8C493C73605F}"/>
              </a:ext>
            </a:extLst>
          </p:cNvPr>
          <p:cNvSpPr>
            <a:spLocks noGrp="1"/>
          </p:cNvSpPr>
          <p:nvPr>
            <p:ph type="sldNum" sz="quarter" idx="20"/>
          </p:nvPr>
        </p:nvSpPr>
        <p:spPr/>
        <p:txBody>
          <a:bodyPr/>
          <a:lstStyle/>
          <a:p>
            <a:fld id="{5B16D1FE-3A35-41BA-8EBE-413702045235}" type="slidenum">
              <a:rPr lang="en-US" smtClean="0"/>
              <a:pPr/>
              <a:t>‹#›</a:t>
            </a:fld>
            <a:endParaRPr lang="en-US" dirty="0"/>
          </a:p>
        </p:txBody>
      </p:sp>
    </p:spTree>
    <p:extLst>
      <p:ext uri="{BB962C8B-B14F-4D97-AF65-F5344CB8AC3E}">
        <p14:creationId xmlns:p14="http://schemas.microsoft.com/office/powerpoint/2010/main" val="2545041903"/>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15:guide id="1" pos="3840">
          <p15:clr>
            <a:srgbClr val="FBAE40"/>
          </p15:clr>
        </p15:guide>
        <p15:guide id="2" pos="2615">
          <p15:clr>
            <a:srgbClr val="FBAE40"/>
          </p15:clr>
        </p15:guide>
        <p15:guide id="3" pos="5065">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Highlight Products">
    <p:spTree>
      <p:nvGrpSpPr>
        <p:cNvPr id="1" name=""/>
        <p:cNvGrpSpPr/>
        <p:nvPr/>
      </p:nvGrpSpPr>
      <p:grpSpPr>
        <a:xfrm>
          <a:off x="0" y="0"/>
          <a:ext cx="0" cy="0"/>
          <a:chOff x="0" y="0"/>
          <a:chExt cx="0" cy="0"/>
        </a:xfrm>
      </p:grpSpPr>
      <p:sp>
        <p:nvSpPr>
          <p:cNvPr id="12" name="Text Placeholder 2">
            <a:extLst>
              <a:ext uri="{FF2B5EF4-FFF2-40B4-BE49-F238E27FC236}">
                <a16:creationId xmlns:a16="http://schemas.microsoft.com/office/drawing/2014/main" id="{0E88811A-4106-5F88-85E8-CA5D41690973}"/>
              </a:ext>
            </a:extLst>
          </p:cNvPr>
          <p:cNvSpPr>
            <a:spLocks noGrp="1"/>
          </p:cNvSpPr>
          <p:nvPr>
            <p:ph type="body" sz="quarter" idx="20"/>
          </p:nvPr>
        </p:nvSpPr>
        <p:spPr>
          <a:xfrm>
            <a:off x="-15205" y="3717032"/>
            <a:ext cx="4166518" cy="2304356"/>
          </a:xfrm>
          <a:solidFill>
            <a:schemeClr val="accent2"/>
          </a:solidFill>
        </p:spPr>
        <p:txBody>
          <a:bodyPr lIns="432000" tIns="288000" rIns="432000" bIns="288000"/>
          <a:lstStyle>
            <a:lvl1pPr>
              <a:defRPr sz="1600" b="1">
                <a:solidFill>
                  <a:schemeClr val="bg1"/>
                </a:solidFill>
              </a:defRPr>
            </a:lvl1pPr>
            <a:lvl2pPr>
              <a:defRPr sz="16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marL="1885950" indent="0">
              <a:buNone/>
              <a:defRPr>
                <a:solidFill>
                  <a:schemeClr val="bg1"/>
                </a:solidFill>
              </a:defRPr>
            </a:lvl9pPr>
          </a:lstStyle>
          <a:p>
            <a:pPr lvl="0"/>
            <a:r>
              <a:rPr lang="en-US"/>
              <a:t>Click to edit Master text styles</a:t>
            </a:r>
          </a:p>
          <a:p>
            <a:pPr lvl="1"/>
            <a:r>
              <a:rPr lang="en-US"/>
              <a:t>Second level</a:t>
            </a:r>
          </a:p>
          <a:p>
            <a:pPr lvl="2"/>
            <a:r>
              <a:rPr lang="en-US"/>
              <a:t>Third level</a:t>
            </a:r>
          </a:p>
        </p:txBody>
      </p:sp>
      <p:sp>
        <p:nvSpPr>
          <p:cNvPr id="13" name="Picture Placeholder 8">
            <a:extLst>
              <a:ext uri="{FF2B5EF4-FFF2-40B4-BE49-F238E27FC236}">
                <a16:creationId xmlns:a16="http://schemas.microsoft.com/office/drawing/2014/main" id="{77D5736D-2F13-0DB0-3DBC-A4313B7EFC19}"/>
              </a:ext>
            </a:extLst>
          </p:cNvPr>
          <p:cNvSpPr>
            <a:spLocks noGrp="1"/>
          </p:cNvSpPr>
          <p:nvPr>
            <p:ph type="pic" sz="quarter" idx="14"/>
          </p:nvPr>
        </p:nvSpPr>
        <p:spPr>
          <a:xfrm>
            <a:off x="4151313" y="3717033"/>
            <a:ext cx="3889376" cy="2304355"/>
          </a:xfrm>
          <a:solidFill>
            <a:schemeClr val="bg2"/>
          </a:solidFill>
        </p:spPr>
        <p:txBody>
          <a:bodyPr/>
          <a:lstStyle>
            <a:lvl1pPr>
              <a:defRPr sz="1000"/>
            </a:lvl1pPr>
          </a:lstStyle>
          <a:p>
            <a:r>
              <a:rPr lang="en-US"/>
              <a:t>Click icon to add picture</a:t>
            </a:r>
            <a:endParaRPr lang="en-GB"/>
          </a:p>
        </p:txBody>
      </p:sp>
      <p:sp>
        <p:nvSpPr>
          <p:cNvPr id="14" name="Picture Placeholder 8">
            <a:extLst>
              <a:ext uri="{FF2B5EF4-FFF2-40B4-BE49-F238E27FC236}">
                <a16:creationId xmlns:a16="http://schemas.microsoft.com/office/drawing/2014/main" id="{E6E0F798-4B85-2B68-5278-91C94AD246FA}"/>
              </a:ext>
            </a:extLst>
          </p:cNvPr>
          <p:cNvSpPr>
            <a:spLocks noGrp="1"/>
          </p:cNvSpPr>
          <p:nvPr>
            <p:ph type="pic" sz="quarter" idx="15"/>
          </p:nvPr>
        </p:nvSpPr>
        <p:spPr>
          <a:xfrm>
            <a:off x="8040688" y="3717033"/>
            <a:ext cx="4151311" cy="2304356"/>
          </a:xfrm>
          <a:solidFill>
            <a:schemeClr val="bg2"/>
          </a:solidFill>
        </p:spPr>
        <p:txBody>
          <a:bodyPr/>
          <a:lstStyle>
            <a:lvl1pPr>
              <a:defRPr sz="1000"/>
            </a:lvl1pPr>
          </a:lstStyle>
          <a:p>
            <a:r>
              <a:rPr lang="en-US"/>
              <a:t>Click icon to add picture</a:t>
            </a:r>
            <a:endParaRPr lang="en-GB"/>
          </a:p>
        </p:txBody>
      </p:sp>
      <p:sp>
        <p:nvSpPr>
          <p:cNvPr id="15" name="Title 14">
            <a:extLst>
              <a:ext uri="{FF2B5EF4-FFF2-40B4-BE49-F238E27FC236}">
                <a16:creationId xmlns:a16="http://schemas.microsoft.com/office/drawing/2014/main" id="{5D07E5D9-645F-CC2E-67AB-1286220222EE}"/>
              </a:ext>
            </a:extLst>
          </p:cNvPr>
          <p:cNvSpPr>
            <a:spLocks noGrp="1"/>
          </p:cNvSpPr>
          <p:nvPr>
            <p:ph type="title"/>
          </p:nvPr>
        </p:nvSpPr>
        <p:spPr/>
        <p:txBody>
          <a:bodyPr/>
          <a:lstStyle/>
          <a:p>
            <a:r>
              <a:rPr lang="en-US"/>
              <a:t>Click to edit Master title style</a:t>
            </a:r>
            <a:endParaRPr lang="en-GB"/>
          </a:p>
        </p:txBody>
      </p:sp>
      <p:sp>
        <p:nvSpPr>
          <p:cNvPr id="16" name="Date Placeholder 15">
            <a:extLst>
              <a:ext uri="{FF2B5EF4-FFF2-40B4-BE49-F238E27FC236}">
                <a16:creationId xmlns:a16="http://schemas.microsoft.com/office/drawing/2014/main" id="{E25F17CB-93EE-1A67-C5EF-0688CADF210A}"/>
              </a:ext>
            </a:extLst>
          </p:cNvPr>
          <p:cNvSpPr>
            <a:spLocks noGrp="1"/>
          </p:cNvSpPr>
          <p:nvPr>
            <p:ph type="dt" sz="half" idx="21"/>
          </p:nvPr>
        </p:nvSpPr>
        <p:spPr/>
        <p:txBody>
          <a:bodyPr/>
          <a:lstStyle/>
          <a:p>
            <a:fld id="{7090D65D-B2E9-4770-A040-75AF7CEB5FA2}" type="datetime3">
              <a:rPr lang="en-US" smtClean="0"/>
              <a:t>1 October 2026</a:t>
            </a:fld>
            <a:endParaRPr lang="en-US" dirty="0"/>
          </a:p>
        </p:txBody>
      </p:sp>
      <p:sp>
        <p:nvSpPr>
          <p:cNvPr id="17" name="Footer Placeholder 16">
            <a:extLst>
              <a:ext uri="{FF2B5EF4-FFF2-40B4-BE49-F238E27FC236}">
                <a16:creationId xmlns:a16="http://schemas.microsoft.com/office/drawing/2014/main" id="{2E6BFB01-721D-2F28-910C-0362B8187347}"/>
              </a:ext>
            </a:extLst>
          </p:cNvPr>
          <p:cNvSpPr>
            <a:spLocks noGrp="1"/>
          </p:cNvSpPr>
          <p:nvPr>
            <p:ph type="ftr" sz="quarter" idx="22"/>
          </p:nvPr>
        </p:nvSpPr>
        <p:spPr/>
        <p:txBody>
          <a:bodyPr/>
          <a:lstStyle/>
          <a:p>
            <a:endParaRPr lang="en-US" dirty="0"/>
          </a:p>
        </p:txBody>
      </p:sp>
      <p:sp>
        <p:nvSpPr>
          <p:cNvPr id="18" name="Slide Number Placeholder 17">
            <a:extLst>
              <a:ext uri="{FF2B5EF4-FFF2-40B4-BE49-F238E27FC236}">
                <a16:creationId xmlns:a16="http://schemas.microsoft.com/office/drawing/2014/main" id="{E95A88BF-5656-09FB-9C37-347222FE5BD0}"/>
              </a:ext>
            </a:extLst>
          </p:cNvPr>
          <p:cNvSpPr>
            <a:spLocks noGrp="1"/>
          </p:cNvSpPr>
          <p:nvPr>
            <p:ph type="sldNum" sz="quarter" idx="23"/>
          </p:nvPr>
        </p:nvSpPr>
        <p:spPr/>
        <p:txBody>
          <a:bodyPr/>
          <a:lstStyle/>
          <a:p>
            <a:fld id="{5B16D1FE-3A35-41BA-8EBE-413702045235}" type="slidenum">
              <a:rPr lang="en-US" smtClean="0"/>
              <a:pPr/>
              <a:t>‹#›</a:t>
            </a:fld>
            <a:endParaRPr lang="en-US" dirty="0"/>
          </a:p>
        </p:txBody>
      </p:sp>
      <p:sp>
        <p:nvSpPr>
          <p:cNvPr id="5" name="Text Placeholder 2">
            <a:extLst>
              <a:ext uri="{FF2B5EF4-FFF2-40B4-BE49-F238E27FC236}">
                <a16:creationId xmlns:a16="http://schemas.microsoft.com/office/drawing/2014/main" id="{1844A489-5310-AED1-FF20-D1A7F90F44A4}"/>
              </a:ext>
            </a:extLst>
          </p:cNvPr>
          <p:cNvSpPr>
            <a:spLocks noGrp="1"/>
          </p:cNvSpPr>
          <p:nvPr>
            <p:ph type="body" sz="quarter" idx="16"/>
          </p:nvPr>
        </p:nvSpPr>
        <p:spPr>
          <a:xfrm>
            <a:off x="407988" y="2420888"/>
            <a:ext cx="3600450" cy="1152128"/>
          </a:xfrm>
        </p:spPr>
        <p:txBody>
          <a:bodyPr/>
          <a:lstStyle/>
          <a:p>
            <a:pPr lvl="0"/>
            <a:r>
              <a:rPr lang="en-US"/>
              <a:t>Click to edit Master text styles</a:t>
            </a:r>
          </a:p>
          <a:p>
            <a:pPr lvl="1"/>
            <a:r>
              <a:rPr lang="en-US"/>
              <a:t>Second level</a:t>
            </a:r>
          </a:p>
          <a:p>
            <a:pPr lvl="2"/>
            <a:r>
              <a:rPr lang="en-US"/>
              <a:t>Third level</a:t>
            </a:r>
          </a:p>
        </p:txBody>
      </p:sp>
      <p:sp>
        <p:nvSpPr>
          <p:cNvPr id="6" name="Text Placeholder 2">
            <a:extLst>
              <a:ext uri="{FF2B5EF4-FFF2-40B4-BE49-F238E27FC236}">
                <a16:creationId xmlns:a16="http://schemas.microsoft.com/office/drawing/2014/main" id="{9BB1B909-B5A3-BBF7-75F3-FA140F15118D}"/>
              </a:ext>
            </a:extLst>
          </p:cNvPr>
          <p:cNvSpPr>
            <a:spLocks noGrp="1"/>
          </p:cNvSpPr>
          <p:nvPr>
            <p:ph type="body" sz="quarter" idx="17"/>
          </p:nvPr>
        </p:nvSpPr>
        <p:spPr>
          <a:xfrm>
            <a:off x="4295801" y="2420888"/>
            <a:ext cx="3600398" cy="1152128"/>
          </a:xfrm>
        </p:spPr>
        <p:txBody>
          <a:bodyPr/>
          <a:lstStyle/>
          <a:p>
            <a:pPr lvl="0"/>
            <a:r>
              <a:rPr lang="en-US"/>
              <a:t>Click to edit Master text styles</a:t>
            </a:r>
          </a:p>
          <a:p>
            <a:pPr lvl="1"/>
            <a:r>
              <a:rPr lang="en-US"/>
              <a:t>Second level</a:t>
            </a:r>
          </a:p>
          <a:p>
            <a:pPr lvl="2"/>
            <a:r>
              <a:rPr lang="en-US"/>
              <a:t>Third level</a:t>
            </a:r>
          </a:p>
        </p:txBody>
      </p:sp>
      <p:sp>
        <p:nvSpPr>
          <p:cNvPr id="7" name="Text Placeholder 2">
            <a:extLst>
              <a:ext uri="{FF2B5EF4-FFF2-40B4-BE49-F238E27FC236}">
                <a16:creationId xmlns:a16="http://schemas.microsoft.com/office/drawing/2014/main" id="{6E4343A6-B33B-138E-E8B4-4C946F748B8D}"/>
              </a:ext>
            </a:extLst>
          </p:cNvPr>
          <p:cNvSpPr>
            <a:spLocks noGrp="1"/>
          </p:cNvSpPr>
          <p:nvPr>
            <p:ph type="body" sz="quarter" idx="18"/>
          </p:nvPr>
        </p:nvSpPr>
        <p:spPr>
          <a:xfrm>
            <a:off x="8183564" y="2420888"/>
            <a:ext cx="3600450" cy="1152128"/>
          </a:xfrm>
        </p:spPr>
        <p:txBody>
          <a:bodyPr/>
          <a:lstStyle/>
          <a:p>
            <a:pPr lvl="0"/>
            <a:r>
              <a:rPr lang="en-US"/>
              <a:t>Click to edit Master text styles</a:t>
            </a:r>
          </a:p>
          <a:p>
            <a:pPr lvl="1"/>
            <a:r>
              <a:rPr lang="en-US"/>
              <a:t>Second level</a:t>
            </a:r>
          </a:p>
          <a:p>
            <a:pPr lvl="2"/>
            <a:r>
              <a:rPr lang="en-US"/>
              <a:t>Third level</a:t>
            </a:r>
          </a:p>
        </p:txBody>
      </p:sp>
      <p:sp>
        <p:nvSpPr>
          <p:cNvPr id="9" name="Text Placeholder 2">
            <a:extLst>
              <a:ext uri="{FF2B5EF4-FFF2-40B4-BE49-F238E27FC236}">
                <a16:creationId xmlns:a16="http://schemas.microsoft.com/office/drawing/2014/main" id="{CD19BF13-29DD-3B32-68D0-2F6B1EDA3DA5}"/>
              </a:ext>
            </a:extLst>
          </p:cNvPr>
          <p:cNvSpPr>
            <a:spLocks noGrp="1"/>
          </p:cNvSpPr>
          <p:nvPr>
            <p:ph type="body" idx="1"/>
          </p:nvPr>
        </p:nvSpPr>
        <p:spPr>
          <a:xfrm>
            <a:off x="407976" y="1844675"/>
            <a:ext cx="3599792" cy="576213"/>
          </a:xfrm>
        </p:spPr>
        <p:txBody>
          <a:bodyPr anchor="t" anchorCtr="0"/>
          <a:lstStyle>
            <a:lvl1pPr marL="0" indent="0">
              <a:lnSpc>
                <a:spcPct val="100000"/>
              </a:lnSpc>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4">
            <a:extLst>
              <a:ext uri="{FF2B5EF4-FFF2-40B4-BE49-F238E27FC236}">
                <a16:creationId xmlns:a16="http://schemas.microsoft.com/office/drawing/2014/main" id="{1EF62AE2-C920-CA6F-1970-443612A89CE6}"/>
              </a:ext>
            </a:extLst>
          </p:cNvPr>
          <p:cNvSpPr>
            <a:spLocks noGrp="1"/>
          </p:cNvSpPr>
          <p:nvPr>
            <p:ph type="body" sz="quarter" idx="3"/>
          </p:nvPr>
        </p:nvSpPr>
        <p:spPr>
          <a:xfrm>
            <a:off x="4295800" y="1844675"/>
            <a:ext cx="3600400" cy="576213"/>
          </a:xfrm>
        </p:spPr>
        <p:txBody>
          <a:bodyPr anchor="t" anchorCtr="0"/>
          <a:lstStyle>
            <a:lvl1pPr marL="0" indent="0">
              <a:lnSpc>
                <a:spcPct val="100000"/>
              </a:lnSpc>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4">
            <a:extLst>
              <a:ext uri="{FF2B5EF4-FFF2-40B4-BE49-F238E27FC236}">
                <a16:creationId xmlns:a16="http://schemas.microsoft.com/office/drawing/2014/main" id="{80921090-7B13-C9B0-82BC-21F9143B7FC3}"/>
              </a:ext>
            </a:extLst>
          </p:cNvPr>
          <p:cNvSpPr>
            <a:spLocks noGrp="1"/>
          </p:cNvSpPr>
          <p:nvPr>
            <p:ph type="body" sz="quarter" idx="19"/>
          </p:nvPr>
        </p:nvSpPr>
        <p:spPr>
          <a:xfrm>
            <a:off x="8184232" y="1844675"/>
            <a:ext cx="3599794" cy="576213"/>
          </a:xfrm>
        </p:spPr>
        <p:txBody>
          <a:bodyPr anchor="t" anchorCtr="0"/>
          <a:lstStyle>
            <a:lvl1pPr marL="0" indent="0">
              <a:lnSpc>
                <a:spcPct val="100000"/>
              </a:lnSpc>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3208369086"/>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15:guide id="1" pos="3840">
          <p15:clr>
            <a:srgbClr val="FBAE40"/>
          </p15:clr>
        </p15:guide>
        <p15:guide id="2" pos="2615">
          <p15:clr>
            <a:srgbClr val="FBAE40"/>
          </p15:clr>
        </p15:guide>
        <p15:guide id="3" pos="5065">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Highlight Products 2">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5D07E5D9-645F-CC2E-67AB-1286220222EE}"/>
              </a:ext>
            </a:extLst>
          </p:cNvPr>
          <p:cNvSpPr>
            <a:spLocks noGrp="1"/>
          </p:cNvSpPr>
          <p:nvPr>
            <p:ph type="title"/>
          </p:nvPr>
        </p:nvSpPr>
        <p:spPr/>
        <p:txBody>
          <a:bodyPr/>
          <a:lstStyle/>
          <a:p>
            <a:r>
              <a:rPr lang="en-US"/>
              <a:t>Click to edit Master title style</a:t>
            </a:r>
            <a:endParaRPr lang="en-GB"/>
          </a:p>
        </p:txBody>
      </p:sp>
      <p:sp>
        <p:nvSpPr>
          <p:cNvPr id="9" name="Picture Placeholder 8">
            <a:extLst>
              <a:ext uri="{FF2B5EF4-FFF2-40B4-BE49-F238E27FC236}">
                <a16:creationId xmlns:a16="http://schemas.microsoft.com/office/drawing/2014/main" id="{B69BD66C-8504-C5E2-02E7-AD28D2F668CB}"/>
              </a:ext>
            </a:extLst>
          </p:cNvPr>
          <p:cNvSpPr>
            <a:spLocks noGrp="1"/>
          </p:cNvSpPr>
          <p:nvPr>
            <p:ph type="pic" sz="quarter" idx="13"/>
          </p:nvPr>
        </p:nvSpPr>
        <p:spPr>
          <a:xfrm>
            <a:off x="0" y="3717033"/>
            <a:ext cx="4151313" cy="2304355"/>
          </a:xfrm>
          <a:solidFill>
            <a:schemeClr val="bg2"/>
          </a:solidFill>
        </p:spPr>
        <p:txBody>
          <a:bodyPr/>
          <a:lstStyle>
            <a:lvl1pPr>
              <a:defRPr sz="1000"/>
            </a:lvl1pPr>
          </a:lstStyle>
          <a:p>
            <a:r>
              <a:rPr lang="en-US"/>
              <a:t>Click icon to add picture</a:t>
            </a:r>
            <a:endParaRPr lang="en-GB"/>
          </a:p>
        </p:txBody>
      </p:sp>
      <p:sp>
        <p:nvSpPr>
          <p:cNvPr id="16" name="Picture Placeholder 8">
            <a:extLst>
              <a:ext uri="{FF2B5EF4-FFF2-40B4-BE49-F238E27FC236}">
                <a16:creationId xmlns:a16="http://schemas.microsoft.com/office/drawing/2014/main" id="{09062606-FC0F-D5E4-EB60-021D2095A4CF}"/>
              </a:ext>
            </a:extLst>
          </p:cNvPr>
          <p:cNvSpPr>
            <a:spLocks noGrp="1"/>
          </p:cNvSpPr>
          <p:nvPr>
            <p:ph type="pic" sz="quarter" idx="15"/>
          </p:nvPr>
        </p:nvSpPr>
        <p:spPr>
          <a:xfrm>
            <a:off x="8040688" y="3717033"/>
            <a:ext cx="4151311" cy="2304355"/>
          </a:xfrm>
          <a:solidFill>
            <a:schemeClr val="bg2"/>
          </a:solidFill>
        </p:spPr>
        <p:txBody>
          <a:bodyPr/>
          <a:lstStyle>
            <a:lvl1pPr>
              <a:defRPr sz="1000"/>
            </a:lvl1pPr>
          </a:lstStyle>
          <a:p>
            <a:r>
              <a:rPr lang="en-US"/>
              <a:t>Click icon to add picture</a:t>
            </a:r>
            <a:endParaRPr lang="en-GB"/>
          </a:p>
        </p:txBody>
      </p:sp>
      <p:sp>
        <p:nvSpPr>
          <p:cNvPr id="17" name="Date Placeholder 16">
            <a:extLst>
              <a:ext uri="{FF2B5EF4-FFF2-40B4-BE49-F238E27FC236}">
                <a16:creationId xmlns:a16="http://schemas.microsoft.com/office/drawing/2014/main" id="{0965D103-B908-7B7F-C79C-1E0B98028F4B}"/>
              </a:ext>
            </a:extLst>
          </p:cNvPr>
          <p:cNvSpPr>
            <a:spLocks noGrp="1"/>
          </p:cNvSpPr>
          <p:nvPr>
            <p:ph type="dt" sz="half" idx="21"/>
          </p:nvPr>
        </p:nvSpPr>
        <p:spPr/>
        <p:txBody>
          <a:bodyPr/>
          <a:lstStyle/>
          <a:p>
            <a:fld id="{6CE1CB92-3E35-4AE1-875F-6EF1029AF5E6}" type="datetime3">
              <a:rPr lang="en-US" smtClean="0"/>
              <a:t>1 October 2026</a:t>
            </a:fld>
            <a:endParaRPr lang="en-US" dirty="0"/>
          </a:p>
        </p:txBody>
      </p:sp>
      <p:sp>
        <p:nvSpPr>
          <p:cNvPr id="18" name="Footer Placeholder 17">
            <a:extLst>
              <a:ext uri="{FF2B5EF4-FFF2-40B4-BE49-F238E27FC236}">
                <a16:creationId xmlns:a16="http://schemas.microsoft.com/office/drawing/2014/main" id="{5ECFFF64-9053-8CAF-B91A-A58860DE4B65}"/>
              </a:ext>
            </a:extLst>
          </p:cNvPr>
          <p:cNvSpPr>
            <a:spLocks noGrp="1"/>
          </p:cNvSpPr>
          <p:nvPr>
            <p:ph type="ftr" sz="quarter" idx="22"/>
          </p:nvPr>
        </p:nvSpPr>
        <p:spPr/>
        <p:txBody>
          <a:bodyPr/>
          <a:lstStyle/>
          <a:p>
            <a:endParaRPr lang="en-US" dirty="0"/>
          </a:p>
        </p:txBody>
      </p:sp>
      <p:sp>
        <p:nvSpPr>
          <p:cNvPr id="19" name="Slide Number Placeholder 18">
            <a:extLst>
              <a:ext uri="{FF2B5EF4-FFF2-40B4-BE49-F238E27FC236}">
                <a16:creationId xmlns:a16="http://schemas.microsoft.com/office/drawing/2014/main" id="{880FD83C-8535-12BF-91BB-1BEA6EE5AFDF}"/>
              </a:ext>
            </a:extLst>
          </p:cNvPr>
          <p:cNvSpPr>
            <a:spLocks noGrp="1"/>
          </p:cNvSpPr>
          <p:nvPr>
            <p:ph type="sldNum" sz="quarter" idx="23"/>
          </p:nvPr>
        </p:nvSpPr>
        <p:spPr/>
        <p:txBody>
          <a:bodyPr/>
          <a:lstStyle/>
          <a:p>
            <a:fld id="{5B16D1FE-3A35-41BA-8EBE-413702045235}" type="slidenum">
              <a:rPr lang="en-US" smtClean="0"/>
              <a:pPr/>
              <a:t>‹#›</a:t>
            </a:fld>
            <a:endParaRPr lang="en-US" dirty="0"/>
          </a:p>
        </p:txBody>
      </p:sp>
      <p:sp>
        <p:nvSpPr>
          <p:cNvPr id="5" name="Text Placeholder 2">
            <a:extLst>
              <a:ext uri="{FF2B5EF4-FFF2-40B4-BE49-F238E27FC236}">
                <a16:creationId xmlns:a16="http://schemas.microsoft.com/office/drawing/2014/main" id="{AF641EC9-568A-C3ED-22B2-34FE3A215053}"/>
              </a:ext>
            </a:extLst>
          </p:cNvPr>
          <p:cNvSpPr>
            <a:spLocks noGrp="1"/>
          </p:cNvSpPr>
          <p:nvPr>
            <p:ph type="body" sz="quarter" idx="16"/>
          </p:nvPr>
        </p:nvSpPr>
        <p:spPr>
          <a:xfrm>
            <a:off x="407988" y="2420888"/>
            <a:ext cx="3600450" cy="1152128"/>
          </a:xfrm>
        </p:spPr>
        <p:txBody>
          <a:bodyPr/>
          <a:lstStyle/>
          <a:p>
            <a:pPr lvl="0"/>
            <a:r>
              <a:rPr lang="en-US"/>
              <a:t>Click to edit Master text styles</a:t>
            </a:r>
          </a:p>
          <a:p>
            <a:pPr lvl="1"/>
            <a:r>
              <a:rPr lang="en-US"/>
              <a:t>Second level</a:t>
            </a:r>
          </a:p>
          <a:p>
            <a:pPr lvl="2"/>
            <a:r>
              <a:rPr lang="en-US"/>
              <a:t>Third level</a:t>
            </a:r>
          </a:p>
        </p:txBody>
      </p:sp>
      <p:sp>
        <p:nvSpPr>
          <p:cNvPr id="6" name="Text Placeholder 2">
            <a:extLst>
              <a:ext uri="{FF2B5EF4-FFF2-40B4-BE49-F238E27FC236}">
                <a16:creationId xmlns:a16="http://schemas.microsoft.com/office/drawing/2014/main" id="{4DC71462-AE8F-2A78-EE2E-9B7954AB7806}"/>
              </a:ext>
            </a:extLst>
          </p:cNvPr>
          <p:cNvSpPr>
            <a:spLocks noGrp="1"/>
          </p:cNvSpPr>
          <p:nvPr>
            <p:ph type="body" sz="quarter" idx="17"/>
          </p:nvPr>
        </p:nvSpPr>
        <p:spPr>
          <a:xfrm>
            <a:off x="4295801" y="2420888"/>
            <a:ext cx="3600398" cy="1152128"/>
          </a:xfrm>
        </p:spPr>
        <p:txBody>
          <a:bodyPr/>
          <a:lstStyle/>
          <a:p>
            <a:pPr lvl="0"/>
            <a:r>
              <a:rPr lang="en-US"/>
              <a:t>Click to edit Master text styles</a:t>
            </a:r>
          </a:p>
          <a:p>
            <a:pPr lvl="1"/>
            <a:r>
              <a:rPr lang="en-US"/>
              <a:t>Second level</a:t>
            </a:r>
          </a:p>
          <a:p>
            <a:pPr lvl="2"/>
            <a:r>
              <a:rPr lang="en-US"/>
              <a:t>Third level</a:t>
            </a:r>
          </a:p>
        </p:txBody>
      </p:sp>
      <p:sp>
        <p:nvSpPr>
          <p:cNvPr id="7" name="Text Placeholder 2">
            <a:extLst>
              <a:ext uri="{FF2B5EF4-FFF2-40B4-BE49-F238E27FC236}">
                <a16:creationId xmlns:a16="http://schemas.microsoft.com/office/drawing/2014/main" id="{61AA0BC4-4755-1068-B70D-EFC35B72392B}"/>
              </a:ext>
            </a:extLst>
          </p:cNvPr>
          <p:cNvSpPr>
            <a:spLocks noGrp="1"/>
          </p:cNvSpPr>
          <p:nvPr>
            <p:ph type="body" sz="quarter" idx="18"/>
          </p:nvPr>
        </p:nvSpPr>
        <p:spPr>
          <a:xfrm>
            <a:off x="8183564" y="2420888"/>
            <a:ext cx="3600450" cy="1152128"/>
          </a:xfrm>
        </p:spPr>
        <p:txBody>
          <a:bodyPr/>
          <a:lstStyle/>
          <a:p>
            <a:pPr lvl="0"/>
            <a:r>
              <a:rPr lang="en-US"/>
              <a:t>Click to edit Master text styles</a:t>
            </a:r>
          </a:p>
          <a:p>
            <a:pPr lvl="1"/>
            <a:r>
              <a:rPr lang="en-US"/>
              <a:t>Second level</a:t>
            </a:r>
          </a:p>
          <a:p>
            <a:pPr lvl="2"/>
            <a:r>
              <a:rPr lang="en-US"/>
              <a:t>Third level</a:t>
            </a:r>
          </a:p>
        </p:txBody>
      </p:sp>
      <p:sp>
        <p:nvSpPr>
          <p:cNvPr id="13" name="Text Placeholder 2">
            <a:extLst>
              <a:ext uri="{FF2B5EF4-FFF2-40B4-BE49-F238E27FC236}">
                <a16:creationId xmlns:a16="http://schemas.microsoft.com/office/drawing/2014/main" id="{3435487D-09DB-FC17-5B16-37374D0EDF07}"/>
              </a:ext>
            </a:extLst>
          </p:cNvPr>
          <p:cNvSpPr>
            <a:spLocks noGrp="1"/>
          </p:cNvSpPr>
          <p:nvPr>
            <p:ph type="body" idx="1"/>
          </p:nvPr>
        </p:nvSpPr>
        <p:spPr>
          <a:xfrm>
            <a:off x="407976" y="1844675"/>
            <a:ext cx="3599792" cy="576213"/>
          </a:xfrm>
        </p:spPr>
        <p:txBody>
          <a:bodyPr anchor="t" anchorCtr="0"/>
          <a:lstStyle>
            <a:lvl1pPr marL="0" indent="0">
              <a:lnSpc>
                <a:spcPct val="100000"/>
              </a:lnSpc>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Text Placeholder 4">
            <a:extLst>
              <a:ext uri="{FF2B5EF4-FFF2-40B4-BE49-F238E27FC236}">
                <a16:creationId xmlns:a16="http://schemas.microsoft.com/office/drawing/2014/main" id="{F4C8225A-31CF-1C00-D728-989A398AB890}"/>
              </a:ext>
            </a:extLst>
          </p:cNvPr>
          <p:cNvSpPr>
            <a:spLocks noGrp="1"/>
          </p:cNvSpPr>
          <p:nvPr>
            <p:ph type="body" sz="quarter" idx="3"/>
          </p:nvPr>
        </p:nvSpPr>
        <p:spPr>
          <a:xfrm>
            <a:off x="4295800" y="1844675"/>
            <a:ext cx="3600400" cy="576213"/>
          </a:xfrm>
        </p:spPr>
        <p:txBody>
          <a:bodyPr anchor="t" anchorCtr="0"/>
          <a:lstStyle>
            <a:lvl1pPr marL="0" indent="0">
              <a:lnSpc>
                <a:spcPct val="100000"/>
              </a:lnSpc>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4">
            <a:extLst>
              <a:ext uri="{FF2B5EF4-FFF2-40B4-BE49-F238E27FC236}">
                <a16:creationId xmlns:a16="http://schemas.microsoft.com/office/drawing/2014/main" id="{39016365-5CB4-F7DB-E49C-618FD9E1FE81}"/>
              </a:ext>
            </a:extLst>
          </p:cNvPr>
          <p:cNvSpPr>
            <a:spLocks noGrp="1"/>
          </p:cNvSpPr>
          <p:nvPr>
            <p:ph type="body" sz="quarter" idx="19"/>
          </p:nvPr>
        </p:nvSpPr>
        <p:spPr>
          <a:xfrm>
            <a:off x="8184232" y="1844675"/>
            <a:ext cx="3599794" cy="576213"/>
          </a:xfrm>
        </p:spPr>
        <p:txBody>
          <a:bodyPr anchor="t" anchorCtr="0"/>
          <a:lstStyle>
            <a:lvl1pPr marL="0" indent="0">
              <a:lnSpc>
                <a:spcPct val="100000"/>
              </a:lnSpc>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Text Placeholder 2">
            <a:extLst>
              <a:ext uri="{FF2B5EF4-FFF2-40B4-BE49-F238E27FC236}">
                <a16:creationId xmlns:a16="http://schemas.microsoft.com/office/drawing/2014/main" id="{8DFCAB70-F4D3-E367-D96D-6DAA05629250}"/>
              </a:ext>
            </a:extLst>
          </p:cNvPr>
          <p:cNvSpPr>
            <a:spLocks noGrp="1"/>
          </p:cNvSpPr>
          <p:nvPr>
            <p:ph type="body" sz="quarter" idx="20"/>
          </p:nvPr>
        </p:nvSpPr>
        <p:spPr>
          <a:xfrm>
            <a:off x="4151313" y="3717032"/>
            <a:ext cx="3889375" cy="2304356"/>
          </a:xfrm>
          <a:solidFill>
            <a:schemeClr val="accent2"/>
          </a:solidFill>
        </p:spPr>
        <p:txBody>
          <a:bodyPr lIns="432000" tIns="288000" rIns="432000" bIns="288000"/>
          <a:lstStyle>
            <a:lvl1pPr>
              <a:defRPr sz="1600" b="1">
                <a:solidFill>
                  <a:schemeClr val="bg1"/>
                </a:solidFill>
              </a:defRPr>
            </a:lvl1pPr>
            <a:lvl2pPr>
              <a:defRPr sz="16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marL="1885950" indent="0">
              <a:buNone/>
              <a:defRPr>
                <a:solidFill>
                  <a:schemeClr val="bg1"/>
                </a:solidFill>
              </a:defRPr>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775907885"/>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15:guide id="1" pos="3840">
          <p15:clr>
            <a:srgbClr val="FBAE40"/>
          </p15:clr>
        </p15:guide>
        <p15:guide id="2" pos="2615">
          <p15:clr>
            <a:srgbClr val="FBAE40"/>
          </p15:clr>
        </p15:guide>
        <p15:guide id="3" pos="5065">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Highlight Products 3">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5D07E5D9-645F-CC2E-67AB-1286220222EE}"/>
              </a:ext>
            </a:extLst>
          </p:cNvPr>
          <p:cNvSpPr>
            <a:spLocks noGrp="1"/>
          </p:cNvSpPr>
          <p:nvPr>
            <p:ph type="title"/>
          </p:nvPr>
        </p:nvSpPr>
        <p:spPr/>
        <p:txBody>
          <a:bodyPr/>
          <a:lstStyle/>
          <a:p>
            <a:r>
              <a:rPr lang="en-US"/>
              <a:t>Click to edit Master title style</a:t>
            </a:r>
            <a:endParaRPr lang="en-GB"/>
          </a:p>
        </p:txBody>
      </p:sp>
      <p:sp>
        <p:nvSpPr>
          <p:cNvPr id="9" name="Picture Placeholder 8">
            <a:extLst>
              <a:ext uri="{FF2B5EF4-FFF2-40B4-BE49-F238E27FC236}">
                <a16:creationId xmlns:a16="http://schemas.microsoft.com/office/drawing/2014/main" id="{613B908F-1DDF-F0DD-37D0-77FEF89ECE40}"/>
              </a:ext>
            </a:extLst>
          </p:cNvPr>
          <p:cNvSpPr>
            <a:spLocks noGrp="1"/>
          </p:cNvSpPr>
          <p:nvPr>
            <p:ph type="pic" sz="quarter" idx="13"/>
          </p:nvPr>
        </p:nvSpPr>
        <p:spPr>
          <a:xfrm>
            <a:off x="0" y="3717033"/>
            <a:ext cx="4151313" cy="2304355"/>
          </a:xfrm>
          <a:solidFill>
            <a:schemeClr val="bg2"/>
          </a:solidFill>
        </p:spPr>
        <p:txBody>
          <a:bodyPr/>
          <a:lstStyle>
            <a:lvl1pPr>
              <a:defRPr sz="1000"/>
            </a:lvl1pPr>
          </a:lstStyle>
          <a:p>
            <a:r>
              <a:rPr lang="en-US"/>
              <a:t>Click icon to add picture</a:t>
            </a:r>
            <a:endParaRPr lang="en-GB"/>
          </a:p>
        </p:txBody>
      </p:sp>
      <p:sp>
        <p:nvSpPr>
          <p:cNvPr id="16" name="Picture Placeholder 8">
            <a:extLst>
              <a:ext uri="{FF2B5EF4-FFF2-40B4-BE49-F238E27FC236}">
                <a16:creationId xmlns:a16="http://schemas.microsoft.com/office/drawing/2014/main" id="{A50D2020-AD18-BC80-A346-B86B9969518D}"/>
              </a:ext>
            </a:extLst>
          </p:cNvPr>
          <p:cNvSpPr>
            <a:spLocks noGrp="1"/>
          </p:cNvSpPr>
          <p:nvPr>
            <p:ph type="pic" sz="quarter" idx="14"/>
          </p:nvPr>
        </p:nvSpPr>
        <p:spPr>
          <a:xfrm>
            <a:off x="4151313" y="3717033"/>
            <a:ext cx="3889375" cy="2304355"/>
          </a:xfrm>
          <a:solidFill>
            <a:schemeClr val="bg2"/>
          </a:solidFill>
        </p:spPr>
        <p:txBody>
          <a:bodyPr/>
          <a:lstStyle>
            <a:lvl1pPr>
              <a:defRPr sz="1000"/>
            </a:lvl1pPr>
          </a:lstStyle>
          <a:p>
            <a:r>
              <a:rPr lang="en-US"/>
              <a:t>Click icon to add picture</a:t>
            </a:r>
            <a:endParaRPr lang="en-GB"/>
          </a:p>
        </p:txBody>
      </p:sp>
      <p:sp>
        <p:nvSpPr>
          <p:cNvPr id="17" name="Date Placeholder 16">
            <a:extLst>
              <a:ext uri="{FF2B5EF4-FFF2-40B4-BE49-F238E27FC236}">
                <a16:creationId xmlns:a16="http://schemas.microsoft.com/office/drawing/2014/main" id="{D2F94CBA-C235-D825-991F-45AEA9EFC72E}"/>
              </a:ext>
            </a:extLst>
          </p:cNvPr>
          <p:cNvSpPr>
            <a:spLocks noGrp="1"/>
          </p:cNvSpPr>
          <p:nvPr>
            <p:ph type="dt" sz="half" idx="21"/>
          </p:nvPr>
        </p:nvSpPr>
        <p:spPr/>
        <p:txBody>
          <a:bodyPr/>
          <a:lstStyle/>
          <a:p>
            <a:fld id="{84EE040F-A63B-4B0E-991C-38B9BE5F62A2}" type="datetime3">
              <a:rPr lang="en-US" smtClean="0"/>
              <a:t>1 October 2026</a:t>
            </a:fld>
            <a:endParaRPr lang="en-US" dirty="0"/>
          </a:p>
        </p:txBody>
      </p:sp>
      <p:sp>
        <p:nvSpPr>
          <p:cNvPr id="18" name="Footer Placeholder 17">
            <a:extLst>
              <a:ext uri="{FF2B5EF4-FFF2-40B4-BE49-F238E27FC236}">
                <a16:creationId xmlns:a16="http://schemas.microsoft.com/office/drawing/2014/main" id="{04D3B586-DB38-4818-19BE-97449162CCF6}"/>
              </a:ext>
            </a:extLst>
          </p:cNvPr>
          <p:cNvSpPr>
            <a:spLocks noGrp="1"/>
          </p:cNvSpPr>
          <p:nvPr>
            <p:ph type="ftr" sz="quarter" idx="22"/>
          </p:nvPr>
        </p:nvSpPr>
        <p:spPr/>
        <p:txBody>
          <a:bodyPr/>
          <a:lstStyle/>
          <a:p>
            <a:endParaRPr lang="en-US" dirty="0"/>
          </a:p>
        </p:txBody>
      </p:sp>
      <p:sp>
        <p:nvSpPr>
          <p:cNvPr id="19" name="Slide Number Placeholder 18">
            <a:extLst>
              <a:ext uri="{FF2B5EF4-FFF2-40B4-BE49-F238E27FC236}">
                <a16:creationId xmlns:a16="http://schemas.microsoft.com/office/drawing/2014/main" id="{D3413A37-40BD-0523-4B42-385FF45DA098}"/>
              </a:ext>
            </a:extLst>
          </p:cNvPr>
          <p:cNvSpPr>
            <a:spLocks noGrp="1"/>
          </p:cNvSpPr>
          <p:nvPr>
            <p:ph type="sldNum" sz="quarter" idx="23"/>
          </p:nvPr>
        </p:nvSpPr>
        <p:spPr/>
        <p:txBody>
          <a:bodyPr/>
          <a:lstStyle/>
          <a:p>
            <a:fld id="{5B16D1FE-3A35-41BA-8EBE-413702045235}" type="slidenum">
              <a:rPr lang="en-US" smtClean="0"/>
              <a:pPr/>
              <a:t>‹#›</a:t>
            </a:fld>
            <a:endParaRPr lang="en-US" dirty="0"/>
          </a:p>
        </p:txBody>
      </p:sp>
      <p:sp>
        <p:nvSpPr>
          <p:cNvPr id="5" name="Text Placeholder 2">
            <a:extLst>
              <a:ext uri="{FF2B5EF4-FFF2-40B4-BE49-F238E27FC236}">
                <a16:creationId xmlns:a16="http://schemas.microsoft.com/office/drawing/2014/main" id="{D68911FD-CD79-8C48-FD1F-4C922DB7732B}"/>
              </a:ext>
            </a:extLst>
          </p:cNvPr>
          <p:cNvSpPr>
            <a:spLocks noGrp="1"/>
          </p:cNvSpPr>
          <p:nvPr>
            <p:ph type="body" sz="quarter" idx="16"/>
          </p:nvPr>
        </p:nvSpPr>
        <p:spPr>
          <a:xfrm>
            <a:off x="407988" y="2420888"/>
            <a:ext cx="3600450" cy="1152128"/>
          </a:xfrm>
        </p:spPr>
        <p:txBody>
          <a:bodyPr/>
          <a:lstStyle/>
          <a:p>
            <a:pPr lvl="0"/>
            <a:r>
              <a:rPr lang="en-US"/>
              <a:t>Click to edit Master text styles</a:t>
            </a:r>
          </a:p>
          <a:p>
            <a:pPr lvl="1"/>
            <a:r>
              <a:rPr lang="en-US"/>
              <a:t>Second level</a:t>
            </a:r>
          </a:p>
          <a:p>
            <a:pPr lvl="2"/>
            <a:r>
              <a:rPr lang="en-US"/>
              <a:t>Third level</a:t>
            </a:r>
          </a:p>
        </p:txBody>
      </p:sp>
      <p:sp>
        <p:nvSpPr>
          <p:cNvPr id="6" name="Text Placeholder 2">
            <a:extLst>
              <a:ext uri="{FF2B5EF4-FFF2-40B4-BE49-F238E27FC236}">
                <a16:creationId xmlns:a16="http://schemas.microsoft.com/office/drawing/2014/main" id="{62B85062-EDAD-B73B-7B0A-8F5974B79CE9}"/>
              </a:ext>
            </a:extLst>
          </p:cNvPr>
          <p:cNvSpPr>
            <a:spLocks noGrp="1"/>
          </p:cNvSpPr>
          <p:nvPr>
            <p:ph type="body" sz="quarter" idx="17"/>
          </p:nvPr>
        </p:nvSpPr>
        <p:spPr>
          <a:xfrm>
            <a:off x="4295801" y="2420888"/>
            <a:ext cx="3600398" cy="1152128"/>
          </a:xfrm>
        </p:spPr>
        <p:txBody>
          <a:bodyPr/>
          <a:lstStyle/>
          <a:p>
            <a:pPr lvl="0"/>
            <a:r>
              <a:rPr lang="en-US"/>
              <a:t>Click to edit Master text styles</a:t>
            </a:r>
          </a:p>
          <a:p>
            <a:pPr lvl="1"/>
            <a:r>
              <a:rPr lang="en-US"/>
              <a:t>Second level</a:t>
            </a:r>
          </a:p>
          <a:p>
            <a:pPr lvl="2"/>
            <a:r>
              <a:rPr lang="en-US"/>
              <a:t>Third level</a:t>
            </a:r>
          </a:p>
        </p:txBody>
      </p:sp>
      <p:sp>
        <p:nvSpPr>
          <p:cNvPr id="7" name="Text Placeholder 2">
            <a:extLst>
              <a:ext uri="{FF2B5EF4-FFF2-40B4-BE49-F238E27FC236}">
                <a16:creationId xmlns:a16="http://schemas.microsoft.com/office/drawing/2014/main" id="{7D294A7C-D273-7C5B-A651-1644BE0BEBE7}"/>
              </a:ext>
            </a:extLst>
          </p:cNvPr>
          <p:cNvSpPr>
            <a:spLocks noGrp="1"/>
          </p:cNvSpPr>
          <p:nvPr>
            <p:ph type="body" sz="quarter" idx="18"/>
          </p:nvPr>
        </p:nvSpPr>
        <p:spPr>
          <a:xfrm>
            <a:off x="8183564" y="2420888"/>
            <a:ext cx="3600450" cy="1152128"/>
          </a:xfrm>
        </p:spPr>
        <p:txBody>
          <a:bodyPr/>
          <a:lstStyle/>
          <a:p>
            <a:pPr lvl="0"/>
            <a:r>
              <a:rPr lang="en-US"/>
              <a:t>Click to edit Master text styles</a:t>
            </a:r>
          </a:p>
          <a:p>
            <a:pPr lvl="1"/>
            <a:r>
              <a:rPr lang="en-US"/>
              <a:t>Second level</a:t>
            </a:r>
          </a:p>
          <a:p>
            <a:pPr lvl="2"/>
            <a:r>
              <a:rPr lang="en-US"/>
              <a:t>Third level</a:t>
            </a:r>
          </a:p>
        </p:txBody>
      </p:sp>
      <p:sp>
        <p:nvSpPr>
          <p:cNvPr id="13" name="Text Placeholder 2">
            <a:extLst>
              <a:ext uri="{FF2B5EF4-FFF2-40B4-BE49-F238E27FC236}">
                <a16:creationId xmlns:a16="http://schemas.microsoft.com/office/drawing/2014/main" id="{8E66B095-EC91-2239-78D8-80D89F75AF92}"/>
              </a:ext>
            </a:extLst>
          </p:cNvPr>
          <p:cNvSpPr>
            <a:spLocks noGrp="1"/>
          </p:cNvSpPr>
          <p:nvPr>
            <p:ph type="body" idx="1"/>
          </p:nvPr>
        </p:nvSpPr>
        <p:spPr>
          <a:xfrm>
            <a:off x="407976" y="1844675"/>
            <a:ext cx="3599792" cy="576213"/>
          </a:xfrm>
        </p:spPr>
        <p:txBody>
          <a:bodyPr anchor="t" anchorCtr="0"/>
          <a:lstStyle>
            <a:lvl1pPr marL="0" indent="0">
              <a:lnSpc>
                <a:spcPct val="100000"/>
              </a:lnSpc>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Text Placeholder 4">
            <a:extLst>
              <a:ext uri="{FF2B5EF4-FFF2-40B4-BE49-F238E27FC236}">
                <a16:creationId xmlns:a16="http://schemas.microsoft.com/office/drawing/2014/main" id="{3299F341-3B2B-8196-9440-46124FB7E694}"/>
              </a:ext>
            </a:extLst>
          </p:cNvPr>
          <p:cNvSpPr>
            <a:spLocks noGrp="1"/>
          </p:cNvSpPr>
          <p:nvPr>
            <p:ph type="body" sz="quarter" idx="3"/>
          </p:nvPr>
        </p:nvSpPr>
        <p:spPr>
          <a:xfrm>
            <a:off x="4295800" y="1844675"/>
            <a:ext cx="3600400" cy="576213"/>
          </a:xfrm>
        </p:spPr>
        <p:txBody>
          <a:bodyPr anchor="t" anchorCtr="0"/>
          <a:lstStyle>
            <a:lvl1pPr marL="0" indent="0">
              <a:lnSpc>
                <a:spcPct val="100000"/>
              </a:lnSpc>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4">
            <a:extLst>
              <a:ext uri="{FF2B5EF4-FFF2-40B4-BE49-F238E27FC236}">
                <a16:creationId xmlns:a16="http://schemas.microsoft.com/office/drawing/2014/main" id="{115ECE21-176F-F115-65BA-E2ABBE4BF7EE}"/>
              </a:ext>
            </a:extLst>
          </p:cNvPr>
          <p:cNvSpPr>
            <a:spLocks noGrp="1"/>
          </p:cNvSpPr>
          <p:nvPr>
            <p:ph type="body" sz="quarter" idx="19"/>
          </p:nvPr>
        </p:nvSpPr>
        <p:spPr>
          <a:xfrm>
            <a:off x="8184232" y="1844675"/>
            <a:ext cx="3599794" cy="576213"/>
          </a:xfrm>
        </p:spPr>
        <p:txBody>
          <a:bodyPr anchor="t" anchorCtr="0"/>
          <a:lstStyle>
            <a:lvl1pPr marL="0" indent="0">
              <a:lnSpc>
                <a:spcPct val="100000"/>
              </a:lnSpc>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1" name="Text Placeholder 2">
            <a:extLst>
              <a:ext uri="{FF2B5EF4-FFF2-40B4-BE49-F238E27FC236}">
                <a16:creationId xmlns:a16="http://schemas.microsoft.com/office/drawing/2014/main" id="{09458398-2856-3067-5F28-8F764090A240}"/>
              </a:ext>
            </a:extLst>
          </p:cNvPr>
          <p:cNvSpPr>
            <a:spLocks noGrp="1"/>
          </p:cNvSpPr>
          <p:nvPr>
            <p:ph type="body" sz="quarter" idx="20"/>
          </p:nvPr>
        </p:nvSpPr>
        <p:spPr>
          <a:xfrm>
            <a:off x="8040688" y="3717032"/>
            <a:ext cx="4151312" cy="2304356"/>
          </a:xfrm>
          <a:solidFill>
            <a:schemeClr val="accent2"/>
          </a:solidFill>
        </p:spPr>
        <p:txBody>
          <a:bodyPr lIns="432000" tIns="288000" rIns="432000" bIns="288000"/>
          <a:lstStyle>
            <a:lvl1pPr>
              <a:defRPr sz="1600" b="1">
                <a:solidFill>
                  <a:schemeClr val="bg1"/>
                </a:solidFill>
              </a:defRPr>
            </a:lvl1pPr>
            <a:lvl2pPr>
              <a:defRPr sz="16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marL="1885950" indent="0">
              <a:buNone/>
              <a:defRPr>
                <a:solidFill>
                  <a:schemeClr val="bg1"/>
                </a:solidFill>
              </a:defRPr>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332554867"/>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15:guide id="1" pos="3840">
          <p15:clr>
            <a:srgbClr val="FBAE40"/>
          </p15:clr>
        </p15:guide>
        <p15:guide id="2" pos="2615">
          <p15:clr>
            <a:srgbClr val="FBAE40"/>
          </p15:clr>
        </p15:guide>
        <p15:guide id="3" pos="5065">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Highlights">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5D07E5D9-645F-CC2E-67AB-1286220222EE}"/>
              </a:ext>
            </a:extLst>
          </p:cNvPr>
          <p:cNvSpPr>
            <a:spLocks noGrp="1"/>
          </p:cNvSpPr>
          <p:nvPr>
            <p:ph type="title"/>
          </p:nvPr>
        </p:nvSpPr>
        <p:spPr/>
        <p:txBody>
          <a:bodyPr/>
          <a:lstStyle/>
          <a:p>
            <a:r>
              <a:rPr lang="en-US"/>
              <a:t>Click to edit Master title style</a:t>
            </a:r>
            <a:endParaRPr lang="en-GB"/>
          </a:p>
        </p:txBody>
      </p:sp>
      <p:sp>
        <p:nvSpPr>
          <p:cNvPr id="16" name="Date Placeholder 15">
            <a:extLst>
              <a:ext uri="{FF2B5EF4-FFF2-40B4-BE49-F238E27FC236}">
                <a16:creationId xmlns:a16="http://schemas.microsoft.com/office/drawing/2014/main" id="{E25F17CB-93EE-1A67-C5EF-0688CADF210A}"/>
              </a:ext>
            </a:extLst>
          </p:cNvPr>
          <p:cNvSpPr>
            <a:spLocks noGrp="1"/>
          </p:cNvSpPr>
          <p:nvPr>
            <p:ph type="dt" sz="half" idx="21"/>
          </p:nvPr>
        </p:nvSpPr>
        <p:spPr/>
        <p:txBody>
          <a:bodyPr/>
          <a:lstStyle/>
          <a:p>
            <a:fld id="{E1EDE74A-AD64-43AB-880A-469989077659}" type="datetime3">
              <a:rPr lang="en-US" smtClean="0"/>
              <a:t>1 October 2026</a:t>
            </a:fld>
            <a:endParaRPr lang="en-US" dirty="0"/>
          </a:p>
        </p:txBody>
      </p:sp>
      <p:sp>
        <p:nvSpPr>
          <p:cNvPr id="17" name="Footer Placeholder 16">
            <a:extLst>
              <a:ext uri="{FF2B5EF4-FFF2-40B4-BE49-F238E27FC236}">
                <a16:creationId xmlns:a16="http://schemas.microsoft.com/office/drawing/2014/main" id="{2E6BFB01-721D-2F28-910C-0362B8187347}"/>
              </a:ext>
            </a:extLst>
          </p:cNvPr>
          <p:cNvSpPr>
            <a:spLocks noGrp="1"/>
          </p:cNvSpPr>
          <p:nvPr>
            <p:ph type="ftr" sz="quarter" idx="22"/>
          </p:nvPr>
        </p:nvSpPr>
        <p:spPr/>
        <p:txBody>
          <a:bodyPr/>
          <a:lstStyle/>
          <a:p>
            <a:endParaRPr lang="en-US" dirty="0"/>
          </a:p>
        </p:txBody>
      </p:sp>
      <p:sp>
        <p:nvSpPr>
          <p:cNvPr id="18" name="Slide Number Placeholder 17">
            <a:extLst>
              <a:ext uri="{FF2B5EF4-FFF2-40B4-BE49-F238E27FC236}">
                <a16:creationId xmlns:a16="http://schemas.microsoft.com/office/drawing/2014/main" id="{E95A88BF-5656-09FB-9C37-347222FE5BD0}"/>
              </a:ext>
            </a:extLst>
          </p:cNvPr>
          <p:cNvSpPr>
            <a:spLocks noGrp="1"/>
          </p:cNvSpPr>
          <p:nvPr>
            <p:ph type="sldNum" sz="quarter" idx="23"/>
          </p:nvPr>
        </p:nvSpPr>
        <p:spPr/>
        <p:txBody>
          <a:bodyPr/>
          <a:lstStyle/>
          <a:p>
            <a:fld id="{5B16D1FE-3A35-41BA-8EBE-413702045235}" type="slidenum">
              <a:rPr lang="en-US" smtClean="0"/>
              <a:pPr/>
              <a:t>‹#›</a:t>
            </a:fld>
            <a:endParaRPr lang="en-US" dirty="0"/>
          </a:p>
        </p:txBody>
      </p:sp>
      <p:sp>
        <p:nvSpPr>
          <p:cNvPr id="5" name="Text Placeholder 2">
            <a:extLst>
              <a:ext uri="{FF2B5EF4-FFF2-40B4-BE49-F238E27FC236}">
                <a16:creationId xmlns:a16="http://schemas.microsoft.com/office/drawing/2014/main" id="{C9A81D43-2A87-7D8B-3084-7FAC51173A12}"/>
              </a:ext>
            </a:extLst>
          </p:cNvPr>
          <p:cNvSpPr>
            <a:spLocks noGrp="1"/>
          </p:cNvSpPr>
          <p:nvPr>
            <p:ph type="body" sz="quarter" idx="24"/>
          </p:nvPr>
        </p:nvSpPr>
        <p:spPr>
          <a:xfrm>
            <a:off x="4151313" y="3717032"/>
            <a:ext cx="3889376" cy="2304356"/>
          </a:xfrm>
          <a:solidFill>
            <a:schemeClr val="accent4"/>
          </a:solidFill>
        </p:spPr>
        <p:txBody>
          <a:bodyPr lIns="432000" tIns="288000" rIns="432000" bIns="288000"/>
          <a:lstStyle>
            <a:lvl1pPr>
              <a:defRPr sz="1600" b="1">
                <a:solidFill>
                  <a:schemeClr val="accent2"/>
                </a:solidFill>
              </a:defRPr>
            </a:lvl1pPr>
            <a:lvl2pPr>
              <a:defRPr sz="1600">
                <a:solidFill>
                  <a:schemeClr val="accent2"/>
                </a:solidFill>
              </a:defRPr>
            </a:lvl2pPr>
            <a:lvl3pPr>
              <a:defRPr>
                <a:solidFill>
                  <a:schemeClr val="accent2"/>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marL="1885950" indent="0">
              <a:buNone/>
              <a:defRPr>
                <a:solidFill>
                  <a:schemeClr val="bg1"/>
                </a:solidFill>
              </a:defRPr>
            </a:lvl9pPr>
          </a:lstStyle>
          <a:p>
            <a:pPr lvl="0"/>
            <a:r>
              <a:rPr lang="en-US"/>
              <a:t>Click to edit Master text styles</a:t>
            </a:r>
          </a:p>
          <a:p>
            <a:pPr lvl="1"/>
            <a:r>
              <a:rPr lang="en-US"/>
              <a:t>Second level</a:t>
            </a:r>
          </a:p>
          <a:p>
            <a:pPr lvl="2"/>
            <a:r>
              <a:rPr lang="en-US"/>
              <a:t>Third level</a:t>
            </a:r>
          </a:p>
        </p:txBody>
      </p:sp>
      <p:sp>
        <p:nvSpPr>
          <p:cNvPr id="9" name="Text Placeholder 8">
            <a:extLst>
              <a:ext uri="{FF2B5EF4-FFF2-40B4-BE49-F238E27FC236}">
                <a16:creationId xmlns:a16="http://schemas.microsoft.com/office/drawing/2014/main" id="{F1E9A983-C184-292C-FCB8-B134DA776E2A}"/>
              </a:ext>
            </a:extLst>
          </p:cNvPr>
          <p:cNvSpPr>
            <a:spLocks noGrp="1"/>
          </p:cNvSpPr>
          <p:nvPr>
            <p:ph type="body" sz="quarter" idx="26"/>
          </p:nvPr>
        </p:nvSpPr>
        <p:spPr>
          <a:xfrm>
            <a:off x="407988" y="1844675"/>
            <a:ext cx="11376025" cy="15843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 name="Text Placeholder 2">
            <a:extLst>
              <a:ext uri="{FF2B5EF4-FFF2-40B4-BE49-F238E27FC236}">
                <a16:creationId xmlns:a16="http://schemas.microsoft.com/office/drawing/2014/main" id="{17FC383E-DDB5-9BEB-7303-367FE2E3A177}"/>
              </a:ext>
            </a:extLst>
          </p:cNvPr>
          <p:cNvSpPr>
            <a:spLocks noGrp="1"/>
          </p:cNvSpPr>
          <p:nvPr>
            <p:ph type="body" sz="quarter" idx="20"/>
          </p:nvPr>
        </p:nvSpPr>
        <p:spPr>
          <a:xfrm>
            <a:off x="-15205" y="3717032"/>
            <a:ext cx="4166518" cy="2304356"/>
          </a:xfrm>
          <a:solidFill>
            <a:schemeClr val="accent2"/>
          </a:solidFill>
        </p:spPr>
        <p:txBody>
          <a:bodyPr lIns="432000" tIns="288000" rIns="432000" bIns="288000"/>
          <a:lstStyle>
            <a:lvl1pPr>
              <a:defRPr sz="1600" b="1">
                <a:solidFill>
                  <a:schemeClr val="bg1"/>
                </a:solidFill>
              </a:defRPr>
            </a:lvl1pPr>
            <a:lvl2pPr>
              <a:defRPr sz="16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marL="1885950" indent="0">
              <a:buNone/>
              <a:defRPr>
                <a:solidFill>
                  <a:schemeClr val="bg1"/>
                </a:solidFill>
              </a:defRPr>
            </a:lvl9pPr>
          </a:lstStyle>
          <a:p>
            <a:pPr lvl="0"/>
            <a:r>
              <a:rPr lang="en-US"/>
              <a:t>Click to edit Master text styles</a:t>
            </a:r>
          </a:p>
          <a:p>
            <a:pPr lvl="1"/>
            <a:r>
              <a:rPr lang="en-US"/>
              <a:t>Second level</a:t>
            </a:r>
          </a:p>
          <a:p>
            <a:pPr lvl="2"/>
            <a:r>
              <a:rPr lang="en-US"/>
              <a:t>Third level</a:t>
            </a:r>
          </a:p>
        </p:txBody>
      </p:sp>
      <p:sp>
        <p:nvSpPr>
          <p:cNvPr id="3" name="Text Placeholder 2">
            <a:extLst>
              <a:ext uri="{FF2B5EF4-FFF2-40B4-BE49-F238E27FC236}">
                <a16:creationId xmlns:a16="http://schemas.microsoft.com/office/drawing/2014/main" id="{AEAD5233-7D78-5DD0-DE62-AB65FAFA59F7}"/>
              </a:ext>
            </a:extLst>
          </p:cNvPr>
          <p:cNvSpPr>
            <a:spLocks noGrp="1"/>
          </p:cNvSpPr>
          <p:nvPr>
            <p:ph type="body" sz="quarter" idx="27"/>
          </p:nvPr>
        </p:nvSpPr>
        <p:spPr>
          <a:xfrm>
            <a:off x="8040688" y="3717032"/>
            <a:ext cx="4151312" cy="2304356"/>
          </a:xfrm>
          <a:solidFill>
            <a:srgbClr val="115EFA"/>
          </a:solidFill>
        </p:spPr>
        <p:txBody>
          <a:bodyPr lIns="432000" tIns="288000" rIns="432000" bIns="288000"/>
          <a:lstStyle>
            <a:lvl1pPr>
              <a:defRPr sz="1600" b="1">
                <a:solidFill>
                  <a:schemeClr val="bg1"/>
                </a:solidFill>
              </a:defRPr>
            </a:lvl1pPr>
            <a:lvl2pPr>
              <a:defRPr sz="16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marL="1885950" indent="0">
              <a:buNone/>
              <a:defRPr>
                <a:solidFill>
                  <a:schemeClr val="bg1"/>
                </a:solidFill>
              </a:defRPr>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678219308"/>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15:guide id="1" pos="3840">
          <p15:clr>
            <a:srgbClr val="FBAE40"/>
          </p15:clr>
        </p15:guide>
        <p15:guide id="2" pos="2615">
          <p15:clr>
            <a:srgbClr val="FBAE40"/>
          </p15:clr>
        </p15:guide>
        <p15:guide id="3" pos="5065">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Highlights 2">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5D07E5D9-645F-CC2E-67AB-1286220222EE}"/>
              </a:ext>
            </a:extLst>
          </p:cNvPr>
          <p:cNvSpPr>
            <a:spLocks noGrp="1"/>
          </p:cNvSpPr>
          <p:nvPr>
            <p:ph type="title"/>
          </p:nvPr>
        </p:nvSpPr>
        <p:spPr/>
        <p:txBody>
          <a:bodyPr/>
          <a:lstStyle/>
          <a:p>
            <a:r>
              <a:rPr lang="en-US"/>
              <a:t>Click to edit Master title style</a:t>
            </a:r>
            <a:endParaRPr lang="en-GB"/>
          </a:p>
        </p:txBody>
      </p:sp>
      <p:sp>
        <p:nvSpPr>
          <p:cNvPr id="16" name="Date Placeholder 15">
            <a:extLst>
              <a:ext uri="{FF2B5EF4-FFF2-40B4-BE49-F238E27FC236}">
                <a16:creationId xmlns:a16="http://schemas.microsoft.com/office/drawing/2014/main" id="{E25F17CB-93EE-1A67-C5EF-0688CADF210A}"/>
              </a:ext>
            </a:extLst>
          </p:cNvPr>
          <p:cNvSpPr>
            <a:spLocks noGrp="1"/>
          </p:cNvSpPr>
          <p:nvPr>
            <p:ph type="dt" sz="half" idx="21"/>
          </p:nvPr>
        </p:nvSpPr>
        <p:spPr/>
        <p:txBody>
          <a:bodyPr/>
          <a:lstStyle/>
          <a:p>
            <a:fld id="{4F5CC819-B43B-41E5-A010-0A27490D97B1}" type="datetime3">
              <a:rPr lang="en-US" smtClean="0"/>
              <a:t>1 October 2026</a:t>
            </a:fld>
            <a:endParaRPr lang="en-US" dirty="0"/>
          </a:p>
        </p:txBody>
      </p:sp>
      <p:sp>
        <p:nvSpPr>
          <p:cNvPr id="17" name="Footer Placeholder 16">
            <a:extLst>
              <a:ext uri="{FF2B5EF4-FFF2-40B4-BE49-F238E27FC236}">
                <a16:creationId xmlns:a16="http://schemas.microsoft.com/office/drawing/2014/main" id="{2E6BFB01-721D-2F28-910C-0362B8187347}"/>
              </a:ext>
            </a:extLst>
          </p:cNvPr>
          <p:cNvSpPr>
            <a:spLocks noGrp="1"/>
          </p:cNvSpPr>
          <p:nvPr>
            <p:ph type="ftr" sz="quarter" idx="22"/>
          </p:nvPr>
        </p:nvSpPr>
        <p:spPr/>
        <p:txBody>
          <a:bodyPr/>
          <a:lstStyle/>
          <a:p>
            <a:endParaRPr lang="en-US" dirty="0"/>
          </a:p>
        </p:txBody>
      </p:sp>
      <p:sp>
        <p:nvSpPr>
          <p:cNvPr id="18" name="Slide Number Placeholder 17">
            <a:extLst>
              <a:ext uri="{FF2B5EF4-FFF2-40B4-BE49-F238E27FC236}">
                <a16:creationId xmlns:a16="http://schemas.microsoft.com/office/drawing/2014/main" id="{E95A88BF-5656-09FB-9C37-347222FE5BD0}"/>
              </a:ext>
            </a:extLst>
          </p:cNvPr>
          <p:cNvSpPr>
            <a:spLocks noGrp="1"/>
          </p:cNvSpPr>
          <p:nvPr>
            <p:ph type="sldNum" sz="quarter" idx="23"/>
          </p:nvPr>
        </p:nvSpPr>
        <p:spPr/>
        <p:txBody>
          <a:bodyPr/>
          <a:lstStyle/>
          <a:p>
            <a:fld id="{5B16D1FE-3A35-41BA-8EBE-413702045235}" type="slidenum">
              <a:rPr lang="en-US" smtClean="0"/>
              <a:pPr/>
              <a:t>‹#›</a:t>
            </a:fld>
            <a:endParaRPr lang="en-US" dirty="0"/>
          </a:p>
        </p:txBody>
      </p:sp>
      <p:sp>
        <p:nvSpPr>
          <p:cNvPr id="2" name="Text Placeholder 8">
            <a:extLst>
              <a:ext uri="{FF2B5EF4-FFF2-40B4-BE49-F238E27FC236}">
                <a16:creationId xmlns:a16="http://schemas.microsoft.com/office/drawing/2014/main" id="{415694B7-E753-7533-97B2-CE82DA66B371}"/>
              </a:ext>
            </a:extLst>
          </p:cNvPr>
          <p:cNvSpPr>
            <a:spLocks noGrp="1"/>
          </p:cNvSpPr>
          <p:nvPr>
            <p:ph type="body" sz="quarter" idx="26"/>
          </p:nvPr>
        </p:nvSpPr>
        <p:spPr>
          <a:xfrm>
            <a:off x="407988" y="1844675"/>
            <a:ext cx="11376025" cy="15843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 name="Picture Placeholder 8">
            <a:extLst>
              <a:ext uri="{FF2B5EF4-FFF2-40B4-BE49-F238E27FC236}">
                <a16:creationId xmlns:a16="http://schemas.microsoft.com/office/drawing/2014/main" id="{F6C549E9-7222-5C4C-2FD1-B2A978BC03AB}"/>
              </a:ext>
            </a:extLst>
          </p:cNvPr>
          <p:cNvSpPr>
            <a:spLocks noGrp="1"/>
          </p:cNvSpPr>
          <p:nvPr>
            <p:ph type="pic" sz="quarter" idx="15"/>
          </p:nvPr>
        </p:nvSpPr>
        <p:spPr>
          <a:xfrm>
            <a:off x="8040688" y="3717033"/>
            <a:ext cx="4151311" cy="2304355"/>
          </a:xfrm>
          <a:solidFill>
            <a:schemeClr val="bg2"/>
          </a:solidFill>
        </p:spPr>
        <p:txBody>
          <a:bodyPr/>
          <a:lstStyle>
            <a:lvl1pPr>
              <a:defRPr sz="1000"/>
            </a:lvl1pPr>
          </a:lstStyle>
          <a:p>
            <a:r>
              <a:rPr lang="en-US"/>
              <a:t>Click icon to add picture</a:t>
            </a:r>
            <a:endParaRPr lang="en-GB"/>
          </a:p>
        </p:txBody>
      </p:sp>
      <p:sp>
        <p:nvSpPr>
          <p:cNvPr id="4" name="Text Placeholder 2">
            <a:extLst>
              <a:ext uri="{FF2B5EF4-FFF2-40B4-BE49-F238E27FC236}">
                <a16:creationId xmlns:a16="http://schemas.microsoft.com/office/drawing/2014/main" id="{5CB240BB-DFBB-B457-BCE9-B77029C6B204}"/>
              </a:ext>
            </a:extLst>
          </p:cNvPr>
          <p:cNvSpPr>
            <a:spLocks noGrp="1"/>
          </p:cNvSpPr>
          <p:nvPr>
            <p:ph type="body" sz="quarter" idx="24"/>
          </p:nvPr>
        </p:nvSpPr>
        <p:spPr>
          <a:xfrm>
            <a:off x="4151313" y="3717032"/>
            <a:ext cx="3889376" cy="2304356"/>
          </a:xfrm>
          <a:solidFill>
            <a:schemeClr val="accent4"/>
          </a:solidFill>
        </p:spPr>
        <p:txBody>
          <a:bodyPr lIns="432000" tIns="288000" rIns="432000" bIns="288000"/>
          <a:lstStyle>
            <a:lvl1pPr>
              <a:defRPr sz="1600" b="1">
                <a:solidFill>
                  <a:schemeClr val="accent2"/>
                </a:solidFill>
              </a:defRPr>
            </a:lvl1pPr>
            <a:lvl2pPr>
              <a:defRPr sz="1600">
                <a:solidFill>
                  <a:schemeClr val="accent2"/>
                </a:solidFill>
              </a:defRPr>
            </a:lvl2pPr>
            <a:lvl3pPr>
              <a:defRPr>
                <a:solidFill>
                  <a:schemeClr val="accent2"/>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marL="1885950" indent="0">
              <a:buNone/>
              <a:defRPr>
                <a:solidFill>
                  <a:schemeClr val="bg1"/>
                </a:solidFill>
              </a:defRPr>
            </a:lvl9pPr>
          </a:lstStyle>
          <a:p>
            <a:pPr lvl="0"/>
            <a:r>
              <a:rPr lang="en-US"/>
              <a:t>Click to edit Master text styles</a:t>
            </a:r>
          </a:p>
          <a:p>
            <a:pPr lvl="1"/>
            <a:r>
              <a:rPr lang="en-US"/>
              <a:t>Second level</a:t>
            </a:r>
          </a:p>
          <a:p>
            <a:pPr lvl="2"/>
            <a:r>
              <a:rPr lang="en-US"/>
              <a:t>Third level</a:t>
            </a:r>
          </a:p>
        </p:txBody>
      </p:sp>
      <p:sp>
        <p:nvSpPr>
          <p:cNvPr id="6" name="Text Placeholder 2">
            <a:extLst>
              <a:ext uri="{FF2B5EF4-FFF2-40B4-BE49-F238E27FC236}">
                <a16:creationId xmlns:a16="http://schemas.microsoft.com/office/drawing/2014/main" id="{CECAE5DB-B563-0FA0-58DA-78BFCC985920}"/>
              </a:ext>
            </a:extLst>
          </p:cNvPr>
          <p:cNvSpPr>
            <a:spLocks noGrp="1"/>
          </p:cNvSpPr>
          <p:nvPr>
            <p:ph type="body" sz="quarter" idx="20"/>
          </p:nvPr>
        </p:nvSpPr>
        <p:spPr>
          <a:xfrm>
            <a:off x="-15205" y="3717032"/>
            <a:ext cx="4166518" cy="2304356"/>
          </a:xfrm>
          <a:solidFill>
            <a:schemeClr val="accent2"/>
          </a:solidFill>
        </p:spPr>
        <p:txBody>
          <a:bodyPr lIns="432000" tIns="288000" rIns="432000" bIns="288000"/>
          <a:lstStyle>
            <a:lvl1pPr>
              <a:defRPr sz="1600" b="1">
                <a:solidFill>
                  <a:schemeClr val="bg1"/>
                </a:solidFill>
              </a:defRPr>
            </a:lvl1pPr>
            <a:lvl2pPr>
              <a:defRPr sz="16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marL="1885950" indent="0">
              <a:buNone/>
              <a:defRPr>
                <a:solidFill>
                  <a:schemeClr val="bg1"/>
                </a:solidFill>
              </a:defRPr>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983838910"/>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15:guide id="1" pos="3840">
          <p15:clr>
            <a:srgbClr val="FBAE40"/>
          </p15:clr>
        </p15:guide>
        <p15:guide id="2" pos="2615">
          <p15:clr>
            <a:srgbClr val="FBAE40"/>
          </p15:clr>
        </p15:guide>
        <p15:guide id="3" pos="5065">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Content Picture Background">
    <p:bg>
      <p:bgPr>
        <a:solidFill>
          <a:schemeClr val="bg2"/>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97E58B3B-4D6E-375D-E8F7-083ED84956BB}"/>
              </a:ext>
            </a:extLst>
          </p:cNvPr>
          <p:cNvSpPr>
            <a:spLocks noGrp="1"/>
          </p:cNvSpPr>
          <p:nvPr>
            <p:ph type="pic" sz="quarter" idx="14"/>
          </p:nvPr>
        </p:nvSpPr>
        <p:spPr>
          <a:xfrm>
            <a:off x="0" y="1"/>
            <a:ext cx="12192000" cy="6858000"/>
          </a:xfrm>
          <a:solidFill>
            <a:schemeClr val="bg2">
              <a:lumMod val="90000"/>
            </a:schemeClr>
          </a:solidFill>
        </p:spPr>
        <p:txBody>
          <a:bodyPr/>
          <a:lstStyle>
            <a:lvl1pPr>
              <a:defRPr sz="1000"/>
            </a:lvl1pPr>
          </a:lstStyle>
          <a:p>
            <a:r>
              <a:rPr lang="en-US"/>
              <a:t>Click icon to add picture</a:t>
            </a:r>
            <a:endParaRPr lang="en-GB"/>
          </a:p>
        </p:txBody>
      </p:sp>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endParaRPr lang="en-US" dirty="0"/>
          </a:p>
        </p:txBody>
      </p:sp>
      <p:sp>
        <p:nvSpPr>
          <p:cNvPr id="7" name="Date Placeholder 6"/>
          <p:cNvSpPr>
            <a:spLocks noGrp="1"/>
          </p:cNvSpPr>
          <p:nvPr>
            <p:ph type="dt" sz="half" idx="10"/>
          </p:nvPr>
        </p:nvSpPr>
        <p:spPr/>
        <p:txBody>
          <a:bodyPr/>
          <a:lstStyle>
            <a:lvl1pPr>
              <a:defRPr>
                <a:solidFill>
                  <a:schemeClr val="bg1"/>
                </a:solidFill>
              </a:defRPr>
            </a:lvl1pPr>
          </a:lstStyle>
          <a:p>
            <a:fld id="{8C9DF63D-ED94-46E4-B158-9F8CBCEFFBAF}" type="datetime3">
              <a:rPr lang="en-US" smtClean="0"/>
              <a:pPr/>
              <a:t>1 October 2026</a:t>
            </a:fld>
            <a:endParaRPr lang="en-US" dirty="0"/>
          </a:p>
        </p:txBody>
      </p:sp>
      <p:sp>
        <p:nvSpPr>
          <p:cNvPr id="8" name="Footer Placeholder 7"/>
          <p:cNvSpPr>
            <a:spLocks noGrp="1"/>
          </p:cNvSpPr>
          <p:nvPr>
            <p:ph type="ftr" sz="quarter" idx="11"/>
          </p:nvPr>
        </p:nvSpPr>
        <p:spPr/>
        <p:txBody>
          <a:bodyPr/>
          <a:lstStyle>
            <a:lvl1pPr>
              <a:defRPr>
                <a:solidFill>
                  <a:schemeClr val="bg1"/>
                </a:solidFill>
              </a:defRPr>
            </a:lvl1pPr>
          </a:lstStyle>
          <a:p>
            <a:endParaRPr lang="en-US" dirty="0"/>
          </a:p>
        </p:txBody>
      </p:sp>
      <p:sp>
        <p:nvSpPr>
          <p:cNvPr id="9" name="Slide Number Placeholder 8"/>
          <p:cNvSpPr>
            <a:spLocks noGrp="1"/>
          </p:cNvSpPr>
          <p:nvPr>
            <p:ph type="sldNum" sz="quarter" idx="12"/>
          </p:nvPr>
        </p:nvSpPr>
        <p:spPr/>
        <p:txBody>
          <a:bodyPr/>
          <a:lstStyle>
            <a:lvl1pPr>
              <a:defRPr>
                <a:solidFill>
                  <a:schemeClr val="accent2"/>
                </a:solidFill>
              </a:defRPr>
            </a:lvl1pPr>
          </a:lstStyle>
          <a:p>
            <a:fld id="{5B16D1FE-3A35-41BA-8EBE-413702045235}" type="slidenum">
              <a:rPr lang="en-US" smtClean="0"/>
              <a:pPr/>
              <a:t>‹#›</a:t>
            </a:fld>
            <a:endParaRPr lang="en-US" dirty="0"/>
          </a:p>
        </p:txBody>
      </p:sp>
      <p:sp>
        <p:nvSpPr>
          <p:cNvPr id="5" name="Content Placeholder 4">
            <a:extLst>
              <a:ext uri="{FF2B5EF4-FFF2-40B4-BE49-F238E27FC236}">
                <a16:creationId xmlns:a16="http://schemas.microsoft.com/office/drawing/2014/main" id="{33E42DB2-359E-9A4B-BB65-F1D1F836066F}"/>
              </a:ext>
            </a:extLst>
          </p:cNvPr>
          <p:cNvSpPr>
            <a:spLocks noGrp="1"/>
          </p:cNvSpPr>
          <p:nvPr>
            <p:ph sz="quarter" idx="13"/>
          </p:nvPr>
        </p:nvSpPr>
        <p:spPr>
          <a:xfrm>
            <a:off x="407988" y="1844675"/>
            <a:ext cx="11376025" cy="4176713"/>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0" name="Text Placeholder 2">
            <a:extLst>
              <a:ext uri="{FF2B5EF4-FFF2-40B4-BE49-F238E27FC236}">
                <a16:creationId xmlns:a16="http://schemas.microsoft.com/office/drawing/2014/main" id="{FC04CCAA-3C3C-6391-BC98-7CBE819B797F}"/>
              </a:ext>
            </a:extLst>
          </p:cNvPr>
          <p:cNvSpPr>
            <a:spLocks noGrp="1"/>
          </p:cNvSpPr>
          <p:nvPr>
            <p:ph type="body" sz="quarter" idx="19"/>
          </p:nvPr>
        </p:nvSpPr>
        <p:spPr>
          <a:xfrm>
            <a:off x="10639821" y="6236625"/>
            <a:ext cx="1130400" cy="288000"/>
          </a:xfrm>
          <a:blipFill>
            <a:blip r:embed="rId2" cstate="screen">
              <a:extLst>
                <a:ext uri="{28A0092B-C50C-407E-A947-70E740481C1C}">
                  <a14:useLocalDpi xmlns:a14="http://schemas.microsoft.com/office/drawing/2010/main"/>
                </a:ext>
              </a:extLst>
            </a:blip>
            <a:stretch>
              <a:fillRect/>
            </a:stretch>
          </a:blipFill>
        </p:spPr>
        <p:txBody>
          <a:bodyPr/>
          <a:lstStyle>
            <a:lvl1pPr>
              <a:defRPr sz="100">
                <a:noFill/>
              </a:defRPr>
            </a:lvl1pPr>
          </a:lstStyle>
          <a:p>
            <a:pPr lvl="0"/>
            <a:r>
              <a:rPr lang="en-US"/>
              <a:t>Click to edit Master text styles</a:t>
            </a:r>
          </a:p>
        </p:txBody>
      </p:sp>
    </p:spTree>
    <p:extLst>
      <p:ext uri="{BB962C8B-B14F-4D97-AF65-F5344CB8AC3E}">
        <p14:creationId xmlns:p14="http://schemas.microsoft.com/office/powerpoint/2010/main" val="4294115420"/>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5F4909C0-CB7F-4820-564D-70F4F52CDD98}"/>
              </a:ext>
            </a:extLst>
          </p:cNvPr>
          <p:cNvSpPr>
            <a:spLocks noGrp="1" noChangeAspect="1"/>
          </p:cNvSpPr>
          <p:nvPr>
            <p:ph type="pic" sz="quarter" idx="13"/>
          </p:nvPr>
        </p:nvSpPr>
        <p:spPr>
          <a:xfrm>
            <a:off x="767919" y="1844675"/>
            <a:ext cx="2879821" cy="2880000"/>
          </a:xfrm>
          <a:prstGeom prst="ellipse">
            <a:avLst/>
          </a:prstGeom>
          <a:solidFill>
            <a:schemeClr val="bg2"/>
          </a:solidFill>
        </p:spPr>
        <p:txBody>
          <a:bodyPr/>
          <a:lstStyle>
            <a:lvl1pPr algn="ctr">
              <a:defRPr sz="1000"/>
            </a:lvl1pPr>
          </a:lstStyle>
          <a:p>
            <a:r>
              <a:rPr lang="en-US"/>
              <a:t>Click icon to add picture</a:t>
            </a:r>
            <a:endParaRPr lang="en-GB" dirty="0"/>
          </a:p>
        </p:txBody>
      </p:sp>
      <p:sp>
        <p:nvSpPr>
          <p:cNvPr id="13" name="Picture Placeholder 8">
            <a:extLst>
              <a:ext uri="{FF2B5EF4-FFF2-40B4-BE49-F238E27FC236}">
                <a16:creationId xmlns:a16="http://schemas.microsoft.com/office/drawing/2014/main" id="{77D5736D-2F13-0DB0-3DBC-A4313B7EFC19}"/>
              </a:ext>
            </a:extLst>
          </p:cNvPr>
          <p:cNvSpPr>
            <a:spLocks noGrp="1" noChangeAspect="1"/>
          </p:cNvSpPr>
          <p:nvPr>
            <p:ph type="pic" sz="quarter" idx="14"/>
          </p:nvPr>
        </p:nvSpPr>
        <p:spPr>
          <a:xfrm>
            <a:off x="4656000" y="1844674"/>
            <a:ext cx="2880000" cy="2880000"/>
          </a:xfrm>
          <a:prstGeom prst="ellipse">
            <a:avLst/>
          </a:prstGeom>
          <a:solidFill>
            <a:schemeClr val="bg2"/>
          </a:solidFill>
        </p:spPr>
        <p:txBody>
          <a:bodyPr/>
          <a:lstStyle>
            <a:lvl1pPr algn="ctr">
              <a:defRPr sz="1000"/>
            </a:lvl1pPr>
          </a:lstStyle>
          <a:p>
            <a:r>
              <a:rPr lang="en-US"/>
              <a:t>Click icon to add picture</a:t>
            </a:r>
            <a:endParaRPr lang="en-GB"/>
          </a:p>
        </p:txBody>
      </p:sp>
      <p:sp>
        <p:nvSpPr>
          <p:cNvPr id="14" name="Picture Placeholder 8">
            <a:extLst>
              <a:ext uri="{FF2B5EF4-FFF2-40B4-BE49-F238E27FC236}">
                <a16:creationId xmlns:a16="http://schemas.microsoft.com/office/drawing/2014/main" id="{E6E0F798-4B85-2B68-5278-91C94AD246FA}"/>
              </a:ext>
            </a:extLst>
          </p:cNvPr>
          <p:cNvSpPr>
            <a:spLocks noGrp="1" noChangeAspect="1"/>
          </p:cNvSpPr>
          <p:nvPr>
            <p:ph type="pic" sz="quarter" idx="15"/>
          </p:nvPr>
        </p:nvSpPr>
        <p:spPr>
          <a:xfrm>
            <a:off x="8544592" y="1844674"/>
            <a:ext cx="2880000" cy="2880000"/>
          </a:xfrm>
          <a:prstGeom prst="ellipse">
            <a:avLst/>
          </a:prstGeom>
          <a:solidFill>
            <a:schemeClr val="bg2"/>
          </a:solidFill>
        </p:spPr>
        <p:txBody>
          <a:bodyPr/>
          <a:lstStyle>
            <a:lvl1pPr algn="ctr">
              <a:defRPr sz="1000"/>
            </a:lvl1pPr>
          </a:lstStyle>
          <a:p>
            <a:r>
              <a:rPr lang="en-US"/>
              <a:t>Click icon to add picture</a:t>
            </a:r>
            <a:endParaRPr lang="en-GB"/>
          </a:p>
        </p:txBody>
      </p:sp>
      <p:sp>
        <p:nvSpPr>
          <p:cNvPr id="15" name="Title 14">
            <a:extLst>
              <a:ext uri="{FF2B5EF4-FFF2-40B4-BE49-F238E27FC236}">
                <a16:creationId xmlns:a16="http://schemas.microsoft.com/office/drawing/2014/main" id="{5D07E5D9-645F-CC2E-67AB-1286220222EE}"/>
              </a:ext>
            </a:extLst>
          </p:cNvPr>
          <p:cNvSpPr>
            <a:spLocks noGrp="1"/>
          </p:cNvSpPr>
          <p:nvPr>
            <p:ph type="title"/>
          </p:nvPr>
        </p:nvSpPr>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3AB9E4B-FEA6-18A8-0FDA-CE7F8E78D2F3}"/>
              </a:ext>
            </a:extLst>
          </p:cNvPr>
          <p:cNvSpPr>
            <a:spLocks noGrp="1"/>
          </p:cNvSpPr>
          <p:nvPr>
            <p:ph type="body" sz="quarter" idx="16"/>
          </p:nvPr>
        </p:nvSpPr>
        <p:spPr>
          <a:xfrm>
            <a:off x="407988" y="4941168"/>
            <a:ext cx="3600450" cy="1080220"/>
          </a:xfrm>
        </p:spPr>
        <p:txBody>
          <a:bodyPr/>
          <a:lstStyle>
            <a:lvl1pPr marL="0" indent="0" algn="ctr">
              <a:spcBef>
                <a:spcPts val="200"/>
              </a:spcBef>
              <a:defRPr sz="1600" b="1"/>
            </a:lvl1pPr>
            <a:lvl2pPr marL="0" indent="0" algn="ctr">
              <a:spcBef>
                <a:spcPts val="200"/>
              </a:spcBef>
              <a:buFontTx/>
              <a:buNone/>
              <a:defRPr sz="1600"/>
            </a:lvl2pPr>
            <a:lvl3pPr marL="0" indent="0" algn="ctr">
              <a:spcBef>
                <a:spcPts val="200"/>
              </a:spcBef>
              <a:buFontTx/>
              <a:buNone/>
              <a:defRPr/>
            </a:lvl3pPr>
            <a:lvl4pPr marL="0" indent="0" algn="ctr">
              <a:spcBef>
                <a:spcPts val="200"/>
              </a:spcBef>
              <a:buFontTx/>
              <a:buNone/>
              <a:defRPr/>
            </a:lvl4pPr>
            <a:lvl5pPr marL="0" indent="0" algn="ctr">
              <a:spcBef>
                <a:spcPts val="200"/>
              </a:spcBef>
              <a:buFontTx/>
              <a:buNone/>
              <a:defRPr/>
            </a:lvl5pPr>
            <a:lvl6pPr marL="0" indent="0" algn="ctr">
              <a:spcBef>
                <a:spcPts val="200"/>
              </a:spcBef>
              <a:buFontTx/>
              <a:buNone/>
              <a:defRPr/>
            </a:lvl6pPr>
            <a:lvl7pPr marL="0" indent="0" algn="ctr">
              <a:spcBef>
                <a:spcPts val="200"/>
              </a:spcBef>
              <a:buFontTx/>
              <a:buNone/>
              <a:defRPr/>
            </a:lvl7pPr>
            <a:lvl8pPr marL="0" indent="0" algn="ctr">
              <a:spcBef>
                <a:spcPts val="200"/>
              </a:spcBef>
              <a:buFontTx/>
              <a:buNone/>
              <a:defRPr/>
            </a:lvl8pPr>
            <a:lvl9pPr marL="0" indent="0" algn="ctr">
              <a:spcBef>
                <a:spcPts val="200"/>
              </a:spcBef>
              <a:buFontTx/>
              <a:buNone/>
              <a:defRPr/>
            </a:lvl9pPr>
          </a:lstStyle>
          <a:p>
            <a:pPr lvl="0"/>
            <a:r>
              <a:rPr lang="en-US"/>
              <a:t>Click to edit Master text styles</a:t>
            </a:r>
          </a:p>
          <a:p>
            <a:pPr lvl="1"/>
            <a:r>
              <a:rPr lang="en-US"/>
              <a:t>Second level</a:t>
            </a:r>
          </a:p>
        </p:txBody>
      </p:sp>
      <p:sp>
        <p:nvSpPr>
          <p:cNvPr id="2" name="Date Placeholder 1">
            <a:extLst>
              <a:ext uri="{FF2B5EF4-FFF2-40B4-BE49-F238E27FC236}">
                <a16:creationId xmlns:a16="http://schemas.microsoft.com/office/drawing/2014/main" id="{CC494563-DA14-CC81-C1A3-CF27EDFCFE51}"/>
              </a:ext>
            </a:extLst>
          </p:cNvPr>
          <p:cNvSpPr>
            <a:spLocks noGrp="1"/>
          </p:cNvSpPr>
          <p:nvPr>
            <p:ph type="dt" sz="half" idx="19"/>
          </p:nvPr>
        </p:nvSpPr>
        <p:spPr/>
        <p:txBody>
          <a:bodyPr/>
          <a:lstStyle/>
          <a:p>
            <a:fld id="{861BF0BE-E928-40B5-9A55-53B282F52AC8}" type="datetime3">
              <a:rPr lang="en-US" smtClean="0"/>
              <a:t>1 October 2026</a:t>
            </a:fld>
            <a:endParaRPr lang="en-US" dirty="0"/>
          </a:p>
        </p:txBody>
      </p:sp>
      <p:sp>
        <p:nvSpPr>
          <p:cNvPr id="10" name="Footer Placeholder 9">
            <a:extLst>
              <a:ext uri="{FF2B5EF4-FFF2-40B4-BE49-F238E27FC236}">
                <a16:creationId xmlns:a16="http://schemas.microsoft.com/office/drawing/2014/main" id="{39B411D4-47EB-1C79-3087-9D34CBED83B8}"/>
              </a:ext>
            </a:extLst>
          </p:cNvPr>
          <p:cNvSpPr>
            <a:spLocks noGrp="1"/>
          </p:cNvSpPr>
          <p:nvPr>
            <p:ph type="ftr" sz="quarter" idx="20"/>
          </p:nvPr>
        </p:nvSpPr>
        <p:spPr/>
        <p:txBody>
          <a:bodyPr/>
          <a:lstStyle/>
          <a:p>
            <a:endParaRPr lang="en-US" dirty="0"/>
          </a:p>
        </p:txBody>
      </p:sp>
      <p:sp>
        <p:nvSpPr>
          <p:cNvPr id="11" name="Slide Number Placeholder 10">
            <a:extLst>
              <a:ext uri="{FF2B5EF4-FFF2-40B4-BE49-F238E27FC236}">
                <a16:creationId xmlns:a16="http://schemas.microsoft.com/office/drawing/2014/main" id="{D01E4C71-D7DC-06FF-1A4E-0C2347727BD9}"/>
              </a:ext>
            </a:extLst>
          </p:cNvPr>
          <p:cNvSpPr>
            <a:spLocks noGrp="1"/>
          </p:cNvSpPr>
          <p:nvPr>
            <p:ph type="sldNum" sz="quarter" idx="21"/>
          </p:nvPr>
        </p:nvSpPr>
        <p:spPr/>
        <p:txBody>
          <a:bodyPr/>
          <a:lstStyle/>
          <a:p>
            <a:fld id="{5B16D1FE-3A35-41BA-8EBE-413702045235}" type="slidenum">
              <a:rPr lang="en-US" smtClean="0"/>
              <a:pPr/>
              <a:t>‹#›</a:t>
            </a:fld>
            <a:endParaRPr lang="en-US" dirty="0"/>
          </a:p>
        </p:txBody>
      </p:sp>
      <p:sp>
        <p:nvSpPr>
          <p:cNvPr id="5" name="Text Placeholder 2">
            <a:extLst>
              <a:ext uri="{FF2B5EF4-FFF2-40B4-BE49-F238E27FC236}">
                <a16:creationId xmlns:a16="http://schemas.microsoft.com/office/drawing/2014/main" id="{BD0121CD-9C45-66A8-CB74-5C6A1A188F92}"/>
              </a:ext>
            </a:extLst>
          </p:cNvPr>
          <p:cNvSpPr>
            <a:spLocks noGrp="1"/>
          </p:cNvSpPr>
          <p:nvPr>
            <p:ph type="body" sz="quarter" idx="22"/>
          </p:nvPr>
        </p:nvSpPr>
        <p:spPr>
          <a:xfrm>
            <a:off x="4295775" y="4941168"/>
            <a:ext cx="3600450" cy="1080220"/>
          </a:xfrm>
        </p:spPr>
        <p:txBody>
          <a:bodyPr/>
          <a:lstStyle>
            <a:lvl1pPr marL="0" indent="0" algn="ctr">
              <a:spcBef>
                <a:spcPts val="200"/>
              </a:spcBef>
              <a:defRPr sz="1600" b="1"/>
            </a:lvl1pPr>
            <a:lvl2pPr marL="0" indent="0" algn="ctr">
              <a:spcBef>
                <a:spcPts val="200"/>
              </a:spcBef>
              <a:buFontTx/>
              <a:buNone/>
              <a:defRPr sz="1600"/>
            </a:lvl2pPr>
            <a:lvl3pPr marL="0" indent="0" algn="ctr">
              <a:spcBef>
                <a:spcPts val="200"/>
              </a:spcBef>
              <a:buFontTx/>
              <a:buNone/>
              <a:defRPr/>
            </a:lvl3pPr>
            <a:lvl4pPr marL="0" indent="0" algn="ctr">
              <a:spcBef>
                <a:spcPts val="200"/>
              </a:spcBef>
              <a:buFontTx/>
              <a:buNone/>
              <a:defRPr/>
            </a:lvl4pPr>
            <a:lvl5pPr marL="0" indent="0" algn="ctr">
              <a:spcBef>
                <a:spcPts val="200"/>
              </a:spcBef>
              <a:buFontTx/>
              <a:buNone/>
              <a:defRPr/>
            </a:lvl5pPr>
            <a:lvl6pPr marL="0" indent="0" algn="ctr">
              <a:spcBef>
                <a:spcPts val="200"/>
              </a:spcBef>
              <a:buFontTx/>
              <a:buNone/>
              <a:defRPr/>
            </a:lvl6pPr>
            <a:lvl7pPr marL="0" indent="0" algn="ctr">
              <a:spcBef>
                <a:spcPts val="200"/>
              </a:spcBef>
              <a:buFontTx/>
              <a:buNone/>
              <a:defRPr/>
            </a:lvl7pPr>
            <a:lvl8pPr marL="0" indent="0" algn="ctr">
              <a:spcBef>
                <a:spcPts val="200"/>
              </a:spcBef>
              <a:buFontTx/>
              <a:buNone/>
              <a:defRPr/>
            </a:lvl8pPr>
            <a:lvl9pPr marL="0" indent="0" algn="ctr">
              <a:spcBef>
                <a:spcPts val="200"/>
              </a:spcBef>
              <a:buFontTx/>
              <a:buNone/>
              <a:defRPr/>
            </a:lvl9pPr>
          </a:lstStyle>
          <a:p>
            <a:pPr lvl="0"/>
            <a:r>
              <a:rPr lang="en-US"/>
              <a:t>Click to edit Master text styles</a:t>
            </a:r>
          </a:p>
          <a:p>
            <a:pPr lvl="1"/>
            <a:r>
              <a:rPr lang="en-US"/>
              <a:t>Second level</a:t>
            </a:r>
          </a:p>
        </p:txBody>
      </p:sp>
      <p:sp>
        <p:nvSpPr>
          <p:cNvPr id="6" name="Text Placeholder 2">
            <a:extLst>
              <a:ext uri="{FF2B5EF4-FFF2-40B4-BE49-F238E27FC236}">
                <a16:creationId xmlns:a16="http://schemas.microsoft.com/office/drawing/2014/main" id="{9F784041-EB67-20AA-7E7F-F57ED6BC8352}"/>
              </a:ext>
            </a:extLst>
          </p:cNvPr>
          <p:cNvSpPr>
            <a:spLocks noGrp="1"/>
          </p:cNvSpPr>
          <p:nvPr>
            <p:ph type="body" sz="quarter" idx="23"/>
          </p:nvPr>
        </p:nvSpPr>
        <p:spPr>
          <a:xfrm>
            <a:off x="8183563" y="4941168"/>
            <a:ext cx="3600450" cy="1080220"/>
          </a:xfrm>
        </p:spPr>
        <p:txBody>
          <a:bodyPr/>
          <a:lstStyle>
            <a:lvl1pPr marL="0" indent="0" algn="ctr">
              <a:spcBef>
                <a:spcPts val="200"/>
              </a:spcBef>
              <a:defRPr sz="1600" b="1"/>
            </a:lvl1pPr>
            <a:lvl2pPr marL="0" indent="0" algn="ctr">
              <a:spcBef>
                <a:spcPts val="200"/>
              </a:spcBef>
              <a:buFontTx/>
              <a:buNone/>
              <a:defRPr sz="1600"/>
            </a:lvl2pPr>
            <a:lvl3pPr marL="0" indent="0" algn="ctr">
              <a:spcBef>
                <a:spcPts val="200"/>
              </a:spcBef>
              <a:buFontTx/>
              <a:buNone/>
              <a:defRPr/>
            </a:lvl3pPr>
            <a:lvl4pPr marL="0" indent="0" algn="ctr">
              <a:spcBef>
                <a:spcPts val="200"/>
              </a:spcBef>
              <a:buFontTx/>
              <a:buNone/>
              <a:defRPr/>
            </a:lvl4pPr>
            <a:lvl5pPr marL="0" indent="0" algn="ctr">
              <a:spcBef>
                <a:spcPts val="200"/>
              </a:spcBef>
              <a:buFontTx/>
              <a:buNone/>
              <a:defRPr/>
            </a:lvl5pPr>
            <a:lvl6pPr marL="0" indent="0" algn="ctr">
              <a:spcBef>
                <a:spcPts val="200"/>
              </a:spcBef>
              <a:buFontTx/>
              <a:buNone/>
              <a:defRPr/>
            </a:lvl6pPr>
            <a:lvl7pPr marL="0" indent="0" algn="ctr">
              <a:spcBef>
                <a:spcPts val="200"/>
              </a:spcBef>
              <a:buFontTx/>
              <a:buNone/>
              <a:defRPr/>
            </a:lvl7pPr>
            <a:lvl8pPr marL="0" indent="0" algn="ctr">
              <a:spcBef>
                <a:spcPts val="200"/>
              </a:spcBef>
              <a:buFontTx/>
              <a:buNone/>
              <a:defRPr/>
            </a:lvl8pPr>
            <a:lvl9pPr marL="0" indent="0" algn="ctr">
              <a:spcBef>
                <a:spcPts val="200"/>
              </a:spcBef>
              <a:buFontTx/>
              <a:buNone/>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181774575"/>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15:guide id="1" pos="3840">
          <p15:clr>
            <a:srgbClr val="FBAE40"/>
          </p15:clr>
        </p15:guide>
        <p15:guide id="2" pos="2615">
          <p15:clr>
            <a:srgbClr val="FBAE40"/>
          </p15:clr>
        </p15:guide>
        <p15:guide id="3" pos="5065">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Just Titl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EDEBD7-2361-B0FF-D550-3B9C61A43324}"/>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772B3D28-0427-3F85-E66C-35F07DCA1730}"/>
              </a:ext>
            </a:extLst>
          </p:cNvPr>
          <p:cNvSpPr>
            <a:spLocks noGrp="1"/>
          </p:cNvSpPr>
          <p:nvPr>
            <p:ph type="dt" sz="half" idx="10"/>
          </p:nvPr>
        </p:nvSpPr>
        <p:spPr/>
        <p:txBody>
          <a:bodyPr/>
          <a:lstStyle/>
          <a:p>
            <a:fld id="{D993E4D4-F507-4C81-A003-C45002AC76A0}" type="datetime3">
              <a:rPr lang="en-US" smtClean="0"/>
              <a:t>1 October 2026</a:t>
            </a:fld>
            <a:endParaRPr lang="en-US" dirty="0"/>
          </a:p>
        </p:txBody>
      </p:sp>
      <p:sp>
        <p:nvSpPr>
          <p:cNvPr id="4" name="Footer Placeholder 3">
            <a:extLst>
              <a:ext uri="{FF2B5EF4-FFF2-40B4-BE49-F238E27FC236}">
                <a16:creationId xmlns:a16="http://schemas.microsoft.com/office/drawing/2014/main" id="{7380FAA5-158A-A4A5-2E12-00858603C6A8}"/>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BC60D0EB-3C4B-4CAD-CA14-53BE84A56208}"/>
              </a:ext>
            </a:extLst>
          </p:cNvPr>
          <p:cNvSpPr>
            <a:spLocks noGrp="1"/>
          </p:cNvSpPr>
          <p:nvPr>
            <p:ph type="sldNum" sz="quarter" idx="12"/>
          </p:nvPr>
        </p:nvSpPr>
        <p:spPr/>
        <p:txBody>
          <a:bodyPr/>
          <a:lstStyle/>
          <a:p>
            <a:fld id="{5B16D1FE-3A35-41BA-8EBE-413702045235}" type="slidenum">
              <a:rPr lang="en-US" smtClean="0"/>
              <a:pPr/>
              <a:t>‹#›</a:t>
            </a:fld>
            <a:endParaRPr lang="en-US" dirty="0"/>
          </a:p>
        </p:txBody>
      </p:sp>
    </p:spTree>
    <p:extLst>
      <p:ext uri="{BB962C8B-B14F-4D97-AF65-F5344CB8AC3E}">
        <p14:creationId xmlns:p14="http://schemas.microsoft.com/office/powerpoint/2010/main" val="1355927313"/>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_Just Title ">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3642BD39-5254-4AD2-A52B-320CB9D47118}"/>
              </a:ext>
            </a:extLst>
          </p:cNvPr>
          <p:cNvSpPr>
            <a:spLocks noGrp="1"/>
          </p:cNvSpPr>
          <p:nvPr>
            <p:ph type="pic" sz="quarter" idx="15"/>
          </p:nvPr>
        </p:nvSpPr>
        <p:spPr>
          <a:xfrm>
            <a:off x="767409" y="3613150"/>
            <a:ext cx="5423842" cy="2408238"/>
          </a:xfrm>
          <a:custGeom>
            <a:avLst/>
            <a:gdLst>
              <a:gd name="connsiteX0" fmla="*/ 0 w 5423842"/>
              <a:gd name="connsiteY0" fmla="*/ 0 h 2408238"/>
              <a:gd name="connsiteX1" fmla="*/ 5423842 w 5423842"/>
              <a:gd name="connsiteY1" fmla="*/ 0 h 2408238"/>
              <a:gd name="connsiteX2" fmla="*/ 5423842 w 5423842"/>
              <a:gd name="connsiteY2" fmla="*/ 2408238 h 2408238"/>
              <a:gd name="connsiteX3" fmla="*/ 0 w 5423842"/>
              <a:gd name="connsiteY3" fmla="*/ 2408238 h 2408238"/>
            </a:gdLst>
            <a:ahLst/>
            <a:cxnLst>
              <a:cxn ang="0">
                <a:pos x="connsiteX0" y="connsiteY0"/>
              </a:cxn>
              <a:cxn ang="0">
                <a:pos x="connsiteX1" y="connsiteY1"/>
              </a:cxn>
              <a:cxn ang="0">
                <a:pos x="connsiteX2" y="connsiteY2"/>
              </a:cxn>
              <a:cxn ang="0">
                <a:pos x="connsiteX3" y="connsiteY3"/>
              </a:cxn>
            </a:cxnLst>
            <a:rect l="l" t="t" r="r" b="b"/>
            <a:pathLst>
              <a:path w="5423842" h="2408238">
                <a:moveTo>
                  <a:pt x="0" y="0"/>
                </a:moveTo>
                <a:lnTo>
                  <a:pt x="5423842" y="0"/>
                </a:lnTo>
                <a:lnTo>
                  <a:pt x="5423842" y="2408238"/>
                </a:lnTo>
                <a:lnTo>
                  <a:pt x="0" y="2408238"/>
                </a:lnTo>
                <a:close/>
              </a:path>
            </a:pathLst>
          </a:custGeom>
        </p:spPr>
        <p:txBody>
          <a:bodyPr wrap="square">
            <a:noAutofit/>
          </a:bodyPr>
          <a:lstStyle/>
          <a:p>
            <a:endParaRPr lang="en-US"/>
          </a:p>
        </p:txBody>
      </p:sp>
      <p:sp>
        <p:nvSpPr>
          <p:cNvPr id="14" name="Picture Placeholder 13">
            <a:extLst>
              <a:ext uri="{FF2B5EF4-FFF2-40B4-BE49-F238E27FC236}">
                <a16:creationId xmlns:a16="http://schemas.microsoft.com/office/drawing/2014/main" id="{4CA7C9A8-E474-4E5D-BBE2-5D88396226EE}"/>
              </a:ext>
            </a:extLst>
          </p:cNvPr>
          <p:cNvSpPr>
            <a:spLocks noGrp="1"/>
          </p:cNvSpPr>
          <p:nvPr>
            <p:ph type="pic" sz="quarter" idx="14"/>
          </p:nvPr>
        </p:nvSpPr>
        <p:spPr>
          <a:xfrm>
            <a:off x="191344" y="188640"/>
            <a:ext cx="5400600" cy="3281391"/>
          </a:xfrm>
          <a:custGeom>
            <a:avLst/>
            <a:gdLst>
              <a:gd name="connsiteX0" fmla="*/ 0 w 5400600"/>
              <a:gd name="connsiteY0" fmla="*/ 0 h 3281391"/>
              <a:gd name="connsiteX1" fmla="*/ 5400600 w 5400600"/>
              <a:gd name="connsiteY1" fmla="*/ 0 h 3281391"/>
              <a:gd name="connsiteX2" fmla="*/ 5400600 w 5400600"/>
              <a:gd name="connsiteY2" fmla="*/ 3281391 h 3281391"/>
              <a:gd name="connsiteX3" fmla="*/ 0 w 5400600"/>
              <a:gd name="connsiteY3" fmla="*/ 3281391 h 3281391"/>
            </a:gdLst>
            <a:ahLst/>
            <a:cxnLst>
              <a:cxn ang="0">
                <a:pos x="connsiteX0" y="connsiteY0"/>
              </a:cxn>
              <a:cxn ang="0">
                <a:pos x="connsiteX1" y="connsiteY1"/>
              </a:cxn>
              <a:cxn ang="0">
                <a:pos x="connsiteX2" y="connsiteY2"/>
              </a:cxn>
              <a:cxn ang="0">
                <a:pos x="connsiteX3" y="connsiteY3"/>
              </a:cxn>
            </a:cxnLst>
            <a:rect l="l" t="t" r="r" b="b"/>
            <a:pathLst>
              <a:path w="5400600" h="3281391">
                <a:moveTo>
                  <a:pt x="0" y="0"/>
                </a:moveTo>
                <a:lnTo>
                  <a:pt x="5400600" y="0"/>
                </a:lnTo>
                <a:lnTo>
                  <a:pt x="5400600" y="3281391"/>
                </a:lnTo>
                <a:lnTo>
                  <a:pt x="0" y="3281391"/>
                </a:lnTo>
                <a:close/>
              </a:path>
            </a:pathLst>
          </a:custGeom>
        </p:spPr>
        <p:txBody>
          <a:bodyPr wrap="square">
            <a:noAutofit/>
          </a:bodyPr>
          <a:lstStyle/>
          <a:p>
            <a:endParaRPr lang="en-US"/>
          </a:p>
        </p:txBody>
      </p:sp>
      <p:sp>
        <p:nvSpPr>
          <p:cNvPr id="12" name="Picture Placeholder 11">
            <a:extLst>
              <a:ext uri="{FF2B5EF4-FFF2-40B4-BE49-F238E27FC236}">
                <a16:creationId xmlns:a16="http://schemas.microsoft.com/office/drawing/2014/main" id="{476203C4-8626-4608-8540-F7B37BED2A10}"/>
              </a:ext>
            </a:extLst>
          </p:cNvPr>
          <p:cNvSpPr>
            <a:spLocks noGrp="1"/>
          </p:cNvSpPr>
          <p:nvPr>
            <p:ph type="pic" sz="quarter" idx="13"/>
          </p:nvPr>
        </p:nvSpPr>
        <p:spPr>
          <a:xfrm>
            <a:off x="5735960" y="188640"/>
            <a:ext cx="6264696" cy="4320480"/>
          </a:xfrm>
          <a:custGeom>
            <a:avLst/>
            <a:gdLst>
              <a:gd name="connsiteX0" fmla="*/ 0 w 6264696"/>
              <a:gd name="connsiteY0" fmla="*/ 0 h 4320480"/>
              <a:gd name="connsiteX1" fmla="*/ 6264696 w 6264696"/>
              <a:gd name="connsiteY1" fmla="*/ 0 h 4320480"/>
              <a:gd name="connsiteX2" fmla="*/ 6264696 w 6264696"/>
              <a:gd name="connsiteY2" fmla="*/ 4320480 h 4320480"/>
              <a:gd name="connsiteX3" fmla="*/ 629671 w 6264696"/>
              <a:gd name="connsiteY3" fmla="*/ 4320480 h 4320480"/>
              <a:gd name="connsiteX4" fmla="*/ 629671 w 6264696"/>
              <a:gd name="connsiteY4" fmla="*/ 3281391 h 4320480"/>
              <a:gd name="connsiteX5" fmla="*/ 0 w 6264696"/>
              <a:gd name="connsiteY5" fmla="*/ 3281391 h 4320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64696" h="4320480">
                <a:moveTo>
                  <a:pt x="0" y="0"/>
                </a:moveTo>
                <a:lnTo>
                  <a:pt x="6264696" y="0"/>
                </a:lnTo>
                <a:lnTo>
                  <a:pt x="6264696" y="4320480"/>
                </a:lnTo>
                <a:lnTo>
                  <a:pt x="629671" y="4320480"/>
                </a:lnTo>
                <a:lnTo>
                  <a:pt x="629671" y="3281391"/>
                </a:lnTo>
                <a:lnTo>
                  <a:pt x="0" y="3281391"/>
                </a:lnTo>
                <a:close/>
              </a:path>
            </a:pathLst>
          </a:custGeom>
        </p:spPr>
        <p:txBody>
          <a:bodyPr wrap="square">
            <a:noAutofit/>
          </a:bodyPr>
          <a:lstStyle/>
          <a:p>
            <a:endParaRPr lang="en-US"/>
          </a:p>
        </p:txBody>
      </p:sp>
      <p:sp>
        <p:nvSpPr>
          <p:cNvPr id="2" name="Title 1">
            <a:extLst>
              <a:ext uri="{FF2B5EF4-FFF2-40B4-BE49-F238E27FC236}">
                <a16:creationId xmlns:a16="http://schemas.microsoft.com/office/drawing/2014/main" id="{62EDEBD7-2361-B0FF-D550-3B9C61A43324}"/>
              </a:ext>
            </a:extLst>
          </p:cNvPr>
          <p:cNvSpPr>
            <a:spLocks noGrp="1"/>
          </p:cNvSpPr>
          <p:nvPr>
            <p:ph type="title"/>
          </p:nvPr>
        </p:nvSpPr>
        <p:spPr>
          <a:xfrm>
            <a:off x="6670204" y="5229200"/>
            <a:ext cx="5188296" cy="430887"/>
          </a:xfrm>
        </p:spPr>
        <p:txBody>
          <a:bodyPr vert="horz" wrap="square" lIns="0" tIns="0" rIns="0" bIns="0" rtlCol="0" anchor="t" anchorCtr="0">
            <a:spAutoFit/>
          </a:bodyPr>
          <a:lstStyle>
            <a:lvl1pPr>
              <a:defRPr lang="en-GB" sz="2800"/>
            </a:lvl1pPr>
          </a:lstStyle>
          <a:p>
            <a:pPr marL="0" lvl="0" algn="ctr"/>
            <a:r>
              <a:rPr lang="en-US" dirty="0"/>
              <a:t>Click to edit Master title style</a:t>
            </a:r>
            <a:endParaRPr lang="en-GB" dirty="0"/>
          </a:p>
        </p:txBody>
      </p:sp>
      <p:sp>
        <p:nvSpPr>
          <p:cNvPr id="3" name="Date Placeholder 2">
            <a:extLst>
              <a:ext uri="{FF2B5EF4-FFF2-40B4-BE49-F238E27FC236}">
                <a16:creationId xmlns:a16="http://schemas.microsoft.com/office/drawing/2014/main" id="{772B3D28-0427-3F85-E66C-35F07DCA1730}"/>
              </a:ext>
            </a:extLst>
          </p:cNvPr>
          <p:cNvSpPr>
            <a:spLocks noGrp="1"/>
          </p:cNvSpPr>
          <p:nvPr>
            <p:ph type="dt" sz="half" idx="10"/>
          </p:nvPr>
        </p:nvSpPr>
        <p:spPr/>
        <p:txBody>
          <a:bodyPr/>
          <a:lstStyle/>
          <a:p>
            <a:fld id="{D993E4D4-F507-4C81-A003-C45002AC76A0}" type="datetime3">
              <a:rPr lang="en-US" smtClean="0"/>
              <a:t>1 October 2026</a:t>
            </a:fld>
            <a:endParaRPr lang="en-US" dirty="0"/>
          </a:p>
        </p:txBody>
      </p:sp>
      <p:sp>
        <p:nvSpPr>
          <p:cNvPr id="4" name="Footer Placeholder 3">
            <a:extLst>
              <a:ext uri="{FF2B5EF4-FFF2-40B4-BE49-F238E27FC236}">
                <a16:creationId xmlns:a16="http://schemas.microsoft.com/office/drawing/2014/main" id="{7380FAA5-158A-A4A5-2E12-00858603C6A8}"/>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BC60D0EB-3C4B-4CAD-CA14-53BE84A56208}"/>
              </a:ext>
            </a:extLst>
          </p:cNvPr>
          <p:cNvSpPr>
            <a:spLocks noGrp="1"/>
          </p:cNvSpPr>
          <p:nvPr>
            <p:ph type="sldNum" sz="quarter" idx="12"/>
          </p:nvPr>
        </p:nvSpPr>
        <p:spPr/>
        <p:txBody>
          <a:bodyPr/>
          <a:lstStyle/>
          <a:p>
            <a:fld id="{5B16D1FE-3A35-41BA-8EBE-413702045235}" type="slidenum">
              <a:rPr lang="en-US" smtClean="0"/>
              <a:pPr/>
              <a:t>‹#›</a:t>
            </a:fld>
            <a:endParaRPr lang="en-US" dirty="0"/>
          </a:p>
        </p:txBody>
      </p:sp>
    </p:spTree>
    <p:extLst>
      <p:ext uri="{BB962C8B-B14F-4D97-AF65-F5344CB8AC3E}">
        <p14:creationId xmlns:p14="http://schemas.microsoft.com/office/powerpoint/2010/main" val="357830515"/>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Blanko ">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772B3D28-0427-3F85-E66C-35F07DCA1730}"/>
              </a:ext>
            </a:extLst>
          </p:cNvPr>
          <p:cNvSpPr>
            <a:spLocks noGrp="1"/>
          </p:cNvSpPr>
          <p:nvPr>
            <p:ph type="dt" sz="half" idx="10"/>
          </p:nvPr>
        </p:nvSpPr>
        <p:spPr/>
        <p:txBody>
          <a:bodyPr/>
          <a:lstStyle/>
          <a:p>
            <a:fld id="{D993E4D4-F507-4C81-A003-C45002AC76A0}" type="datetime3">
              <a:rPr lang="en-US" smtClean="0"/>
              <a:t>1 October 2026</a:t>
            </a:fld>
            <a:endParaRPr lang="en-US" dirty="0"/>
          </a:p>
        </p:txBody>
      </p:sp>
      <p:sp>
        <p:nvSpPr>
          <p:cNvPr id="4" name="Footer Placeholder 3">
            <a:extLst>
              <a:ext uri="{FF2B5EF4-FFF2-40B4-BE49-F238E27FC236}">
                <a16:creationId xmlns:a16="http://schemas.microsoft.com/office/drawing/2014/main" id="{7380FAA5-158A-A4A5-2E12-00858603C6A8}"/>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BC60D0EB-3C4B-4CAD-CA14-53BE84A56208}"/>
              </a:ext>
            </a:extLst>
          </p:cNvPr>
          <p:cNvSpPr>
            <a:spLocks noGrp="1"/>
          </p:cNvSpPr>
          <p:nvPr>
            <p:ph type="sldNum" sz="quarter" idx="12"/>
          </p:nvPr>
        </p:nvSpPr>
        <p:spPr/>
        <p:txBody>
          <a:bodyPr/>
          <a:lstStyle/>
          <a:p>
            <a:fld id="{5B16D1FE-3A35-41BA-8EBE-413702045235}" type="slidenum">
              <a:rPr lang="en-US" smtClean="0"/>
              <a:pPr/>
              <a:t>‹#›</a:t>
            </a:fld>
            <a:endParaRPr lang="en-US" dirty="0"/>
          </a:p>
        </p:txBody>
      </p:sp>
    </p:spTree>
    <p:extLst>
      <p:ext uri="{BB962C8B-B14F-4D97-AF65-F5344CB8AC3E}">
        <p14:creationId xmlns:p14="http://schemas.microsoft.com/office/powerpoint/2010/main" val="1967561508"/>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Thank You Yellow">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919D8-4647-F6A6-4F8F-664F998F80FC}"/>
              </a:ext>
            </a:extLst>
          </p:cNvPr>
          <p:cNvSpPr>
            <a:spLocks noGrp="1"/>
          </p:cNvSpPr>
          <p:nvPr>
            <p:ph type="title" hasCustomPrompt="1"/>
          </p:nvPr>
        </p:nvSpPr>
        <p:spPr>
          <a:xfrm>
            <a:off x="407988" y="1412876"/>
            <a:ext cx="5543996" cy="3024238"/>
          </a:xfrm>
        </p:spPr>
        <p:txBody>
          <a:bodyPr anchor="t" anchorCtr="0"/>
          <a:lstStyle>
            <a:lvl1pPr>
              <a:defRPr sz="4800">
                <a:solidFill>
                  <a:schemeClr val="accent2"/>
                </a:solidFill>
              </a:defRPr>
            </a:lvl1pPr>
          </a:lstStyle>
          <a:p>
            <a:r>
              <a:rPr lang="en-US" dirty="0"/>
              <a:t>Add thank you message.</a:t>
            </a:r>
          </a:p>
        </p:txBody>
      </p:sp>
      <p:sp>
        <p:nvSpPr>
          <p:cNvPr id="12" name="Subtitle 2">
            <a:extLst>
              <a:ext uri="{FF2B5EF4-FFF2-40B4-BE49-F238E27FC236}">
                <a16:creationId xmlns:a16="http://schemas.microsoft.com/office/drawing/2014/main" id="{42A9CFB3-2DB2-039B-17A5-C50A5777B960}"/>
              </a:ext>
            </a:extLst>
          </p:cNvPr>
          <p:cNvSpPr>
            <a:spLocks noGrp="1"/>
          </p:cNvSpPr>
          <p:nvPr>
            <p:ph type="subTitle" idx="1" hasCustomPrompt="1"/>
          </p:nvPr>
        </p:nvSpPr>
        <p:spPr>
          <a:xfrm>
            <a:off x="407988" y="4581128"/>
            <a:ext cx="5543996" cy="1440260"/>
          </a:xfrm>
        </p:spPr>
        <p:txBody>
          <a:bodyPr anchor="b" anchorCtr="0">
            <a:noAutofit/>
          </a:bodyPr>
          <a:lstStyle>
            <a:lvl1pPr marL="0" indent="0" algn="l">
              <a:lnSpc>
                <a:spcPct val="100000"/>
              </a:lnSpc>
              <a:spcBef>
                <a:spcPts val="200"/>
              </a:spcBef>
              <a:buNone/>
              <a:defRPr sz="1800" b="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Contact details</a:t>
            </a:r>
          </a:p>
        </p:txBody>
      </p:sp>
      <p:grpSp>
        <p:nvGrpSpPr>
          <p:cNvPr id="7" name="Group 6">
            <a:extLst>
              <a:ext uri="{FF2B5EF4-FFF2-40B4-BE49-F238E27FC236}">
                <a16:creationId xmlns:a16="http://schemas.microsoft.com/office/drawing/2014/main" id="{88111A34-160B-5E4A-BBB9-B527517B02E0}"/>
              </a:ext>
            </a:extLst>
          </p:cNvPr>
          <p:cNvGrpSpPr>
            <a:grpSpLocks noChangeAspect="1"/>
          </p:cNvGrpSpPr>
          <p:nvPr/>
        </p:nvGrpSpPr>
        <p:grpSpPr>
          <a:xfrm>
            <a:off x="407988" y="576000"/>
            <a:ext cx="1130400" cy="437949"/>
            <a:chOff x="2389188" y="1992313"/>
            <a:chExt cx="7424738" cy="2876551"/>
          </a:xfrm>
          <a:solidFill>
            <a:schemeClr val="accent2"/>
          </a:solidFill>
        </p:grpSpPr>
        <p:sp>
          <p:nvSpPr>
            <p:cNvPr id="8" name="Freeform 5">
              <a:extLst>
                <a:ext uri="{FF2B5EF4-FFF2-40B4-BE49-F238E27FC236}">
                  <a16:creationId xmlns:a16="http://schemas.microsoft.com/office/drawing/2014/main" id="{B9F0DAF2-A9D6-63CF-6EEE-6FCFBB3CED83}"/>
                </a:ext>
              </a:extLst>
            </p:cNvPr>
            <p:cNvSpPr>
              <a:spLocks noEditPoints="1"/>
            </p:cNvSpPr>
            <p:nvPr/>
          </p:nvSpPr>
          <p:spPr bwMode="auto">
            <a:xfrm>
              <a:off x="2424113" y="4270376"/>
              <a:ext cx="7361238" cy="598488"/>
            </a:xfrm>
            <a:custGeom>
              <a:avLst/>
              <a:gdLst>
                <a:gd name="T0" fmla="*/ 4474 w 4637"/>
                <a:gd name="T1" fmla="*/ 613 h 753"/>
                <a:gd name="T2" fmla="*/ 4500 w 4637"/>
                <a:gd name="T3" fmla="*/ 735 h 753"/>
                <a:gd name="T4" fmla="*/ 4506 w 4637"/>
                <a:gd name="T5" fmla="*/ 214 h 753"/>
                <a:gd name="T6" fmla="*/ 61 w 4637"/>
                <a:gd name="T7" fmla="*/ 747 h 753"/>
                <a:gd name="T8" fmla="*/ 22 w 4637"/>
                <a:gd name="T9" fmla="*/ 20 h 753"/>
                <a:gd name="T10" fmla="*/ 263 w 4637"/>
                <a:gd name="T11" fmla="*/ 487 h 753"/>
                <a:gd name="T12" fmla="*/ 437 w 4637"/>
                <a:gd name="T13" fmla="*/ 699 h 753"/>
                <a:gd name="T14" fmla="*/ 246 w 4637"/>
                <a:gd name="T15" fmla="*/ 601 h 753"/>
                <a:gd name="T16" fmla="*/ 378 w 4637"/>
                <a:gd name="T17" fmla="*/ 212 h 753"/>
                <a:gd name="T18" fmla="*/ 409 w 4637"/>
                <a:gd name="T19" fmla="*/ 315 h 753"/>
                <a:gd name="T20" fmla="*/ 264 w 4637"/>
                <a:gd name="T21" fmla="*/ 399 h 753"/>
                <a:gd name="T22" fmla="*/ 506 w 4637"/>
                <a:gd name="T23" fmla="*/ 232 h 753"/>
                <a:gd name="T24" fmla="*/ 657 w 4637"/>
                <a:gd name="T25" fmla="*/ 220 h 753"/>
                <a:gd name="T26" fmla="*/ 657 w 4637"/>
                <a:gd name="T27" fmla="*/ 737 h 753"/>
                <a:gd name="T28" fmla="*/ 768 w 4637"/>
                <a:gd name="T29" fmla="*/ 14 h 753"/>
                <a:gd name="T30" fmla="*/ 918 w 4637"/>
                <a:gd name="T31" fmla="*/ 711 h 753"/>
                <a:gd name="T32" fmla="*/ 837 w 4637"/>
                <a:gd name="T33" fmla="*/ 415 h 753"/>
                <a:gd name="T34" fmla="*/ 973 w 4637"/>
                <a:gd name="T35" fmla="*/ 216 h 753"/>
                <a:gd name="T36" fmla="*/ 838 w 4637"/>
                <a:gd name="T37" fmla="*/ 325 h 753"/>
                <a:gd name="T38" fmla="*/ 982 w 4637"/>
                <a:gd name="T39" fmla="*/ 659 h 753"/>
                <a:gd name="T40" fmla="*/ 1245 w 4637"/>
                <a:gd name="T41" fmla="*/ 729 h 753"/>
                <a:gd name="T42" fmla="*/ 1265 w 4637"/>
                <a:gd name="T43" fmla="*/ 210 h 753"/>
                <a:gd name="T44" fmla="*/ 1267 w 4637"/>
                <a:gd name="T45" fmla="*/ 250 h 753"/>
                <a:gd name="T46" fmla="*/ 1276 w 4637"/>
                <a:gd name="T47" fmla="*/ 711 h 753"/>
                <a:gd name="T48" fmla="*/ 1456 w 4637"/>
                <a:gd name="T49" fmla="*/ 6 h 753"/>
                <a:gd name="T50" fmla="*/ 1617 w 4637"/>
                <a:gd name="T51" fmla="*/ 675 h 753"/>
                <a:gd name="T52" fmla="*/ 1700 w 4637"/>
                <a:gd name="T53" fmla="*/ 751 h 753"/>
                <a:gd name="T54" fmla="*/ 1581 w 4637"/>
                <a:gd name="T55" fmla="*/ 315 h 753"/>
                <a:gd name="T56" fmla="*/ 1767 w 4637"/>
                <a:gd name="T57" fmla="*/ 365 h 753"/>
                <a:gd name="T58" fmla="*/ 1681 w 4637"/>
                <a:gd name="T59" fmla="*/ 242 h 753"/>
                <a:gd name="T60" fmla="*/ 2012 w 4637"/>
                <a:gd name="T61" fmla="*/ 731 h 753"/>
                <a:gd name="T62" fmla="*/ 1849 w 4637"/>
                <a:gd name="T63" fmla="*/ 591 h 753"/>
                <a:gd name="T64" fmla="*/ 1999 w 4637"/>
                <a:gd name="T65" fmla="*/ 276 h 753"/>
                <a:gd name="T66" fmla="*/ 1926 w 4637"/>
                <a:gd name="T67" fmla="*/ 204 h 753"/>
                <a:gd name="T68" fmla="*/ 2031 w 4637"/>
                <a:gd name="T69" fmla="*/ 741 h 753"/>
                <a:gd name="T70" fmla="*/ 1881 w 4637"/>
                <a:gd name="T71" fmla="*/ 671 h 753"/>
                <a:gd name="T72" fmla="*/ 2299 w 4637"/>
                <a:gd name="T73" fmla="*/ 355 h 753"/>
                <a:gd name="T74" fmla="*/ 2139 w 4637"/>
                <a:gd name="T75" fmla="*/ 747 h 753"/>
                <a:gd name="T76" fmla="*/ 2224 w 4637"/>
                <a:gd name="T77" fmla="*/ 204 h 753"/>
                <a:gd name="T78" fmla="*/ 2652 w 4637"/>
                <a:gd name="T79" fmla="*/ 753 h 753"/>
                <a:gd name="T80" fmla="*/ 2541 w 4637"/>
                <a:gd name="T81" fmla="*/ 208 h 753"/>
                <a:gd name="T82" fmla="*/ 2681 w 4637"/>
                <a:gd name="T83" fmla="*/ 248 h 753"/>
                <a:gd name="T84" fmla="*/ 2937 w 4637"/>
                <a:gd name="T85" fmla="*/ 751 h 753"/>
                <a:gd name="T86" fmla="*/ 2789 w 4637"/>
                <a:gd name="T87" fmla="*/ 737 h 753"/>
                <a:gd name="T88" fmla="*/ 2882 w 4637"/>
                <a:gd name="T89" fmla="*/ 206 h 753"/>
                <a:gd name="T90" fmla="*/ 3232 w 4637"/>
                <a:gd name="T91" fmla="*/ 487 h 753"/>
                <a:gd name="T92" fmla="*/ 3235 w 4637"/>
                <a:gd name="T93" fmla="*/ 697 h 753"/>
                <a:gd name="T94" fmla="*/ 3046 w 4637"/>
                <a:gd name="T95" fmla="*/ 615 h 753"/>
                <a:gd name="T96" fmla="*/ 3166 w 4637"/>
                <a:gd name="T97" fmla="*/ 206 h 753"/>
                <a:gd name="T98" fmla="*/ 3210 w 4637"/>
                <a:gd name="T99" fmla="*/ 321 h 753"/>
                <a:gd name="T100" fmla="*/ 3064 w 4637"/>
                <a:gd name="T101" fmla="*/ 379 h 753"/>
                <a:gd name="T102" fmla="*/ 3618 w 4637"/>
                <a:gd name="T103" fmla="*/ 305 h 753"/>
                <a:gd name="T104" fmla="*/ 3458 w 4637"/>
                <a:gd name="T105" fmla="*/ 208 h 753"/>
                <a:gd name="T106" fmla="*/ 3634 w 4637"/>
                <a:gd name="T107" fmla="*/ 282 h 753"/>
                <a:gd name="T108" fmla="*/ 3781 w 4637"/>
                <a:gd name="T109" fmla="*/ 232 h 753"/>
                <a:gd name="T110" fmla="*/ 3859 w 4637"/>
                <a:gd name="T111" fmla="*/ 319 h 753"/>
                <a:gd name="T112" fmla="*/ 4039 w 4637"/>
                <a:gd name="T113" fmla="*/ 290 h 753"/>
                <a:gd name="T114" fmla="*/ 3965 w 4637"/>
                <a:gd name="T115" fmla="*/ 753 h 753"/>
                <a:gd name="T116" fmla="*/ 3901 w 4637"/>
                <a:gd name="T117" fmla="*/ 272 h 753"/>
                <a:gd name="T118" fmla="*/ 3919 w 4637"/>
                <a:gd name="T119" fmla="*/ 703 h 753"/>
                <a:gd name="T120" fmla="*/ 4206 w 4637"/>
                <a:gd name="T121" fmla="*/ 250 h 753"/>
                <a:gd name="T122" fmla="*/ 4166 w 4637"/>
                <a:gd name="T123" fmla="*/ 216 h 753"/>
                <a:gd name="T124" fmla="*/ 4339 w 4637"/>
                <a:gd name="T125" fmla="*/ 753 h 7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37" h="753">
                  <a:moveTo>
                    <a:pt x="4615" y="254"/>
                  </a:moveTo>
                  <a:lnTo>
                    <a:pt x="4599" y="250"/>
                  </a:lnTo>
                  <a:lnTo>
                    <a:pt x="4580" y="246"/>
                  </a:lnTo>
                  <a:lnTo>
                    <a:pt x="4561" y="242"/>
                  </a:lnTo>
                  <a:lnTo>
                    <a:pt x="4545" y="242"/>
                  </a:lnTo>
                  <a:lnTo>
                    <a:pt x="4535" y="242"/>
                  </a:lnTo>
                  <a:lnTo>
                    <a:pt x="4526" y="244"/>
                  </a:lnTo>
                  <a:lnTo>
                    <a:pt x="4517" y="248"/>
                  </a:lnTo>
                  <a:lnTo>
                    <a:pt x="4509" y="254"/>
                  </a:lnTo>
                  <a:lnTo>
                    <a:pt x="4503" y="262"/>
                  </a:lnTo>
                  <a:lnTo>
                    <a:pt x="4496" y="270"/>
                  </a:lnTo>
                  <a:lnTo>
                    <a:pt x="4493" y="276"/>
                  </a:lnTo>
                  <a:lnTo>
                    <a:pt x="4491" y="280"/>
                  </a:lnTo>
                  <a:lnTo>
                    <a:pt x="4488" y="286"/>
                  </a:lnTo>
                  <a:lnTo>
                    <a:pt x="4486" y="292"/>
                  </a:lnTo>
                  <a:lnTo>
                    <a:pt x="4482" y="305"/>
                  </a:lnTo>
                  <a:lnTo>
                    <a:pt x="4477" y="319"/>
                  </a:lnTo>
                  <a:lnTo>
                    <a:pt x="4474" y="337"/>
                  </a:lnTo>
                  <a:lnTo>
                    <a:pt x="4471" y="355"/>
                  </a:lnTo>
                  <a:lnTo>
                    <a:pt x="4470" y="375"/>
                  </a:lnTo>
                  <a:lnTo>
                    <a:pt x="4468" y="395"/>
                  </a:lnTo>
                  <a:lnTo>
                    <a:pt x="4468" y="417"/>
                  </a:lnTo>
                  <a:lnTo>
                    <a:pt x="4467" y="443"/>
                  </a:lnTo>
                  <a:lnTo>
                    <a:pt x="4467" y="509"/>
                  </a:lnTo>
                  <a:lnTo>
                    <a:pt x="4468" y="533"/>
                  </a:lnTo>
                  <a:lnTo>
                    <a:pt x="4468" y="555"/>
                  </a:lnTo>
                  <a:lnTo>
                    <a:pt x="4470" y="575"/>
                  </a:lnTo>
                  <a:lnTo>
                    <a:pt x="4471" y="595"/>
                  </a:lnTo>
                  <a:lnTo>
                    <a:pt x="4474" y="613"/>
                  </a:lnTo>
                  <a:lnTo>
                    <a:pt x="4477" y="631"/>
                  </a:lnTo>
                  <a:lnTo>
                    <a:pt x="4480" y="647"/>
                  </a:lnTo>
                  <a:lnTo>
                    <a:pt x="4485" y="659"/>
                  </a:lnTo>
                  <a:lnTo>
                    <a:pt x="4490" y="673"/>
                  </a:lnTo>
                  <a:lnTo>
                    <a:pt x="4496" y="683"/>
                  </a:lnTo>
                  <a:lnTo>
                    <a:pt x="4502" y="693"/>
                  </a:lnTo>
                  <a:lnTo>
                    <a:pt x="4505" y="697"/>
                  </a:lnTo>
                  <a:lnTo>
                    <a:pt x="4509" y="701"/>
                  </a:lnTo>
                  <a:lnTo>
                    <a:pt x="4513" y="703"/>
                  </a:lnTo>
                  <a:lnTo>
                    <a:pt x="4517" y="707"/>
                  </a:lnTo>
                  <a:lnTo>
                    <a:pt x="4525" y="711"/>
                  </a:lnTo>
                  <a:lnTo>
                    <a:pt x="4535" y="713"/>
                  </a:lnTo>
                  <a:lnTo>
                    <a:pt x="4545" y="713"/>
                  </a:lnTo>
                  <a:lnTo>
                    <a:pt x="4563" y="713"/>
                  </a:lnTo>
                  <a:lnTo>
                    <a:pt x="4582" y="709"/>
                  </a:lnTo>
                  <a:lnTo>
                    <a:pt x="4600" y="705"/>
                  </a:lnTo>
                  <a:lnTo>
                    <a:pt x="4615" y="701"/>
                  </a:lnTo>
                  <a:lnTo>
                    <a:pt x="4615" y="254"/>
                  </a:lnTo>
                  <a:close/>
                  <a:moveTo>
                    <a:pt x="4629" y="735"/>
                  </a:moveTo>
                  <a:lnTo>
                    <a:pt x="4611" y="741"/>
                  </a:lnTo>
                  <a:lnTo>
                    <a:pt x="4600" y="745"/>
                  </a:lnTo>
                  <a:lnTo>
                    <a:pt x="4590" y="747"/>
                  </a:lnTo>
                  <a:lnTo>
                    <a:pt x="4567" y="751"/>
                  </a:lnTo>
                  <a:lnTo>
                    <a:pt x="4545" y="753"/>
                  </a:lnTo>
                  <a:lnTo>
                    <a:pt x="4532" y="753"/>
                  </a:lnTo>
                  <a:lnTo>
                    <a:pt x="4521" y="749"/>
                  </a:lnTo>
                  <a:lnTo>
                    <a:pt x="4510" y="743"/>
                  </a:lnTo>
                  <a:lnTo>
                    <a:pt x="4505" y="739"/>
                  </a:lnTo>
                  <a:lnTo>
                    <a:pt x="4500" y="735"/>
                  </a:lnTo>
                  <a:lnTo>
                    <a:pt x="4491" y="725"/>
                  </a:lnTo>
                  <a:lnTo>
                    <a:pt x="4483" y="715"/>
                  </a:lnTo>
                  <a:lnTo>
                    <a:pt x="4478" y="707"/>
                  </a:lnTo>
                  <a:lnTo>
                    <a:pt x="4475" y="701"/>
                  </a:lnTo>
                  <a:lnTo>
                    <a:pt x="4468" y="685"/>
                  </a:lnTo>
                  <a:lnTo>
                    <a:pt x="4463" y="669"/>
                  </a:lnTo>
                  <a:lnTo>
                    <a:pt x="4458" y="649"/>
                  </a:lnTo>
                  <a:lnTo>
                    <a:pt x="4454" y="629"/>
                  </a:lnTo>
                  <a:lnTo>
                    <a:pt x="4451" y="607"/>
                  </a:lnTo>
                  <a:lnTo>
                    <a:pt x="4448" y="585"/>
                  </a:lnTo>
                  <a:lnTo>
                    <a:pt x="4447" y="561"/>
                  </a:lnTo>
                  <a:lnTo>
                    <a:pt x="4445" y="535"/>
                  </a:lnTo>
                  <a:lnTo>
                    <a:pt x="4445" y="509"/>
                  </a:lnTo>
                  <a:lnTo>
                    <a:pt x="4445" y="443"/>
                  </a:lnTo>
                  <a:lnTo>
                    <a:pt x="4446" y="413"/>
                  </a:lnTo>
                  <a:lnTo>
                    <a:pt x="4447" y="387"/>
                  </a:lnTo>
                  <a:lnTo>
                    <a:pt x="4449" y="361"/>
                  </a:lnTo>
                  <a:lnTo>
                    <a:pt x="4451" y="337"/>
                  </a:lnTo>
                  <a:lnTo>
                    <a:pt x="4455" y="315"/>
                  </a:lnTo>
                  <a:lnTo>
                    <a:pt x="4459" y="298"/>
                  </a:lnTo>
                  <a:lnTo>
                    <a:pt x="4464" y="280"/>
                  </a:lnTo>
                  <a:lnTo>
                    <a:pt x="4470" y="264"/>
                  </a:lnTo>
                  <a:lnTo>
                    <a:pt x="4473" y="256"/>
                  </a:lnTo>
                  <a:lnTo>
                    <a:pt x="4476" y="248"/>
                  </a:lnTo>
                  <a:lnTo>
                    <a:pt x="4485" y="236"/>
                  </a:lnTo>
                  <a:lnTo>
                    <a:pt x="4489" y="232"/>
                  </a:lnTo>
                  <a:lnTo>
                    <a:pt x="4493" y="226"/>
                  </a:lnTo>
                  <a:lnTo>
                    <a:pt x="4502" y="218"/>
                  </a:lnTo>
                  <a:lnTo>
                    <a:pt x="4506" y="214"/>
                  </a:lnTo>
                  <a:lnTo>
                    <a:pt x="4511" y="212"/>
                  </a:lnTo>
                  <a:lnTo>
                    <a:pt x="4522" y="206"/>
                  </a:lnTo>
                  <a:lnTo>
                    <a:pt x="4527" y="204"/>
                  </a:lnTo>
                  <a:lnTo>
                    <a:pt x="4533" y="204"/>
                  </a:lnTo>
                  <a:lnTo>
                    <a:pt x="4545" y="202"/>
                  </a:lnTo>
                  <a:lnTo>
                    <a:pt x="4561" y="204"/>
                  </a:lnTo>
                  <a:lnTo>
                    <a:pt x="4580" y="206"/>
                  </a:lnTo>
                  <a:lnTo>
                    <a:pt x="4598" y="212"/>
                  </a:lnTo>
                  <a:lnTo>
                    <a:pt x="4615" y="218"/>
                  </a:lnTo>
                  <a:lnTo>
                    <a:pt x="4615" y="20"/>
                  </a:lnTo>
                  <a:lnTo>
                    <a:pt x="4615" y="16"/>
                  </a:lnTo>
                  <a:lnTo>
                    <a:pt x="4615" y="12"/>
                  </a:lnTo>
                  <a:lnTo>
                    <a:pt x="4617" y="6"/>
                  </a:lnTo>
                  <a:lnTo>
                    <a:pt x="4618" y="4"/>
                  </a:lnTo>
                  <a:lnTo>
                    <a:pt x="4620" y="2"/>
                  </a:lnTo>
                  <a:lnTo>
                    <a:pt x="4623" y="0"/>
                  </a:lnTo>
                  <a:lnTo>
                    <a:pt x="4628" y="0"/>
                  </a:lnTo>
                  <a:lnTo>
                    <a:pt x="4632" y="2"/>
                  </a:lnTo>
                  <a:lnTo>
                    <a:pt x="4635" y="6"/>
                  </a:lnTo>
                  <a:lnTo>
                    <a:pt x="4636" y="12"/>
                  </a:lnTo>
                  <a:lnTo>
                    <a:pt x="4637" y="20"/>
                  </a:lnTo>
                  <a:lnTo>
                    <a:pt x="4637" y="715"/>
                  </a:lnTo>
                  <a:lnTo>
                    <a:pt x="4637" y="723"/>
                  </a:lnTo>
                  <a:lnTo>
                    <a:pt x="4636" y="725"/>
                  </a:lnTo>
                  <a:lnTo>
                    <a:pt x="4635" y="727"/>
                  </a:lnTo>
                  <a:lnTo>
                    <a:pt x="4633" y="731"/>
                  </a:lnTo>
                  <a:lnTo>
                    <a:pt x="4629" y="735"/>
                  </a:lnTo>
                  <a:close/>
                  <a:moveTo>
                    <a:pt x="177" y="747"/>
                  </a:moveTo>
                  <a:lnTo>
                    <a:pt x="61" y="747"/>
                  </a:lnTo>
                  <a:lnTo>
                    <a:pt x="54" y="747"/>
                  </a:lnTo>
                  <a:lnTo>
                    <a:pt x="48" y="745"/>
                  </a:lnTo>
                  <a:lnTo>
                    <a:pt x="41" y="745"/>
                  </a:lnTo>
                  <a:lnTo>
                    <a:pt x="36" y="741"/>
                  </a:lnTo>
                  <a:lnTo>
                    <a:pt x="30" y="739"/>
                  </a:lnTo>
                  <a:lnTo>
                    <a:pt x="28" y="737"/>
                  </a:lnTo>
                  <a:lnTo>
                    <a:pt x="25" y="733"/>
                  </a:lnTo>
                  <a:lnTo>
                    <a:pt x="21" y="729"/>
                  </a:lnTo>
                  <a:lnTo>
                    <a:pt x="16" y="723"/>
                  </a:lnTo>
                  <a:lnTo>
                    <a:pt x="13" y="715"/>
                  </a:lnTo>
                  <a:lnTo>
                    <a:pt x="9" y="707"/>
                  </a:lnTo>
                  <a:lnTo>
                    <a:pt x="7" y="699"/>
                  </a:lnTo>
                  <a:lnTo>
                    <a:pt x="4" y="687"/>
                  </a:lnTo>
                  <a:lnTo>
                    <a:pt x="3" y="677"/>
                  </a:lnTo>
                  <a:lnTo>
                    <a:pt x="1" y="663"/>
                  </a:lnTo>
                  <a:lnTo>
                    <a:pt x="1" y="649"/>
                  </a:lnTo>
                  <a:lnTo>
                    <a:pt x="0" y="635"/>
                  </a:lnTo>
                  <a:lnTo>
                    <a:pt x="0" y="20"/>
                  </a:lnTo>
                  <a:lnTo>
                    <a:pt x="0" y="16"/>
                  </a:lnTo>
                  <a:lnTo>
                    <a:pt x="1" y="12"/>
                  </a:lnTo>
                  <a:lnTo>
                    <a:pt x="3" y="6"/>
                  </a:lnTo>
                  <a:lnTo>
                    <a:pt x="4" y="4"/>
                  </a:lnTo>
                  <a:lnTo>
                    <a:pt x="5" y="2"/>
                  </a:lnTo>
                  <a:lnTo>
                    <a:pt x="9" y="0"/>
                  </a:lnTo>
                  <a:lnTo>
                    <a:pt x="14" y="0"/>
                  </a:lnTo>
                  <a:lnTo>
                    <a:pt x="17" y="2"/>
                  </a:lnTo>
                  <a:lnTo>
                    <a:pt x="20" y="6"/>
                  </a:lnTo>
                  <a:lnTo>
                    <a:pt x="22" y="12"/>
                  </a:lnTo>
                  <a:lnTo>
                    <a:pt x="22" y="20"/>
                  </a:lnTo>
                  <a:lnTo>
                    <a:pt x="22" y="635"/>
                  </a:lnTo>
                  <a:lnTo>
                    <a:pt x="23" y="645"/>
                  </a:lnTo>
                  <a:lnTo>
                    <a:pt x="23" y="655"/>
                  </a:lnTo>
                  <a:lnTo>
                    <a:pt x="24" y="665"/>
                  </a:lnTo>
                  <a:lnTo>
                    <a:pt x="25" y="671"/>
                  </a:lnTo>
                  <a:lnTo>
                    <a:pt x="27" y="679"/>
                  </a:lnTo>
                  <a:lnTo>
                    <a:pt x="28" y="685"/>
                  </a:lnTo>
                  <a:lnTo>
                    <a:pt x="30" y="689"/>
                  </a:lnTo>
                  <a:lnTo>
                    <a:pt x="33" y="693"/>
                  </a:lnTo>
                  <a:lnTo>
                    <a:pt x="35" y="697"/>
                  </a:lnTo>
                  <a:lnTo>
                    <a:pt x="38" y="699"/>
                  </a:lnTo>
                  <a:lnTo>
                    <a:pt x="45" y="703"/>
                  </a:lnTo>
                  <a:lnTo>
                    <a:pt x="53" y="705"/>
                  </a:lnTo>
                  <a:lnTo>
                    <a:pt x="61" y="705"/>
                  </a:lnTo>
                  <a:lnTo>
                    <a:pt x="177" y="705"/>
                  </a:lnTo>
                  <a:lnTo>
                    <a:pt x="181" y="707"/>
                  </a:lnTo>
                  <a:lnTo>
                    <a:pt x="182" y="709"/>
                  </a:lnTo>
                  <a:lnTo>
                    <a:pt x="184" y="711"/>
                  </a:lnTo>
                  <a:lnTo>
                    <a:pt x="186" y="715"/>
                  </a:lnTo>
                  <a:lnTo>
                    <a:pt x="186" y="719"/>
                  </a:lnTo>
                  <a:lnTo>
                    <a:pt x="187" y="723"/>
                  </a:lnTo>
                  <a:lnTo>
                    <a:pt x="187" y="731"/>
                  </a:lnTo>
                  <a:lnTo>
                    <a:pt x="186" y="733"/>
                  </a:lnTo>
                  <a:lnTo>
                    <a:pt x="186" y="737"/>
                  </a:lnTo>
                  <a:lnTo>
                    <a:pt x="184" y="743"/>
                  </a:lnTo>
                  <a:lnTo>
                    <a:pt x="181" y="745"/>
                  </a:lnTo>
                  <a:lnTo>
                    <a:pt x="177" y="747"/>
                  </a:lnTo>
                  <a:close/>
                  <a:moveTo>
                    <a:pt x="433" y="487"/>
                  </a:moveTo>
                  <a:lnTo>
                    <a:pt x="263" y="487"/>
                  </a:lnTo>
                  <a:lnTo>
                    <a:pt x="263" y="509"/>
                  </a:lnTo>
                  <a:lnTo>
                    <a:pt x="263" y="539"/>
                  </a:lnTo>
                  <a:lnTo>
                    <a:pt x="264" y="553"/>
                  </a:lnTo>
                  <a:lnTo>
                    <a:pt x="265" y="565"/>
                  </a:lnTo>
                  <a:lnTo>
                    <a:pt x="266" y="579"/>
                  </a:lnTo>
                  <a:lnTo>
                    <a:pt x="267" y="591"/>
                  </a:lnTo>
                  <a:lnTo>
                    <a:pt x="270" y="613"/>
                  </a:lnTo>
                  <a:lnTo>
                    <a:pt x="274" y="631"/>
                  </a:lnTo>
                  <a:lnTo>
                    <a:pt x="279" y="647"/>
                  </a:lnTo>
                  <a:lnTo>
                    <a:pt x="284" y="663"/>
                  </a:lnTo>
                  <a:lnTo>
                    <a:pt x="287" y="669"/>
                  </a:lnTo>
                  <a:lnTo>
                    <a:pt x="290" y="675"/>
                  </a:lnTo>
                  <a:lnTo>
                    <a:pt x="293" y="681"/>
                  </a:lnTo>
                  <a:lnTo>
                    <a:pt x="296" y="685"/>
                  </a:lnTo>
                  <a:lnTo>
                    <a:pt x="303" y="693"/>
                  </a:lnTo>
                  <a:lnTo>
                    <a:pt x="311" y="701"/>
                  </a:lnTo>
                  <a:lnTo>
                    <a:pt x="319" y="705"/>
                  </a:lnTo>
                  <a:lnTo>
                    <a:pt x="327" y="709"/>
                  </a:lnTo>
                  <a:lnTo>
                    <a:pt x="336" y="713"/>
                  </a:lnTo>
                  <a:lnTo>
                    <a:pt x="345" y="713"/>
                  </a:lnTo>
                  <a:lnTo>
                    <a:pt x="354" y="713"/>
                  </a:lnTo>
                  <a:lnTo>
                    <a:pt x="372" y="713"/>
                  </a:lnTo>
                  <a:lnTo>
                    <a:pt x="390" y="709"/>
                  </a:lnTo>
                  <a:lnTo>
                    <a:pt x="410" y="703"/>
                  </a:lnTo>
                  <a:lnTo>
                    <a:pt x="429" y="697"/>
                  </a:lnTo>
                  <a:lnTo>
                    <a:pt x="431" y="697"/>
                  </a:lnTo>
                  <a:lnTo>
                    <a:pt x="432" y="697"/>
                  </a:lnTo>
                  <a:lnTo>
                    <a:pt x="436" y="697"/>
                  </a:lnTo>
                  <a:lnTo>
                    <a:pt x="437" y="699"/>
                  </a:lnTo>
                  <a:lnTo>
                    <a:pt x="438" y="703"/>
                  </a:lnTo>
                  <a:lnTo>
                    <a:pt x="439" y="705"/>
                  </a:lnTo>
                  <a:lnTo>
                    <a:pt x="439" y="709"/>
                  </a:lnTo>
                  <a:lnTo>
                    <a:pt x="439" y="721"/>
                  </a:lnTo>
                  <a:lnTo>
                    <a:pt x="438" y="725"/>
                  </a:lnTo>
                  <a:lnTo>
                    <a:pt x="437" y="729"/>
                  </a:lnTo>
                  <a:lnTo>
                    <a:pt x="436" y="731"/>
                  </a:lnTo>
                  <a:lnTo>
                    <a:pt x="434" y="733"/>
                  </a:lnTo>
                  <a:lnTo>
                    <a:pt x="430" y="737"/>
                  </a:lnTo>
                  <a:lnTo>
                    <a:pt x="411" y="743"/>
                  </a:lnTo>
                  <a:lnTo>
                    <a:pt x="391" y="749"/>
                  </a:lnTo>
                  <a:lnTo>
                    <a:pt x="372" y="751"/>
                  </a:lnTo>
                  <a:lnTo>
                    <a:pt x="354" y="753"/>
                  </a:lnTo>
                  <a:lnTo>
                    <a:pt x="343" y="753"/>
                  </a:lnTo>
                  <a:lnTo>
                    <a:pt x="331" y="751"/>
                  </a:lnTo>
                  <a:lnTo>
                    <a:pt x="320" y="747"/>
                  </a:lnTo>
                  <a:lnTo>
                    <a:pt x="310" y="741"/>
                  </a:lnTo>
                  <a:lnTo>
                    <a:pt x="300" y="735"/>
                  </a:lnTo>
                  <a:lnTo>
                    <a:pt x="295" y="731"/>
                  </a:lnTo>
                  <a:lnTo>
                    <a:pt x="291" y="727"/>
                  </a:lnTo>
                  <a:lnTo>
                    <a:pt x="282" y="715"/>
                  </a:lnTo>
                  <a:lnTo>
                    <a:pt x="274" y="703"/>
                  </a:lnTo>
                  <a:lnTo>
                    <a:pt x="270" y="695"/>
                  </a:lnTo>
                  <a:lnTo>
                    <a:pt x="267" y="687"/>
                  </a:lnTo>
                  <a:lnTo>
                    <a:pt x="260" y="669"/>
                  </a:lnTo>
                  <a:lnTo>
                    <a:pt x="255" y="649"/>
                  </a:lnTo>
                  <a:lnTo>
                    <a:pt x="250" y="627"/>
                  </a:lnTo>
                  <a:lnTo>
                    <a:pt x="248" y="615"/>
                  </a:lnTo>
                  <a:lnTo>
                    <a:pt x="246" y="601"/>
                  </a:lnTo>
                  <a:lnTo>
                    <a:pt x="243" y="573"/>
                  </a:lnTo>
                  <a:lnTo>
                    <a:pt x="241" y="543"/>
                  </a:lnTo>
                  <a:lnTo>
                    <a:pt x="241" y="527"/>
                  </a:lnTo>
                  <a:lnTo>
                    <a:pt x="241" y="509"/>
                  </a:lnTo>
                  <a:lnTo>
                    <a:pt x="241" y="443"/>
                  </a:lnTo>
                  <a:lnTo>
                    <a:pt x="241" y="417"/>
                  </a:lnTo>
                  <a:lnTo>
                    <a:pt x="242" y="391"/>
                  </a:lnTo>
                  <a:lnTo>
                    <a:pt x="245" y="369"/>
                  </a:lnTo>
                  <a:lnTo>
                    <a:pt x="247" y="345"/>
                  </a:lnTo>
                  <a:lnTo>
                    <a:pt x="249" y="335"/>
                  </a:lnTo>
                  <a:lnTo>
                    <a:pt x="251" y="325"/>
                  </a:lnTo>
                  <a:lnTo>
                    <a:pt x="253" y="315"/>
                  </a:lnTo>
                  <a:lnTo>
                    <a:pt x="255" y="305"/>
                  </a:lnTo>
                  <a:lnTo>
                    <a:pt x="258" y="296"/>
                  </a:lnTo>
                  <a:lnTo>
                    <a:pt x="261" y="288"/>
                  </a:lnTo>
                  <a:lnTo>
                    <a:pt x="267" y="270"/>
                  </a:lnTo>
                  <a:lnTo>
                    <a:pt x="274" y="256"/>
                  </a:lnTo>
                  <a:lnTo>
                    <a:pt x="281" y="242"/>
                  </a:lnTo>
                  <a:lnTo>
                    <a:pt x="289" y="230"/>
                  </a:lnTo>
                  <a:lnTo>
                    <a:pt x="299" y="220"/>
                  </a:lnTo>
                  <a:lnTo>
                    <a:pt x="308" y="212"/>
                  </a:lnTo>
                  <a:lnTo>
                    <a:pt x="319" y="208"/>
                  </a:lnTo>
                  <a:lnTo>
                    <a:pt x="330" y="204"/>
                  </a:lnTo>
                  <a:lnTo>
                    <a:pt x="336" y="202"/>
                  </a:lnTo>
                  <a:lnTo>
                    <a:pt x="343" y="202"/>
                  </a:lnTo>
                  <a:lnTo>
                    <a:pt x="355" y="204"/>
                  </a:lnTo>
                  <a:lnTo>
                    <a:pt x="361" y="204"/>
                  </a:lnTo>
                  <a:lnTo>
                    <a:pt x="367" y="206"/>
                  </a:lnTo>
                  <a:lnTo>
                    <a:pt x="378" y="212"/>
                  </a:lnTo>
                  <a:lnTo>
                    <a:pt x="383" y="216"/>
                  </a:lnTo>
                  <a:lnTo>
                    <a:pt x="387" y="220"/>
                  </a:lnTo>
                  <a:lnTo>
                    <a:pt x="397" y="230"/>
                  </a:lnTo>
                  <a:lnTo>
                    <a:pt x="405" y="240"/>
                  </a:lnTo>
                  <a:lnTo>
                    <a:pt x="412" y="254"/>
                  </a:lnTo>
                  <a:lnTo>
                    <a:pt x="416" y="260"/>
                  </a:lnTo>
                  <a:lnTo>
                    <a:pt x="419" y="268"/>
                  </a:lnTo>
                  <a:lnTo>
                    <a:pt x="424" y="286"/>
                  </a:lnTo>
                  <a:lnTo>
                    <a:pt x="429" y="303"/>
                  </a:lnTo>
                  <a:lnTo>
                    <a:pt x="433" y="323"/>
                  </a:lnTo>
                  <a:lnTo>
                    <a:pt x="437" y="343"/>
                  </a:lnTo>
                  <a:lnTo>
                    <a:pt x="439" y="365"/>
                  </a:lnTo>
                  <a:lnTo>
                    <a:pt x="441" y="389"/>
                  </a:lnTo>
                  <a:lnTo>
                    <a:pt x="442" y="415"/>
                  </a:lnTo>
                  <a:lnTo>
                    <a:pt x="443" y="441"/>
                  </a:lnTo>
                  <a:lnTo>
                    <a:pt x="443" y="469"/>
                  </a:lnTo>
                  <a:lnTo>
                    <a:pt x="443" y="473"/>
                  </a:lnTo>
                  <a:lnTo>
                    <a:pt x="442" y="475"/>
                  </a:lnTo>
                  <a:lnTo>
                    <a:pt x="440" y="483"/>
                  </a:lnTo>
                  <a:lnTo>
                    <a:pt x="437" y="487"/>
                  </a:lnTo>
                  <a:lnTo>
                    <a:pt x="433" y="487"/>
                  </a:lnTo>
                  <a:close/>
                  <a:moveTo>
                    <a:pt x="421" y="441"/>
                  </a:moveTo>
                  <a:lnTo>
                    <a:pt x="420" y="417"/>
                  </a:lnTo>
                  <a:lnTo>
                    <a:pt x="420" y="397"/>
                  </a:lnTo>
                  <a:lnTo>
                    <a:pt x="418" y="375"/>
                  </a:lnTo>
                  <a:lnTo>
                    <a:pt x="416" y="357"/>
                  </a:lnTo>
                  <a:lnTo>
                    <a:pt x="414" y="339"/>
                  </a:lnTo>
                  <a:lnTo>
                    <a:pt x="411" y="321"/>
                  </a:lnTo>
                  <a:lnTo>
                    <a:pt x="409" y="315"/>
                  </a:lnTo>
                  <a:lnTo>
                    <a:pt x="407" y="307"/>
                  </a:lnTo>
                  <a:lnTo>
                    <a:pt x="403" y="294"/>
                  </a:lnTo>
                  <a:lnTo>
                    <a:pt x="400" y="288"/>
                  </a:lnTo>
                  <a:lnTo>
                    <a:pt x="398" y="282"/>
                  </a:lnTo>
                  <a:lnTo>
                    <a:pt x="395" y="276"/>
                  </a:lnTo>
                  <a:lnTo>
                    <a:pt x="392" y="272"/>
                  </a:lnTo>
                  <a:lnTo>
                    <a:pt x="389" y="266"/>
                  </a:lnTo>
                  <a:lnTo>
                    <a:pt x="386" y="262"/>
                  </a:lnTo>
                  <a:lnTo>
                    <a:pt x="379" y="256"/>
                  </a:lnTo>
                  <a:lnTo>
                    <a:pt x="371" y="250"/>
                  </a:lnTo>
                  <a:lnTo>
                    <a:pt x="362" y="246"/>
                  </a:lnTo>
                  <a:lnTo>
                    <a:pt x="353" y="242"/>
                  </a:lnTo>
                  <a:lnTo>
                    <a:pt x="343" y="242"/>
                  </a:lnTo>
                  <a:lnTo>
                    <a:pt x="332" y="242"/>
                  </a:lnTo>
                  <a:lnTo>
                    <a:pt x="328" y="244"/>
                  </a:lnTo>
                  <a:lnTo>
                    <a:pt x="323" y="246"/>
                  </a:lnTo>
                  <a:lnTo>
                    <a:pt x="314" y="250"/>
                  </a:lnTo>
                  <a:lnTo>
                    <a:pt x="307" y="256"/>
                  </a:lnTo>
                  <a:lnTo>
                    <a:pt x="299" y="264"/>
                  </a:lnTo>
                  <a:lnTo>
                    <a:pt x="293" y="274"/>
                  </a:lnTo>
                  <a:lnTo>
                    <a:pt x="287" y="284"/>
                  </a:lnTo>
                  <a:lnTo>
                    <a:pt x="282" y="298"/>
                  </a:lnTo>
                  <a:lnTo>
                    <a:pt x="277" y="311"/>
                  </a:lnTo>
                  <a:lnTo>
                    <a:pt x="275" y="317"/>
                  </a:lnTo>
                  <a:lnTo>
                    <a:pt x="273" y="325"/>
                  </a:lnTo>
                  <a:lnTo>
                    <a:pt x="270" y="343"/>
                  </a:lnTo>
                  <a:lnTo>
                    <a:pt x="268" y="361"/>
                  </a:lnTo>
                  <a:lnTo>
                    <a:pt x="266" y="379"/>
                  </a:lnTo>
                  <a:lnTo>
                    <a:pt x="264" y="399"/>
                  </a:lnTo>
                  <a:lnTo>
                    <a:pt x="263" y="421"/>
                  </a:lnTo>
                  <a:lnTo>
                    <a:pt x="263" y="443"/>
                  </a:lnTo>
                  <a:lnTo>
                    <a:pt x="421" y="447"/>
                  </a:lnTo>
                  <a:lnTo>
                    <a:pt x="421" y="441"/>
                  </a:lnTo>
                  <a:close/>
                  <a:moveTo>
                    <a:pt x="649" y="751"/>
                  </a:moveTo>
                  <a:lnTo>
                    <a:pt x="636" y="753"/>
                  </a:lnTo>
                  <a:lnTo>
                    <a:pt x="622" y="753"/>
                  </a:lnTo>
                  <a:lnTo>
                    <a:pt x="610" y="753"/>
                  </a:lnTo>
                  <a:lnTo>
                    <a:pt x="598" y="749"/>
                  </a:lnTo>
                  <a:lnTo>
                    <a:pt x="593" y="745"/>
                  </a:lnTo>
                  <a:lnTo>
                    <a:pt x="589" y="741"/>
                  </a:lnTo>
                  <a:lnTo>
                    <a:pt x="584" y="737"/>
                  </a:lnTo>
                  <a:lnTo>
                    <a:pt x="581" y="731"/>
                  </a:lnTo>
                  <a:lnTo>
                    <a:pt x="577" y="725"/>
                  </a:lnTo>
                  <a:lnTo>
                    <a:pt x="574" y="717"/>
                  </a:lnTo>
                  <a:lnTo>
                    <a:pt x="571" y="709"/>
                  </a:lnTo>
                  <a:lnTo>
                    <a:pt x="569" y="699"/>
                  </a:lnTo>
                  <a:lnTo>
                    <a:pt x="568" y="687"/>
                  </a:lnTo>
                  <a:lnTo>
                    <a:pt x="566" y="675"/>
                  </a:lnTo>
                  <a:lnTo>
                    <a:pt x="566" y="659"/>
                  </a:lnTo>
                  <a:lnTo>
                    <a:pt x="565" y="645"/>
                  </a:lnTo>
                  <a:lnTo>
                    <a:pt x="565" y="248"/>
                  </a:lnTo>
                  <a:lnTo>
                    <a:pt x="516" y="248"/>
                  </a:lnTo>
                  <a:lnTo>
                    <a:pt x="512" y="248"/>
                  </a:lnTo>
                  <a:lnTo>
                    <a:pt x="510" y="246"/>
                  </a:lnTo>
                  <a:lnTo>
                    <a:pt x="509" y="244"/>
                  </a:lnTo>
                  <a:lnTo>
                    <a:pt x="507" y="240"/>
                  </a:lnTo>
                  <a:lnTo>
                    <a:pt x="506" y="236"/>
                  </a:lnTo>
                  <a:lnTo>
                    <a:pt x="506" y="232"/>
                  </a:lnTo>
                  <a:lnTo>
                    <a:pt x="506" y="222"/>
                  </a:lnTo>
                  <a:lnTo>
                    <a:pt x="506" y="220"/>
                  </a:lnTo>
                  <a:lnTo>
                    <a:pt x="507" y="216"/>
                  </a:lnTo>
                  <a:lnTo>
                    <a:pt x="508" y="214"/>
                  </a:lnTo>
                  <a:lnTo>
                    <a:pt x="509" y="212"/>
                  </a:lnTo>
                  <a:lnTo>
                    <a:pt x="510" y="210"/>
                  </a:lnTo>
                  <a:lnTo>
                    <a:pt x="512" y="208"/>
                  </a:lnTo>
                  <a:lnTo>
                    <a:pt x="516" y="208"/>
                  </a:lnTo>
                  <a:lnTo>
                    <a:pt x="565" y="208"/>
                  </a:lnTo>
                  <a:lnTo>
                    <a:pt x="565" y="104"/>
                  </a:lnTo>
                  <a:lnTo>
                    <a:pt x="566" y="96"/>
                  </a:lnTo>
                  <a:lnTo>
                    <a:pt x="567" y="94"/>
                  </a:lnTo>
                  <a:lnTo>
                    <a:pt x="568" y="90"/>
                  </a:lnTo>
                  <a:lnTo>
                    <a:pt x="569" y="88"/>
                  </a:lnTo>
                  <a:lnTo>
                    <a:pt x="570" y="86"/>
                  </a:lnTo>
                  <a:lnTo>
                    <a:pt x="572" y="86"/>
                  </a:lnTo>
                  <a:lnTo>
                    <a:pt x="574" y="84"/>
                  </a:lnTo>
                  <a:lnTo>
                    <a:pt x="580" y="84"/>
                  </a:lnTo>
                  <a:lnTo>
                    <a:pt x="583" y="86"/>
                  </a:lnTo>
                  <a:lnTo>
                    <a:pt x="585" y="90"/>
                  </a:lnTo>
                  <a:lnTo>
                    <a:pt x="587" y="96"/>
                  </a:lnTo>
                  <a:lnTo>
                    <a:pt x="588" y="104"/>
                  </a:lnTo>
                  <a:lnTo>
                    <a:pt x="588" y="208"/>
                  </a:lnTo>
                  <a:lnTo>
                    <a:pt x="648" y="208"/>
                  </a:lnTo>
                  <a:lnTo>
                    <a:pt x="651" y="208"/>
                  </a:lnTo>
                  <a:lnTo>
                    <a:pt x="653" y="210"/>
                  </a:lnTo>
                  <a:lnTo>
                    <a:pt x="654" y="212"/>
                  </a:lnTo>
                  <a:lnTo>
                    <a:pt x="656" y="216"/>
                  </a:lnTo>
                  <a:lnTo>
                    <a:pt x="657" y="220"/>
                  </a:lnTo>
                  <a:lnTo>
                    <a:pt x="657" y="222"/>
                  </a:lnTo>
                  <a:lnTo>
                    <a:pt x="657" y="232"/>
                  </a:lnTo>
                  <a:lnTo>
                    <a:pt x="657" y="236"/>
                  </a:lnTo>
                  <a:lnTo>
                    <a:pt x="656" y="240"/>
                  </a:lnTo>
                  <a:lnTo>
                    <a:pt x="654" y="244"/>
                  </a:lnTo>
                  <a:lnTo>
                    <a:pt x="653" y="246"/>
                  </a:lnTo>
                  <a:lnTo>
                    <a:pt x="651" y="248"/>
                  </a:lnTo>
                  <a:lnTo>
                    <a:pt x="648" y="248"/>
                  </a:lnTo>
                  <a:lnTo>
                    <a:pt x="588" y="248"/>
                  </a:lnTo>
                  <a:lnTo>
                    <a:pt x="588" y="645"/>
                  </a:lnTo>
                  <a:lnTo>
                    <a:pt x="588" y="665"/>
                  </a:lnTo>
                  <a:lnTo>
                    <a:pt x="590" y="681"/>
                  </a:lnTo>
                  <a:lnTo>
                    <a:pt x="593" y="693"/>
                  </a:lnTo>
                  <a:lnTo>
                    <a:pt x="595" y="697"/>
                  </a:lnTo>
                  <a:lnTo>
                    <a:pt x="597" y="701"/>
                  </a:lnTo>
                  <a:lnTo>
                    <a:pt x="599" y="705"/>
                  </a:lnTo>
                  <a:lnTo>
                    <a:pt x="602" y="707"/>
                  </a:lnTo>
                  <a:lnTo>
                    <a:pt x="605" y="711"/>
                  </a:lnTo>
                  <a:lnTo>
                    <a:pt x="608" y="711"/>
                  </a:lnTo>
                  <a:lnTo>
                    <a:pt x="615" y="713"/>
                  </a:lnTo>
                  <a:lnTo>
                    <a:pt x="622" y="713"/>
                  </a:lnTo>
                  <a:lnTo>
                    <a:pt x="647" y="713"/>
                  </a:lnTo>
                  <a:lnTo>
                    <a:pt x="651" y="715"/>
                  </a:lnTo>
                  <a:lnTo>
                    <a:pt x="655" y="717"/>
                  </a:lnTo>
                  <a:lnTo>
                    <a:pt x="656" y="719"/>
                  </a:lnTo>
                  <a:lnTo>
                    <a:pt x="657" y="723"/>
                  </a:lnTo>
                  <a:lnTo>
                    <a:pt x="657" y="725"/>
                  </a:lnTo>
                  <a:lnTo>
                    <a:pt x="657" y="729"/>
                  </a:lnTo>
                  <a:lnTo>
                    <a:pt x="657" y="737"/>
                  </a:lnTo>
                  <a:lnTo>
                    <a:pt x="655" y="743"/>
                  </a:lnTo>
                  <a:lnTo>
                    <a:pt x="654" y="747"/>
                  </a:lnTo>
                  <a:lnTo>
                    <a:pt x="653" y="747"/>
                  </a:lnTo>
                  <a:lnTo>
                    <a:pt x="649" y="751"/>
                  </a:lnTo>
                  <a:close/>
                  <a:moveTo>
                    <a:pt x="767" y="20"/>
                  </a:moveTo>
                  <a:lnTo>
                    <a:pt x="743" y="192"/>
                  </a:lnTo>
                  <a:lnTo>
                    <a:pt x="742" y="202"/>
                  </a:lnTo>
                  <a:lnTo>
                    <a:pt x="740" y="208"/>
                  </a:lnTo>
                  <a:lnTo>
                    <a:pt x="737" y="210"/>
                  </a:lnTo>
                  <a:lnTo>
                    <a:pt x="734" y="212"/>
                  </a:lnTo>
                  <a:lnTo>
                    <a:pt x="726" y="212"/>
                  </a:lnTo>
                  <a:lnTo>
                    <a:pt x="724" y="210"/>
                  </a:lnTo>
                  <a:lnTo>
                    <a:pt x="722" y="208"/>
                  </a:lnTo>
                  <a:lnTo>
                    <a:pt x="722" y="206"/>
                  </a:lnTo>
                  <a:lnTo>
                    <a:pt x="722" y="202"/>
                  </a:lnTo>
                  <a:lnTo>
                    <a:pt x="722" y="198"/>
                  </a:lnTo>
                  <a:lnTo>
                    <a:pt x="722" y="192"/>
                  </a:lnTo>
                  <a:lnTo>
                    <a:pt x="743" y="20"/>
                  </a:lnTo>
                  <a:lnTo>
                    <a:pt x="744" y="10"/>
                  </a:lnTo>
                  <a:lnTo>
                    <a:pt x="745" y="6"/>
                  </a:lnTo>
                  <a:lnTo>
                    <a:pt x="746" y="4"/>
                  </a:lnTo>
                  <a:lnTo>
                    <a:pt x="749" y="2"/>
                  </a:lnTo>
                  <a:lnTo>
                    <a:pt x="753" y="0"/>
                  </a:lnTo>
                  <a:lnTo>
                    <a:pt x="762" y="0"/>
                  </a:lnTo>
                  <a:lnTo>
                    <a:pt x="765" y="0"/>
                  </a:lnTo>
                  <a:lnTo>
                    <a:pt x="767" y="2"/>
                  </a:lnTo>
                  <a:lnTo>
                    <a:pt x="768" y="6"/>
                  </a:lnTo>
                  <a:lnTo>
                    <a:pt x="768" y="12"/>
                  </a:lnTo>
                  <a:lnTo>
                    <a:pt x="768" y="14"/>
                  </a:lnTo>
                  <a:lnTo>
                    <a:pt x="767" y="20"/>
                  </a:lnTo>
                  <a:close/>
                  <a:moveTo>
                    <a:pt x="898" y="753"/>
                  </a:moveTo>
                  <a:lnTo>
                    <a:pt x="879" y="753"/>
                  </a:lnTo>
                  <a:lnTo>
                    <a:pt x="859" y="749"/>
                  </a:lnTo>
                  <a:lnTo>
                    <a:pt x="841" y="745"/>
                  </a:lnTo>
                  <a:lnTo>
                    <a:pt x="825" y="739"/>
                  </a:lnTo>
                  <a:lnTo>
                    <a:pt x="820" y="737"/>
                  </a:lnTo>
                  <a:lnTo>
                    <a:pt x="818" y="735"/>
                  </a:lnTo>
                  <a:lnTo>
                    <a:pt x="817" y="735"/>
                  </a:lnTo>
                  <a:lnTo>
                    <a:pt x="815" y="733"/>
                  </a:lnTo>
                  <a:lnTo>
                    <a:pt x="814" y="729"/>
                  </a:lnTo>
                  <a:lnTo>
                    <a:pt x="814" y="727"/>
                  </a:lnTo>
                  <a:lnTo>
                    <a:pt x="814" y="723"/>
                  </a:lnTo>
                  <a:lnTo>
                    <a:pt x="814" y="711"/>
                  </a:lnTo>
                  <a:lnTo>
                    <a:pt x="814" y="707"/>
                  </a:lnTo>
                  <a:lnTo>
                    <a:pt x="814" y="705"/>
                  </a:lnTo>
                  <a:lnTo>
                    <a:pt x="816" y="701"/>
                  </a:lnTo>
                  <a:lnTo>
                    <a:pt x="817" y="699"/>
                  </a:lnTo>
                  <a:lnTo>
                    <a:pt x="819" y="699"/>
                  </a:lnTo>
                  <a:lnTo>
                    <a:pt x="820" y="697"/>
                  </a:lnTo>
                  <a:lnTo>
                    <a:pt x="822" y="697"/>
                  </a:lnTo>
                  <a:lnTo>
                    <a:pt x="825" y="697"/>
                  </a:lnTo>
                  <a:lnTo>
                    <a:pt x="844" y="703"/>
                  </a:lnTo>
                  <a:lnTo>
                    <a:pt x="863" y="709"/>
                  </a:lnTo>
                  <a:lnTo>
                    <a:pt x="873" y="711"/>
                  </a:lnTo>
                  <a:lnTo>
                    <a:pt x="882" y="713"/>
                  </a:lnTo>
                  <a:lnTo>
                    <a:pt x="899" y="713"/>
                  </a:lnTo>
                  <a:lnTo>
                    <a:pt x="912" y="713"/>
                  </a:lnTo>
                  <a:lnTo>
                    <a:pt x="918" y="711"/>
                  </a:lnTo>
                  <a:lnTo>
                    <a:pt x="924" y="709"/>
                  </a:lnTo>
                  <a:lnTo>
                    <a:pt x="930" y="707"/>
                  </a:lnTo>
                  <a:lnTo>
                    <a:pt x="935" y="703"/>
                  </a:lnTo>
                  <a:lnTo>
                    <a:pt x="940" y="699"/>
                  </a:lnTo>
                  <a:lnTo>
                    <a:pt x="944" y="695"/>
                  </a:lnTo>
                  <a:lnTo>
                    <a:pt x="948" y="689"/>
                  </a:lnTo>
                  <a:lnTo>
                    <a:pt x="952" y="681"/>
                  </a:lnTo>
                  <a:lnTo>
                    <a:pt x="955" y="673"/>
                  </a:lnTo>
                  <a:lnTo>
                    <a:pt x="958" y="663"/>
                  </a:lnTo>
                  <a:lnTo>
                    <a:pt x="960" y="653"/>
                  </a:lnTo>
                  <a:lnTo>
                    <a:pt x="961" y="641"/>
                  </a:lnTo>
                  <a:lnTo>
                    <a:pt x="962" y="627"/>
                  </a:lnTo>
                  <a:lnTo>
                    <a:pt x="963" y="613"/>
                  </a:lnTo>
                  <a:lnTo>
                    <a:pt x="962" y="599"/>
                  </a:lnTo>
                  <a:lnTo>
                    <a:pt x="960" y="585"/>
                  </a:lnTo>
                  <a:lnTo>
                    <a:pt x="959" y="579"/>
                  </a:lnTo>
                  <a:lnTo>
                    <a:pt x="957" y="573"/>
                  </a:lnTo>
                  <a:lnTo>
                    <a:pt x="952" y="561"/>
                  </a:lnTo>
                  <a:lnTo>
                    <a:pt x="949" y="555"/>
                  </a:lnTo>
                  <a:lnTo>
                    <a:pt x="945" y="547"/>
                  </a:lnTo>
                  <a:lnTo>
                    <a:pt x="935" y="535"/>
                  </a:lnTo>
                  <a:lnTo>
                    <a:pt x="924" y="519"/>
                  </a:lnTo>
                  <a:lnTo>
                    <a:pt x="909" y="503"/>
                  </a:lnTo>
                  <a:lnTo>
                    <a:pt x="877" y="469"/>
                  </a:lnTo>
                  <a:lnTo>
                    <a:pt x="864" y="453"/>
                  </a:lnTo>
                  <a:lnTo>
                    <a:pt x="852" y="439"/>
                  </a:lnTo>
                  <a:lnTo>
                    <a:pt x="841" y="423"/>
                  </a:lnTo>
                  <a:lnTo>
                    <a:pt x="839" y="419"/>
                  </a:lnTo>
                  <a:lnTo>
                    <a:pt x="837" y="415"/>
                  </a:lnTo>
                  <a:lnTo>
                    <a:pt x="832" y="407"/>
                  </a:lnTo>
                  <a:lnTo>
                    <a:pt x="829" y="399"/>
                  </a:lnTo>
                  <a:lnTo>
                    <a:pt x="825" y="389"/>
                  </a:lnTo>
                  <a:lnTo>
                    <a:pt x="823" y="381"/>
                  </a:lnTo>
                  <a:lnTo>
                    <a:pt x="820" y="371"/>
                  </a:lnTo>
                  <a:lnTo>
                    <a:pt x="819" y="361"/>
                  </a:lnTo>
                  <a:lnTo>
                    <a:pt x="817" y="349"/>
                  </a:lnTo>
                  <a:lnTo>
                    <a:pt x="816" y="337"/>
                  </a:lnTo>
                  <a:lnTo>
                    <a:pt x="816" y="325"/>
                  </a:lnTo>
                  <a:lnTo>
                    <a:pt x="817" y="309"/>
                  </a:lnTo>
                  <a:lnTo>
                    <a:pt x="818" y="294"/>
                  </a:lnTo>
                  <a:lnTo>
                    <a:pt x="820" y="280"/>
                  </a:lnTo>
                  <a:lnTo>
                    <a:pt x="823" y="268"/>
                  </a:lnTo>
                  <a:lnTo>
                    <a:pt x="826" y="256"/>
                  </a:lnTo>
                  <a:lnTo>
                    <a:pt x="830" y="246"/>
                  </a:lnTo>
                  <a:lnTo>
                    <a:pt x="835" y="238"/>
                  </a:lnTo>
                  <a:lnTo>
                    <a:pt x="840" y="230"/>
                  </a:lnTo>
                  <a:lnTo>
                    <a:pt x="845" y="222"/>
                  </a:lnTo>
                  <a:lnTo>
                    <a:pt x="851" y="216"/>
                  </a:lnTo>
                  <a:lnTo>
                    <a:pt x="858" y="212"/>
                  </a:lnTo>
                  <a:lnTo>
                    <a:pt x="864" y="208"/>
                  </a:lnTo>
                  <a:lnTo>
                    <a:pt x="871" y="206"/>
                  </a:lnTo>
                  <a:lnTo>
                    <a:pt x="878" y="204"/>
                  </a:lnTo>
                  <a:lnTo>
                    <a:pt x="893" y="202"/>
                  </a:lnTo>
                  <a:lnTo>
                    <a:pt x="917" y="204"/>
                  </a:lnTo>
                  <a:lnTo>
                    <a:pt x="936" y="206"/>
                  </a:lnTo>
                  <a:lnTo>
                    <a:pt x="965" y="212"/>
                  </a:lnTo>
                  <a:lnTo>
                    <a:pt x="970" y="214"/>
                  </a:lnTo>
                  <a:lnTo>
                    <a:pt x="973" y="216"/>
                  </a:lnTo>
                  <a:lnTo>
                    <a:pt x="974" y="218"/>
                  </a:lnTo>
                  <a:lnTo>
                    <a:pt x="975" y="220"/>
                  </a:lnTo>
                  <a:lnTo>
                    <a:pt x="976" y="224"/>
                  </a:lnTo>
                  <a:lnTo>
                    <a:pt x="976" y="228"/>
                  </a:lnTo>
                  <a:lnTo>
                    <a:pt x="976" y="236"/>
                  </a:lnTo>
                  <a:lnTo>
                    <a:pt x="975" y="246"/>
                  </a:lnTo>
                  <a:lnTo>
                    <a:pt x="973" y="252"/>
                  </a:lnTo>
                  <a:lnTo>
                    <a:pt x="970" y="254"/>
                  </a:lnTo>
                  <a:lnTo>
                    <a:pt x="965" y="252"/>
                  </a:lnTo>
                  <a:lnTo>
                    <a:pt x="953" y="250"/>
                  </a:lnTo>
                  <a:lnTo>
                    <a:pt x="936" y="246"/>
                  </a:lnTo>
                  <a:lnTo>
                    <a:pt x="926" y="244"/>
                  </a:lnTo>
                  <a:lnTo>
                    <a:pt x="916" y="244"/>
                  </a:lnTo>
                  <a:lnTo>
                    <a:pt x="895" y="242"/>
                  </a:lnTo>
                  <a:lnTo>
                    <a:pt x="883" y="242"/>
                  </a:lnTo>
                  <a:lnTo>
                    <a:pt x="873" y="244"/>
                  </a:lnTo>
                  <a:lnTo>
                    <a:pt x="868" y="246"/>
                  </a:lnTo>
                  <a:lnTo>
                    <a:pt x="863" y="250"/>
                  </a:lnTo>
                  <a:lnTo>
                    <a:pt x="859" y="254"/>
                  </a:lnTo>
                  <a:lnTo>
                    <a:pt x="855" y="258"/>
                  </a:lnTo>
                  <a:lnTo>
                    <a:pt x="851" y="262"/>
                  </a:lnTo>
                  <a:lnTo>
                    <a:pt x="848" y="268"/>
                  </a:lnTo>
                  <a:lnTo>
                    <a:pt x="845" y="276"/>
                  </a:lnTo>
                  <a:lnTo>
                    <a:pt x="844" y="278"/>
                  </a:lnTo>
                  <a:lnTo>
                    <a:pt x="843" y="282"/>
                  </a:lnTo>
                  <a:lnTo>
                    <a:pt x="841" y="292"/>
                  </a:lnTo>
                  <a:lnTo>
                    <a:pt x="839" y="301"/>
                  </a:lnTo>
                  <a:lnTo>
                    <a:pt x="839" y="313"/>
                  </a:lnTo>
                  <a:lnTo>
                    <a:pt x="838" y="325"/>
                  </a:lnTo>
                  <a:lnTo>
                    <a:pt x="838" y="333"/>
                  </a:lnTo>
                  <a:lnTo>
                    <a:pt x="839" y="341"/>
                  </a:lnTo>
                  <a:lnTo>
                    <a:pt x="840" y="349"/>
                  </a:lnTo>
                  <a:lnTo>
                    <a:pt x="842" y="355"/>
                  </a:lnTo>
                  <a:lnTo>
                    <a:pt x="843" y="363"/>
                  </a:lnTo>
                  <a:lnTo>
                    <a:pt x="846" y="369"/>
                  </a:lnTo>
                  <a:lnTo>
                    <a:pt x="848" y="375"/>
                  </a:lnTo>
                  <a:lnTo>
                    <a:pt x="851" y="381"/>
                  </a:lnTo>
                  <a:lnTo>
                    <a:pt x="858" y="393"/>
                  </a:lnTo>
                  <a:lnTo>
                    <a:pt x="867" y="405"/>
                  </a:lnTo>
                  <a:lnTo>
                    <a:pt x="876" y="417"/>
                  </a:lnTo>
                  <a:lnTo>
                    <a:pt x="887" y="431"/>
                  </a:lnTo>
                  <a:lnTo>
                    <a:pt x="921" y="467"/>
                  </a:lnTo>
                  <a:lnTo>
                    <a:pt x="936" y="485"/>
                  </a:lnTo>
                  <a:lnTo>
                    <a:pt x="948" y="501"/>
                  </a:lnTo>
                  <a:lnTo>
                    <a:pt x="954" y="509"/>
                  </a:lnTo>
                  <a:lnTo>
                    <a:pt x="959" y="517"/>
                  </a:lnTo>
                  <a:lnTo>
                    <a:pt x="968" y="533"/>
                  </a:lnTo>
                  <a:lnTo>
                    <a:pt x="972" y="541"/>
                  </a:lnTo>
                  <a:lnTo>
                    <a:pt x="976" y="551"/>
                  </a:lnTo>
                  <a:lnTo>
                    <a:pt x="978" y="559"/>
                  </a:lnTo>
                  <a:lnTo>
                    <a:pt x="981" y="569"/>
                  </a:lnTo>
                  <a:lnTo>
                    <a:pt x="982" y="579"/>
                  </a:lnTo>
                  <a:lnTo>
                    <a:pt x="984" y="589"/>
                  </a:lnTo>
                  <a:lnTo>
                    <a:pt x="985" y="601"/>
                  </a:lnTo>
                  <a:lnTo>
                    <a:pt x="985" y="613"/>
                  </a:lnTo>
                  <a:lnTo>
                    <a:pt x="984" y="633"/>
                  </a:lnTo>
                  <a:lnTo>
                    <a:pt x="983" y="651"/>
                  </a:lnTo>
                  <a:lnTo>
                    <a:pt x="982" y="659"/>
                  </a:lnTo>
                  <a:lnTo>
                    <a:pt x="981" y="667"/>
                  </a:lnTo>
                  <a:lnTo>
                    <a:pt x="979" y="673"/>
                  </a:lnTo>
                  <a:lnTo>
                    <a:pt x="978" y="681"/>
                  </a:lnTo>
                  <a:lnTo>
                    <a:pt x="974" y="693"/>
                  </a:lnTo>
                  <a:lnTo>
                    <a:pt x="972" y="699"/>
                  </a:lnTo>
                  <a:lnTo>
                    <a:pt x="970" y="705"/>
                  </a:lnTo>
                  <a:lnTo>
                    <a:pt x="964" y="715"/>
                  </a:lnTo>
                  <a:lnTo>
                    <a:pt x="959" y="723"/>
                  </a:lnTo>
                  <a:lnTo>
                    <a:pt x="953" y="731"/>
                  </a:lnTo>
                  <a:lnTo>
                    <a:pt x="946" y="737"/>
                  </a:lnTo>
                  <a:lnTo>
                    <a:pt x="939" y="743"/>
                  </a:lnTo>
                  <a:lnTo>
                    <a:pt x="931" y="747"/>
                  </a:lnTo>
                  <a:lnTo>
                    <a:pt x="923" y="749"/>
                  </a:lnTo>
                  <a:lnTo>
                    <a:pt x="915" y="751"/>
                  </a:lnTo>
                  <a:lnTo>
                    <a:pt x="906" y="753"/>
                  </a:lnTo>
                  <a:lnTo>
                    <a:pt x="898" y="753"/>
                  </a:lnTo>
                  <a:close/>
                  <a:moveTo>
                    <a:pt x="1357" y="745"/>
                  </a:moveTo>
                  <a:lnTo>
                    <a:pt x="1341" y="747"/>
                  </a:lnTo>
                  <a:lnTo>
                    <a:pt x="1324" y="751"/>
                  </a:lnTo>
                  <a:lnTo>
                    <a:pt x="1309" y="753"/>
                  </a:lnTo>
                  <a:lnTo>
                    <a:pt x="1296" y="753"/>
                  </a:lnTo>
                  <a:lnTo>
                    <a:pt x="1283" y="751"/>
                  </a:lnTo>
                  <a:lnTo>
                    <a:pt x="1277" y="751"/>
                  </a:lnTo>
                  <a:lnTo>
                    <a:pt x="1271" y="749"/>
                  </a:lnTo>
                  <a:lnTo>
                    <a:pt x="1265" y="745"/>
                  </a:lnTo>
                  <a:lnTo>
                    <a:pt x="1260" y="743"/>
                  </a:lnTo>
                  <a:lnTo>
                    <a:pt x="1255" y="739"/>
                  </a:lnTo>
                  <a:lnTo>
                    <a:pt x="1250" y="733"/>
                  </a:lnTo>
                  <a:lnTo>
                    <a:pt x="1245" y="729"/>
                  </a:lnTo>
                  <a:lnTo>
                    <a:pt x="1241" y="723"/>
                  </a:lnTo>
                  <a:lnTo>
                    <a:pt x="1233" y="711"/>
                  </a:lnTo>
                  <a:lnTo>
                    <a:pt x="1225" y="697"/>
                  </a:lnTo>
                  <a:lnTo>
                    <a:pt x="1219" y="681"/>
                  </a:lnTo>
                  <a:lnTo>
                    <a:pt x="1213" y="663"/>
                  </a:lnTo>
                  <a:lnTo>
                    <a:pt x="1209" y="645"/>
                  </a:lnTo>
                  <a:lnTo>
                    <a:pt x="1205" y="625"/>
                  </a:lnTo>
                  <a:lnTo>
                    <a:pt x="1202" y="603"/>
                  </a:lnTo>
                  <a:lnTo>
                    <a:pt x="1199" y="581"/>
                  </a:lnTo>
                  <a:lnTo>
                    <a:pt x="1197" y="557"/>
                  </a:lnTo>
                  <a:lnTo>
                    <a:pt x="1196" y="535"/>
                  </a:lnTo>
                  <a:lnTo>
                    <a:pt x="1196" y="509"/>
                  </a:lnTo>
                  <a:lnTo>
                    <a:pt x="1196" y="443"/>
                  </a:lnTo>
                  <a:lnTo>
                    <a:pt x="1196" y="417"/>
                  </a:lnTo>
                  <a:lnTo>
                    <a:pt x="1197" y="393"/>
                  </a:lnTo>
                  <a:lnTo>
                    <a:pt x="1199" y="371"/>
                  </a:lnTo>
                  <a:lnTo>
                    <a:pt x="1202" y="349"/>
                  </a:lnTo>
                  <a:lnTo>
                    <a:pt x="1205" y="327"/>
                  </a:lnTo>
                  <a:lnTo>
                    <a:pt x="1209" y="307"/>
                  </a:lnTo>
                  <a:lnTo>
                    <a:pt x="1213" y="290"/>
                  </a:lnTo>
                  <a:lnTo>
                    <a:pt x="1219" y="272"/>
                  </a:lnTo>
                  <a:lnTo>
                    <a:pt x="1222" y="264"/>
                  </a:lnTo>
                  <a:lnTo>
                    <a:pt x="1225" y="258"/>
                  </a:lnTo>
                  <a:lnTo>
                    <a:pt x="1233" y="244"/>
                  </a:lnTo>
                  <a:lnTo>
                    <a:pt x="1237" y="238"/>
                  </a:lnTo>
                  <a:lnTo>
                    <a:pt x="1241" y="232"/>
                  </a:lnTo>
                  <a:lnTo>
                    <a:pt x="1250" y="222"/>
                  </a:lnTo>
                  <a:lnTo>
                    <a:pt x="1260" y="214"/>
                  </a:lnTo>
                  <a:lnTo>
                    <a:pt x="1265" y="210"/>
                  </a:lnTo>
                  <a:lnTo>
                    <a:pt x="1271" y="208"/>
                  </a:lnTo>
                  <a:lnTo>
                    <a:pt x="1277" y="206"/>
                  </a:lnTo>
                  <a:lnTo>
                    <a:pt x="1283" y="204"/>
                  </a:lnTo>
                  <a:lnTo>
                    <a:pt x="1289" y="202"/>
                  </a:lnTo>
                  <a:lnTo>
                    <a:pt x="1296" y="202"/>
                  </a:lnTo>
                  <a:lnTo>
                    <a:pt x="1309" y="204"/>
                  </a:lnTo>
                  <a:lnTo>
                    <a:pt x="1324" y="206"/>
                  </a:lnTo>
                  <a:lnTo>
                    <a:pt x="1341" y="208"/>
                  </a:lnTo>
                  <a:lnTo>
                    <a:pt x="1357" y="212"/>
                  </a:lnTo>
                  <a:lnTo>
                    <a:pt x="1361" y="214"/>
                  </a:lnTo>
                  <a:lnTo>
                    <a:pt x="1364" y="218"/>
                  </a:lnTo>
                  <a:lnTo>
                    <a:pt x="1365" y="220"/>
                  </a:lnTo>
                  <a:lnTo>
                    <a:pt x="1366" y="222"/>
                  </a:lnTo>
                  <a:lnTo>
                    <a:pt x="1366" y="230"/>
                  </a:lnTo>
                  <a:lnTo>
                    <a:pt x="1366" y="236"/>
                  </a:lnTo>
                  <a:lnTo>
                    <a:pt x="1365" y="240"/>
                  </a:lnTo>
                  <a:lnTo>
                    <a:pt x="1365" y="244"/>
                  </a:lnTo>
                  <a:lnTo>
                    <a:pt x="1363" y="248"/>
                  </a:lnTo>
                  <a:lnTo>
                    <a:pt x="1362" y="250"/>
                  </a:lnTo>
                  <a:lnTo>
                    <a:pt x="1360" y="250"/>
                  </a:lnTo>
                  <a:lnTo>
                    <a:pt x="1356" y="250"/>
                  </a:lnTo>
                  <a:lnTo>
                    <a:pt x="1339" y="246"/>
                  </a:lnTo>
                  <a:lnTo>
                    <a:pt x="1323" y="244"/>
                  </a:lnTo>
                  <a:lnTo>
                    <a:pt x="1309" y="242"/>
                  </a:lnTo>
                  <a:lnTo>
                    <a:pt x="1296" y="242"/>
                  </a:lnTo>
                  <a:lnTo>
                    <a:pt x="1285" y="242"/>
                  </a:lnTo>
                  <a:lnTo>
                    <a:pt x="1276" y="246"/>
                  </a:lnTo>
                  <a:lnTo>
                    <a:pt x="1272" y="248"/>
                  </a:lnTo>
                  <a:lnTo>
                    <a:pt x="1267" y="250"/>
                  </a:lnTo>
                  <a:lnTo>
                    <a:pt x="1259" y="256"/>
                  </a:lnTo>
                  <a:lnTo>
                    <a:pt x="1252" y="264"/>
                  </a:lnTo>
                  <a:lnTo>
                    <a:pt x="1246" y="274"/>
                  </a:lnTo>
                  <a:lnTo>
                    <a:pt x="1240" y="284"/>
                  </a:lnTo>
                  <a:lnTo>
                    <a:pt x="1236" y="296"/>
                  </a:lnTo>
                  <a:lnTo>
                    <a:pt x="1231" y="309"/>
                  </a:lnTo>
                  <a:lnTo>
                    <a:pt x="1228" y="325"/>
                  </a:lnTo>
                  <a:lnTo>
                    <a:pt x="1225" y="341"/>
                  </a:lnTo>
                  <a:lnTo>
                    <a:pt x="1222" y="359"/>
                  </a:lnTo>
                  <a:lnTo>
                    <a:pt x="1221" y="379"/>
                  </a:lnTo>
                  <a:lnTo>
                    <a:pt x="1219" y="399"/>
                  </a:lnTo>
                  <a:lnTo>
                    <a:pt x="1219" y="419"/>
                  </a:lnTo>
                  <a:lnTo>
                    <a:pt x="1218" y="443"/>
                  </a:lnTo>
                  <a:lnTo>
                    <a:pt x="1218" y="509"/>
                  </a:lnTo>
                  <a:lnTo>
                    <a:pt x="1219" y="531"/>
                  </a:lnTo>
                  <a:lnTo>
                    <a:pt x="1219" y="553"/>
                  </a:lnTo>
                  <a:lnTo>
                    <a:pt x="1221" y="573"/>
                  </a:lnTo>
                  <a:lnTo>
                    <a:pt x="1222" y="593"/>
                  </a:lnTo>
                  <a:lnTo>
                    <a:pt x="1225" y="611"/>
                  </a:lnTo>
                  <a:lnTo>
                    <a:pt x="1228" y="627"/>
                  </a:lnTo>
                  <a:lnTo>
                    <a:pt x="1231" y="643"/>
                  </a:lnTo>
                  <a:lnTo>
                    <a:pt x="1236" y="657"/>
                  </a:lnTo>
                  <a:lnTo>
                    <a:pt x="1240" y="671"/>
                  </a:lnTo>
                  <a:lnTo>
                    <a:pt x="1246" y="681"/>
                  </a:lnTo>
                  <a:lnTo>
                    <a:pt x="1252" y="691"/>
                  </a:lnTo>
                  <a:lnTo>
                    <a:pt x="1259" y="699"/>
                  </a:lnTo>
                  <a:lnTo>
                    <a:pt x="1267" y="705"/>
                  </a:lnTo>
                  <a:lnTo>
                    <a:pt x="1272" y="709"/>
                  </a:lnTo>
                  <a:lnTo>
                    <a:pt x="1276" y="711"/>
                  </a:lnTo>
                  <a:lnTo>
                    <a:pt x="1285" y="713"/>
                  </a:lnTo>
                  <a:lnTo>
                    <a:pt x="1296" y="713"/>
                  </a:lnTo>
                  <a:lnTo>
                    <a:pt x="1309" y="713"/>
                  </a:lnTo>
                  <a:lnTo>
                    <a:pt x="1323" y="711"/>
                  </a:lnTo>
                  <a:lnTo>
                    <a:pt x="1339" y="709"/>
                  </a:lnTo>
                  <a:lnTo>
                    <a:pt x="1356" y="705"/>
                  </a:lnTo>
                  <a:lnTo>
                    <a:pt x="1360" y="705"/>
                  </a:lnTo>
                  <a:lnTo>
                    <a:pt x="1362" y="705"/>
                  </a:lnTo>
                  <a:lnTo>
                    <a:pt x="1363" y="707"/>
                  </a:lnTo>
                  <a:lnTo>
                    <a:pt x="1365" y="709"/>
                  </a:lnTo>
                  <a:lnTo>
                    <a:pt x="1365" y="711"/>
                  </a:lnTo>
                  <a:lnTo>
                    <a:pt x="1366" y="715"/>
                  </a:lnTo>
                  <a:lnTo>
                    <a:pt x="1366" y="719"/>
                  </a:lnTo>
                  <a:lnTo>
                    <a:pt x="1366" y="731"/>
                  </a:lnTo>
                  <a:lnTo>
                    <a:pt x="1365" y="735"/>
                  </a:lnTo>
                  <a:lnTo>
                    <a:pt x="1364" y="737"/>
                  </a:lnTo>
                  <a:lnTo>
                    <a:pt x="1363" y="741"/>
                  </a:lnTo>
                  <a:lnTo>
                    <a:pt x="1361" y="741"/>
                  </a:lnTo>
                  <a:lnTo>
                    <a:pt x="1357" y="745"/>
                  </a:lnTo>
                  <a:close/>
                  <a:moveTo>
                    <a:pt x="1467" y="753"/>
                  </a:moveTo>
                  <a:lnTo>
                    <a:pt x="1462" y="753"/>
                  </a:lnTo>
                  <a:lnTo>
                    <a:pt x="1458" y="751"/>
                  </a:lnTo>
                  <a:lnTo>
                    <a:pt x="1456" y="747"/>
                  </a:lnTo>
                  <a:lnTo>
                    <a:pt x="1454" y="741"/>
                  </a:lnTo>
                  <a:lnTo>
                    <a:pt x="1453" y="735"/>
                  </a:lnTo>
                  <a:lnTo>
                    <a:pt x="1453" y="20"/>
                  </a:lnTo>
                  <a:lnTo>
                    <a:pt x="1454" y="16"/>
                  </a:lnTo>
                  <a:lnTo>
                    <a:pt x="1454" y="12"/>
                  </a:lnTo>
                  <a:lnTo>
                    <a:pt x="1456" y="6"/>
                  </a:lnTo>
                  <a:lnTo>
                    <a:pt x="1457" y="4"/>
                  </a:lnTo>
                  <a:lnTo>
                    <a:pt x="1458" y="2"/>
                  </a:lnTo>
                  <a:lnTo>
                    <a:pt x="1462" y="0"/>
                  </a:lnTo>
                  <a:lnTo>
                    <a:pt x="1467" y="0"/>
                  </a:lnTo>
                  <a:lnTo>
                    <a:pt x="1470" y="2"/>
                  </a:lnTo>
                  <a:lnTo>
                    <a:pt x="1473" y="6"/>
                  </a:lnTo>
                  <a:lnTo>
                    <a:pt x="1475" y="12"/>
                  </a:lnTo>
                  <a:lnTo>
                    <a:pt x="1476" y="20"/>
                  </a:lnTo>
                  <a:lnTo>
                    <a:pt x="1476" y="735"/>
                  </a:lnTo>
                  <a:lnTo>
                    <a:pt x="1475" y="737"/>
                  </a:lnTo>
                  <a:lnTo>
                    <a:pt x="1475" y="741"/>
                  </a:lnTo>
                  <a:lnTo>
                    <a:pt x="1473" y="747"/>
                  </a:lnTo>
                  <a:lnTo>
                    <a:pt x="1472" y="749"/>
                  </a:lnTo>
                  <a:lnTo>
                    <a:pt x="1470" y="751"/>
                  </a:lnTo>
                  <a:lnTo>
                    <a:pt x="1467" y="753"/>
                  </a:lnTo>
                  <a:close/>
                  <a:moveTo>
                    <a:pt x="1761" y="487"/>
                  </a:moveTo>
                  <a:lnTo>
                    <a:pt x="1591" y="487"/>
                  </a:lnTo>
                  <a:lnTo>
                    <a:pt x="1591" y="509"/>
                  </a:lnTo>
                  <a:lnTo>
                    <a:pt x="1591" y="539"/>
                  </a:lnTo>
                  <a:lnTo>
                    <a:pt x="1592" y="553"/>
                  </a:lnTo>
                  <a:lnTo>
                    <a:pt x="1593" y="565"/>
                  </a:lnTo>
                  <a:lnTo>
                    <a:pt x="1594" y="579"/>
                  </a:lnTo>
                  <a:lnTo>
                    <a:pt x="1595" y="591"/>
                  </a:lnTo>
                  <a:lnTo>
                    <a:pt x="1598" y="613"/>
                  </a:lnTo>
                  <a:lnTo>
                    <a:pt x="1602" y="631"/>
                  </a:lnTo>
                  <a:lnTo>
                    <a:pt x="1606" y="647"/>
                  </a:lnTo>
                  <a:lnTo>
                    <a:pt x="1612" y="663"/>
                  </a:lnTo>
                  <a:lnTo>
                    <a:pt x="1614" y="669"/>
                  </a:lnTo>
                  <a:lnTo>
                    <a:pt x="1617" y="675"/>
                  </a:lnTo>
                  <a:lnTo>
                    <a:pt x="1621" y="681"/>
                  </a:lnTo>
                  <a:lnTo>
                    <a:pt x="1624" y="685"/>
                  </a:lnTo>
                  <a:lnTo>
                    <a:pt x="1631" y="693"/>
                  </a:lnTo>
                  <a:lnTo>
                    <a:pt x="1638" y="701"/>
                  </a:lnTo>
                  <a:lnTo>
                    <a:pt x="1646" y="705"/>
                  </a:lnTo>
                  <a:lnTo>
                    <a:pt x="1655" y="709"/>
                  </a:lnTo>
                  <a:lnTo>
                    <a:pt x="1664" y="713"/>
                  </a:lnTo>
                  <a:lnTo>
                    <a:pt x="1673" y="713"/>
                  </a:lnTo>
                  <a:lnTo>
                    <a:pt x="1682" y="713"/>
                  </a:lnTo>
                  <a:lnTo>
                    <a:pt x="1699" y="713"/>
                  </a:lnTo>
                  <a:lnTo>
                    <a:pt x="1718" y="709"/>
                  </a:lnTo>
                  <a:lnTo>
                    <a:pt x="1737" y="703"/>
                  </a:lnTo>
                  <a:lnTo>
                    <a:pt x="1756" y="697"/>
                  </a:lnTo>
                  <a:lnTo>
                    <a:pt x="1758" y="697"/>
                  </a:lnTo>
                  <a:lnTo>
                    <a:pt x="1760" y="697"/>
                  </a:lnTo>
                  <a:lnTo>
                    <a:pt x="1764" y="697"/>
                  </a:lnTo>
                  <a:lnTo>
                    <a:pt x="1765" y="699"/>
                  </a:lnTo>
                  <a:lnTo>
                    <a:pt x="1766" y="703"/>
                  </a:lnTo>
                  <a:lnTo>
                    <a:pt x="1767" y="705"/>
                  </a:lnTo>
                  <a:lnTo>
                    <a:pt x="1767" y="709"/>
                  </a:lnTo>
                  <a:lnTo>
                    <a:pt x="1767" y="721"/>
                  </a:lnTo>
                  <a:lnTo>
                    <a:pt x="1766" y="725"/>
                  </a:lnTo>
                  <a:lnTo>
                    <a:pt x="1765" y="729"/>
                  </a:lnTo>
                  <a:lnTo>
                    <a:pt x="1764" y="731"/>
                  </a:lnTo>
                  <a:lnTo>
                    <a:pt x="1762" y="733"/>
                  </a:lnTo>
                  <a:lnTo>
                    <a:pt x="1757" y="737"/>
                  </a:lnTo>
                  <a:lnTo>
                    <a:pt x="1739" y="743"/>
                  </a:lnTo>
                  <a:lnTo>
                    <a:pt x="1719" y="749"/>
                  </a:lnTo>
                  <a:lnTo>
                    <a:pt x="1700" y="751"/>
                  </a:lnTo>
                  <a:lnTo>
                    <a:pt x="1682" y="753"/>
                  </a:lnTo>
                  <a:lnTo>
                    <a:pt x="1670" y="753"/>
                  </a:lnTo>
                  <a:lnTo>
                    <a:pt x="1659" y="751"/>
                  </a:lnTo>
                  <a:lnTo>
                    <a:pt x="1648" y="747"/>
                  </a:lnTo>
                  <a:lnTo>
                    <a:pt x="1638" y="741"/>
                  </a:lnTo>
                  <a:lnTo>
                    <a:pt x="1628" y="735"/>
                  </a:lnTo>
                  <a:lnTo>
                    <a:pt x="1623" y="731"/>
                  </a:lnTo>
                  <a:lnTo>
                    <a:pt x="1619" y="727"/>
                  </a:lnTo>
                  <a:lnTo>
                    <a:pt x="1610" y="715"/>
                  </a:lnTo>
                  <a:lnTo>
                    <a:pt x="1602" y="703"/>
                  </a:lnTo>
                  <a:lnTo>
                    <a:pt x="1598" y="695"/>
                  </a:lnTo>
                  <a:lnTo>
                    <a:pt x="1595" y="687"/>
                  </a:lnTo>
                  <a:lnTo>
                    <a:pt x="1588" y="669"/>
                  </a:lnTo>
                  <a:lnTo>
                    <a:pt x="1582" y="649"/>
                  </a:lnTo>
                  <a:lnTo>
                    <a:pt x="1578" y="627"/>
                  </a:lnTo>
                  <a:lnTo>
                    <a:pt x="1575" y="615"/>
                  </a:lnTo>
                  <a:lnTo>
                    <a:pt x="1574" y="601"/>
                  </a:lnTo>
                  <a:lnTo>
                    <a:pt x="1571" y="573"/>
                  </a:lnTo>
                  <a:lnTo>
                    <a:pt x="1569" y="543"/>
                  </a:lnTo>
                  <a:lnTo>
                    <a:pt x="1569" y="527"/>
                  </a:lnTo>
                  <a:lnTo>
                    <a:pt x="1569" y="509"/>
                  </a:lnTo>
                  <a:lnTo>
                    <a:pt x="1569" y="443"/>
                  </a:lnTo>
                  <a:lnTo>
                    <a:pt x="1569" y="417"/>
                  </a:lnTo>
                  <a:lnTo>
                    <a:pt x="1570" y="391"/>
                  </a:lnTo>
                  <a:lnTo>
                    <a:pt x="1572" y="369"/>
                  </a:lnTo>
                  <a:lnTo>
                    <a:pt x="1575" y="345"/>
                  </a:lnTo>
                  <a:lnTo>
                    <a:pt x="1577" y="335"/>
                  </a:lnTo>
                  <a:lnTo>
                    <a:pt x="1579" y="325"/>
                  </a:lnTo>
                  <a:lnTo>
                    <a:pt x="1581" y="315"/>
                  </a:lnTo>
                  <a:lnTo>
                    <a:pt x="1583" y="305"/>
                  </a:lnTo>
                  <a:lnTo>
                    <a:pt x="1586" y="296"/>
                  </a:lnTo>
                  <a:lnTo>
                    <a:pt x="1589" y="288"/>
                  </a:lnTo>
                  <a:lnTo>
                    <a:pt x="1595" y="270"/>
                  </a:lnTo>
                  <a:lnTo>
                    <a:pt x="1601" y="256"/>
                  </a:lnTo>
                  <a:lnTo>
                    <a:pt x="1609" y="242"/>
                  </a:lnTo>
                  <a:lnTo>
                    <a:pt x="1617" y="230"/>
                  </a:lnTo>
                  <a:lnTo>
                    <a:pt x="1626" y="220"/>
                  </a:lnTo>
                  <a:lnTo>
                    <a:pt x="1636" y="212"/>
                  </a:lnTo>
                  <a:lnTo>
                    <a:pt x="1647" y="208"/>
                  </a:lnTo>
                  <a:lnTo>
                    <a:pt x="1658" y="204"/>
                  </a:lnTo>
                  <a:lnTo>
                    <a:pt x="1664" y="202"/>
                  </a:lnTo>
                  <a:lnTo>
                    <a:pt x="1670" y="202"/>
                  </a:lnTo>
                  <a:lnTo>
                    <a:pt x="1683" y="204"/>
                  </a:lnTo>
                  <a:lnTo>
                    <a:pt x="1689" y="204"/>
                  </a:lnTo>
                  <a:lnTo>
                    <a:pt x="1695" y="206"/>
                  </a:lnTo>
                  <a:lnTo>
                    <a:pt x="1705" y="212"/>
                  </a:lnTo>
                  <a:lnTo>
                    <a:pt x="1710" y="216"/>
                  </a:lnTo>
                  <a:lnTo>
                    <a:pt x="1715" y="220"/>
                  </a:lnTo>
                  <a:lnTo>
                    <a:pt x="1724" y="230"/>
                  </a:lnTo>
                  <a:lnTo>
                    <a:pt x="1733" y="240"/>
                  </a:lnTo>
                  <a:lnTo>
                    <a:pt x="1740" y="254"/>
                  </a:lnTo>
                  <a:lnTo>
                    <a:pt x="1743" y="260"/>
                  </a:lnTo>
                  <a:lnTo>
                    <a:pt x="1746" y="268"/>
                  </a:lnTo>
                  <a:lnTo>
                    <a:pt x="1752" y="286"/>
                  </a:lnTo>
                  <a:lnTo>
                    <a:pt x="1757" y="303"/>
                  </a:lnTo>
                  <a:lnTo>
                    <a:pt x="1761" y="323"/>
                  </a:lnTo>
                  <a:lnTo>
                    <a:pt x="1765" y="343"/>
                  </a:lnTo>
                  <a:lnTo>
                    <a:pt x="1767" y="365"/>
                  </a:lnTo>
                  <a:lnTo>
                    <a:pt x="1769" y="389"/>
                  </a:lnTo>
                  <a:lnTo>
                    <a:pt x="1770" y="415"/>
                  </a:lnTo>
                  <a:lnTo>
                    <a:pt x="1770" y="441"/>
                  </a:lnTo>
                  <a:lnTo>
                    <a:pt x="1770" y="469"/>
                  </a:lnTo>
                  <a:lnTo>
                    <a:pt x="1770" y="473"/>
                  </a:lnTo>
                  <a:lnTo>
                    <a:pt x="1770" y="475"/>
                  </a:lnTo>
                  <a:lnTo>
                    <a:pt x="1768" y="483"/>
                  </a:lnTo>
                  <a:lnTo>
                    <a:pt x="1765" y="487"/>
                  </a:lnTo>
                  <a:lnTo>
                    <a:pt x="1761" y="487"/>
                  </a:lnTo>
                  <a:close/>
                  <a:moveTo>
                    <a:pt x="1748" y="441"/>
                  </a:moveTo>
                  <a:lnTo>
                    <a:pt x="1748" y="417"/>
                  </a:lnTo>
                  <a:lnTo>
                    <a:pt x="1747" y="397"/>
                  </a:lnTo>
                  <a:lnTo>
                    <a:pt x="1746" y="375"/>
                  </a:lnTo>
                  <a:lnTo>
                    <a:pt x="1744" y="357"/>
                  </a:lnTo>
                  <a:lnTo>
                    <a:pt x="1742" y="339"/>
                  </a:lnTo>
                  <a:lnTo>
                    <a:pt x="1739" y="321"/>
                  </a:lnTo>
                  <a:lnTo>
                    <a:pt x="1737" y="315"/>
                  </a:lnTo>
                  <a:lnTo>
                    <a:pt x="1735" y="307"/>
                  </a:lnTo>
                  <a:lnTo>
                    <a:pt x="1731" y="294"/>
                  </a:lnTo>
                  <a:lnTo>
                    <a:pt x="1728" y="288"/>
                  </a:lnTo>
                  <a:lnTo>
                    <a:pt x="1726" y="282"/>
                  </a:lnTo>
                  <a:lnTo>
                    <a:pt x="1723" y="276"/>
                  </a:lnTo>
                  <a:lnTo>
                    <a:pt x="1720" y="272"/>
                  </a:lnTo>
                  <a:lnTo>
                    <a:pt x="1717" y="266"/>
                  </a:lnTo>
                  <a:lnTo>
                    <a:pt x="1714" y="262"/>
                  </a:lnTo>
                  <a:lnTo>
                    <a:pt x="1706" y="256"/>
                  </a:lnTo>
                  <a:lnTo>
                    <a:pt x="1699" y="250"/>
                  </a:lnTo>
                  <a:lnTo>
                    <a:pt x="1690" y="246"/>
                  </a:lnTo>
                  <a:lnTo>
                    <a:pt x="1681" y="242"/>
                  </a:lnTo>
                  <a:lnTo>
                    <a:pt x="1670" y="242"/>
                  </a:lnTo>
                  <a:lnTo>
                    <a:pt x="1660" y="242"/>
                  </a:lnTo>
                  <a:lnTo>
                    <a:pt x="1655" y="244"/>
                  </a:lnTo>
                  <a:lnTo>
                    <a:pt x="1651" y="246"/>
                  </a:lnTo>
                  <a:lnTo>
                    <a:pt x="1642" y="250"/>
                  </a:lnTo>
                  <a:lnTo>
                    <a:pt x="1634" y="256"/>
                  </a:lnTo>
                  <a:lnTo>
                    <a:pt x="1627" y="264"/>
                  </a:lnTo>
                  <a:lnTo>
                    <a:pt x="1621" y="274"/>
                  </a:lnTo>
                  <a:lnTo>
                    <a:pt x="1615" y="284"/>
                  </a:lnTo>
                  <a:lnTo>
                    <a:pt x="1610" y="298"/>
                  </a:lnTo>
                  <a:lnTo>
                    <a:pt x="1605" y="311"/>
                  </a:lnTo>
                  <a:lnTo>
                    <a:pt x="1603" y="317"/>
                  </a:lnTo>
                  <a:lnTo>
                    <a:pt x="1601" y="325"/>
                  </a:lnTo>
                  <a:lnTo>
                    <a:pt x="1598" y="343"/>
                  </a:lnTo>
                  <a:lnTo>
                    <a:pt x="1595" y="361"/>
                  </a:lnTo>
                  <a:lnTo>
                    <a:pt x="1593" y="379"/>
                  </a:lnTo>
                  <a:lnTo>
                    <a:pt x="1592" y="399"/>
                  </a:lnTo>
                  <a:lnTo>
                    <a:pt x="1591" y="421"/>
                  </a:lnTo>
                  <a:lnTo>
                    <a:pt x="1591" y="443"/>
                  </a:lnTo>
                  <a:lnTo>
                    <a:pt x="1748" y="447"/>
                  </a:lnTo>
                  <a:lnTo>
                    <a:pt x="1748" y="441"/>
                  </a:lnTo>
                  <a:close/>
                  <a:moveTo>
                    <a:pt x="2024" y="747"/>
                  </a:moveTo>
                  <a:lnTo>
                    <a:pt x="2021" y="747"/>
                  </a:lnTo>
                  <a:lnTo>
                    <a:pt x="2019" y="745"/>
                  </a:lnTo>
                  <a:lnTo>
                    <a:pt x="2017" y="743"/>
                  </a:lnTo>
                  <a:lnTo>
                    <a:pt x="2015" y="741"/>
                  </a:lnTo>
                  <a:lnTo>
                    <a:pt x="2013" y="739"/>
                  </a:lnTo>
                  <a:lnTo>
                    <a:pt x="2012" y="735"/>
                  </a:lnTo>
                  <a:lnTo>
                    <a:pt x="2012" y="731"/>
                  </a:lnTo>
                  <a:lnTo>
                    <a:pt x="2012" y="727"/>
                  </a:lnTo>
                  <a:lnTo>
                    <a:pt x="2012" y="701"/>
                  </a:lnTo>
                  <a:lnTo>
                    <a:pt x="2002" y="711"/>
                  </a:lnTo>
                  <a:lnTo>
                    <a:pt x="1992" y="721"/>
                  </a:lnTo>
                  <a:lnTo>
                    <a:pt x="1982" y="731"/>
                  </a:lnTo>
                  <a:lnTo>
                    <a:pt x="1977" y="735"/>
                  </a:lnTo>
                  <a:lnTo>
                    <a:pt x="1971" y="737"/>
                  </a:lnTo>
                  <a:lnTo>
                    <a:pt x="1960" y="745"/>
                  </a:lnTo>
                  <a:lnTo>
                    <a:pt x="1949" y="749"/>
                  </a:lnTo>
                  <a:lnTo>
                    <a:pt x="1943" y="751"/>
                  </a:lnTo>
                  <a:lnTo>
                    <a:pt x="1938" y="753"/>
                  </a:lnTo>
                  <a:lnTo>
                    <a:pt x="1926" y="753"/>
                  </a:lnTo>
                  <a:lnTo>
                    <a:pt x="1919" y="753"/>
                  </a:lnTo>
                  <a:lnTo>
                    <a:pt x="1912" y="751"/>
                  </a:lnTo>
                  <a:lnTo>
                    <a:pt x="1905" y="749"/>
                  </a:lnTo>
                  <a:lnTo>
                    <a:pt x="1898" y="745"/>
                  </a:lnTo>
                  <a:lnTo>
                    <a:pt x="1891" y="741"/>
                  </a:lnTo>
                  <a:lnTo>
                    <a:pt x="1888" y="739"/>
                  </a:lnTo>
                  <a:lnTo>
                    <a:pt x="1885" y="735"/>
                  </a:lnTo>
                  <a:lnTo>
                    <a:pt x="1879" y="727"/>
                  </a:lnTo>
                  <a:lnTo>
                    <a:pt x="1873" y="719"/>
                  </a:lnTo>
                  <a:lnTo>
                    <a:pt x="1868" y="709"/>
                  </a:lnTo>
                  <a:lnTo>
                    <a:pt x="1863" y="697"/>
                  </a:lnTo>
                  <a:lnTo>
                    <a:pt x="1859" y="685"/>
                  </a:lnTo>
                  <a:lnTo>
                    <a:pt x="1856" y="669"/>
                  </a:lnTo>
                  <a:lnTo>
                    <a:pt x="1853" y="653"/>
                  </a:lnTo>
                  <a:lnTo>
                    <a:pt x="1851" y="635"/>
                  </a:lnTo>
                  <a:lnTo>
                    <a:pt x="1849" y="613"/>
                  </a:lnTo>
                  <a:lnTo>
                    <a:pt x="1849" y="591"/>
                  </a:lnTo>
                  <a:lnTo>
                    <a:pt x="1849" y="579"/>
                  </a:lnTo>
                  <a:lnTo>
                    <a:pt x="1849" y="559"/>
                  </a:lnTo>
                  <a:lnTo>
                    <a:pt x="1851" y="541"/>
                  </a:lnTo>
                  <a:lnTo>
                    <a:pt x="1853" y="525"/>
                  </a:lnTo>
                  <a:lnTo>
                    <a:pt x="1854" y="517"/>
                  </a:lnTo>
                  <a:lnTo>
                    <a:pt x="1855" y="511"/>
                  </a:lnTo>
                  <a:lnTo>
                    <a:pt x="1859" y="497"/>
                  </a:lnTo>
                  <a:lnTo>
                    <a:pt x="1864" y="483"/>
                  </a:lnTo>
                  <a:lnTo>
                    <a:pt x="1870" y="471"/>
                  </a:lnTo>
                  <a:lnTo>
                    <a:pt x="1877" y="461"/>
                  </a:lnTo>
                  <a:lnTo>
                    <a:pt x="1885" y="453"/>
                  </a:lnTo>
                  <a:lnTo>
                    <a:pt x="1894" y="445"/>
                  </a:lnTo>
                  <a:lnTo>
                    <a:pt x="1904" y="439"/>
                  </a:lnTo>
                  <a:lnTo>
                    <a:pt x="1915" y="433"/>
                  </a:lnTo>
                  <a:lnTo>
                    <a:pt x="1928" y="429"/>
                  </a:lnTo>
                  <a:lnTo>
                    <a:pt x="1942" y="425"/>
                  </a:lnTo>
                  <a:lnTo>
                    <a:pt x="1957" y="423"/>
                  </a:lnTo>
                  <a:lnTo>
                    <a:pt x="1973" y="423"/>
                  </a:lnTo>
                  <a:lnTo>
                    <a:pt x="2012" y="423"/>
                  </a:lnTo>
                  <a:lnTo>
                    <a:pt x="2012" y="387"/>
                  </a:lnTo>
                  <a:lnTo>
                    <a:pt x="2012" y="367"/>
                  </a:lnTo>
                  <a:lnTo>
                    <a:pt x="2011" y="351"/>
                  </a:lnTo>
                  <a:lnTo>
                    <a:pt x="2010" y="335"/>
                  </a:lnTo>
                  <a:lnTo>
                    <a:pt x="2010" y="327"/>
                  </a:lnTo>
                  <a:lnTo>
                    <a:pt x="2009" y="319"/>
                  </a:lnTo>
                  <a:lnTo>
                    <a:pt x="2007" y="307"/>
                  </a:lnTo>
                  <a:lnTo>
                    <a:pt x="2005" y="296"/>
                  </a:lnTo>
                  <a:lnTo>
                    <a:pt x="2002" y="284"/>
                  </a:lnTo>
                  <a:lnTo>
                    <a:pt x="1999" y="276"/>
                  </a:lnTo>
                  <a:lnTo>
                    <a:pt x="1995" y="268"/>
                  </a:lnTo>
                  <a:lnTo>
                    <a:pt x="1990" y="260"/>
                  </a:lnTo>
                  <a:lnTo>
                    <a:pt x="1985" y="254"/>
                  </a:lnTo>
                  <a:lnTo>
                    <a:pt x="1979" y="250"/>
                  </a:lnTo>
                  <a:lnTo>
                    <a:pt x="1973" y="246"/>
                  </a:lnTo>
                  <a:lnTo>
                    <a:pt x="1965" y="244"/>
                  </a:lnTo>
                  <a:lnTo>
                    <a:pt x="1957" y="242"/>
                  </a:lnTo>
                  <a:lnTo>
                    <a:pt x="1949" y="242"/>
                  </a:lnTo>
                  <a:lnTo>
                    <a:pt x="1927" y="242"/>
                  </a:lnTo>
                  <a:lnTo>
                    <a:pt x="1909" y="244"/>
                  </a:lnTo>
                  <a:lnTo>
                    <a:pt x="1894" y="248"/>
                  </a:lnTo>
                  <a:lnTo>
                    <a:pt x="1877" y="250"/>
                  </a:lnTo>
                  <a:lnTo>
                    <a:pt x="1873" y="250"/>
                  </a:lnTo>
                  <a:lnTo>
                    <a:pt x="1869" y="250"/>
                  </a:lnTo>
                  <a:lnTo>
                    <a:pt x="1868" y="248"/>
                  </a:lnTo>
                  <a:lnTo>
                    <a:pt x="1867" y="246"/>
                  </a:lnTo>
                  <a:lnTo>
                    <a:pt x="1867" y="244"/>
                  </a:lnTo>
                  <a:lnTo>
                    <a:pt x="1866" y="240"/>
                  </a:lnTo>
                  <a:lnTo>
                    <a:pt x="1866" y="236"/>
                  </a:lnTo>
                  <a:lnTo>
                    <a:pt x="1866" y="230"/>
                  </a:lnTo>
                  <a:lnTo>
                    <a:pt x="1866" y="224"/>
                  </a:lnTo>
                  <a:lnTo>
                    <a:pt x="1867" y="220"/>
                  </a:lnTo>
                  <a:lnTo>
                    <a:pt x="1869" y="218"/>
                  </a:lnTo>
                  <a:lnTo>
                    <a:pt x="1870" y="216"/>
                  </a:lnTo>
                  <a:lnTo>
                    <a:pt x="1872" y="214"/>
                  </a:lnTo>
                  <a:lnTo>
                    <a:pt x="1877" y="212"/>
                  </a:lnTo>
                  <a:lnTo>
                    <a:pt x="1893" y="208"/>
                  </a:lnTo>
                  <a:lnTo>
                    <a:pt x="1908" y="206"/>
                  </a:lnTo>
                  <a:lnTo>
                    <a:pt x="1926" y="204"/>
                  </a:lnTo>
                  <a:lnTo>
                    <a:pt x="1949" y="202"/>
                  </a:lnTo>
                  <a:lnTo>
                    <a:pt x="1961" y="204"/>
                  </a:lnTo>
                  <a:lnTo>
                    <a:pt x="1972" y="206"/>
                  </a:lnTo>
                  <a:lnTo>
                    <a:pt x="1977" y="208"/>
                  </a:lnTo>
                  <a:lnTo>
                    <a:pt x="1982" y="210"/>
                  </a:lnTo>
                  <a:lnTo>
                    <a:pt x="1986" y="212"/>
                  </a:lnTo>
                  <a:lnTo>
                    <a:pt x="1991" y="216"/>
                  </a:lnTo>
                  <a:lnTo>
                    <a:pt x="1995" y="220"/>
                  </a:lnTo>
                  <a:lnTo>
                    <a:pt x="1999" y="224"/>
                  </a:lnTo>
                  <a:lnTo>
                    <a:pt x="2002" y="228"/>
                  </a:lnTo>
                  <a:lnTo>
                    <a:pt x="2006" y="232"/>
                  </a:lnTo>
                  <a:lnTo>
                    <a:pt x="2009" y="238"/>
                  </a:lnTo>
                  <a:lnTo>
                    <a:pt x="2012" y="242"/>
                  </a:lnTo>
                  <a:lnTo>
                    <a:pt x="2014" y="248"/>
                  </a:lnTo>
                  <a:lnTo>
                    <a:pt x="2017" y="254"/>
                  </a:lnTo>
                  <a:lnTo>
                    <a:pt x="2021" y="268"/>
                  </a:lnTo>
                  <a:lnTo>
                    <a:pt x="2025" y="282"/>
                  </a:lnTo>
                  <a:lnTo>
                    <a:pt x="2028" y="296"/>
                  </a:lnTo>
                  <a:lnTo>
                    <a:pt x="2029" y="303"/>
                  </a:lnTo>
                  <a:lnTo>
                    <a:pt x="2030" y="311"/>
                  </a:lnTo>
                  <a:lnTo>
                    <a:pt x="2032" y="329"/>
                  </a:lnTo>
                  <a:lnTo>
                    <a:pt x="2033" y="347"/>
                  </a:lnTo>
                  <a:lnTo>
                    <a:pt x="2034" y="367"/>
                  </a:lnTo>
                  <a:lnTo>
                    <a:pt x="2034" y="387"/>
                  </a:lnTo>
                  <a:lnTo>
                    <a:pt x="2034" y="727"/>
                  </a:lnTo>
                  <a:lnTo>
                    <a:pt x="2034" y="731"/>
                  </a:lnTo>
                  <a:lnTo>
                    <a:pt x="2033" y="735"/>
                  </a:lnTo>
                  <a:lnTo>
                    <a:pt x="2032" y="739"/>
                  </a:lnTo>
                  <a:lnTo>
                    <a:pt x="2031" y="741"/>
                  </a:lnTo>
                  <a:lnTo>
                    <a:pt x="2030" y="743"/>
                  </a:lnTo>
                  <a:lnTo>
                    <a:pt x="2028" y="745"/>
                  </a:lnTo>
                  <a:lnTo>
                    <a:pt x="2024" y="747"/>
                  </a:lnTo>
                  <a:close/>
                  <a:moveTo>
                    <a:pt x="2012" y="463"/>
                  </a:moveTo>
                  <a:lnTo>
                    <a:pt x="1973" y="463"/>
                  </a:lnTo>
                  <a:lnTo>
                    <a:pt x="1960" y="463"/>
                  </a:lnTo>
                  <a:lnTo>
                    <a:pt x="1947" y="463"/>
                  </a:lnTo>
                  <a:lnTo>
                    <a:pt x="1936" y="465"/>
                  </a:lnTo>
                  <a:lnTo>
                    <a:pt x="1925" y="469"/>
                  </a:lnTo>
                  <a:lnTo>
                    <a:pt x="1916" y="471"/>
                  </a:lnTo>
                  <a:lnTo>
                    <a:pt x="1908" y="477"/>
                  </a:lnTo>
                  <a:lnTo>
                    <a:pt x="1900" y="481"/>
                  </a:lnTo>
                  <a:lnTo>
                    <a:pt x="1894" y="489"/>
                  </a:lnTo>
                  <a:lnTo>
                    <a:pt x="1888" y="495"/>
                  </a:lnTo>
                  <a:lnTo>
                    <a:pt x="1883" y="503"/>
                  </a:lnTo>
                  <a:lnTo>
                    <a:pt x="1879" y="513"/>
                  </a:lnTo>
                  <a:lnTo>
                    <a:pt x="1876" y="523"/>
                  </a:lnTo>
                  <a:lnTo>
                    <a:pt x="1875" y="529"/>
                  </a:lnTo>
                  <a:lnTo>
                    <a:pt x="1874" y="535"/>
                  </a:lnTo>
                  <a:lnTo>
                    <a:pt x="1872" y="549"/>
                  </a:lnTo>
                  <a:lnTo>
                    <a:pt x="1871" y="563"/>
                  </a:lnTo>
                  <a:lnTo>
                    <a:pt x="1871" y="579"/>
                  </a:lnTo>
                  <a:lnTo>
                    <a:pt x="1871" y="591"/>
                  </a:lnTo>
                  <a:lnTo>
                    <a:pt x="1871" y="607"/>
                  </a:lnTo>
                  <a:lnTo>
                    <a:pt x="1872" y="623"/>
                  </a:lnTo>
                  <a:lnTo>
                    <a:pt x="1874" y="637"/>
                  </a:lnTo>
                  <a:lnTo>
                    <a:pt x="1875" y="649"/>
                  </a:lnTo>
                  <a:lnTo>
                    <a:pt x="1878" y="661"/>
                  </a:lnTo>
                  <a:lnTo>
                    <a:pt x="1881" y="671"/>
                  </a:lnTo>
                  <a:lnTo>
                    <a:pt x="1884" y="679"/>
                  </a:lnTo>
                  <a:lnTo>
                    <a:pt x="1885" y="683"/>
                  </a:lnTo>
                  <a:lnTo>
                    <a:pt x="1887" y="687"/>
                  </a:lnTo>
                  <a:lnTo>
                    <a:pt x="1891" y="695"/>
                  </a:lnTo>
                  <a:lnTo>
                    <a:pt x="1895" y="699"/>
                  </a:lnTo>
                  <a:lnTo>
                    <a:pt x="1900" y="705"/>
                  </a:lnTo>
                  <a:lnTo>
                    <a:pt x="1905" y="707"/>
                  </a:lnTo>
                  <a:lnTo>
                    <a:pt x="1910" y="711"/>
                  </a:lnTo>
                  <a:lnTo>
                    <a:pt x="1915" y="713"/>
                  </a:lnTo>
                  <a:lnTo>
                    <a:pt x="1926" y="713"/>
                  </a:lnTo>
                  <a:lnTo>
                    <a:pt x="1936" y="713"/>
                  </a:lnTo>
                  <a:lnTo>
                    <a:pt x="1947" y="711"/>
                  </a:lnTo>
                  <a:lnTo>
                    <a:pt x="1952" y="709"/>
                  </a:lnTo>
                  <a:lnTo>
                    <a:pt x="1957" y="707"/>
                  </a:lnTo>
                  <a:lnTo>
                    <a:pt x="1967" y="701"/>
                  </a:lnTo>
                  <a:lnTo>
                    <a:pt x="1977" y="695"/>
                  </a:lnTo>
                  <a:lnTo>
                    <a:pt x="1988" y="685"/>
                  </a:lnTo>
                  <a:lnTo>
                    <a:pt x="2000" y="675"/>
                  </a:lnTo>
                  <a:lnTo>
                    <a:pt x="2012" y="663"/>
                  </a:lnTo>
                  <a:lnTo>
                    <a:pt x="2012" y="463"/>
                  </a:lnTo>
                  <a:close/>
                  <a:moveTo>
                    <a:pt x="2313" y="747"/>
                  </a:moveTo>
                  <a:lnTo>
                    <a:pt x="2310" y="747"/>
                  </a:lnTo>
                  <a:lnTo>
                    <a:pt x="2307" y="745"/>
                  </a:lnTo>
                  <a:lnTo>
                    <a:pt x="2303" y="741"/>
                  </a:lnTo>
                  <a:lnTo>
                    <a:pt x="2301" y="735"/>
                  </a:lnTo>
                  <a:lnTo>
                    <a:pt x="2300" y="729"/>
                  </a:lnTo>
                  <a:lnTo>
                    <a:pt x="2300" y="393"/>
                  </a:lnTo>
                  <a:lnTo>
                    <a:pt x="2300" y="373"/>
                  </a:lnTo>
                  <a:lnTo>
                    <a:pt x="2299" y="355"/>
                  </a:lnTo>
                  <a:lnTo>
                    <a:pt x="2297" y="337"/>
                  </a:lnTo>
                  <a:lnTo>
                    <a:pt x="2295" y="321"/>
                  </a:lnTo>
                  <a:lnTo>
                    <a:pt x="2292" y="307"/>
                  </a:lnTo>
                  <a:lnTo>
                    <a:pt x="2288" y="296"/>
                  </a:lnTo>
                  <a:lnTo>
                    <a:pt x="2285" y="284"/>
                  </a:lnTo>
                  <a:lnTo>
                    <a:pt x="2280" y="276"/>
                  </a:lnTo>
                  <a:lnTo>
                    <a:pt x="2275" y="266"/>
                  </a:lnTo>
                  <a:lnTo>
                    <a:pt x="2270" y="260"/>
                  </a:lnTo>
                  <a:lnTo>
                    <a:pt x="2265" y="254"/>
                  </a:lnTo>
                  <a:lnTo>
                    <a:pt x="2259" y="250"/>
                  </a:lnTo>
                  <a:lnTo>
                    <a:pt x="2252" y="246"/>
                  </a:lnTo>
                  <a:lnTo>
                    <a:pt x="2246" y="244"/>
                  </a:lnTo>
                  <a:lnTo>
                    <a:pt x="2239" y="242"/>
                  </a:lnTo>
                  <a:lnTo>
                    <a:pt x="2232" y="242"/>
                  </a:lnTo>
                  <a:lnTo>
                    <a:pt x="2222" y="242"/>
                  </a:lnTo>
                  <a:lnTo>
                    <a:pt x="2212" y="244"/>
                  </a:lnTo>
                  <a:lnTo>
                    <a:pt x="2202" y="248"/>
                  </a:lnTo>
                  <a:lnTo>
                    <a:pt x="2192" y="254"/>
                  </a:lnTo>
                  <a:lnTo>
                    <a:pt x="2182" y="260"/>
                  </a:lnTo>
                  <a:lnTo>
                    <a:pt x="2172" y="266"/>
                  </a:lnTo>
                  <a:lnTo>
                    <a:pt x="2162" y="274"/>
                  </a:lnTo>
                  <a:lnTo>
                    <a:pt x="2152" y="284"/>
                  </a:lnTo>
                  <a:lnTo>
                    <a:pt x="2152" y="729"/>
                  </a:lnTo>
                  <a:lnTo>
                    <a:pt x="2152" y="731"/>
                  </a:lnTo>
                  <a:lnTo>
                    <a:pt x="2152" y="735"/>
                  </a:lnTo>
                  <a:lnTo>
                    <a:pt x="2150" y="741"/>
                  </a:lnTo>
                  <a:lnTo>
                    <a:pt x="2147" y="745"/>
                  </a:lnTo>
                  <a:lnTo>
                    <a:pt x="2142" y="747"/>
                  </a:lnTo>
                  <a:lnTo>
                    <a:pt x="2139" y="747"/>
                  </a:lnTo>
                  <a:lnTo>
                    <a:pt x="2137" y="745"/>
                  </a:lnTo>
                  <a:lnTo>
                    <a:pt x="2133" y="741"/>
                  </a:lnTo>
                  <a:lnTo>
                    <a:pt x="2130" y="735"/>
                  </a:lnTo>
                  <a:lnTo>
                    <a:pt x="2129" y="729"/>
                  </a:lnTo>
                  <a:lnTo>
                    <a:pt x="2129" y="228"/>
                  </a:lnTo>
                  <a:lnTo>
                    <a:pt x="2129" y="224"/>
                  </a:lnTo>
                  <a:lnTo>
                    <a:pt x="2130" y="220"/>
                  </a:lnTo>
                  <a:lnTo>
                    <a:pt x="2132" y="214"/>
                  </a:lnTo>
                  <a:lnTo>
                    <a:pt x="2133" y="210"/>
                  </a:lnTo>
                  <a:lnTo>
                    <a:pt x="2135" y="210"/>
                  </a:lnTo>
                  <a:lnTo>
                    <a:pt x="2136" y="208"/>
                  </a:lnTo>
                  <a:lnTo>
                    <a:pt x="2138" y="208"/>
                  </a:lnTo>
                  <a:lnTo>
                    <a:pt x="2142" y="208"/>
                  </a:lnTo>
                  <a:lnTo>
                    <a:pt x="2144" y="208"/>
                  </a:lnTo>
                  <a:lnTo>
                    <a:pt x="2147" y="210"/>
                  </a:lnTo>
                  <a:lnTo>
                    <a:pt x="2149" y="210"/>
                  </a:lnTo>
                  <a:lnTo>
                    <a:pt x="2150" y="214"/>
                  </a:lnTo>
                  <a:lnTo>
                    <a:pt x="2151" y="216"/>
                  </a:lnTo>
                  <a:lnTo>
                    <a:pt x="2152" y="220"/>
                  </a:lnTo>
                  <a:lnTo>
                    <a:pt x="2152" y="224"/>
                  </a:lnTo>
                  <a:lnTo>
                    <a:pt x="2152" y="228"/>
                  </a:lnTo>
                  <a:lnTo>
                    <a:pt x="2152" y="244"/>
                  </a:lnTo>
                  <a:lnTo>
                    <a:pt x="2162" y="234"/>
                  </a:lnTo>
                  <a:lnTo>
                    <a:pt x="2172" y="226"/>
                  </a:lnTo>
                  <a:lnTo>
                    <a:pt x="2183" y="220"/>
                  </a:lnTo>
                  <a:lnTo>
                    <a:pt x="2193" y="214"/>
                  </a:lnTo>
                  <a:lnTo>
                    <a:pt x="2203" y="208"/>
                  </a:lnTo>
                  <a:lnTo>
                    <a:pt x="2213" y="206"/>
                  </a:lnTo>
                  <a:lnTo>
                    <a:pt x="2224" y="204"/>
                  </a:lnTo>
                  <a:lnTo>
                    <a:pt x="2234" y="202"/>
                  </a:lnTo>
                  <a:lnTo>
                    <a:pt x="2242" y="204"/>
                  </a:lnTo>
                  <a:lnTo>
                    <a:pt x="2251" y="204"/>
                  </a:lnTo>
                  <a:lnTo>
                    <a:pt x="2260" y="208"/>
                  </a:lnTo>
                  <a:lnTo>
                    <a:pt x="2268" y="212"/>
                  </a:lnTo>
                  <a:lnTo>
                    <a:pt x="2275" y="218"/>
                  </a:lnTo>
                  <a:lnTo>
                    <a:pt x="2283" y="226"/>
                  </a:lnTo>
                  <a:lnTo>
                    <a:pt x="2290" y="236"/>
                  </a:lnTo>
                  <a:lnTo>
                    <a:pt x="2296" y="246"/>
                  </a:lnTo>
                  <a:lnTo>
                    <a:pt x="2302" y="258"/>
                  </a:lnTo>
                  <a:lnTo>
                    <a:pt x="2307" y="272"/>
                  </a:lnTo>
                  <a:lnTo>
                    <a:pt x="2311" y="288"/>
                  </a:lnTo>
                  <a:lnTo>
                    <a:pt x="2313" y="296"/>
                  </a:lnTo>
                  <a:lnTo>
                    <a:pt x="2315" y="305"/>
                  </a:lnTo>
                  <a:lnTo>
                    <a:pt x="2317" y="315"/>
                  </a:lnTo>
                  <a:lnTo>
                    <a:pt x="2318" y="325"/>
                  </a:lnTo>
                  <a:lnTo>
                    <a:pt x="2320" y="345"/>
                  </a:lnTo>
                  <a:lnTo>
                    <a:pt x="2322" y="369"/>
                  </a:lnTo>
                  <a:lnTo>
                    <a:pt x="2322" y="393"/>
                  </a:lnTo>
                  <a:lnTo>
                    <a:pt x="2322" y="729"/>
                  </a:lnTo>
                  <a:lnTo>
                    <a:pt x="2322" y="731"/>
                  </a:lnTo>
                  <a:lnTo>
                    <a:pt x="2321" y="735"/>
                  </a:lnTo>
                  <a:lnTo>
                    <a:pt x="2319" y="741"/>
                  </a:lnTo>
                  <a:lnTo>
                    <a:pt x="2318" y="743"/>
                  </a:lnTo>
                  <a:lnTo>
                    <a:pt x="2316" y="745"/>
                  </a:lnTo>
                  <a:lnTo>
                    <a:pt x="2313" y="747"/>
                  </a:lnTo>
                  <a:close/>
                  <a:moveTo>
                    <a:pt x="2678" y="751"/>
                  </a:moveTo>
                  <a:lnTo>
                    <a:pt x="2665" y="753"/>
                  </a:lnTo>
                  <a:lnTo>
                    <a:pt x="2652" y="753"/>
                  </a:lnTo>
                  <a:lnTo>
                    <a:pt x="2639" y="753"/>
                  </a:lnTo>
                  <a:lnTo>
                    <a:pt x="2628" y="749"/>
                  </a:lnTo>
                  <a:lnTo>
                    <a:pt x="2623" y="745"/>
                  </a:lnTo>
                  <a:lnTo>
                    <a:pt x="2618" y="741"/>
                  </a:lnTo>
                  <a:lnTo>
                    <a:pt x="2614" y="737"/>
                  </a:lnTo>
                  <a:lnTo>
                    <a:pt x="2610" y="731"/>
                  </a:lnTo>
                  <a:lnTo>
                    <a:pt x="2606" y="725"/>
                  </a:lnTo>
                  <a:lnTo>
                    <a:pt x="2603" y="717"/>
                  </a:lnTo>
                  <a:lnTo>
                    <a:pt x="2601" y="709"/>
                  </a:lnTo>
                  <a:lnTo>
                    <a:pt x="2599" y="699"/>
                  </a:lnTo>
                  <a:lnTo>
                    <a:pt x="2597" y="687"/>
                  </a:lnTo>
                  <a:lnTo>
                    <a:pt x="2596" y="675"/>
                  </a:lnTo>
                  <a:lnTo>
                    <a:pt x="2595" y="659"/>
                  </a:lnTo>
                  <a:lnTo>
                    <a:pt x="2595" y="645"/>
                  </a:lnTo>
                  <a:lnTo>
                    <a:pt x="2595" y="248"/>
                  </a:lnTo>
                  <a:lnTo>
                    <a:pt x="2545" y="248"/>
                  </a:lnTo>
                  <a:lnTo>
                    <a:pt x="2541" y="248"/>
                  </a:lnTo>
                  <a:lnTo>
                    <a:pt x="2540" y="246"/>
                  </a:lnTo>
                  <a:lnTo>
                    <a:pt x="2538" y="244"/>
                  </a:lnTo>
                  <a:lnTo>
                    <a:pt x="2536" y="240"/>
                  </a:lnTo>
                  <a:lnTo>
                    <a:pt x="2536" y="236"/>
                  </a:lnTo>
                  <a:lnTo>
                    <a:pt x="2535" y="232"/>
                  </a:lnTo>
                  <a:lnTo>
                    <a:pt x="2535" y="222"/>
                  </a:lnTo>
                  <a:lnTo>
                    <a:pt x="2536" y="220"/>
                  </a:lnTo>
                  <a:lnTo>
                    <a:pt x="2536" y="216"/>
                  </a:lnTo>
                  <a:lnTo>
                    <a:pt x="2537" y="214"/>
                  </a:lnTo>
                  <a:lnTo>
                    <a:pt x="2538" y="212"/>
                  </a:lnTo>
                  <a:lnTo>
                    <a:pt x="2540" y="210"/>
                  </a:lnTo>
                  <a:lnTo>
                    <a:pt x="2541" y="208"/>
                  </a:lnTo>
                  <a:lnTo>
                    <a:pt x="2545" y="208"/>
                  </a:lnTo>
                  <a:lnTo>
                    <a:pt x="2595" y="208"/>
                  </a:lnTo>
                  <a:lnTo>
                    <a:pt x="2595" y="104"/>
                  </a:lnTo>
                  <a:lnTo>
                    <a:pt x="2595" y="96"/>
                  </a:lnTo>
                  <a:lnTo>
                    <a:pt x="2596" y="94"/>
                  </a:lnTo>
                  <a:lnTo>
                    <a:pt x="2597" y="90"/>
                  </a:lnTo>
                  <a:lnTo>
                    <a:pt x="2598" y="88"/>
                  </a:lnTo>
                  <a:lnTo>
                    <a:pt x="2600" y="86"/>
                  </a:lnTo>
                  <a:lnTo>
                    <a:pt x="2602" y="86"/>
                  </a:lnTo>
                  <a:lnTo>
                    <a:pt x="2603" y="84"/>
                  </a:lnTo>
                  <a:lnTo>
                    <a:pt x="2609" y="84"/>
                  </a:lnTo>
                  <a:lnTo>
                    <a:pt x="2612" y="86"/>
                  </a:lnTo>
                  <a:lnTo>
                    <a:pt x="2615" y="90"/>
                  </a:lnTo>
                  <a:lnTo>
                    <a:pt x="2617" y="96"/>
                  </a:lnTo>
                  <a:lnTo>
                    <a:pt x="2617" y="104"/>
                  </a:lnTo>
                  <a:lnTo>
                    <a:pt x="2617" y="208"/>
                  </a:lnTo>
                  <a:lnTo>
                    <a:pt x="2677" y="208"/>
                  </a:lnTo>
                  <a:lnTo>
                    <a:pt x="2681" y="208"/>
                  </a:lnTo>
                  <a:lnTo>
                    <a:pt x="2682" y="210"/>
                  </a:lnTo>
                  <a:lnTo>
                    <a:pt x="2684" y="212"/>
                  </a:lnTo>
                  <a:lnTo>
                    <a:pt x="2686" y="216"/>
                  </a:lnTo>
                  <a:lnTo>
                    <a:pt x="2686" y="220"/>
                  </a:lnTo>
                  <a:lnTo>
                    <a:pt x="2687" y="222"/>
                  </a:lnTo>
                  <a:lnTo>
                    <a:pt x="2687" y="232"/>
                  </a:lnTo>
                  <a:lnTo>
                    <a:pt x="2686" y="236"/>
                  </a:lnTo>
                  <a:lnTo>
                    <a:pt x="2686" y="240"/>
                  </a:lnTo>
                  <a:lnTo>
                    <a:pt x="2684" y="244"/>
                  </a:lnTo>
                  <a:lnTo>
                    <a:pt x="2682" y="246"/>
                  </a:lnTo>
                  <a:lnTo>
                    <a:pt x="2681" y="248"/>
                  </a:lnTo>
                  <a:lnTo>
                    <a:pt x="2677" y="248"/>
                  </a:lnTo>
                  <a:lnTo>
                    <a:pt x="2617" y="248"/>
                  </a:lnTo>
                  <a:lnTo>
                    <a:pt x="2617" y="645"/>
                  </a:lnTo>
                  <a:lnTo>
                    <a:pt x="2618" y="665"/>
                  </a:lnTo>
                  <a:lnTo>
                    <a:pt x="2619" y="681"/>
                  </a:lnTo>
                  <a:lnTo>
                    <a:pt x="2622" y="693"/>
                  </a:lnTo>
                  <a:lnTo>
                    <a:pt x="2624" y="697"/>
                  </a:lnTo>
                  <a:lnTo>
                    <a:pt x="2626" y="701"/>
                  </a:lnTo>
                  <a:lnTo>
                    <a:pt x="2628" y="705"/>
                  </a:lnTo>
                  <a:lnTo>
                    <a:pt x="2631" y="707"/>
                  </a:lnTo>
                  <a:lnTo>
                    <a:pt x="2634" y="711"/>
                  </a:lnTo>
                  <a:lnTo>
                    <a:pt x="2637" y="711"/>
                  </a:lnTo>
                  <a:lnTo>
                    <a:pt x="2644" y="713"/>
                  </a:lnTo>
                  <a:lnTo>
                    <a:pt x="2652" y="713"/>
                  </a:lnTo>
                  <a:lnTo>
                    <a:pt x="2676" y="713"/>
                  </a:lnTo>
                  <a:lnTo>
                    <a:pt x="2681" y="715"/>
                  </a:lnTo>
                  <a:lnTo>
                    <a:pt x="2684" y="717"/>
                  </a:lnTo>
                  <a:lnTo>
                    <a:pt x="2685" y="719"/>
                  </a:lnTo>
                  <a:lnTo>
                    <a:pt x="2686" y="723"/>
                  </a:lnTo>
                  <a:lnTo>
                    <a:pt x="2686" y="725"/>
                  </a:lnTo>
                  <a:lnTo>
                    <a:pt x="2687" y="729"/>
                  </a:lnTo>
                  <a:lnTo>
                    <a:pt x="2686" y="737"/>
                  </a:lnTo>
                  <a:lnTo>
                    <a:pt x="2685" y="743"/>
                  </a:lnTo>
                  <a:lnTo>
                    <a:pt x="2684" y="747"/>
                  </a:lnTo>
                  <a:lnTo>
                    <a:pt x="2682" y="747"/>
                  </a:lnTo>
                  <a:lnTo>
                    <a:pt x="2678" y="751"/>
                  </a:lnTo>
                  <a:close/>
                  <a:moveTo>
                    <a:pt x="2945" y="753"/>
                  </a:moveTo>
                  <a:lnTo>
                    <a:pt x="2940" y="753"/>
                  </a:lnTo>
                  <a:lnTo>
                    <a:pt x="2937" y="751"/>
                  </a:lnTo>
                  <a:lnTo>
                    <a:pt x="2934" y="747"/>
                  </a:lnTo>
                  <a:lnTo>
                    <a:pt x="2933" y="741"/>
                  </a:lnTo>
                  <a:lnTo>
                    <a:pt x="2932" y="735"/>
                  </a:lnTo>
                  <a:lnTo>
                    <a:pt x="2932" y="395"/>
                  </a:lnTo>
                  <a:lnTo>
                    <a:pt x="2932" y="377"/>
                  </a:lnTo>
                  <a:lnTo>
                    <a:pt x="2931" y="359"/>
                  </a:lnTo>
                  <a:lnTo>
                    <a:pt x="2930" y="343"/>
                  </a:lnTo>
                  <a:lnTo>
                    <a:pt x="2928" y="329"/>
                  </a:lnTo>
                  <a:lnTo>
                    <a:pt x="2926" y="315"/>
                  </a:lnTo>
                  <a:lnTo>
                    <a:pt x="2923" y="303"/>
                  </a:lnTo>
                  <a:lnTo>
                    <a:pt x="2919" y="292"/>
                  </a:lnTo>
                  <a:lnTo>
                    <a:pt x="2915" y="282"/>
                  </a:lnTo>
                  <a:lnTo>
                    <a:pt x="2913" y="276"/>
                  </a:lnTo>
                  <a:lnTo>
                    <a:pt x="2910" y="272"/>
                  </a:lnTo>
                  <a:lnTo>
                    <a:pt x="2905" y="264"/>
                  </a:lnTo>
                  <a:lnTo>
                    <a:pt x="2899" y="258"/>
                  </a:lnTo>
                  <a:lnTo>
                    <a:pt x="2892" y="252"/>
                  </a:lnTo>
                  <a:lnTo>
                    <a:pt x="2885" y="248"/>
                  </a:lnTo>
                  <a:lnTo>
                    <a:pt x="2881" y="246"/>
                  </a:lnTo>
                  <a:lnTo>
                    <a:pt x="2876" y="244"/>
                  </a:lnTo>
                  <a:lnTo>
                    <a:pt x="2867" y="242"/>
                  </a:lnTo>
                  <a:lnTo>
                    <a:pt x="2858" y="242"/>
                  </a:lnTo>
                  <a:lnTo>
                    <a:pt x="2841" y="244"/>
                  </a:lnTo>
                  <a:lnTo>
                    <a:pt x="2823" y="246"/>
                  </a:lnTo>
                  <a:lnTo>
                    <a:pt x="2804" y="252"/>
                  </a:lnTo>
                  <a:lnTo>
                    <a:pt x="2796" y="256"/>
                  </a:lnTo>
                  <a:lnTo>
                    <a:pt x="2789" y="260"/>
                  </a:lnTo>
                  <a:lnTo>
                    <a:pt x="2789" y="735"/>
                  </a:lnTo>
                  <a:lnTo>
                    <a:pt x="2789" y="737"/>
                  </a:lnTo>
                  <a:lnTo>
                    <a:pt x="2788" y="741"/>
                  </a:lnTo>
                  <a:lnTo>
                    <a:pt x="2786" y="747"/>
                  </a:lnTo>
                  <a:lnTo>
                    <a:pt x="2785" y="749"/>
                  </a:lnTo>
                  <a:lnTo>
                    <a:pt x="2784" y="751"/>
                  </a:lnTo>
                  <a:lnTo>
                    <a:pt x="2780" y="753"/>
                  </a:lnTo>
                  <a:lnTo>
                    <a:pt x="2775" y="753"/>
                  </a:lnTo>
                  <a:lnTo>
                    <a:pt x="2772" y="751"/>
                  </a:lnTo>
                  <a:lnTo>
                    <a:pt x="2769" y="747"/>
                  </a:lnTo>
                  <a:lnTo>
                    <a:pt x="2767" y="741"/>
                  </a:lnTo>
                  <a:lnTo>
                    <a:pt x="2767" y="735"/>
                  </a:lnTo>
                  <a:lnTo>
                    <a:pt x="2767" y="20"/>
                  </a:lnTo>
                  <a:lnTo>
                    <a:pt x="2767" y="16"/>
                  </a:lnTo>
                  <a:lnTo>
                    <a:pt x="2767" y="12"/>
                  </a:lnTo>
                  <a:lnTo>
                    <a:pt x="2769" y="6"/>
                  </a:lnTo>
                  <a:lnTo>
                    <a:pt x="2770" y="4"/>
                  </a:lnTo>
                  <a:lnTo>
                    <a:pt x="2772" y="2"/>
                  </a:lnTo>
                  <a:lnTo>
                    <a:pt x="2775" y="0"/>
                  </a:lnTo>
                  <a:lnTo>
                    <a:pt x="2780" y="0"/>
                  </a:lnTo>
                  <a:lnTo>
                    <a:pt x="2784" y="2"/>
                  </a:lnTo>
                  <a:lnTo>
                    <a:pt x="2786" y="6"/>
                  </a:lnTo>
                  <a:lnTo>
                    <a:pt x="2788" y="12"/>
                  </a:lnTo>
                  <a:lnTo>
                    <a:pt x="2789" y="20"/>
                  </a:lnTo>
                  <a:lnTo>
                    <a:pt x="2789" y="220"/>
                  </a:lnTo>
                  <a:lnTo>
                    <a:pt x="2804" y="214"/>
                  </a:lnTo>
                  <a:lnTo>
                    <a:pt x="2823" y="208"/>
                  </a:lnTo>
                  <a:lnTo>
                    <a:pt x="2840" y="204"/>
                  </a:lnTo>
                  <a:lnTo>
                    <a:pt x="2858" y="202"/>
                  </a:lnTo>
                  <a:lnTo>
                    <a:pt x="2870" y="204"/>
                  </a:lnTo>
                  <a:lnTo>
                    <a:pt x="2882" y="206"/>
                  </a:lnTo>
                  <a:lnTo>
                    <a:pt x="2887" y="208"/>
                  </a:lnTo>
                  <a:lnTo>
                    <a:pt x="2892" y="210"/>
                  </a:lnTo>
                  <a:lnTo>
                    <a:pt x="2902" y="216"/>
                  </a:lnTo>
                  <a:lnTo>
                    <a:pt x="2911" y="224"/>
                  </a:lnTo>
                  <a:lnTo>
                    <a:pt x="2915" y="230"/>
                  </a:lnTo>
                  <a:lnTo>
                    <a:pt x="2919" y="234"/>
                  </a:lnTo>
                  <a:lnTo>
                    <a:pt x="2926" y="244"/>
                  </a:lnTo>
                  <a:lnTo>
                    <a:pt x="2932" y="256"/>
                  </a:lnTo>
                  <a:lnTo>
                    <a:pt x="2937" y="270"/>
                  </a:lnTo>
                  <a:lnTo>
                    <a:pt x="2940" y="278"/>
                  </a:lnTo>
                  <a:lnTo>
                    <a:pt x="2942" y="286"/>
                  </a:lnTo>
                  <a:lnTo>
                    <a:pt x="2944" y="292"/>
                  </a:lnTo>
                  <a:lnTo>
                    <a:pt x="2946" y="300"/>
                  </a:lnTo>
                  <a:lnTo>
                    <a:pt x="2947" y="309"/>
                  </a:lnTo>
                  <a:lnTo>
                    <a:pt x="2949" y="317"/>
                  </a:lnTo>
                  <a:lnTo>
                    <a:pt x="2951" y="335"/>
                  </a:lnTo>
                  <a:lnTo>
                    <a:pt x="2952" y="345"/>
                  </a:lnTo>
                  <a:lnTo>
                    <a:pt x="2953" y="355"/>
                  </a:lnTo>
                  <a:lnTo>
                    <a:pt x="2953" y="375"/>
                  </a:lnTo>
                  <a:lnTo>
                    <a:pt x="2954" y="395"/>
                  </a:lnTo>
                  <a:lnTo>
                    <a:pt x="2954" y="735"/>
                  </a:lnTo>
                  <a:lnTo>
                    <a:pt x="2953" y="741"/>
                  </a:lnTo>
                  <a:lnTo>
                    <a:pt x="2953" y="745"/>
                  </a:lnTo>
                  <a:lnTo>
                    <a:pt x="2952" y="747"/>
                  </a:lnTo>
                  <a:lnTo>
                    <a:pt x="2950" y="749"/>
                  </a:lnTo>
                  <a:lnTo>
                    <a:pt x="2949" y="751"/>
                  </a:lnTo>
                  <a:lnTo>
                    <a:pt x="2947" y="753"/>
                  </a:lnTo>
                  <a:lnTo>
                    <a:pt x="2945" y="753"/>
                  </a:lnTo>
                  <a:close/>
                  <a:moveTo>
                    <a:pt x="3232" y="487"/>
                  </a:moveTo>
                  <a:lnTo>
                    <a:pt x="3061" y="487"/>
                  </a:lnTo>
                  <a:lnTo>
                    <a:pt x="3061" y="509"/>
                  </a:lnTo>
                  <a:lnTo>
                    <a:pt x="3061" y="539"/>
                  </a:lnTo>
                  <a:lnTo>
                    <a:pt x="3062" y="553"/>
                  </a:lnTo>
                  <a:lnTo>
                    <a:pt x="3063" y="565"/>
                  </a:lnTo>
                  <a:lnTo>
                    <a:pt x="3064" y="579"/>
                  </a:lnTo>
                  <a:lnTo>
                    <a:pt x="3065" y="591"/>
                  </a:lnTo>
                  <a:lnTo>
                    <a:pt x="3068" y="613"/>
                  </a:lnTo>
                  <a:lnTo>
                    <a:pt x="3072" y="631"/>
                  </a:lnTo>
                  <a:lnTo>
                    <a:pt x="3077" y="647"/>
                  </a:lnTo>
                  <a:lnTo>
                    <a:pt x="3082" y="663"/>
                  </a:lnTo>
                  <a:lnTo>
                    <a:pt x="3085" y="669"/>
                  </a:lnTo>
                  <a:lnTo>
                    <a:pt x="3088" y="675"/>
                  </a:lnTo>
                  <a:lnTo>
                    <a:pt x="3091" y="681"/>
                  </a:lnTo>
                  <a:lnTo>
                    <a:pt x="3094" y="685"/>
                  </a:lnTo>
                  <a:lnTo>
                    <a:pt x="3101" y="693"/>
                  </a:lnTo>
                  <a:lnTo>
                    <a:pt x="3109" y="701"/>
                  </a:lnTo>
                  <a:lnTo>
                    <a:pt x="3117" y="705"/>
                  </a:lnTo>
                  <a:lnTo>
                    <a:pt x="3125" y="709"/>
                  </a:lnTo>
                  <a:lnTo>
                    <a:pt x="3134" y="713"/>
                  </a:lnTo>
                  <a:lnTo>
                    <a:pt x="3143" y="713"/>
                  </a:lnTo>
                  <a:lnTo>
                    <a:pt x="3153" y="713"/>
                  </a:lnTo>
                  <a:lnTo>
                    <a:pt x="3171" y="713"/>
                  </a:lnTo>
                  <a:lnTo>
                    <a:pt x="3189" y="709"/>
                  </a:lnTo>
                  <a:lnTo>
                    <a:pt x="3209" y="703"/>
                  </a:lnTo>
                  <a:lnTo>
                    <a:pt x="3228" y="697"/>
                  </a:lnTo>
                  <a:lnTo>
                    <a:pt x="3229" y="697"/>
                  </a:lnTo>
                  <a:lnTo>
                    <a:pt x="3231" y="697"/>
                  </a:lnTo>
                  <a:lnTo>
                    <a:pt x="3235" y="697"/>
                  </a:lnTo>
                  <a:lnTo>
                    <a:pt x="3236" y="699"/>
                  </a:lnTo>
                  <a:lnTo>
                    <a:pt x="3237" y="703"/>
                  </a:lnTo>
                  <a:lnTo>
                    <a:pt x="3238" y="705"/>
                  </a:lnTo>
                  <a:lnTo>
                    <a:pt x="3238" y="709"/>
                  </a:lnTo>
                  <a:lnTo>
                    <a:pt x="3238" y="721"/>
                  </a:lnTo>
                  <a:lnTo>
                    <a:pt x="3237" y="725"/>
                  </a:lnTo>
                  <a:lnTo>
                    <a:pt x="3236" y="729"/>
                  </a:lnTo>
                  <a:lnTo>
                    <a:pt x="3235" y="731"/>
                  </a:lnTo>
                  <a:lnTo>
                    <a:pt x="3233" y="733"/>
                  </a:lnTo>
                  <a:lnTo>
                    <a:pt x="3229" y="737"/>
                  </a:lnTo>
                  <a:lnTo>
                    <a:pt x="3210" y="743"/>
                  </a:lnTo>
                  <a:lnTo>
                    <a:pt x="3190" y="749"/>
                  </a:lnTo>
                  <a:lnTo>
                    <a:pt x="3171" y="751"/>
                  </a:lnTo>
                  <a:lnTo>
                    <a:pt x="3153" y="753"/>
                  </a:lnTo>
                  <a:lnTo>
                    <a:pt x="3141" y="753"/>
                  </a:lnTo>
                  <a:lnTo>
                    <a:pt x="3129" y="751"/>
                  </a:lnTo>
                  <a:lnTo>
                    <a:pt x="3118" y="747"/>
                  </a:lnTo>
                  <a:lnTo>
                    <a:pt x="3108" y="741"/>
                  </a:lnTo>
                  <a:lnTo>
                    <a:pt x="3098" y="735"/>
                  </a:lnTo>
                  <a:lnTo>
                    <a:pt x="3093" y="731"/>
                  </a:lnTo>
                  <a:lnTo>
                    <a:pt x="3089" y="727"/>
                  </a:lnTo>
                  <a:lnTo>
                    <a:pt x="3080" y="715"/>
                  </a:lnTo>
                  <a:lnTo>
                    <a:pt x="3072" y="703"/>
                  </a:lnTo>
                  <a:lnTo>
                    <a:pt x="3068" y="695"/>
                  </a:lnTo>
                  <a:lnTo>
                    <a:pt x="3065" y="687"/>
                  </a:lnTo>
                  <a:lnTo>
                    <a:pt x="3058" y="669"/>
                  </a:lnTo>
                  <a:lnTo>
                    <a:pt x="3053" y="649"/>
                  </a:lnTo>
                  <a:lnTo>
                    <a:pt x="3048" y="627"/>
                  </a:lnTo>
                  <a:lnTo>
                    <a:pt x="3046" y="615"/>
                  </a:lnTo>
                  <a:lnTo>
                    <a:pt x="3044" y="601"/>
                  </a:lnTo>
                  <a:lnTo>
                    <a:pt x="3041" y="573"/>
                  </a:lnTo>
                  <a:lnTo>
                    <a:pt x="3039" y="543"/>
                  </a:lnTo>
                  <a:lnTo>
                    <a:pt x="3039" y="527"/>
                  </a:lnTo>
                  <a:lnTo>
                    <a:pt x="3039" y="509"/>
                  </a:lnTo>
                  <a:lnTo>
                    <a:pt x="3039" y="443"/>
                  </a:lnTo>
                  <a:lnTo>
                    <a:pt x="3039" y="417"/>
                  </a:lnTo>
                  <a:lnTo>
                    <a:pt x="3040" y="391"/>
                  </a:lnTo>
                  <a:lnTo>
                    <a:pt x="3043" y="369"/>
                  </a:lnTo>
                  <a:lnTo>
                    <a:pt x="3045" y="345"/>
                  </a:lnTo>
                  <a:lnTo>
                    <a:pt x="3047" y="335"/>
                  </a:lnTo>
                  <a:lnTo>
                    <a:pt x="3049" y="325"/>
                  </a:lnTo>
                  <a:lnTo>
                    <a:pt x="3051" y="315"/>
                  </a:lnTo>
                  <a:lnTo>
                    <a:pt x="3053" y="305"/>
                  </a:lnTo>
                  <a:lnTo>
                    <a:pt x="3056" y="296"/>
                  </a:lnTo>
                  <a:lnTo>
                    <a:pt x="3059" y="288"/>
                  </a:lnTo>
                  <a:lnTo>
                    <a:pt x="3065" y="270"/>
                  </a:lnTo>
                  <a:lnTo>
                    <a:pt x="3072" y="256"/>
                  </a:lnTo>
                  <a:lnTo>
                    <a:pt x="3079" y="242"/>
                  </a:lnTo>
                  <a:lnTo>
                    <a:pt x="3087" y="230"/>
                  </a:lnTo>
                  <a:lnTo>
                    <a:pt x="3097" y="220"/>
                  </a:lnTo>
                  <a:lnTo>
                    <a:pt x="3106" y="212"/>
                  </a:lnTo>
                  <a:lnTo>
                    <a:pt x="3117" y="208"/>
                  </a:lnTo>
                  <a:lnTo>
                    <a:pt x="3128" y="204"/>
                  </a:lnTo>
                  <a:lnTo>
                    <a:pt x="3134" y="202"/>
                  </a:lnTo>
                  <a:lnTo>
                    <a:pt x="3141" y="202"/>
                  </a:lnTo>
                  <a:lnTo>
                    <a:pt x="3154" y="204"/>
                  </a:lnTo>
                  <a:lnTo>
                    <a:pt x="3160" y="204"/>
                  </a:lnTo>
                  <a:lnTo>
                    <a:pt x="3166" y="206"/>
                  </a:lnTo>
                  <a:lnTo>
                    <a:pt x="3177" y="212"/>
                  </a:lnTo>
                  <a:lnTo>
                    <a:pt x="3182" y="216"/>
                  </a:lnTo>
                  <a:lnTo>
                    <a:pt x="3186" y="220"/>
                  </a:lnTo>
                  <a:lnTo>
                    <a:pt x="3196" y="230"/>
                  </a:lnTo>
                  <a:lnTo>
                    <a:pt x="3204" y="240"/>
                  </a:lnTo>
                  <a:lnTo>
                    <a:pt x="3211" y="254"/>
                  </a:lnTo>
                  <a:lnTo>
                    <a:pt x="3214" y="260"/>
                  </a:lnTo>
                  <a:lnTo>
                    <a:pt x="3218" y="268"/>
                  </a:lnTo>
                  <a:lnTo>
                    <a:pt x="3223" y="286"/>
                  </a:lnTo>
                  <a:lnTo>
                    <a:pt x="3228" y="303"/>
                  </a:lnTo>
                  <a:lnTo>
                    <a:pt x="3232" y="323"/>
                  </a:lnTo>
                  <a:lnTo>
                    <a:pt x="3236" y="343"/>
                  </a:lnTo>
                  <a:lnTo>
                    <a:pt x="3238" y="365"/>
                  </a:lnTo>
                  <a:lnTo>
                    <a:pt x="3240" y="389"/>
                  </a:lnTo>
                  <a:lnTo>
                    <a:pt x="3241" y="415"/>
                  </a:lnTo>
                  <a:lnTo>
                    <a:pt x="3242" y="441"/>
                  </a:lnTo>
                  <a:lnTo>
                    <a:pt x="3242" y="469"/>
                  </a:lnTo>
                  <a:lnTo>
                    <a:pt x="3241" y="473"/>
                  </a:lnTo>
                  <a:lnTo>
                    <a:pt x="3241" y="475"/>
                  </a:lnTo>
                  <a:lnTo>
                    <a:pt x="3239" y="483"/>
                  </a:lnTo>
                  <a:lnTo>
                    <a:pt x="3236" y="487"/>
                  </a:lnTo>
                  <a:lnTo>
                    <a:pt x="3232" y="487"/>
                  </a:lnTo>
                  <a:close/>
                  <a:moveTo>
                    <a:pt x="3220" y="441"/>
                  </a:moveTo>
                  <a:lnTo>
                    <a:pt x="3219" y="417"/>
                  </a:lnTo>
                  <a:lnTo>
                    <a:pt x="3219" y="397"/>
                  </a:lnTo>
                  <a:lnTo>
                    <a:pt x="3217" y="375"/>
                  </a:lnTo>
                  <a:lnTo>
                    <a:pt x="3215" y="357"/>
                  </a:lnTo>
                  <a:lnTo>
                    <a:pt x="3213" y="339"/>
                  </a:lnTo>
                  <a:lnTo>
                    <a:pt x="3210" y="321"/>
                  </a:lnTo>
                  <a:lnTo>
                    <a:pt x="3208" y="315"/>
                  </a:lnTo>
                  <a:lnTo>
                    <a:pt x="3206" y="307"/>
                  </a:lnTo>
                  <a:lnTo>
                    <a:pt x="3202" y="294"/>
                  </a:lnTo>
                  <a:lnTo>
                    <a:pt x="3199" y="288"/>
                  </a:lnTo>
                  <a:lnTo>
                    <a:pt x="3197" y="282"/>
                  </a:lnTo>
                  <a:lnTo>
                    <a:pt x="3194" y="276"/>
                  </a:lnTo>
                  <a:lnTo>
                    <a:pt x="3191" y="272"/>
                  </a:lnTo>
                  <a:lnTo>
                    <a:pt x="3188" y="266"/>
                  </a:lnTo>
                  <a:lnTo>
                    <a:pt x="3185" y="262"/>
                  </a:lnTo>
                  <a:lnTo>
                    <a:pt x="3178" y="256"/>
                  </a:lnTo>
                  <a:lnTo>
                    <a:pt x="3170" y="250"/>
                  </a:lnTo>
                  <a:lnTo>
                    <a:pt x="3161" y="246"/>
                  </a:lnTo>
                  <a:lnTo>
                    <a:pt x="3152" y="242"/>
                  </a:lnTo>
                  <a:lnTo>
                    <a:pt x="3141" y="242"/>
                  </a:lnTo>
                  <a:lnTo>
                    <a:pt x="3130" y="242"/>
                  </a:lnTo>
                  <a:lnTo>
                    <a:pt x="3126" y="244"/>
                  </a:lnTo>
                  <a:lnTo>
                    <a:pt x="3121" y="246"/>
                  </a:lnTo>
                  <a:lnTo>
                    <a:pt x="3112" y="250"/>
                  </a:lnTo>
                  <a:lnTo>
                    <a:pt x="3105" y="256"/>
                  </a:lnTo>
                  <a:lnTo>
                    <a:pt x="3097" y="264"/>
                  </a:lnTo>
                  <a:lnTo>
                    <a:pt x="3091" y="274"/>
                  </a:lnTo>
                  <a:lnTo>
                    <a:pt x="3085" y="284"/>
                  </a:lnTo>
                  <a:lnTo>
                    <a:pt x="3080" y="298"/>
                  </a:lnTo>
                  <a:lnTo>
                    <a:pt x="3075" y="311"/>
                  </a:lnTo>
                  <a:lnTo>
                    <a:pt x="3073" y="317"/>
                  </a:lnTo>
                  <a:lnTo>
                    <a:pt x="3071" y="325"/>
                  </a:lnTo>
                  <a:lnTo>
                    <a:pt x="3068" y="343"/>
                  </a:lnTo>
                  <a:lnTo>
                    <a:pt x="3066" y="361"/>
                  </a:lnTo>
                  <a:lnTo>
                    <a:pt x="3064" y="379"/>
                  </a:lnTo>
                  <a:lnTo>
                    <a:pt x="3062" y="399"/>
                  </a:lnTo>
                  <a:lnTo>
                    <a:pt x="3061" y="421"/>
                  </a:lnTo>
                  <a:lnTo>
                    <a:pt x="3061" y="443"/>
                  </a:lnTo>
                  <a:lnTo>
                    <a:pt x="3220" y="447"/>
                  </a:lnTo>
                  <a:lnTo>
                    <a:pt x="3220" y="441"/>
                  </a:lnTo>
                  <a:close/>
                  <a:moveTo>
                    <a:pt x="3726" y="699"/>
                  </a:moveTo>
                  <a:lnTo>
                    <a:pt x="3724" y="713"/>
                  </a:lnTo>
                  <a:lnTo>
                    <a:pt x="3722" y="723"/>
                  </a:lnTo>
                  <a:lnTo>
                    <a:pt x="3720" y="733"/>
                  </a:lnTo>
                  <a:lnTo>
                    <a:pt x="3718" y="737"/>
                  </a:lnTo>
                  <a:lnTo>
                    <a:pt x="3717" y="741"/>
                  </a:lnTo>
                  <a:lnTo>
                    <a:pt x="3714" y="747"/>
                  </a:lnTo>
                  <a:lnTo>
                    <a:pt x="3710" y="751"/>
                  </a:lnTo>
                  <a:lnTo>
                    <a:pt x="3705" y="753"/>
                  </a:lnTo>
                  <a:lnTo>
                    <a:pt x="3700" y="753"/>
                  </a:lnTo>
                  <a:lnTo>
                    <a:pt x="3694" y="753"/>
                  </a:lnTo>
                  <a:lnTo>
                    <a:pt x="3692" y="751"/>
                  </a:lnTo>
                  <a:lnTo>
                    <a:pt x="3690" y="749"/>
                  </a:lnTo>
                  <a:lnTo>
                    <a:pt x="3688" y="747"/>
                  </a:lnTo>
                  <a:lnTo>
                    <a:pt x="3686" y="745"/>
                  </a:lnTo>
                  <a:lnTo>
                    <a:pt x="3684" y="741"/>
                  </a:lnTo>
                  <a:lnTo>
                    <a:pt x="3683" y="739"/>
                  </a:lnTo>
                  <a:lnTo>
                    <a:pt x="3680" y="731"/>
                  </a:lnTo>
                  <a:lnTo>
                    <a:pt x="3678" y="721"/>
                  </a:lnTo>
                  <a:lnTo>
                    <a:pt x="3676" y="709"/>
                  </a:lnTo>
                  <a:lnTo>
                    <a:pt x="3674" y="695"/>
                  </a:lnTo>
                  <a:lnTo>
                    <a:pt x="3621" y="313"/>
                  </a:lnTo>
                  <a:lnTo>
                    <a:pt x="3619" y="305"/>
                  </a:lnTo>
                  <a:lnTo>
                    <a:pt x="3618" y="305"/>
                  </a:lnTo>
                  <a:lnTo>
                    <a:pt x="3617" y="305"/>
                  </a:lnTo>
                  <a:lnTo>
                    <a:pt x="3615" y="305"/>
                  </a:lnTo>
                  <a:lnTo>
                    <a:pt x="3614" y="313"/>
                  </a:lnTo>
                  <a:lnTo>
                    <a:pt x="3560" y="695"/>
                  </a:lnTo>
                  <a:lnTo>
                    <a:pt x="3556" y="721"/>
                  </a:lnTo>
                  <a:lnTo>
                    <a:pt x="3554" y="731"/>
                  </a:lnTo>
                  <a:lnTo>
                    <a:pt x="3552" y="739"/>
                  </a:lnTo>
                  <a:lnTo>
                    <a:pt x="3548" y="745"/>
                  </a:lnTo>
                  <a:lnTo>
                    <a:pt x="3545" y="749"/>
                  </a:lnTo>
                  <a:lnTo>
                    <a:pt x="3540" y="753"/>
                  </a:lnTo>
                  <a:lnTo>
                    <a:pt x="3535" y="753"/>
                  </a:lnTo>
                  <a:lnTo>
                    <a:pt x="3529" y="753"/>
                  </a:lnTo>
                  <a:lnTo>
                    <a:pt x="3525" y="751"/>
                  </a:lnTo>
                  <a:lnTo>
                    <a:pt x="3521" y="747"/>
                  </a:lnTo>
                  <a:lnTo>
                    <a:pt x="3517" y="741"/>
                  </a:lnTo>
                  <a:lnTo>
                    <a:pt x="3516" y="737"/>
                  </a:lnTo>
                  <a:lnTo>
                    <a:pt x="3515" y="733"/>
                  </a:lnTo>
                  <a:lnTo>
                    <a:pt x="3513" y="729"/>
                  </a:lnTo>
                  <a:lnTo>
                    <a:pt x="3512" y="723"/>
                  </a:lnTo>
                  <a:lnTo>
                    <a:pt x="3510" y="713"/>
                  </a:lnTo>
                  <a:lnTo>
                    <a:pt x="3508" y="699"/>
                  </a:lnTo>
                  <a:lnTo>
                    <a:pt x="3452" y="232"/>
                  </a:lnTo>
                  <a:lnTo>
                    <a:pt x="3452" y="228"/>
                  </a:lnTo>
                  <a:lnTo>
                    <a:pt x="3452" y="222"/>
                  </a:lnTo>
                  <a:lnTo>
                    <a:pt x="3452" y="218"/>
                  </a:lnTo>
                  <a:lnTo>
                    <a:pt x="3453" y="216"/>
                  </a:lnTo>
                  <a:lnTo>
                    <a:pt x="3454" y="212"/>
                  </a:lnTo>
                  <a:lnTo>
                    <a:pt x="3456" y="210"/>
                  </a:lnTo>
                  <a:lnTo>
                    <a:pt x="3458" y="208"/>
                  </a:lnTo>
                  <a:lnTo>
                    <a:pt x="3461" y="208"/>
                  </a:lnTo>
                  <a:lnTo>
                    <a:pt x="3467" y="208"/>
                  </a:lnTo>
                  <a:lnTo>
                    <a:pt x="3470" y="212"/>
                  </a:lnTo>
                  <a:lnTo>
                    <a:pt x="3471" y="216"/>
                  </a:lnTo>
                  <a:lnTo>
                    <a:pt x="3472" y="222"/>
                  </a:lnTo>
                  <a:lnTo>
                    <a:pt x="3528" y="689"/>
                  </a:lnTo>
                  <a:lnTo>
                    <a:pt x="3530" y="703"/>
                  </a:lnTo>
                  <a:lnTo>
                    <a:pt x="3531" y="711"/>
                  </a:lnTo>
                  <a:lnTo>
                    <a:pt x="3533" y="713"/>
                  </a:lnTo>
                  <a:lnTo>
                    <a:pt x="3535" y="713"/>
                  </a:lnTo>
                  <a:lnTo>
                    <a:pt x="3536" y="713"/>
                  </a:lnTo>
                  <a:lnTo>
                    <a:pt x="3538" y="709"/>
                  </a:lnTo>
                  <a:lnTo>
                    <a:pt x="3539" y="703"/>
                  </a:lnTo>
                  <a:lnTo>
                    <a:pt x="3541" y="689"/>
                  </a:lnTo>
                  <a:lnTo>
                    <a:pt x="3596" y="301"/>
                  </a:lnTo>
                  <a:lnTo>
                    <a:pt x="3597" y="294"/>
                  </a:lnTo>
                  <a:lnTo>
                    <a:pt x="3599" y="286"/>
                  </a:lnTo>
                  <a:lnTo>
                    <a:pt x="3601" y="280"/>
                  </a:lnTo>
                  <a:lnTo>
                    <a:pt x="3604" y="274"/>
                  </a:lnTo>
                  <a:lnTo>
                    <a:pt x="3607" y="270"/>
                  </a:lnTo>
                  <a:lnTo>
                    <a:pt x="3610" y="268"/>
                  </a:lnTo>
                  <a:lnTo>
                    <a:pt x="3614" y="266"/>
                  </a:lnTo>
                  <a:lnTo>
                    <a:pt x="3617" y="266"/>
                  </a:lnTo>
                  <a:lnTo>
                    <a:pt x="3621" y="266"/>
                  </a:lnTo>
                  <a:lnTo>
                    <a:pt x="3624" y="268"/>
                  </a:lnTo>
                  <a:lnTo>
                    <a:pt x="3627" y="270"/>
                  </a:lnTo>
                  <a:lnTo>
                    <a:pt x="3630" y="274"/>
                  </a:lnTo>
                  <a:lnTo>
                    <a:pt x="3633" y="280"/>
                  </a:lnTo>
                  <a:lnTo>
                    <a:pt x="3634" y="282"/>
                  </a:lnTo>
                  <a:lnTo>
                    <a:pt x="3635" y="286"/>
                  </a:lnTo>
                  <a:lnTo>
                    <a:pt x="3637" y="294"/>
                  </a:lnTo>
                  <a:lnTo>
                    <a:pt x="3639" y="301"/>
                  </a:lnTo>
                  <a:lnTo>
                    <a:pt x="3693" y="689"/>
                  </a:lnTo>
                  <a:lnTo>
                    <a:pt x="3695" y="703"/>
                  </a:lnTo>
                  <a:lnTo>
                    <a:pt x="3696" y="707"/>
                  </a:lnTo>
                  <a:lnTo>
                    <a:pt x="3697" y="709"/>
                  </a:lnTo>
                  <a:lnTo>
                    <a:pt x="3698" y="713"/>
                  </a:lnTo>
                  <a:lnTo>
                    <a:pt x="3700" y="713"/>
                  </a:lnTo>
                  <a:lnTo>
                    <a:pt x="3701" y="713"/>
                  </a:lnTo>
                  <a:lnTo>
                    <a:pt x="3702" y="713"/>
                  </a:lnTo>
                  <a:lnTo>
                    <a:pt x="3703" y="711"/>
                  </a:lnTo>
                  <a:lnTo>
                    <a:pt x="3704" y="707"/>
                  </a:lnTo>
                  <a:lnTo>
                    <a:pt x="3705" y="703"/>
                  </a:lnTo>
                  <a:lnTo>
                    <a:pt x="3707" y="689"/>
                  </a:lnTo>
                  <a:lnTo>
                    <a:pt x="3761" y="222"/>
                  </a:lnTo>
                  <a:lnTo>
                    <a:pt x="3762" y="216"/>
                  </a:lnTo>
                  <a:lnTo>
                    <a:pt x="3763" y="212"/>
                  </a:lnTo>
                  <a:lnTo>
                    <a:pt x="3764" y="210"/>
                  </a:lnTo>
                  <a:lnTo>
                    <a:pt x="3766" y="208"/>
                  </a:lnTo>
                  <a:lnTo>
                    <a:pt x="3767" y="208"/>
                  </a:lnTo>
                  <a:lnTo>
                    <a:pt x="3769" y="208"/>
                  </a:lnTo>
                  <a:lnTo>
                    <a:pt x="3773" y="208"/>
                  </a:lnTo>
                  <a:lnTo>
                    <a:pt x="3777" y="210"/>
                  </a:lnTo>
                  <a:lnTo>
                    <a:pt x="3779" y="212"/>
                  </a:lnTo>
                  <a:lnTo>
                    <a:pt x="3781" y="214"/>
                  </a:lnTo>
                  <a:lnTo>
                    <a:pt x="3782" y="218"/>
                  </a:lnTo>
                  <a:lnTo>
                    <a:pt x="3782" y="222"/>
                  </a:lnTo>
                  <a:lnTo>
                    <a:pt x="3781" y="232"/>
                  </a:lnTo>
                  <a:lnTo>
                    <a:pt x="3726" y="699"/>
                  </a:lnTo>
                  <a:close/>
                  <a:moveTo>
                    <a:pt x="3953" y="753"/>
                  </a:moveTo>
                  <a:lnTo>
                    <a:pt x="3940" y="753"/>
                  </a:lnTo>
                  <a:lnTo>
                    <a:pt x="3934" y="751"/>
                  </a:lnTo>
                  <a:lnTo>
                    <a:pt x="3929" y="749"/>
                  </a:lnTo>
                  <a:lnTo>
                    <a:pt x="3918" y="745"/>
                  </a:lnTo>
                  <a:lnTo>
                    <a:pt x="3908" y="737"/>
                  </a:lnTo>
                  <a:lnTo>
                    <a:pt x="3903" y="733"/>
                  </a:lnTo>
                  <a:lnTo>
                    <a:pt x="3898" y="729"/>
                  </a:lnTo>
                  <a:lnTo>
                    <a:pt x="3890" y="717"/>
                  </a:lnTo>
                  <a:lnTo>
                    <a:pt x="3882" y="705"/>
                  </a:lnTo>
                  <a:lnTo>
                    <a:pt x="3875" y="689"/>
                  </a:lnTo>
                  <a:lnTo>
                    <a:pt x="3872" y="683"/>
                  </a:lnTo>
                  <a:lnTo>
                    <a:pt x="3869" y="673"/>
                  </a:lnTo>
                  <a:lnTo>
                    <a:pt x="3866" y="665"/>
                  </a:lnTo>
                  <a:lnTo>
                    <a:pt x="3864" y="655"/>
                  </a:lnTo>
                  <a:lnTo>
                    <a:pt x="3859" y="635"/>
                  </a:lnTo>
                  <a:lnTo>
                    <a:pt x="3856" y="615"/>
                  </a:lnTo>
                  <a:lnTo>
                    <a:pt x="3853" y="591"/>
                  </a:lnTo>
                  <a:lnTo>
                    <a:pt x="3851" y="567"/>
                  </a:lnTo>
                  <a:lnTo>
                    <a:pt x="3850" y="541"/>
                  </a:lnTo>
                  <a:lnTo>
                    <a:pt x="3849" y="513"/>
                  </a:lnTo>
                  <a:lnTo>
                    <a:pt x="3849" y="443"/>
                  </a:lnTo>
                  <a:lnTo>
                    <a:pt x="3850" y="415"/>
                  </a:lnTo>
                  <a:lnTo>
                    <a:pt x="3851" y="389"/>
                  </a:lnTo>
                  <a:lnTo>
                    <a:pt x="3853" y="363"/>
                  </a:lnTo>
                  <a:lnTo>
                    <a:pt x="3856" y="341"/>
                  </a:lnTo>
                  <a:lnTo>
                    <a:pt x="3857" y="329"/>
                  </a:lnTo>
                  <a:lnTo>
                    <a:pt x="3859" y="319"/>
                  </a:lnTo>
                  <a:lnTo>
                    <a:pt x="3861" y="309"/>
                  </a:lnTo>
                  <a:lnTo>
                    <a:pt x="3864" y="300"/>
                  </a:lnTo>
                  <a:lnTo>
                    <a:pt x="3866" y="290"/>
                  </a:lnTo>
                  <a:lnTo>
                    <a:pt x="3869" y="282"/>
                  </a:lnTo>
                  <a:lnTo>
                    <a:pt x="3875" y="266"/>
                  </a:lnTo>
                  <a:lnTo>
                    <a:pt x="3882" y="252"/>
                  </a:lnTo>
                  <a:lnTo>
                    <a:pt x="3886" y="244"/>
                  </a:lnTo>
                  <a:lnTo>
                    <a:pt x="3890" y="238"/>
                  </a:lnTo>
                  <a:lnTo>
                    <a:pt x="3898" y="228"/>
                  </a:lnTo>
                  <a:lnTo>
                    <a:pt x="3903" y="222"/>
                  </a:lnTo>
                  <a:lnTo>
                    <a:pt x="3908" y="218"/>
                  </a:lnTo>
                  <a:lnTo>
                    <a:pt x="3918" y="212"/>
                  </a:lnTo>
                  <a:lnTo>
                    <a:pt x="3929" y="206"/>
                  </a:lnTo>
                  <a:lnTo>
                    <a:pt x="3934" y="204"/>
                  </a:lnTo>
                  <a:lnTo>
                    <a:pt x="3940" y="204"/>
                  </a:lnTo>
                  <a:lnTo>
                    <a:pt x="3953" y="202"/>
                  </a:lnTo>
                  <a:lnTo>
                    <a:pt x="3965" y="204"/>
                  </a:lnTo>
                  <a:lnTo>
                    <a:pt x="3971" y="204"/>
                  </a:lnTo>
                  <a:lnTo>
                    <a:pt x="3977" y="206"/>
                  </a:lnTo>
                  <a:lnTo>
                    <a:pt x="3988" y="212"/>
                  </a:lnTo>
                  <a:lnTo>
                    <a:pt x="3998" y="218"/>
                  </a:lnTo>
                  <a:lnTo>
                    <a:pt x="4003" y="222"/>
                  </a:lnTo>
                  <a:lnTo>
                    <a:pt x="4007" y="228"/>
                  </a:lnTo>
                  <a:lnTo>
                    <a:pt x="4016" y="238"/>
                  </a:lnTo>
                  <a:lnTo>
                    <a:pt x="4024" y="252"/>
                  </a:lnTo>
                  <a:lnTo>
                    <a:pt x="4031" y="266"/>
                  </a:lnTo>
                  <a:lnTo>
                    <a:pt x="4034" y="274"/>
                  </a:lnTo>
                  <a:lnTo>
                    <a:pt x="4037" y="282"/>
                  </a:lnTo>
                  <a:lnTo>
                    <a:pt x="4039" y="290"/>
                  </a:lnTo>
                  <a:lnTo>
                    <a:pt x="4042" y="300"/>
                  </a:lnTo>
                  <a:lnTo>
                    <a:pt x="4046" y="319"/>
                  </a:lnTo>
                  <a:lnTo>
                    <a:pt x="4050" y="341"/>
                  </a:lnTo>
                  <a:lnTo>
                    <a:pt x="4053" y="363"/>
                  </a:lnTo>
                  <a:lnTo>
                    <a:pt x="4055" y="389"/>
                  </a:lnTo>
                  <a:lnTo>
                    <a:pt x="4056" y="415"/>
                  </a:lnTo>
                  <a:lnTo>
                    <a:pt x="4057" y="443"/>
                  </a:lnTo>
                  <a:lnTo>
                    <a:pt x="4057" y="513"/>
                  </a:lnTo>
                  <a:lnTo>
                    <a:pt x="4056" y="541"/>
                  </a:lnTo>
                  <a:lnTo>
                    <a:pt x="4055" y="567"/>
                  </a:lnTo>
                  <a:lnTo>
                    <a:pt x="4053" y="591"/>
                  </a:lnTo>
                  <a:lnTo>
                    <a:pt x="4050" y="615"/>
                  </a:lnTo>
                  <a:lnTo>
                    <a:pt x="4048" y="625"/>
                  </a:lnTo>
                  <a:lnTo>
                    <a:pt x="4046" y="635"/>
                  </a:lnTo>
                  <a:lnTo>
                    <a:pt x="4044" y="645"/>
                  </a:lnTo>
                  <a:lnTo>
                    <a:pt x="4042" y="655"/>
                  </a:lnTo>
                  <a:lnTo>
                    <a:pt x="4039" y="665"/>
                  </a:lnTo>
                  <a:lnTo>
                    <a:pt x="4037" y="673"/>
                  </a:lnTo>
                  <a:lnTo>
                    <a:pt x="4031" y="689"/>
                  </a:lnTo>
                  <a:lnTo>
                    <a:pt x="4024" y="705"/>
                  </a:lnTo>
                  <a:lnTo>
                    <a:pt x="4020" y="711"/>
                  </a:lnTo>
                  <a:lnTo>
                    <a:pt x="4016" y="717"/>
                  </a:lnTo>
                  <a:lnTo>
                    <a:pt x="4007" y="729"/>
                  </a:lnTo>
                  <a:lnTo>
                    <a:pt x="4003" y="733"/>
                  </a:lnTo>
                  <a:lnTo>
                    <a:pt x="3998" y="737"/>
                  </a:lnTo>
                  <a:lnTo>
                    <a:pt x="3988" y="745"/>
                  </a:lnTo>
                  <a:lnTo>
                    <a:pt x="3977" y="749"/>
                  </a:lnTo>
                  <a:lnTo>
                    <a:pt x="3971" y="751"/>
                  </a:lnTo>
                  <a:lnTo>
                    <a:pt x="3965" y="753"/>
                  </a:lnTo>
                  <a:lnTo>
                    <a:pt x="3953" y="753"/>
                  </a:lnTo>
                  <a:close/>
                  <a:moveTo>
                    <a:pt x="4034" y="443"/>
                  </a:moveTo>
                  <a:lnTo>
                    <a:pt x="4034" y="419"/>
                  </a:lnTo>
                  <a:lnTo>
                    <a:pt x="4033" y="397"/>
                  </a:lnTo>
                  <a:lnTo>
                    <a:pt x="4033" y="387"/>
                  </a:lnTo>
                  <a:lnTo>
                    <a:pt x="4032" y="377"/>
                  </a:lnTo>
                  <a:lnTo>
                    <a:pt x="4030" y="359"/>
                  </a:lnTo>
                  <a:lnTo>
                    <a:pt x="4027" y="341"/>
                  </a:lnTo>
                  <a:lnTo>
                    <a:pt x="4024" y="323"/>
                  </a:lnTo>
                  <a:lnTo>
                    <a:pt x="4020" y="309"/>
                  </a:lnTo>
                  <a:lnTo>
                    <a:pt x="4016" y="296"/>
                  </a:lnTo>
                  <a:lnTo>
                    <a:pt x="4011" y="284"/>
                  </a:lnTo>
                  <a:lnTo>
                    <a:pt x="4008" y="278"/>
                  </a:lnTo>
                  <a:lnTo>
                    <a:pt x="4005" y="272"/>
                  </a:lnTo>
                  <a:lnTo>
                    <a:pt x="3998" y="264"/>
                  </a:lnTo>
                  <a:lnTo>
                    <a:pt x="3994" y="260"/>
                  </a:lnTo>
                  <a:lnTo>
                    <a:pt x="3990" y="256"/>
                  </a:lnTo>
                  <a:lnTo>
                    <a:pt x="3986" y="252"/>
                  </a:lnTo>
                  <a:lnTo>
                    <a:pt x="3982" y="250"/>
                  </a:lnTo>
                  <a:lnTo>
                    <a:pt x="3973" y="246"/>
                  </a:lnTo>
                  <a:lnTo>
                    <a:pt x="3963" y="242"/>
                  </a:lnTo>
                  <a:lnTo>
                    <a:pt x="3953" y="242"/>
                  </a:lnTo>
                  <a:lnTo>
                    <a:pt x="3942" y="242"/>
                  </a:lnTo>
                  <a:lnTo>
                    <a:pt x="3932" y="246"/>
                  </a:lnTo>
                  <a:lnTo>
                    <a:pt x="3928" y="248"/>
                  </a:lnTo>
                  <a:lnTo>
                    <a:pt x="3923" y="250"/>
                  </a:lnTo>
                  <a:lnTo>
                    <a:pt x="3915" y="256"/>
                  </a:lnTo>
                  <a:lnTo>
                    <a:pt x="3908" y="264"/>
                  </a:lnTo>
                  <a:lnTo>
                    <a:pt x="3901" y="272"/>
                  </a:lnTo>
                  <a:lnTo>
                    <a:pt x="3895" y="284"/>
                  </a:lnTo>
                  <a:lnTo>
                    <a:pt x="3890" y="296"/>
                  </a:lnTo>
                  <a:lnTo>
                    <a:pt x="3888" y="301"/>
                  </a:lnTo>
                  <a:lnTo>
                    <a:pt x="3885" y="309"/>
                  </a:lnTo>
                  <a:lnTo>
                    <a:pt x="3882" y="323"/>
                  </a:lnTo>
                  <a:lnTo>
                    <a:pt x="3878" y="341"/>
                  </a:lnTo>
                  <a:lnTo>
                    <a:pt x="3876" y="359"/>
                  </a:lnTo>
                  <a:lnTo>
                    <a:pt x="3874" y="377"/>
                  </a:lnTo>
                  <a:lnTo>
                    <a:pt x="3872" y="397"/>
                  </a:lnTo>
                  <a:lnTo>
                    <a:pt x="3872" y="409"/>
                  </a:lnTo>
                  <a:lnTo>
                    <a:pt x="3872" y="419"/>
                  </a:lnTo>
                  <a:lnTo>
                    <a:pt x="3871" y="443"/>
                  </a:lnTo>
                  <a:lnTo>
                    <a:pt x="3871" y="513"/>
                  </a:lnTo>
                  <a:lnTo>
                    <a:pt x="3872" y="535"/>
                  </a:lnTo>
                  <a:lnTo>
                    <a:pt x="3872" y="557"/>
                  </a:lnTo>
                  <a:lnTo>
                    <a:pt x="3873" y="567"/>
                  </a:lnTo>
                  <a:lnTo>
                    <a:pt x="3874" y="577"/>
                  </a:lnTo>
                  <a:lnTo>
                    <a:pt x="3876" y="597"/>
                  </a:lnTo>
                  <a:lnTo>
                    <a:pt x="3878" y="615"/>
                  </a:lnTo>
                  <a:lnTo>
                    <a:pt x="3882" y="631"/>
                  </a:lnTo>
                  <a:lnTo>
                    <a:pt x="3885" y="645"/>
                  </a:lnTo>
                  <a:lnTo>
                    <a:pt x="3890" y="659"/>
                  </a:lnTo>
                  <a:lnTo>
                    <a:pt x="3895" y="673"/>
                  </a:lnTo>
                  <a:lnTo>
                    <a:pt x="3898" y="677"/>
                  </a:lnTo>
                  <a:lnTo>
                    <a:pt x="3901" y="683"/>
                  </a:lnTo>
                  <a:lnTo>
                    <a:pt x="3908" y="693"/>
                  </a:lnTo>
                  <a:lnTo>
                    <a:pt x="3911" y="697"/>
                  </a:lnTo>
                  <a:lnTo>
                    <a:pt x="3915" y="699"/>
                  </a:lnTo>
                  <a:lnTo>
                    <a:pt x="3919" y="703"/>
                  </a:lnTo>
                  <a:lnTo>
                    <a:pt x="3923" y="707"/>
                  </a:lnTo>
                  <a:lnTo>
                    <a:pt x="3932" y="711"/>
                  </a:lnTo>
                  <a:lnTo>
                    <a:pt x="3942" y="713"/>
                  </a:lnTo>
                  <a:lnTo>
                    <a:pt x="3953" y="713"/>
                  </a:lnTo>
                  <a:lnTo>
                    <a:pt x="3963" y="713"/>
                  </a:lnTo>
                  <a:lnTo>
                    <a:pt x="3973" y="711"/>
                  </a:lnTo>
                  <a:lnTo>
                    <a:pt x="3978" y="709"/>
                  </a:lnTo>
                  <a:lnTo>
                    <a:pt x="3982" y="707"/>
                  </a:lnTo>
                  <a:lnTo>
                    <a:pt x="3990" y="699"/>
                  </a:lnTo>
                  <a:lnTo>
                    <a:pt x="3998" y="693"/>
                  </a:lnTo>
                  <a:lnTo>
                    <a:pt x="4005" y="683"/>
                  </a:lnTo>
                  <a:lnTo>
                    <a:pt x="4011" y="673"/>
                  </a:lnTo>
                  <a:lnTo>
                    <a:pt x="4016" y="659"/>
                  </a:lnTo>
                  <a:lnTo>
                    <a:pt x="4018" y="653"/>
                  </a:lnTo>
                  <a:lnTo>
                    <a:pt x="4020" y="645"/>
                  </a:lnTo>
                  <a:lnTo>
                    <a:pt x="4024" y="631"/>
                  </a:lnTo>
                  <a:lnTo>
                    <a:pt x="4027" y="615"/>
                  </a:lnTo>
                  <a:lnTo>
                    <a:pt x="4030" y="597"/>
                  </a:lnTo>
                  <a:lnTo>
                    <a:pt x="4032" y="577"/>
                  </a:lnTo>
                  <a:lnTo>
                    <a:pt x="4033" y="557"/>
                  </a:lnTo>
                  <a:lnTo>
                    <a:pt x="4034" y="547"/>
                  </a:lnTo>
                  <a:lnTo>
                    <a:pt x="4034" y="535"/>
                  </a:lnTo>
                  <a:lnTo>
                    <a:pt x="4034" y="513"/>
                  </a:lnTo>
                  <a:lnTo>
                    <a:pt x="4034" y="443"/>
                  </a:lnTo>
                  <a:close/>
                  <a:moveTo>
                    <a:pt x="4237" y="242"/>
                  </a:moveTo>
                  <a:lnTo>
                    <a:pt x="4230" y="242"/>
                  </a:lnTo>
                  <a:lnTo>
                    <a:pt x="4222" y="244"/>
                  </a:lnTo>
                  <a:lnTo>
                    <a:pt x="4215" y="246"/>
                  </a:lnTo>
                  <a:lnTo>
                    <a:pt x="4206" y="250"/>
                  </a:lnTo>
                  <a:lnTo>
                    <a:pt x="4197" y="258"/>
                  </a:lnTo>
                  <a:lnTo>
                    <a:pt x="4188" y="266"/>
                  </a:lnTo>
                  <a:lnTo>
                    <a:pt x="4178" y="276"/>
                  </a:lnTo>
                  <a:lnTo>
                    <a:pt x="4167" y="288"/>
                  </a:lnTo>
                  <a:lnTo>
                    <a:pt x="4167" y="729"/>
                  </a:lnTo>
                  <a:lnTo>
                    <a:pt x="4167" y="731"/>
                  </a:lnTo>
                  <a:lnTo>
                    <a:pt x="4167" y="735"/>
                  </a:lnTo>
                  <a:lnTo>
                    <a:pt x="4164" y="741"/>
                  </a:lnTo>
                  <a:lnTo>
                    <a:pt x="4161" y="745"/>
                  </a:lnTo>
                  <a:lnTo>
                    <a:pt x="4158" y="747"/>
                  </a:lnTo>
                  <a:lnTo>
                    <a:pt x="4155" y="747"/>
                  </a:lnTo>
                  <a:lnTo>
                    <a:pt x="4152" y="745"/>
                  </a:lnTo>
                  <a:lnTo>
                    <a:pt x="4147" y="741"/>
                  </a:lnTo>
                  <a:lnTo>
                    <a:pt x="4145" y="735"/>
                  </a:lnTo>
                  <a:lnTo>
                    <a:pt x="4144" y="729"/>
                  </a:lnTo>
                  <a:lnTo>
                    <a:pt x="4144" y="228"/>
                  </a:lnTo>
                  <a:lnTo>
                    <a:pt x="4144" y="224"/>
                  </a:lnTo>
                  <a:lnTo>
                    <a:pt x="4145" y="220"/>
                  </a:lnTo>
                  <a:lnTo>
                    <a:pt x="4147" y="214"/>
                  </a:lnTo>
                  <a:lnTo>
                    <a:pt x="4149" y="210"/>
                  </a:lnTo>
                  <a:lnTo>
                    <a:pt x="4150" y="210"/>
                  </a:lnTo>
                  <a:lnTo>
                    <a:pt x="4152" y="208"/>
                  </a:lnTo>
                  <a:lnTo>
                    <a:pt x="4154" y="208"/>
                  </a:lnTo>
                  <a:lnTo>
                    <a:pt x="4158" y="208"/>
                  </a:lnTo>
                  <a:lnTo>
                    <a:pt x="4160" y="208"/>
                  </a:lnTo>
                  <a:lnTo>
                    <a:pt x="4162" y="210"/>
                  </a:lnTo>
                  <a:lnTo>
                    <a:pt x="4164" y="210"/>
                  </a:lnTo>
                  <a:lnTo>
                    <a:pt x="4165" y="214"/>
                  </a:lnTo>
                  <a:lnTo>
                    <a:pt x="4166" y="216"/>
                  </a:lnTo>
                  <a:lnTo>
                    <a:pt x="4167" y="220"/>
                  </a:lnTo>
                  <a:lnTo>
                    <a:pt x="4167" y="224"/>
                  </a:lnTo>
                  <a:lnTo>
                    <a:pt x="4167" y="228"/>
                  </a:lnTo>
                  <a:lnTo>
                    <a:pt x="4167" y="248"/>
                  </a:lnTo>
                  <a:lnTo>
                    <a:pt x="4177" y="238"/>
                  </a:lnTo>
                  <a:lnTo>
                    <a:pt x="4181" y="232"/>
                  </a:lnTo>
                  <a:lnTo>
                    <a:pt x="4186" y="228"/>
                  </a:lnTo>
                  <a:lnTo>
                    <a:pt x="4194" y="220"/>
                  </a:lnTo>
                  <a:lnTo>
                    <a:pt x="4203" y="214"/>
                  </a:lnTo>
                  <a:lnTo>
                    <a:pt x="4211" y="208"/>
                  </a:lnTo>
                  <a:lnTo>
                    <a:pt x="4220" y="206"/>
                  </a:lnTo>
                  <a:lnTo>
                    <a:pt x="4228" y="204"/>
                  </a:lnTo>
                  <a:lnTo>
                    <a:pt x="4237" y="202"/>
                  </a:lnTo>
                  <a:lnTo>
                    <a:pt x="4243" y="204"/>
                  </a:lnTo>
                  <a:lnTo>
                    <a:pt x="4245" y="204"/>
                  </a:lnTo>
                  <a:lnTo>
                    <a:pt x="4247" y="206"/>
                  </a:lnTo>
                  <a:lnTo>
                    <a:pt x="4249" y="208"/>
                  </a:lnTo>
                  <a:lnTo>
                    <a:pt x="4250" y="210"/>
                  </a:lnTo>
                  <a:lnTo>
                    <a:pt x="4251" y="214"/>
                  </a:lnTo>
                  <a:lnTo>
                    <a:pt x="4251" y="218"/>
                  </a:lnTo>
                  <a:lnTo>
                    <a:pt x="4251" y="226"/>
                  </a:lnTo>
                  <a:lnTo>
                    <a:pt x="4251" y="230"/>
                  </a:lnTo>
                  <a:lnTo>
                    <a:pt x="4250" y="234"/>
                  </a:lnTo>
                  <a:lnTo>
                    <a:pt x="4249" y="236"/>
                  </a:lnTo>
                  <a:lnTo>
                    <a:pt x="4247" y="238"/>
                  </a:lnTo>
                  <a:lnTo>
                    <a:pt x="4243" y="242"/>
                  </a:lnTo>
                  <a:lnTo>
                    <a:pt x="4237" y="242"/>
                  </a:lnTo>
                  <a:close/>
                  <a:moveTo>
                    <a:pt x="4344" y="753"/>
                  </a:moveTo>
                  <a:lnTo>
                    <a:pt x="4339" y="753"/>
                  </a:lnTo>
                  <a:lnTo>
                    <a:pt x="4335" y="751"/>
                  </a:lnTo>
                  <a:lnTo>
                    <a:pt x="4333" y="747"/>
                  </a:lnTo>
                  <a:lnTo>
                    <a:pt x="4331" y="741"/>
                  </a:lnTo>
                  <a:lnTo>
                    <a:pt x="4330" y="735"/>
                  </a:lnTo>
                  <a:lnTo>
                    <a:pt x="4330" y="20"/>
                  </a:lnTo>
                  <a:lnTo>
                    <a:pt x="4331" y="16"/>
                  </a:lnTo>
                  <a:lnTo>
                    <a:pt x="4331" y="12"/>
                  </a:lnTo>
                  <a:lnTo>
                    <a:pt x="4333" y="6"/>
                  </a:lnTo>
                  <a:lnTo>
                    <a:pt x="4334" y="4"/>
                  </a:lnTo>
                  <a:lnTo>
                    <a:pt x="4335" y="2"/>
                  </a:lnTo>
                  <a:lnTo>
                    <a:pt x="4339" y="0"/>
                  </a:lnTo>
                  <a:lnTo>
                    <a:pt x="4344" y="0"/>
                  </a:lnTo>
                  <a:lnTo>
                    <a:pt x="4347" y="2"/>
                  </a:lnTo>
                  <a:lnTo>
                    <a:pt x="4350" y="6"/>
                  </a:lnTo>
                  <a:lnTo>
                    <a:pt x="4352" y="12"/>
                  </a:lnTo>
                  <a:lnTo>
                    <a:pt x="4353" y="20"/>
                  </a:lnTo>
                  <a:lnTo>
                    <a:pt x="4353" y="735"/>
                  </a:lnTo>
                  <a:lnTo>
                    <a:pt x="4352" y="737"/>
                  </a:lnTo>
                  <a:lnTo>
                    <a:pt x="4352" y="741"/>
                  </a:lnTo>
                  <a:lnTo>
                    <a:pt x="4350" y="747"/>
                  </a:lnTo>
                  <a:lnTo>
                    <a:pt x="4349" y="749"/>
                  </a:lnTo>
                  <a:lnTo>
                    <a:pt x="4347" y="751"/>
                  </a:lnTo>
                  <a:lnTo>
                    <a:pt x="4344" y="75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9" name="Freeform 6">
              <a:extLst>
                <a:ext uri="{FF2B5EF4-FFF2-40B4-BE49-F238E27FC236}">
                  <a16:creationId xmlns:a16="http://schemas.microsoft.com/office/drawing/2014/main" id="{E42D6B06-3804-BC09-9BA8-381F8D5A25C0}"/>
                </a:ext>
              </a:extLst>
            </p:cNvPr>
            <p:cNvSpPr>
              <a:spLocks noEditPoints="1"/>
            </p:cNvSpPr>
            <p:nvPr/>
          </p:nvSpPr>
          <p:spPr bwMode="auto">
            <a:xfrm>
              <a:off x="2389188" y="1992313"/>
              <a:ext cx="7424738" cy="1890713"/>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10" name="Date Placeholder 9">
            <a:extLst>
              <a:ext uri="{FF2B5EF4-FFF2-40B4-BE49-F238E27FC236}">
                <a16:creationId xmlns:a16="http://schemas.microsoft.com/office/drawing/2014/main" id="{4B7E675F-CD0B-B380-9D74-9F6A984A5CBE}"/>
              </a:ext>
            </a:extLst>
          </p:cNvPr>
          <p:cNvSpPr>
            <a:spLocks noGrp="1"/>
          </p:cNvSpPr>
          <p:nvPr>
            <p:ph type="dt" sz="half" idx="10"/>
          </p:nvPr>
        </p:nvSpPr>
        <p:spPr/>
        <p:txBody>
          <a:bodyPr/>
          <a:lstStyle>
            <a:lvl1pPr>
              <a:defRPr>
                <a:noFill/>
              </a:defRPr>
            </a:lvl1pPr>
          </a:lstStyle>
          <a:p>
            <a:fld id="{B0B0DD62-209E-425B-80D6-8D5BC6328449}" type="datetime3">
              <a:rPr lang="en-US" smtClean="0"/>
              <a:t>1 October 2026</a:t>
            </a:fld>
            <a:endParaRPr lang="en-US" dirty="0"/>
          </a:p>
        </p:txBody>
      </p:sp>
      <p:sp>
        <p:nvSpPr>
          <p:cNvPr id="11" name="Footer Placeholder 10">
            <a:extLst>
              <a:ext uri="{FF2B5EF4-FFF2-40B4-BE49-F238E27FC236}">
                <a16:creationId xmlns:a16="http://schemas.microsoft.com/office/drawing/2014/main" id="{6E7AE93F-C253-84DC-4405-57A3849C30EB}"/>
              </a:ext>
            </a:extLst>
          </p:cNvPr>
          <p:cNvSpPr>
            <a:spLocks noGrp="1"/>
          </p:cNvSpPr>
          <p:nvPr>
            <p:ph type="ftr" sz="quarter" idx="11"/>
          </p:nvPr>
        </p:nvSpPr>
        <p:spPr/>
        <p:txBody>
          <a:bodyPr/>
          <a:lstStyle>
            <a:lvl1pPr>
              <a:defRPr>
                <a:noFill/>
              </a:defRPr>
            </a:lvl1pPr>
          </a:lstStyle>
          <a:p>
            <a:endParaRPr lang="en-US" dirty="0"/>
          </a:p>
        </p:txBody>
      </p:sp>
      <p:sp>
        <p:nvSpPr>
          <p:cNvPr id="18" name="Slide Number Placeholder 17">
            <a:extLst>
              <a:ext uri="{FF2B5EF4-FFF2-40B4-BE49-F238E27FC236}">
                <a16:creationId xmlns:a16="http://schemas.microsoft.com/office/drawing/2014/main" id="{54AE54CC-4485-00F8-6865-9D4B1BB595A5}"/>
              </a:ext>
            </a:extLst>
          </p:cNvPr>
          <p:cNvSpPr>
            <a:spLocks noGrp="1"/>
          </p:cNvSpPr>
          <p:nvPr>
            <p:ph type="sldNum" sz="quarter" idx="12"/>
          </p:nvPr>
        </p:nvSpPr>
        <p:spPr>
          <a:solidFill>
            <a:schemeClr val="accent1"/>
          </a:solidFill>
        </p:spPr>
        <p:txBody>
          <a:bodyPr/>
          <a:lstStyle>
            <a:lvl1pPr>
              <a:defRPr>
                <a:noFill/>
              </a:defRPr>
            </a:lvl1pPr>
          </a:lstStyle>
          <a:p>
            <a:fld id="{5B16D1FE-3A35-41BA-8EBE-413702045235}" type="slidenum">
              <a:rPr lang="en-US" smtClean="0"/>
              <a:pPr/>
              <a:t>‹#›</a:t>
            </a:fld>
            <a:endParaRPr lang="en-US" dirty="0"/>
          </a:p>
        </p:txBody>
      </p:sp>
    </p:spTree>
    <p:extLst>
      <p:ext uri="{BB962C8B-B14F-4D97-AF65-F5344CB8AC3E}">
        <p14:creationId xmlns:p14="http://schemas.microsoft.com/office/powerpoint/2010/main" val="1601195242"/>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Thank You Blu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919D8-4647-F6A6-4F8F-664F998F80FC}"/>
              </a:ext>
            </a:extLst>
          </p:cNvPr>
          <p:cNvSpPr>
            <a:spLocks noGrp="1"/>
          </p:cNvSpPr>
          <p:nvPr>
            <p:ph type="title" hasCustomPrompt="1"/>
          </p:nvPr>
        </p:nvSpPr>
        <p:spPr>
          <a:xfrm>
            <a:off x="407988" y="1412876"/>
            <a:ext cx="5543996" cy="3024238"/>
          </a:xfrm>
        </p:spPr>
        <p:txBody>
          <a:bodyPr anchor="t" anchorCtr="0"/>
          <a:lstStyle>
            <a:lvl1pPr>
              <a:defRPr sz="4800">
                <a:solidFill>
                  <a:schemeClr val="bg1"/>
                </a:solidFill>
              </a:defRPr>
            </a:lvl1pPr>
          </a:lstStyle>
          <a:p>
            <a:r>
              <a:rPr lang="en-US" dirty="0"/>
              <a:t>Add thank you message.</a:t>
            </a:r>
          </a:p>
        </p:txBody>
      </p:sp>
      <p:sp>
        <p:nvSpPr>
          <p:cNvPr id="12" name="Subtitle 2">
            <a:extLst>
              <a:ext uri="{FF2B5EF4-FFF2-40B4-BE49-F238E27FC236}">
                <a16:creationId xmlns:a16="http://schemas.microsoft.com/office/drawing/2014/main" id="{42A9CFB3-2DB2-039B-17A5-C50A5777B960}"/>
              </a:ext>
            </a:extLst>
          </p:cNvPr>
          <p:cNvSpPr>
            <a:spLocks noGrp="1"/>
          </p:cNvSpPr>
          <p:nvPr>
            <p:ph type="subTitle" idx="1" hasCustomPrompt="1"/>
          </p:nvPr>
        </p:nvSpPr>
        <p:spPr>
          <a:xfrm>
            <a:off x="407988" y="4581128"/>
            <a:ext cx="5543996" cy="1440260"/>
          </a:xfrm>
        </p:spPr>
        <p:txBody>
          <a:bodyPr anchor="b" anchorCtr="0">
            <a:noAutofit/>
          </a:bodyPr>
          <a:lstStyle>
            <a:lvl1pPr marL="0" indent="0" algn="l">
              <a:lnSpc>
                <a:spcPct val="100000"/>
              </a:lnSpc>
              <a:spcBef>
                <a:spcPts val="200"/>
              </a:spcBef>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Contact details</a:t>
            </a:r>
          </a:p>
        </p:txBody>
      </p:sp>
      <p:grpSp>
        <p:nvGrpSpPr>
          <p:cNvPr id="6" name="Group 5">
            <a:extLst>
              <a:ext uri="{FF2B5EF4-FFF2-40B4-BE49-F238E27FC236}">
                <a16:creationId xmlns:a16="http://schemas.microsoft.com/office/drawing/2014/main" id="{A5294374-980A-7525-7E71-40EF6F0AF9B3}"/>
              </a:ext>
            </a:extLst>
          </p:cNvPr>
          <p:cNvGrpSpPr>
            <a:grpSpLocks noChangeAspect="1"/>
          </p:cNvGrpSpPr>
          <p:nvPr/>
        </p:nvGrpSpPr>
        <p:grpSpPr>
          <a:xfrm>
            <a:off x="407988" y="576000"/>
            <a:ext cx="1130400" cy="437949"/>
            <a:chOff x="2389188" y="1992313"/>
            <a:chExt cx="7424738" cy="2876551"/>
          </a:xfrm>
          <a:solidFill>
            <a:schemeClr val="bg1"/>
          </a:solidFill>
        </p:grpSpPr>
        <p:sp>
          <p:nvSpPr>
            <p:cNvPr id="7" name="Freeform 5">
              <a:extLst>
                <a:ext uri="{FF2B5EF4-FFF2-40B4-BE49-F238E27FC236}">
                  <a16:creationId xmlns:a16="http://schemas.microsoft.com/office/drawing/2014/main" id="{C0324067-CF15-5490-4558-F90AFFF0CBD7}"/>
                </a:ext>
              </a:extLst>
            </p:cNvPr>
            <p:cNvSpPr>
              <a:spLocks noEditPoints="1"/>
            </p:cNvSpPr>
            <p:nvPr/>
          </p:nvSpPr>
          <p:spPr bwMode="auto">
            <a:xfrm>
              <a:off x="2424113" y="4270376"/>
              <a:ext cx="7361238" cy="598488"/>
            </a:xfrm>
            <a:custGeom>
              <a:avLst/>
              <a:gdLst>
                <a:gd name="T0" fmla="*/ 4474 w 4637"/>
                <a:gd name="T1" fmla="*/ 613 h 753"/>
                <a:gd name="T2" fmla="*/ 4500 w 4637"/>
                <a:gd name="T3" fmla="*/ 735 h 753"/>
                <a:gd name="T4" fmla="*/ 4506 w 4637"/>
                <a:gd name="T5" fmla="*/ 214 h 753"/>
                <a:gd name="T6" fmla="*/ 61 w 4637"/>
                <a:gd name="T7" fmla="*/ 747 h 753"/>
                <a:gd name="T8" fmla="*/ 22 w 4637"/>
                <a:gd name="T9" fmla="*/ 20 h 753"/>
                <a:gd name="T10" fmla="*/ 263 w 4637"/>
                <a:gd name="T11" fmla="*/ 487 h 753"/>
                <a:gd name="T12" fmla="*/ 437 w 4637"/>
                <a:gd name="T13" fmla="*/ 699 h 753"/>
                <a:gd name="T14" fmla="*/ 246 w 4637"/>
                <a:gd name="T15" fmla="*/ 601 h 753"/>
                <a:gd name="T16" fmla="*/ 378 w 4637"/>
                <a:gd name="T17" fmla="*/ 212 h 753"/>
                <a:gd name="T18" fmla="*/ 409 w 4637"/>
                <a:gd name="T19" fmla="*/ 315 h 753"/>
                <a:gd name="T20" fmla="*/ 264 w 4637"/>
                <a:gd name="T21" fmla="*/ 399 h 753"/>
                <a:gd name="T22" fmla="*/ 506 w 4637"/>
                <a:gd name="T23" fmla="*/ 232 h 753"/>
                <a:gd name="T24" fmla="*/ 657 w 4637"/>
                <a:gd name="T25" fmla="*/ 220 h 753"/>
                <a:gd name="T26" fmla="*/ 657 w 4637"/>
                <a:gd name="T27" fmla="*/ 737 h 753"/>
                <a:gd name="T28" fmla="*/ 768 w 4637"/>
                <a:gd name="T29" fmla="*/ 14 h 753"/>
                <a:gd name="T30" fmla="*/ 918 w 4637"/>
                <a:gd name="T31" fmla="*/ 711 h 753"/>
                <a:gd name="T32" fmla="*/ 837 w 4637"/>
                <a:gd name="T33" fmla="*/ 415 h 753"/>
                <a:gd name="T34" fmla="*/ 973 w 4637"/>
                <a:gd name="T35" fmla="*/ 216 h 753"/>
                <a:gd name="T36" fmla="*/ 838 w 4637"/>
                <a:gd name="T37" fmla="*/ 325 h 753"/>
                <a:gd name="T38" fmla="*/ 982 w 4637"/>
                <a:gd name="T39" fmla="*/ 659 h 753"/>
                <a:gd name="T40" fmla="*/ 1245 w 4637"/>
                <a:gd name="T41" fmla="*/ 729 h 753"/>
                <a:gd name="T42" fmla="*/ 1265 w 4637"/>
                <a:gd name="T43" fmla="*/ 210 h 753"/>
                <a:gd name="T44" fmla="*/ 1267 w 4637"/>
                <a:gd name="T45" fmla="*/ 250 h 753"/>
                <a:gd name="T46" fmla="*/ 1276 w 4637"/>
                <a:gd name="T47" fmla="*/ 711 h 753"/>
                <a:gd name="T48" fmla="*/ 1456 w 4637"/>
                <a:gd name="T49" fmla="*/ 6 h 753"/>
                <a:gd name="T50" fmla="*/ 1617 w 4637"/>
                <a:gd name="T51" fmla="*/ 675 h 753"/>
                <a:gd name="T52" fmla="*/ 1700 w 4637"/>
                <a:gd name="T53" fmla="*/ 751 h 753"/>
                <a:gd name="T54" fmla="*/ 1581 w 4637"/>
                <a:gd name="T55" fmla="*/ 315 h 753"/>
                <a:gd name="T56" fmla="*/ 1767 w 4637"/>
                <a:gd name="T57" fmla="*/ 365 h 753"/>
                <a:gd name="T58" fmla="*/ 1681 w 4637"/>
                <a:gd name="T59" fmla="*/ 242 h 753"/>
                <a:gd name="T60" fmla="*/ 2012 w 4637"/>
                <a:gd name="T61" fmla="*/ 731 h 753"/>
                <a:gd name="T62" fmla="*/ 1849 w 4637"/>
                <a:gd name="T63" fmla="*/ 591 h 753"/>
                <a:gd name="T64" fmla="*/ 1999 w 4637"/>
                <a:gd name="T65" fmla="*/ 276 h 753"/>
                <a:gd name="T66" fmla="*/ 1926 w 4637"/>
                <a:gd name="T67" fmla="*/ 204 h 753"/>
                <a:gd name="T68" fmla="*/ 2031 w 4637"/>
                <a:gd name="T69" fmla="*/ 741 h 753"/>
                <a:gd name="T70" fmla="*/ 1881 w 4637"/>
                <a:gd name="T71" fmla="*/ 671 h 753"/>
                <a:gd name="T72" fmla="*/ 2299 w 4637"/>
                <a:gd name="T73" fmla="*/ 355 h 753"/>
                <a:gd name="T74" fmla="*/ 2139 w 4637"/>
                <a:gd name="T75" fmla="*/ 747 h 753"/>
                <a:gd name="T76" fmla="*/ 2224 w 4637"/>
                <a:gd name="T77" fmla="*/ 204 h 753"/>
                <a:gd name="T78" fmla="*/ 2652 w 4637"/>
                <a:gd name="T79" fmla="*/ 753 h 753"/>
                <a:gd name="T80" fmla="*/ 2541 w 4637"/>
                <a:gd name="T81" fmla="*/ 208 h 753"/>
                <a:gd name="T82" fmla="*/ 2681 w 4637"/>
                <a:gd name="T83" fmla="*/ 248 h 753"/>
                <a:gd name="T84" fmla="*/ 2937 w 4637"/>
                <a:gd name="T85" fmla="*/ 751 h 753"/>
                <a:gd name="T86" fmla="*/ 2789 w 4637"/>
                <a:gd name="T87" fmla="*/ 737 h 753"/>
                <a:gd name="T88" fmla="*/ 2882 w 4637"/>
                <a:gd name="T89" fmla="*/ 206 h 753"/>
                <a:gd name="T90" fmla="*/ 3232 w 4637"/>
                <a:gd name="T91" fmla="*/ 487 h 753"/>
                <a:gd name="T92" fmla="*/ 3235 w 4637"/>
                <a:gd name="T93" fmla="*/ 697 h 753"/>
                <a:gd name="T94" fmla="*/ 3046 w 4637"/>
                <a:gd name="T95" fmla="*/ 615 h 753"/>
                <a:gd name="T96" fmla="*/ 3166 w 4637"/>
                <a:gd name="T97" fmla="*/ 206 h 753"/>
                <a:gd name="T98" fmla="*/ 3210 w 4637"/>
                <a:gd name="T99" fmla="*/ 321 h 753"/>
                <a:gd name="T100" fmla="*/ 3064 w 4637"/>
                <a:gd name="T101" fmla="*/ 379 h 753"/>
                <a:gd name="T102" fmla="*/ 3618 w 4637"/>
                <a:gd name="T103" fmla="*/ 305 h 753"/>
                <a:gd name="T104" fmla="*/ 3458 w 4637"/>
                <a:gd name="T105" fmla="*/ 208 h 753"/>
                <a:gd name="T106" fmla="*/ 3634 w 4637"/>
                <a:gd name="T107" fmla="*/ 282 h 753"/>
                <a:gd name="T108" fmla="*/ 3781 w 4637"/>
                <a:gd name="T109" fmla="*/ 232 h 753"/>
                <a:gd name="T110" fmla="*/ 3859 w 4637"/>
                <a:gd name="T111" fmla="*/ 319 h 753"/>
                <a:gd name="T112" fmla="*/ 4039 w 4637"/>
                <a:gd name="T113" fmla="*/ 290 h 753"/>
                <a:gd name="T114" fmla="*/ 3965 w 4637"/>
                <a:gd name="T115" fmla="*/ 753 h 753"/>
                <a:gd name="T116" fmla="*/ 3901 w 4637"/>
                <a:gd name="T117" fmla="*/ 272 h 753"/>
                <a:gd name="T118" fmla="*/ 3919 w 4637"/>
                <a:gd name="T119" fmla="*/ 703 h 753"/>
                <a:gd name="T120" fmla="*/ 4206 w 4637"/>
                <a:gd name="T121" fmla="*/ 250 h 753"/>
                <a:gd name="T122" fmla="*/ 4166 w 4637"/>
                <a:gd name="T123" fmla="*/ 216 h 753"/>
                <a:gd name="T124" fmla="*/ 4339 w 4637"/>
                <a:gd name="T125" fmla="*/ 753 h 7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37" h="753">
                  <a:moveTo>
                    <a:pt x="4615" y="254"/>
                  </a:moveTo>
                  <a:lnTo>
                    <a:pt x="4599" y="250"/>
                  </a:lnTo>
                  <a:lnTo>
                    <a:pt x="4580" y="246"/>
                  </a:lnTo>
                  <a:lnTo>
                    <a:pt x="4561" y="242"/>
                  </a:lnTo>
                  <a:lnTo>
                    <a:pt x="4545" y="242"/>
                  </a:lnTo>
                  <a:lnTo>
                    <a:pt x="4535" y="242"/>
                  </a:lnTo>
                  <a:lnTo>
                    <a:pt x="4526" y="244"/>
                  </a:lnTo>
                  <a:lnTo>
                    <a:pt x="4517" y="248"/>
                  </a:lnTo>
                  <a:lnTo>
                    <a:pt x="4509" y="254"/>
                  </a:lnTo>
                  <a:lnTo>
                    <a:pt x="4503" y="262"/>
                  </a:lnTo>
                  <a:lnTo>
                    <a:pt x="4496" y="270"/>
                  </a:lnTo>
                  <a:lnTo>
                    <a:pt x="4493" y="276"/>
                  </a:lnTo>
                  <a:lnTo>
                    <a:pt x="4491" y="280"/>
                  </a:lnTo>
                  <a:lnTo>
                    <a:pt x="4488" y="286"/>
                  </a:lnTo>
                  <a:lnTo>
                    <a:pt x="4486" y="292"/>
                  </a:lnTo>
                  <a:lnTo>
                    <a:pt x="4482" y="305"/>
                  </a:lnTo>
                  <a:lnTo>
                    <a:pt x="4477" y="319"/>
                  </a:lnTo>
                  <a:lnTo>
                    <a:pt x="4474" y="337"/>
                  </a:lnTo>
                  <a:lnTo>
                    <a:pt x="4471" y="355"/>
                  </a:lnTo>
                  <a:lnTo>
                    <a:pt x="4470" y="375"/>
                  </a:lnTo>
                  <a:lnTo>
                    <a:pt x="4468" y="395"/>
                  </a:lnTo>
                  <a:lnTo>
                    <a:pt x="4468" y="417"/>
                  </a:lnTo>
                  <a:lnTo>
                    <a:pt x="4467" y="443"/>
                  </a:lnTo>
                  <a:lnTo>
                    <a:pt x="4467" y="509"/>
                  </a:lnTo>
                  <a:lnTo>
                    <a:pt x="4468" y="533"/>
                  </a:lnTo>
                  <a:lnTo>
                    <a:pt x="4468" y="555"/>
                  </a:lnTo>
                  <a:lnTo>
                    <a:pt x="4470" y="575"/>
                  </a:lnTo>
                  <a:lnTo>
                    <a:pt x="4471" y="595"/>
                  </a:lnTo>
                  <a:lnTo>
                    <a:pt x="4474" y="613"/>
                  </a:lnTo>
                  <a:lnTo>
                    <a:pt x="4477" y="631"/>
                  </a:lnTo>
                  <a:lnTo>
                    <a:pt x="4480" y="647"/>
                  </a:lnTo>
                  <a:lnTo>
                    <a:pt x="4485" y="659"/>
                  </a:lnTo>
                  <a:lnTo>
                    <a:pt x="4490" y="673"/>
                  </a:lnTo>
                  <a:lnTo>
                    <a:pt x="4496" y="683"/>
                  </a:lnTo>
                  <a:lnTo>
                    <a:pt x="4502" y="693"/>
                  </a:lnTo>
                  <a:lnTo>
                    <a:pt x="4505" y="697"/>
                  </a:lnTo>
                  <a:lnTo>
                    <a:pt x="4509" y="701"/>
                  </a:lnTo>
                  <a:lnTo>
                    <a:pt x="4513" y="703"/>
                  </a:lnTo>
                  <a:lnTo>
                    <a:pt x="4517" y="707"/>
                  </a:lnTo>
                  <a:lnTo>
                    <a:pt x="4525" y="711"/>
                  </a:lnTo>
                  <a:lnTo>
                    <a:pt x="4535" y="713"/>
                  </a:lnTo>
                  <a:lnTo>
                    <a:pt x="4545" y="713"/>
                  </a:lnTo>
                  <a:lnTo>
                    <a:pt x="4563" y="713"/>
                  </a:lnTo>
                  <a:lnTo>
                    <a:pt x="4582" y="709"/>
                  </a:lnTo>
                  <a:lnTo>
                    <a:pt x="4600" y="705"/>
                  </a:lnTo>
                  <a:lnTo>
                    <a:pt x="4615" y="701"/>
                  </a:lnTo>
                  <a:lnTo>
                    <a:pt x="4615" y="254"/>
                  </a:lnTo>
                  <a:close/>
                  <a:moveTo>
                    <a:pt x="4629" y="735"/>
                  </a:moveTo>
                  <a:lnTo>
                    <a:pt x="4611" y="741"/>
                  </a:lnTo>
                  <a:lnTo>
                    <a:pt x="4600" y="745"/>
                  </a:lnTo>
                  <a:lnTo>
                    <a:pt x="4590" y="747"/>
                  </a:lnTo>
                  <a:lnTo>
                    <a:pt x="4567" y="751"/>
                  </a:lnTo>
                  <a:lnTo>
                    <a:pt x="4545" y="753"/>
                  </a:lnTo>
                  <a:lnTo>
                    <a:pt x="4532" y="753"/>
                  </a:lnTo>
                  <a:lnTo>
                    <a:pt x="4521" y="749"/>
                  </a:lnTo>
                  <a:lnTo>
                    <a:pt x="4510" y="743"/>
                  </a:lnTo>
                  <a:lnTo>
                    <a:pt x="4505" y="739"/>
                  </a:lnTo>
                  <a:lnTo>
                    <a:pt x="4500" y="735"/>
                  </a:lnTo>
                  <a:lnTo>
                    <a:pt x="4491" y="725"/>
                  </a:lnTo>
                  <a:lnTo>
                    <a:pt x="4483" y="715"/>
                  </a:lnTo>
                  <a:lnTo>
                    <a:pt x="4478" y="707"/>
                  </a:lnTo>
                  <a:lnTo>
                    <a:pt x="4475" y="701"/>
                  </a:lnTo>
                  <a:lnTo>
                    <a:pt x="4468" y="685"/>
                  </a:lnTo>
                  <a:lnTo>
                    <a:pt x="4463" y="669"/>
                  </a:lnTo>
                  <a:lnTo>
                    <a:pt x="4458" y="649"/>
                  </a:lnTo>
                  <a:lnTo>
                    <a:pt x="4454" y="629"/>
                  </a:lnTo>
                  <a:lnTo>
                    <a:pt x="4451" y="607"/>
                  </a:lnTo>
                  <a:lnTo>
                    <a:pt x="4448" y="585"/>
                  </a:lnTo>
                  <a:lnTo>
                    <a:pt x="4447" y="561"/>
                  </a:lnTo>
                  <a:lnTo>
                    <a:pt x="4445" y="535"/>
                  </a:lnTo>
                  <a:lnTo>
                    <a:pt x="4445" y="509"/>
                  </a:lnTo>
                  <a:lnTo>
                    <a:pt x="4445" y="443"/>
                  </a:lnTo>
                  <a:lnTo>
                    <a:pt x="4446" y="413"/>
                  </a:lnTo>
                  <a:lnTo>
                    <a:pt x="4447" y="387"/>
                  </a:lnTo>
                  <a:lnTo>
                    <a:pt x="4449" y="361"/>
                  </a:lnTo>
                  <a:lnTo>
                    <a:pt x="4451" y="337"/>
                  </a:lnTo>
                  <a:lnTo>
                    <a:pt x="4455" y="315"/>
                  </a:lnTo>
                  <a:lnTo>
                    <a:pt x="4459" y="298"/>
                  </a:lnTo>
                  <a:lnTo>
                    <a:pt x="4464" y="280"/>
                  </a:lnTo>
                  <a:lnTo>
                    <a:pt x="4470" y="264"/>
                  </a:lnTo>
                  <a:lnTo>
                    <a:pt x="4473" y="256"/>
                  </a:lnTo>
                  <a:lnTo>
                    <a:pt x="4476" y="248"/>
                  </a:lnTo>
                  <a:lnTo>
                    <a:pt x="4485" y="236"/>
                  </a:lnTo>
                  <a:lnTo>
                    <a:pt x="4489" y="232"/>
                  </a:lnTo>
                  <a:lnTo>
                    <a:pt x="4493" y="226"/>
                  </a:lnTo>
                  <a:lnTo>
                    <a:pt x="4502" y="218"/>
                  </a:lnTo>
                  <a:lnTo>
                    <a:pt x="4506" y="214"/>
                  </a:lnTo>
                  <a:lnTo>
                    <a:pt x="4511" y="212"/>
                  </a:lnTo>
                  <a:lnTo>
                    <a:pt x="4522" y="206"/>
                  </a:lnTo>
                  <a:lnTo>
                    <a:pt x="4527" y="204"/>
                  </a:lnTo>
                  <a:lnTo>
                    <a:pt x="4533" y="204"/>
                  </a:lnTo>
                  <a:lnTo>
                    <a:pt x="4545" y="202"/>
                  </a:lnTo>
                  <a:lnTo>
                    <a:pt x="4561" y="204"/>
                  </a:lnTo>
                  <a:lnTo>
                    <a:pt x="4580" y="206"/>
                  </a:lnTo>
                  <a:lnTo>
                    <a:pt x="4598" y="212"/>
                  </a:lnTo>
                  <a:lnTo>
                    <a:pt x="4615" y="218"/>
                  </a:lnTo>
                  <a:lnTo>
                    <a:pt x="4615" y="20"/>
                  </a:lnTo>
                  <a:lnTo>
                    <a:pt x="4615" y="16"/>
                  </a:lnTo>
                  <a:lnTo>
                    <a:pt x="4615" y="12"/>
                  </a:lnTo>
                  <a:lnTo>
                    <a:pt x="4617" y="6"/>
                  </a:lnTo>
                  <a:lnTo>
                    <a:pt x="4618" y="4"/>
                  </a:lnTo>
                  <a:lnTo>
                    <a:pt x="4620" y="2"/>
                  </a:lnTo>
                  <a:lnTo>
                    <a:pt x="4623" y="0"/>
                  </a:lnTo>
                  <a:lnTo>
                    <a:pt x="4628" y="0"/>
                  </a:lnTo>
                  <a:lnTo>
                    <a:pt x="4632" y="2"/>
                  </a:lnTo>
                  <a:lnTo>
                    <a:pt x="4635" y="6"/>
                  </a:lnTo>
                  <a:lnTo>
                    <a:pt x="4636" y="12"/>
                  </a:lnTo>
                  <a:lnTo>
                    <a:pt x="4637" y="20"/>
                  </a:lnTo>
                  <a:lnTo>
                    <a:pt x="4637" y="715"/>
                  </a:lnTo>
                  <a:lnTo>
                    <a:pt x="4637" y="723"/>
                  </a:lnTo>
                  <a:lnTo>
                    <a:pt x="4636" y="725"/>
                  </a:lnTo>
                  <a:lnTo>
                    <a:pt x="4635" y="727"/>
                  </a:lnTo>
                  <a:lnTo>
                    <a:pt x="4633" y="731"/>
                  </a:lnTo>
                  <a:lnTo>
                    <a:pt x="4629" y="735"/>
                  </a:lnTo>
                  <a:close/>
                  <a:moveTo>
                    <a:pt x="177" y="747"/>
                  </a:moveTo>
                  <a:lnTo>
                    <a:pt x="61" y="747"/>
                  </a:lnTo>
                  <a:lnTo>
                    <a:pt x="54" y="747"/>
                  </a:lnTo>
                  <a:lnTo>
                    <a:pt x="48" y="745"/>
                  </a:lnTo>
                  <a:lnTo>
                    <a:pt x="41" y="745"/>
                  </a:lnTo>
                  <a:lnTo>
                    <a:pt x="36" y="741"/>
                  </a:lnTo>
                  <a:lnTo>
                    <a:pt x="30" y="739"/>
                  </a:lnTo>
                  <a:lnTo>
                    <a:pt x="28" y="737"/>
                  </a:lnTo>
                  <a:lnTo>
                    <a:pt x="25" y="733"/>
                  </a:lnTo>
                  <a:lnTo>
                    <a:pt x="21" y="729"/>
                  </a:lnTo>
                  <a:lnTo>
                    <a:pt x="16" y="723"/>
                  </a:lnTo>
                  <a:lnTo>
                    <a:pt x="13" y="715"/>
                  </a:lnTo>
                  <a:lnTo>
                    <a:pt x="9" y="707"/>
                  </a:lnTo>
                  <a:lnTo>
                    <a:pt x="7" y="699"/>
                  </a:lnTo>
                  <a:lnTo>
                    <a:pt x="4" y="687"/>
                  </a:lnTo>
                  <a:lnTo>
                    <a:pt x="3" y="677"/>
                  </a:lnTo>
                  <a:lnTo>
                    <a:pt x="1" y="663"/>
                  </a:lnTo>
                  <a:lnTo>
                    <a:pt x="1" y="649"/>
                  </a:lnTo>
                  <a:lnTo>
                    <a:pt x="0" y="635"/>
                  </a:lnTo>
                  <a:lnTo>
                    <a:pt x="0" y="20"/>
                  </a:lnTo>
                  <a:lnTo>
                    <a:pt x="0" y="16"/>
                  </a:lnTo>
                  <a:lnTo>
                    <a:pt x="1" y="12"/>
                  </a:lnTo>
                  <a:lnTo>
                    <a:pt x="3" y="6"/>
                  </a:lnTo>
                  <a:lnTo>
                    <a:pt x="4" y="4"/>
                  </a:lnTo>
                  <a:lnTo>
                    <a:pt x="5" y="2"/>
                  </a:lnTo>
                  <a:lnTo>
                    <a:pt x="9" y="0"/>
                  </a:lnTo>
                  <a:lnTo>
                    <a:pt x="14" y="0"/>
                  </a:lnTo>
                  <a:lnTo>
                    <a:pt x="17" y="2"/>
                  </a:lnTo>
                  <a:lnTo>
                    <a:pt x="20" y="6"/>
                  </a:lnTo>
                  <a:lnTo>
                    <a:pt x="22" y="12"/>
                  </a:lnTo>
                  <a:lnTo>
                    <a:pt x="22" y="20"/>
                  </a:lnTo>
                  <a:lnTo>
                    <a:pt x="22" y="635"/>
                  </a:lnTo>
                  <a:lnTo>
                    <a:pt x="23" y="645"/>
                  </a:lnTo>
                  <a:lnTo>
                    <a:pt x="23" y="655"/>
                  </a:lnTo>
                  <a:lnTo>
                    <a:pt x="24" y="665"/>
                  </a:lnTo>
                  <a:lnTo>
                    <a:pt x="25" y="671"/>
                  </a:lnTo>
                  <a:lnTo>
                    <a:pt x="27" y="679"/>
                  </a:lnTo>
                  <a:lnTo>
                    <a:pt x="28" y="685"/>
                  </a:lnTo>
                  <a:lnTo>
                    <a:pt x="30" y="689"/>
                  </a:lnTo>
                  <a:lnTo>
                    <a:pt x="33" y="693"/>
                  </a:lnTo>
                  <a:lnTo>
                    <a:pt x="35" y="697"/>
                  </a:lnTo>
                  <a:lnTo>
                    <a:pt x="38" y="699"/>
                  </a:lnTo>
                  <a:lnTo>
                    <a:pt x="45" y="703"/>
                  </a:lnTo>
                  <a:lnTo>
                    <a:pt x="53" y="705"/>
                  </a:lnTo>
                  <a:lnTo>
                    <a:pt x="61" y="705"/>
                  </a:lnTo>
                  <a:lnTo>
                    <a:pt x="177" y="705"/>
                  </a:lnTo>
                  <a:lnTo>
                    <a:pt x="181" y="707"/>
                  </a:lnTo>
                  <a:lnTo>
                    <a:pt x="182" y="709"/>
                  </a:lnTo>
                  <a:lnTo>
                    <a:pt x="184" y="711"/>
                  </a:lnTo>
                  <a:lnTo>
                    <a:pt x="186" y="715"/>
                  </a:lnTo>
                  <a:lnTo>
                    <a:pt x="186" y="719"/>
                  </a:lnTo>
                  <a:lnTo>
                    <a:pt x="187" y="723"/>
                  </a:lnTo>
                  <a:lnTo>
                    <a:pt x="187" y="731"/>
                  </a:lnTo>
                  <a:lnTo>
                    <a:pt x="186" y="733"/>
                  </a:lnTo>
                  <a:lnTo>
                    <a:pt x="186" y="737"/>
                  </a:lnTo>
                  <a:lnTo>
                    <a:pt x="184" y="743"/>
                  </a:lnTo>
                  <a:lnTo>
                    <a:pt x="181" y="745"/>
                  </a:lnTo>
                  <a:lnTo>
                    <a:pt x="177" y="747"/>
                  </a:lnTo>
                  <a:close/>
                  <a:moveTo>
                    <a:pt x="433" y="487"/>
                  </a:moveTo>
                  <a:lnTo>
                    <a:pt x="263" y="487"/>
                  </a:lnTo>
                  <a:lnTo>
                    <a:pt x="263" y="509"/>
                  </a:lnTo>
                  <a:lnTo>
                    <a:pt x="263" y="539"/>
                  </a:lnTo>
                  <a:lnTo>
                    <a:pt x="264" y="553"/>
                  </a:lnTo>
                  <a:lnTo>
                    <a:pt x="265" y="565"/>
                  </a:lnTo>
                  <a:lnTo>
                    <a:pt x="266" y="579"/>
                  </a:lnTo>
                  <a:lnTo>
                    <a:pt x="267" y="591"/>
                  </a:lnTo>
                  <a:lnTo>
                    <a:pt x="270" y="613"/>
                  </a:lnTo>
                  <a:lnTo>
                    <a:pt x="274" y="631"/>
                  </a:lnTo>
                  <a:lnTo>
                    <a:pt x="279" y="647"/>
                  </a:lnTo>
                  <a:lnTo>
                    <a:pt x="284" y="663"/>
                  </a:lnTo>
                  <a:lnTo>
                    <a:pt x="287" y="669"/>
                  </a:lnTo>
                  <a:lnTo>
                    <a:pt x="290" y="675"/>
                  </a:lnTo>
                  <a:lnTo>
                    <a:pt x="293" y="681"/>
                  </a:lnTo>
                  <a:lnTo>
                    <a:pt x="296" y="685"/>
                  </a:lnTo>
                  <a:lnTo>
                    <a:pt x="303" y="693"/>
                  </a:lnTo>
                  <a:lnTo>
                    <a:pt x="311" y="701"/>
                  </a:lnTo>
                  <a:lnTo>
                    <a:pt x="319" y="705"/>
                  </a:lnTo>
                  <a:lnTo>
                    <a:pt x="327" y="709"/>
                  </a:lnTo>
                  <a:lnTo>
                    <a:pt x="336" y="713"/>
                  </a:lnTo>
                  <a:lnTo>
                    <a:pt x="345" y="713"/>
                  </a:lnTo>
                  <a:lnTo>
                    <a:pt x="354" y="713"/>
                  </a:lnTo>
                  <a:lnTo>
                    <a:pt x="372" y="713"/>
                  </a:lnTo>
                  <a:lnTo>
                    <a:pt x="390" y="709"/>
                  </a:lnTo>
                  <a:lnTo>
                    <a:pt x="410" y="703"/>
                  </a:lnTo>
                  <a:lnTo>
                    <a:pt x="429" y="697"/>
                  </a:lnTo>
                  <a:lnTo>
                    <a:pt x="431" y="697"/>
                  </a:lnTo>
                  <a:lnTo>
                    <a:pt x="432" y="697"/>
                  </a:lnTo>
                  <a:lnTo>
                    <a:pt x="436" y="697"/>
                  </a:lnTo>
                  <a:lnTo>
                    <a:pt x="437" y="699"/>
                  </a:lnTo>
                  <a:lnTo>
                    <a:pt x="438" y="703"/>
                  </a:lnTo>
                  <a:lnTo>
                    <a:pt x="439" y="705"/>
                  </a:lnTo>
                  <a:lnTo>
                    <a:pt x="439" y="709"/>
                  </a:lnTo>
                  <a:lnTo>
                    <a:pt x="439" y="721"/>
                  </a:lnTo>
                  <a:lnTo>
                    <a:pt x="438" y="725"/>
                  </a:lnTo>
                  <a:lnTo>
                    <a:pt x="437" y="729"/>
                  </a:lnTo>
                  <a:lnTo>
                    <a:pt x="436" y="731"/>
                  </a:lnTo>
                  <a:lnTo>
                    <a:pt x="434" y="733"/>
                  </a:lnTo>
                  <a:lnTo>
                    <a:pt x="430" y="737"/>
                  </a:lnTo>
                  <a:lnTo>
                    <a:pt x="411" y="743"/>
                  </a:lnTo>
                  <a:lnTo>
                    <a:pt x="391" y="749"/>
                  </a:lnTo>
                  <a:lnTo>
                    <a:pt x="372" y="751"/>
                  </a:lnTo>
                  <a:lnTo>
                    <a:pt x="354" y="753"/>
                  </a:lnTo>
                  <a:lnTo>
                    <a:pt x="343" y="753"/>
                  </a:lnTo>
                  <a:lnTo>
                    <a:pt x="331" y="751"/>
                  </a:lnTo>
                  <a:lnTo>
                    <a:pt x="320" y="747"/>
                  </a:lnTo>
                  <a:lnTo>
                    <a:pt x="310" y="741"/>
                  </a:lnTo>
                  <a:lnTo>
                    <a:pt x="300" y="735"/>
                  </a:lnTo>
                  <a:lnTo>
                    <a:pt x="295" y="731"/>
                  </a:lnTo>
                  <a:lnTo>
                    <a:pt x="291" y="727"/>
                  </a:lnTo>
                  <a:lnTo>
                    <a:pt x="282" y="715"/>
                  </a:lnTo>
                  <a:lnTo>
                    <a:pt x="274" y="703"/>
                  </a:lnTo>
                  <a:lnTo>
                    <a:pt x="270" y="695"/>
                  </a:lnTo>
                  <a:lnTo>
                    <a:pt x="267" y="687"/>
                  </a:lnTo>
                  <a:lnTo>
                    <a:pt x="260" y="669"/>
                  </a:lnTo>
                  <a:lnTo>
                    <a:pt x="255" y="649"/>
                  </a:lnTo>
                  <a:lnTo>
                    <a:pt x="250" y="627"/>
                  </a:lnTo>
                  <a:lnTo>
                    <a:pt x="248" y="615"/>
                  </a:lnTo>
                  <a:lnTo>
                    <a:pt x="246" y="601"/>
                  </a:lnTo>
                  <a:lnTo>
                    <a:pt x="243" y="573"/>
                  </a:lnTo>
                  <a:lnTo>
                    <a:pt x="241" y="543"/>
                  </a:lnTo>
                  <a:lnTo>
                    <a:pt x="241" y="527"/>
                  </a:lnTo>
                  <a:lnTo>
                    <a:pt x="241" y="509"/>
                  </a:lnTo>
                  <a:lnTo>
                    <a:pt x="241" y="443"/>
                  </a:lnTo>
                  <a:lnTo>
                    <a:pt x="241" y="417"/>
                  </a:lnTo>
                  <a:lnTo>
                    <a:pt x="242" y="391"/>
                  </a:lnTo>
                  <a:lnTo>
                    <a:pt x="245" y="369"/>
                  </a:lnTo>
                  <a:lnTo>
                    <a:pt x="247" y="345"/>
                  </a:lnTo>
                  <a:lnTo>
                    <a:pt x="249" y="335"/>
                  </a:lnTo>
                  <a:lnTo>
                    <a:pt x="251" y="325"/>
                  </a:lnTo>
                  <a:lnTo>
                    <a:pt x="253" y="315"/>
                  </a:lnTo>
                  <a:lnTo>
                    <a:pt x="255" y="305"/>
                  </a:lnTo>
                  <a:lnTo>
                    <a:pt x="258" y="296"/>
                  </a:lnTo>
                  <a:lnTo>
                    <a:pt x="261" y="288"/>
                  </a:lnTo>
                  <a:lnTo>
                    <a:pt x="267" y="270"/>
                  </a:lnTo>
                  <a:lnTo>
                    <a:pt x="274" y="256"/>
                  </a:lnTo>
                  <a:lnTo>
                    <a:pt x="281" y="242"/>
                  </a:lnTo>
                  <a:lnTo>
                    <a:pt x="289" y="230"/>
                  </a:lnTo>
                  <a:lnTo>
                    <a:pt x="299" y="220"/>
                  </a:lnTo>
                  <a:lnTo>
                    <a:pt x="308" y="212"/>
                  </a:lnTo>
                  <a:lnTo>
                    <a:pt x="319" y="208"/>
                  </a:lnTo>
                  <a:lnTo>
                    <a:pt x="330" y="204"/>
                  </a:lnTo>
                  <a:lnTo>
                    <a:pt x="336" y="202"/>
                  </a:lnTo>
                  <a:lnTo>
                    <a:pt x="343" y="202"/>
                  </a:lnTo>
                  <a:lnTo>
                    <a:pt x="355" y="204"/>
                  </a:lnTo>
                  <a:lnTo>
                    <a:pt x="361" y="204"/>
                  </a:lnTo>
                  <a:lnTo>
                    <a:pt x="367" y="206"/>
                  </a:lnTo>
                  <a:lnTo>
                    <a:pt x="378" y="212"/>
                  </a:lnTo>
                  <a:lnTo>
                    <a:pt x="383" y="216"/>
                  </a:lnTo>
                  <a:lnTo>
                    <a:pt x="387" y="220"/>
                  </a:lnTo>
                  <a:lnTo>
                    <a:pt x="397" y="230"/>
                  </a:lnTo>
                  <a:lnTo>
                    <a:pt x="405" y="240"/>
                  </a:lnTo>
                  <a:lnTo>
                    <a:pt x="412" y="254"/>
                  </a:lnTo>
                  <a:lnTo>
                    <a:pt x="416" y="260"/>
                  </a:lnTo>
                  <a:lnTo>
                    <a:pt x="419" y="268"/>
                  </a:lnTo>
                  <a:lnTo>
                    <a:pt x="424" y="286"/>
                  </a:lnTo>
                  <a:lnTo>
                    <a:pt x="429" y="303"/>
                  </a:lnTo>
                  <a:lnTo>
                    <a:pt x="433" y="323"/>
                  </a:lnTo>
                  <a:lnTo>
                    <a:pt x="437" y="343"/>
                  </a:lnTo>
                  <a:lnTo>
                    <a:pt x="439" y="365"/>
                  </a:lnTo>
                  <a:lnTo>
                    <a:pt x="441" y="389"/>
                  </a:lnTo>
                  <a:lnTo>
                    <a:pt x="442" y="415"/>
                  </a:lnTo>
                  <a:lnTo>
                    <a:pt x="443" y="441"/>
                  </a:lnTo>
                  <a:lnTo>
                    <a:pt x="443" y="469"/>
                  </a:lnTo>
                  <a:lnTo>
                    <a:pt x="443" y="473"/>
                  </a:lnTo>
                  <a:lnTo>
                    <a:pt x="442" y="475"/>
                  </a:lnTo>
                  <a:lnTo>
                    <a:pt x="440" y="483"/>
                  </a:lnTo>
                  <a:lnTo>
                    <a:pt x="437" y="487"/>
                  </a:lnTo>
                  <a:lnTo>
                    <a:pt x="433" y="487"/>
                  </a:lnTo>
                  <a:close/>
                  <a:moveTo>
                    <a:pt x="421" y="441"/>
                  </a:moveTo>
                  <a:lnTo>
                    <a:pt x="420" y="417"/>
                  </a:lnTo>
                  <a:lnTo>
                    <a:pt x="420" y="397"/>
                  </a:lnTo>
                  <a:lnTo>
                    <a:pt x="418" y="375"/>
                  </a:lnTo>
                  <a:lnTo>
                    <a:pt x="416" y="357"/>
                  </a:lnTo>
                  <a:lnTo>
                    <a:pt x="414" y="339"/>
                  </a:lnTo>
                  <a:lnTo>
                    <a:pt x="411" y="321"/>
                  </a:lnTo>
                  <a:lnTo>
                    <a:pt x="409" y="315"/>
                  </a:lnTo>
                  <a:lnTo>
                    <a:pt x="407" y="307"/>
                  </a:lnTo>
                  <a:lnTo>
                    <a:pt x="403" y="294"/>
                  </a:lnTo>
                  <a:lnTo>
                    <a:pt x="400" y="288"/>
                  </a:lnTo>
                  <a:lnTo>
                    <a:pt x="398" y="282"/>
                  </a:lnTo>
                  <a:lnTo>
                    <a:pt x="395" y="276"/>
                  </a:lnTo>
                  <a:lnTo>
                    <a:pt x="392" y="272"/>
                  </a:lnTo>
                  <a:lnTo>
                    <a:pt x="389" y="266"/>
                  </a:lnTo>
                  <a:lnTo>
                    <a:pt x="386" y="262"/>
                  </a:lnTo>
                  <a:lnTo>
                    <a:pt x="379" y="256"/>
                  </a:lnTo>
                  <a:lnTo>
                    <a:pt x="371" y="250"/>
                  </a:lnTo>
                  <a:lnTo>
                    <a:pt x="362" y="246"/>
                  </a:lnTo>
                  <a:lnTo>
                    <a:pt x="353" y="242"/>
                  </a:lnTo>
                  <a:lnTo>
                    <a:pt x="343" y="242"/>
                  </a:lnTo>
                  <a:lnTo>
                    <a:pt x="332" y="242"/>
                  </a:lnTo>
                  <a:lnTo>
                    <a:pt x="328" y="244"/>
                  </a:lnTo>
                  <a:lnTo>
                    <a:pt x="323" y="246"/>
                  </a:lnTo>
                  <a:lnTo>
                    <a:pt x="314" y="250"/>
                  </a:lnTo>
                  <a:lnTo>
                    <a:pt x="307" y="256"/>
                  </a:lnTo>
                  <a:lnTo>
                    <a:pt x="299" y="264"/>
                  </a:lnTo>
                  <a:lnTo>
                    <a:pt x="293" y="274"/>
                  </a:lnTo>
                  <a:lnTo>
                    <a:pt x="287" y="284"/>
                  </a:lnTo>
                  <a:lnTo>
                    <a:pt x="282" y="298"/>
                  </a:lnTo>
                  <a:lnTo>
                    <a:pt x="277" y="311"/>
                  </a:lnTo>
                  <a:lnTo>
                    <a:pt x="275" y="317"/>
                  </a:lnTo>
                  <a:lnTo>
                    <a:pt x="273" y="325"/>
                  </a:lnTo>
                  <a:lnTo>
                    <a:pt x="270" y="343"/>
                  </a:lnTo>
                  <a:lnTo>
                    <a:pt x="268" y="361"/>
                  </a:lnTo>
                  <a:lnTo>
                    <a:pt x="266" y="379"/>
                  </a:lnTo>
                  <a:lnTo>
                    <a:pt x="264" y="399"/>
                  </a:lnTo>
                  <a:lnTo>
                    <a:pt x="263" y="421"/>
                  </a:lnTo>
                  <a:lnTo>
                    <a:pt x="263" y="443"/>
                  </a:lnTo>
                  <a:lnTo>
                    <a:pt x="421" y="447"/>
                  </a:lnTo>
                  <a:lnTo>
                    <a:pt x="421" y="441"/>
                  </a:lnTo>
                  <a:close/>
                  <a:moveTo>
                    <a:pt x="649" y="751"/>
                  </a:moveTo>
                  <a:lnTo>
                    <a:pt x="636" y="753"/>
                  </a:lnTo>
                  <a:lnTo>
                    <a:pt x="622" y="753"/>
                  </a:lnTo>
                  <a:lnTo>
                    <a:pt x="610" y="753"/>
                  </a:lnTo>
                  <a:lnTo>
                    <a:pt x="598" y="749"/>
                  </a:lnTo>
                  <a:lnTo>
                    <a:pt x="593" y="745"/>
                  </a:lnTo>
                  <a:lnTo>
                    <a:pt x="589" y="741"/>
                  </a:lnTo>
                  <a:lnTo>
                    <a:pt x="584" y="737"/>
                  </a:lnTo>
                  <a:lnTo>
                    <a:pt x="581" y="731"/>
                  </a:lnTo>
                  <a:lnTo>
                    <a:pt x="577" y="725"/>
                  </a:lnTo>
                  <a:lnTo>
                    <a:pt x="574" y="717"/>
                  </a:lnTo>
                  <a:lnTo>
                    <a:pt x="571" y="709"/>
                  </a:lnTo>
                  <a:lnTo>
                    <a:pt x="569" y="699"/>
                  </a:lnTo>
                  <a:lnTo>
                    <a:pt x="568" y="687"/>
                  </a:lnTo>
                  <a:lnTo>
                    <a:pt x="566" y="675"/>
                  </a:lnTo>
                  <a:lnTo>
                    <a:pt x="566" y="659"/>
                  </a:lnTo>
                  <a:lnTo>
                    <a:pt x="565" y="645"/>
                  </a:lnTo>
                  <a:lnTo>
                    <a:pt x="565" y="248"/>
                  </a:lnTo>
                  <a:lnTo>
                    <a:pt x="516" y="248"/>
                  </a:lnTo>
                  <a:lnTo>
                    <a:pt x="512" y="248"/>
                  </a:lnTo>
                  <a:lnTo>
                    <a:pt x="510" y="246"/>
                  </a:lnTo>
                  <a:lnTo>
                    <a:pt x="509" y="244"/>
                  </a:lnTo>
                  <a:lnTo>
                    <a:pt x="507" y="240"/>
                  </a:lnTo>
                  <a:lnTo>
                    <a:pt x="506" y="236"/>
                  </a:lnTo>
                  <a:lnTo>
                    <a:pt x="506" y="232"/>
                  </a:lnTo>
                  <a:lnTo>
                    <a:pt x="506" y="222"/>
                  </a:lnTo>
                  <a:lnTo>
                    <a:pt x="506" y="220"/>
                  </a:lnTo>
                  <a:lnTo>
                    <a:pt x="507" y="216"/>
                  </a:lnTo>
                  <a:lnTo>
                    <a:pt x="508" y="214"/>
                  </a:lnTo>
                  <a:lnTo>
                    <a:pt x="509" y="212"/>
                  </a:lnTo>
                  <a:lnTo>
                    <a:pt x="510" y="210"/>
                  </a:lnTo>
                  <a:lnTo>
                    <a:pt x="512" y="208"/>
                  </a:lnTo>
                  <a:lnTo>
                    <a:pt x="516" y="208"/>
                  </a:lnTo>
                  <a:lnTo>
                    <a:pt x="565" y="208"/>
                  </a:lnTo>
                  <a:lnTo>
                    <a:pt x="565" y="104"/>
                  </a:lnTo>
                  <a:lnTo>
                    <a:pt x="566" y="96"/>
                  </a:lnTo>
                  <a:lnTo>
                    <a:pt x="567" y="94"/>
                  </a:lnTo>
                  <a:lnTo>
                    <a:pt x="568" y="90"/>
                  </a:lnTo>
                  <a:lnTo>
                    <a:pt x="569" y="88"/>
                  </a:lnTo>
                  <a:lnTo>
                    <a:pt x="570" y="86"/>
                  </a:lnTo>
                  <a:lnTo>
                    <a:pt x="572" y="86"/>
                  </a:lnTo>
                  <a:lnTo>
                    <a:pt x="574" y="84"/>
                  </a:lnTo>
                  <a:lnTo>
                    <a:pt x="580" y="84"/>
                  </a:lnTo>
                  <a:lnTo>
                    <a:pt x="583" y="86"/>
                  </a:lnTo>
                  <a:lnTo>
                    <a:pt x="585" y="90"/>
                  </a:lnTo>
                  <a:lnTo>
                    <a:pt x="587" y="96"/>
                  </a:lnTo>
                  <a:lnTo>
                    <a:pt x="588" y="104"/>
                  </a:lnTo>
                  <a:lnTo>
                    <a:pt x="588" y="208"/>
                  </a:lnTo>
                  <a:lnTo>
                    <a:pt x="648" y="208"/>
                  </a:lnTo>
                  <a:lnTo>
                    <a:pt x="651" y="208"/>
                  </a:lnTo>
                  <a:lnTo>
                    <a:pt x="653" y="210"/>
                  </a:lnTo>
                  <a:lnTo>
                    <a:pt x="654" y="212"/>
                  </a:lnTo>
                  <a:lnTo>
                    <a:pt x="656" y="216"/>
                  </a:lnTo>
                  <a:lnTo>
                    <a:pt x="657" y="220"/>
                  </a:lnTo>
                  <a:lnTo>
                    <a:pt x="657" y="222"/>
                  </a:lnTo>
                  <a:lnTo>
                    <a:pt x="657" y="232"/>
                  </a:lnTo>
                  <a:lnTo>
                    <a:pt x="657" y="236"/>
                  </a:lnTo>
                  <a:lnTo>
                    <a:pt x="656" y="240"/>
                  </a:lnTo>
                  <a:lnTo>
                    <a:pt x="654" y="244"/>
                  </a:lnTo>
                  <a:lnTo>
                    <a:pt x="653" y="246"/>
                  </a:lnTo>
                  <a:lnTo>
                    <a:pt x="651" y="248"/>
                  </a:lnTo>
                  <a:lnTo>
                    <a:pt x="648" y="248"/>
                  </a:lnTo>
                  <a:lnTo>
                    <a:pt x="588" y="248"/>
                  </a:lnTo>
                  <a:lnTo>
                    <a:pt x="588" y="645"/>
                  </a:lnTo>
                  <a:lnTo>
                    <a:pt x="588" y="665"/>
                  </a:lnTo>
                  <a:lnTo>
                    <a:pt x="590" y="681"/>
                  </a:lnTo>
                  <a:lnTo>
                    <a:pt x="593" y="693"/>
                  </a:lnTo>
                  <a:lnTo>
                    <a:pt x="595" y="697"/>
                  </a:lnTo>
                  <a:lnTo>
                    <a:pt x="597" y="701"/>
                  </a:lnTo>
                  <a:lnTo>
                    <a:pt x="599" y="705"/>
                  </a:lnTo>
                  <a:lnTo>
                    <a:pt x="602" y="707"/>
                  </a:lnTo>
                  <a:lnTo>
                    <a:pt x="605" y="711"/>
                  </a:lnTo>
                  <a:lnTo>
                    <a:pt x="608" y="711"/>
                  </a:lnTo>
                  <a:lnTo>
                    <a:pt x="615" y="713"/>
                  </a:lnTo>
                  <a:lnTo>
                    <a:pt x="622" y="713"/>
                  </a:lnTo>
                  <a:lnTo>
                    <a:pt x="647" y="713"/>
                  </a:lnTo>
                  <a:lnTo>
                    <a:pt x="651" y="715"/>
                  </a:lnTo>
                  <a:lnTo>
                    <a:pt x="655" y="717"/>
                  </a:lnTo>
                  <a:lnTo>
                    <a:pt x="656" y="719"/>
                  </a:lnTo>
                  <a:lnTo>
                    <a:pt x="657" y="723"/>
                  </a:lnTo>
                  <a:lnTo>
                    <a:pt x="657" y="725"/>
                  </a:lnTo>
                  <a:lnTo>
                    <a:pt x="657" y="729"/>
                  </a:lnTo>
                  <a:lnTo>
                    <a:pt x="657" y="737"/>
                  </a:lnTo>
                  <a:lnTo>
                    <a:pt x="655" y="743"/>
                  </a:lnTo>
                  <a:lnTo>
                    <a:pt x="654" y="747"/>
                  </a:lnTo>
                  <a:lnTo>
                    <a:pt x="653" y="747"/>
                  </a:lnTo>
                  <a:lnTo>
                    <a:pt x="649" y="751"/>
                  </a:lnTo>
                  <a:close/>
                  <a:moveTo>
                    <a:pt x="767" y="20"/>
                  </a:moveTo>
                  <a:lnTo>
                    <a:pt x="743" y="192"/>
                  </a:lnTo>
                  <a:lnTo>
                    <a:pt x="742" y="202"/>
                  </a:lnTo>
                  <a:lnTo>
                    <a:pt x="740" y="208"/>
                  </a:lnTo>
                  <a:lnTo>
                    <a:pt x="737" y="210"/>
                  </a:lnTo>
                  <a:lnTo>
                    <a:pt x="734" y="212"/>
                  </a:lnTo>
                  <a:lnTo>
                    <a:pt x="726" y="212"/>
                  </a:lnTo>
                  <a:lnTo>
                    <a:pt x="724" y="210"/>
                  </a:lnTo>
                  <a:lnTo>
                    <a:pt x="722" y="208"/>
                  </a:lnTo>
                  <a:lnTo>
                    <a:pt x="722" y="206"/>
                  </a:lnTo>
                  <a:lnTo>
                    <a:pt x="722" y="202"/>
                  </a:lnTo>
                  <a:lnTo>
                    <a:pt x="722" y="198"/>
                  </a:lnTo>
                  <a:lnTo>
                    <a:pt x="722" y="192"/>
                  </a:lnTo>
                  <a:lnTo>
                    <a:pt x="743" y="20"/>
                  </a:lnTo>
                  <a:lnTo>
                    <a:pt x="744" y="10"/>
                  </a:lnTo>
                  <a:lnTo>
                    <a:pt x="745" y="6"/>
                  </a:lnTo>
                  <a:lnTo>
                    <a:pt x="746" y="4"/>
                  </a:lnTo>
                  <a:lnTo>
                    <a:pt x="749" y="2"/>
                  </a:lnTo>
                  <a:lnTo>
                    <a:pt x="753" y="0"/>
                  </a:lnTo>
                  <a:lnTo>
                    <a:pt x="762" y="0"/>
                  </a:lnTo>
                  <a:lnTo>
                    <a:pt x="765" y="0"/>
                  </a:lnTo>
                  <a:lnTo>
                    <a:pt x="767" y="2"/>
                  </a:lnTo>
                  <a:lnTo>
                    <a:pt x="768" y="6"/>
                  </a:lnTo>
                  <a:lnTo>
                    <a:pt x="768" y="12"/>
                  </a:lnTo>
                  <a:lnTo>
                    <a:pt x="768" y="14"/>
                  </a:lnTo>
                  <a:lnTo>
                    <a:pt x="767" y="20"/>
                  </a:lnTo>
                  <a:close/>
                  <a:moveTo>
                    <a:pt x="898" y="753"/>
                  </a:moveTo>
                  <a:lnTo>
                    <a:pt x="879" y="753"/>
                  </a:lnTo>
                  <a:lnTo>
                    <a:pt x="859" y="749"/>
                  </a:lnTo>
                  <a:lnTo>
                    <a:pt x="841" y="745"/>
                  </a:lnTo>
                  <a:lnTo>
                    <a:pt x="825" y="739"/>
                  </a:lnTo>
                  <a:lnTo>
                    <a:pt x="820" y="737"/>
                  </a:lnTo>
                  <a:lnTo>
                    <a:pt x="818" y="735"/>
                  </a:lnTo>
                  <a:lnTo>
                    <a:pt x="817" y="735"/>
                  </a:lnTo>
                  <a:lnTo>
                    <a:pt x="815" y="733"/>
                  </a:lnTo>
                  <a:lnTo>
                    <a:pt x="814" y="729"/>
                  </a:lnTo>
                  <a:lnTo>
                    <a:pt x="814" y="727"/>
                  </a:lnTo>
                  <a:lnTo>
                    <a:pt x="814" y="723"/>
                  </a:lnTo>
                  <a:lnTo>
                    <a:pt x="814" y="711"/>
                  </a:lnTo>
                  <a:lnTo>
                    <a:pt x="814" y="707"/>
                  </a:lnTo>
                  <a:lnTo>
                    <a:pt x="814" y="705"/>
                  </a:lnTo>
                  <a:lnTo>
                    <a:pt x="816" y="701"/>
                  </a:lnTo>
                  <a:lnTo>
                    <a:pt x="817" y="699"/>
                  </a:lnTo>
                  <a:lnTo>
                    <a:pt x="819" y="699"/>
                  </a:lnTo>
                  <a:lnTo>
                    <a:pt x="820" y="697"/>
                  </a:lnTo>
                  <a:lnTo>
                    <a:pt x="822" y="697"/>
                  </a:lnTo>
                  <a:lnTo>
                    <a:pt x="825" y="697"/>
                  </a:lnTo>
                  <a:lnTo>
                    <a:pt x="844" y="703"/>
                  </a:lnTo>
                  <a:lnTo>
                    <a:pt x="863" y="709"/>
                  </a:lnTo>
                  <a:lnTo>
                    <a:pt x="873" y="711"/>
                  </a:lnTo>
                  <a:lnTo>
                    <a:pt x="882" y="713"/>
                  </a:lnTo>
                  <a:lnTo>
                    <a:pt x="899" y="713"/>
                  </a:lnTo>
                  <a:lnTo>
                    <a:pt x="912" y="713"/>
                  </a:lnTo>
                  <a:lnTo>
                    <a:pt x="918" y="711"/>
                  </a:lnTo>
                  <a:lnTo>
                    <a:pt x="924" y="709"/>
                  </a:lnTo>
                  <a:lnTo>
                    <a:pt x="930" y="707"/>
                  </a:lnTo>
                  <a:lnTo>
                    <a:pt x="935" y="703"/>
                  </a:lnTo>
                  <a:lnTo>
                    <a:pt x="940" y="699"/>
                  </a:lnTo>
                  <a:lnTo>
                    <a:pt x="944" y="695"/>
                  </a:lnTo>
                  <a:lnTo>
                    <a:pt x="948" y="689"/>
                  </a:lnTo>
                  <a:lnTo>
                    <a:pt x="952" y="681"/>
                  </a:lnTo>
                  <a:lnTo>
                    <a:pt x="955" y="673"/>
                  </a:lnTo>
                  <a:lnTo>
                    <a:pt x="958" y="663"/>
                  </a:lnTo>
                  <a:lnTo>
                    <a:pt x="960" y="653"/>
                  </a:lnTo>
                  <a:lnTo>
                    <a:pt x="961" y="641"/>
                  </a:lnTo>
                  <a:lnTo>
                    <a:pt x="962" y="627"/>
                  </a:lnTo>
                  <a:lnTo>
                    <a:pt x="963" y="613"/>
                  </a:lnTo>
                  <a:lnTo>
                    <a:pt x="962" y="599"/>
                  </a:lnTo>
                  <a:lnTo>
                    <a:pt x="960" y="585"/>
                  </a:lnTo>
                  <a:lnTo>
                    <a:pt x="959" y="579"/>
                  </a:lnTo>
                  <a:lnTo>
                    <a:pt x="957" y="573"/>
                  </a:lnTo>
                  <a:lnTo>
                    <a:pt x="952" y="561"/>
                  </a:lnTo>
                  <a:lnTo>
                    <a:pt x="949" y="555"/>
                  </a:lnTo>
                  <a:lnTo>
                    <a:pt x="945" y="547"/>
                  </a:lnTo>
                  <a:lnTo>
                    <a:pt x="935" y="535"/>
                  </a:lnTo>
                  <a:lnTo>
                    <a:pt x="924" y="519"/>
                  </a:lnTo>
                  <a:lnTo>
                    <a:pt x="909" y="503"/>
                  </a:lnTo>
                  <a:lnTo>
                    <a:pt x="877" y="469"/>
                  </a:lnTo>
                  <a:lnTo>
                    <a:pt x="864" y="453"/>
                  </a:lnTo>
                  <a:lnTo>
                    <a:pt x="852" y="439"/>
                  </a:lnTo>
                  <a:lnTo>
                    <a:pt x="841" y="423"/>
                  </a:lnTo>
                  <a:lnTo>
                    <a:pt x="839" y="419"/>
                  </a:lnTo>
                  <a:lnTo>
                    <a:pt x="837" y="415"/>
                  </a:lnTo>
                  <a:lnTo>
                    <a:pt x="832" y="407"/>
                  </a:lnTo>
                  <a:lnTo>
                    <a:pt x="829" y="399"/>
                  </a:lnTo>
                  <a:lnTo>
                    <a:pt x="825" y="389"/>
                  </a:lnTo>
                  <a:lnTo>
                    <a:pt x="823" y="381"/>
                  </a:lnTo>
                  <a:lnTo>
                    <a:pt x="820" y="371"/>
                  </a:lnTo>
                  <a:lnTo>
                    <a:pt x="819" y="361"/>
                  </a:lnTo>
                  <a:lnTo>
                    <a:pt x="817" y="349"/>
                  </a:lnTo>
                  <a:lnTo>
                    <a:pt x="816" y="337"/>
                  </a:lnTo>
                  <a:lnTo>
                    <a:pt x="816" y="325"/>
                  </a:lnTo>
                  <a:lnTo>
                    <a:pt x="817" y="309"/>
                  </a:lnTo>
                  <a:lnTo>
                    <a:pt x="818" y="294"/>
                  </a:lnTo>
                  <a:lnTo>
                    <a:pt x="820" y="280"/>
                  </a:lnTo>
                  <a:lnTo>
                    <a:pt x="823" y="268"/>
                  </a:lnTo>
                  <a:lnTo>
                    <a:pt x="826" y="256"/>
                  </a:lnTo>
                  <a:lnTo>
                    <a:pt x="830" y="246"/>
                  </a:lnTo>
                  <a:lnTo>
                    <a:pt x="835" y="238"/>
                  </a:lnTo>
                  <a:lnTo>
                    <a:pt x="840" y="230"/>
                  </a:lnTo>
                  <a:lnTo>
                    <a:pt x="845" y="222"/>
                  </a:lnTo>
                  <a:lnTo>
                    <a:pt x="851" y="216"/>
                  </a:lnTo>
                  <a:lnTo>
                    <a:pt x="858" y="212"/>
                  </a:lnTo>
                  <a:lnTo>
                    <a:pt x="864" y="208"/>
                  </a:lnTo>
                  <a:lnTo>
                    <a:pt x="871" y="206"/>
                  </a:lnTo>
                  <a:lnTo>
                    <a:pt x="878" y="204"/>
                  </a:lnTo>
                  <a:lnTo>
                    <a:pt x="893" y="202"/>
                  </a:lnTo>
                  <a:lnTo>
                    <a:pt x="917" y="204"/>
                  </a:lnTo>
                  <a:lnTo>
                    <a:pt x="936" y="206"/>
                  </a:lnTo>
                  <a:lnTo>
                    <a:pt x="965" y="212"/>
                  </a:lnTo>
                  <a:lnTo>
                    <a:pt x="970" y="214"/>
                  </a:lnTo>
                  <a:lnTo>
                    <a:pt x="973" y="216"/>
                  </a:lnTo>
                  <a:lnTo>
                    <a:pt x="974" y="218"/>
                  </a:lnTo>
                  <a:lnTo>
                    <a:pt x="975" y="220"/>
                  </a:lnTo>
                  <a:lnTo>
                    <a:pt x="976" y="224"/>
                  </a:lnTo>
                  <a:lnTo>
                    <a:pt x="976" y="228"/>
                  </a:lnTo>
                  <a:lnTo>
                    <a:pt x="976" y="236"/>
                  </a:lnTo>
                  <a:lnTo>
                    <a:pt x="975" y="246"/>
                  </a:lnTo>
                  <a:lnTo>
                    <a:pt x="973" y="252"/>
                  </a:lnTo>
                  <a:lnTo>
                    <a:pt x="970" y="254"/>
                  </a:lnTo>
                  <a:lnTo>
                    <a:pt x="965" y="252"/>
                  </a:lnTo>
                  <a:lnTo>
                    <a:pt x="953" y="250"/>
                  </a:lnTo>
                  <a:lnTo>
                    <a:pt x="936" y="246"/>
                  </a:lnTo>
                  <a:lnTo>
                    <a:pt x="926" y="244"/>
                  </a:lnTo>
                  <a:lnTo>
                    <a:pt x="916" y="244"/>
                  </a:lnTo>
                  <a:lnTo>
                    <a:pt x="895" y="242"/>
                  </a:lnTo>
                  <a:lnTo>
                    <a:pt x="883" y="242"/>
                  </a:lnTo>
                  <a:lnTo>
                    <a:pt x="873" y="244"/>
                  </a:lnTo>
                  <a:lnTo>
                    <a:pt x="868" y="246"/>
                  </a:lnTo>
                  <a:lnTo>
                    <a:pt x="863" y="250"/>
                  </a:lnTo>
                  <a:lnTo>
                    <a:pt x="859" y="254"/>
                  </a:lnTo>
                  <a:lnTo>
                    <a:pt x="855" y="258"/>
                  </a:lnTo>
                  <a:lnTo>
                    <a:pt x="851" y="262"/>
                  </a:lnTo>
                  <a:lnTo>
                    <a:pt x="848" y="268"/>
                  </a:lnTo>
                  <a:lnTo>
                    <a:pt x="845" y="276"/>
                  </a:lnTo>
                  <a:lnTo>
                    <a:pt x="844" y="278"/>
                  </a:lnTo>
                  <a:lnTo>
                    <a:pt x="843" y="282"/>
                  </a:lnTo>
                  <a:lnTo>
                    <a:pt x="841" y="292"/>
                  </a:lnTo>
                  <a:lnTo>
                    <a:pt x="839" y="301"/>
                  </a:lnTo>
                  <a:lnTo>
                    <a:pt x="839" y="313"/>
                  </a:lnTo>
                  <a:lnTo>
                    <a:pt x="838" y="325"/>
                  </a:lnTo>
                  <a:lnTo>
                    <a:pt x="838" y="333"/>
                  </a:lnTo>
                  <a:lnTo>
                    <a:pt x="839" y="341"/>
                  </a:lnTo>
                  <a:lnTo>
                    <a:pt x="840" y="349"/>
                  </a:lnTo>
                  <a:lnTo>
                    <a:pt x="842" y="355"/>
                  </a:lnTo>
                  <a:lnTo>
                    <a:pt x="843" y="363"/>
                  </a:lnTo>
                  <a:lnTo>
                    <a:pt x="846" y="369"/>
                  </a:lnTo>
                  <a:lnTo>
                    <a:pt x="848" y="375"/>
                  </a:lnTo>
                  <a:lnTo>
                    <a:pt x="851" y="381"/>
                  </a:lnTo>
                  <a:lnTo>
                    <a:pt x="858" y="393"/>
                  </a:lnTo>
                  <a:lnTo>
                    <a:pt x="867" y="405"/>
                  </a:lnTo>
                  <a:lnTo>
                    <a:pt x="876" y="417"/>
                  </a:lnTo>
                  <a:lnTo>
                    <a:pt x="887" y="431"/>
                  </a:lnTo>
                  <a:lnTo>
                    <a:pt x="921" y="467"/>
                  </a:lnTo>
                  <a:lnTo>
                    <a:pt x="936" y="485"/>
                  </a:lnTo>
                  <a:lnTo>
                    <a:pt x="948" y="501"/>
                  </a:lnTo>
                  <a:lnTo>
                    <a:pt x="954" y="509"/>
                  </a:lnTo>
                  <a:lnTo>
                    <a:pt x="959" y="517"/>
                  </a:lnTo>
                  <a:lnTo>
                    <a:pt x="968" y="533"/>
                  </a:lnTo>
                  <a:lnTo>
                    <a:pt x="972" y="541"/>
                  </a:lnTo>
                  <a:lnTo>
                    <a:pt x="976" y="551"/>
                  </a:lnTo>
                  <a:lnTo>
                    <a:pt x="978" y="559"/>
                  </a:lnTo>
                  <a:lnTo>
                    <a:pt x="981" y="569"/>
                  </a:lnTo>
                  <a:lnTo>
                    <a:pt x="982" y="579"/>
                  </a:lnTo>
                  <a:lnTo>
                    <a:pt x="984" y="589"/>
                  </a:lnTo>
                  <a:lnTo>
                    <a:pt x="985" y="601"/>
                  </a:lnTo>
                  <a:lnTo>
                    <a:pt x="985" y="613"/>
                  </a:lnTo>
                  <a:lnTo>
                    <a:pt x="984" y="633"/>
                  </a:lnTo>
                  <a:lnTo>
                    <a:pt x="983" y="651"/>
                  </a:lnTo>
                  <a:lnTo>
                    <a:pt x="982" y="659"/>
                  </a:lnTo>
                  <a:lnTo>
                    <a:pt x="981" y="667"/>
                  </a:lnTo>
                  <a:lnTo>
                    <a:pt x="979" y="673"/>
                  </a:lnTo>
                  <a:lnTo>
                    <a:pt x="978" y="681"/>
                  </a:lnTo>
                  <a:lnTo>
                    <a:pt x="974" y="693"/>
                  </a:lnTo>
                  <a:lnTo>
                    <a:pt x="972" y="699"/>
                  </a:lnTo>
                  <a:lnTo>
                    <a:pt x="970" y="705"/>
                  </a:lnTo>
                  <a:lnTo>
                    <a:pt x="964" y="715"/>
                  </a:lnTo>
                  <a:lnTo>
                    <a:pt x="959" y="723"/>
                  </a:lnTo>
                  <a:lnTo>
                    <a:pt x="953" y="731"/>
                  </a:lnTo>
                  <a:lnTo>
                    <a:pt x="946" y="737"/>
                  </a:lnTo>
                  <a:lnTo>
                    <a:pt x="939" y="743"/>
                  </a:lnTo>
                  <a:lnTo>
                    <a:pt x="931" y="747"/>
                  </a:lnTo>
                  <a:lnTo>
                    <a:pt x="923" y="749"/>
                  </a:lnTo>
                  <a:lnTo>
                    <a:pt x="915" y="751"/>
                  </a:lnTo>
                  <a:lnTo>
                    <a:pt x="906" y="753"/>
                  </a:lnTo>
                  <a:lnTo>
                    <a:pt x="898" y="753"/>
                  </a:lnTo>
                  <a:close/>
                  <a:moveTo>
                    <a:pt x="1357" y="745"/>
                  </a:moveTo>
                  <a:lnTo>
                    <a:pt x="1341" y="747"/>
                  </a:lnTo>
                  <a:lnTo>
                    <a:pt x="1324" y="751"/>
                  </a:lnTo>
                  <a:lnTo>
                    <a:pt x="1309" y="753"/>
                  </a:lnTo>
                  <a:lnTo>
                    <a:pt x="1296" y="753"/>
                  </a:lnTo>
                  <a:lnTo>
                    <a:pt x="1283" y="751"/>
                  </a:lnTo>
                  <a:lnTo>
                    <a:pt x="1277" y="751"/>
                  </a:lnTo>
                  <a:lnTo>
                    <a:pt x="1271" y="749"/>
                  </a:lnTo>
                  <a:lnTo>
                    <a:pt x="1265" y="745"/>
                  </a:lnTo>
                  <a:lnTo>
                    <a:pt x="1260" y="743"/>
                  </a:lnTo>
                  <a:lnTo>
                    <a:pt x="1255" y="739"/>
                  </a:lnTo>
                  <a:lnTo>
                    <a:pt x="1250" y="733"/>
                  </a:lnTo>
                  <a:lnTo>
                    <a:pt x="1245" y="729"/>
                  </a:lnTo>
                  <a:lnTo>
                    <a:pt x="1241" y="723"/>
                  </a:lnTo>
                  <a:lnTo>
                    <a:pt x="1233" y="711"/>
                  </a:lnTo>
                  <a:lnTo>
                    <a:pt x="1225" y="697"/>
                  </a:lnTo>
                  <a:lnTo>
                    <a:pt x="1219" y="681"/>
                  </a:lnTo>
                  <a:lnTo>
                    <a:pt x="1213" y="663"/>
                  </a:lnTo>
                  <a:lnTo>
                    <a:pt x="1209" y="645"/>
                  </a:lnTo>
                  <a:lnTo>
                    <a:pt x="1205" y="625"/>
                  </a:lnTo>
                  <a:lnTo>
                    <a:pt x="1202" y="603"/>
                  </a:lnTo>
                  <a:lnTo>
                    <a:pt x="1199" y="581"/>
                  </a:lnTo>
                  <a:lnTo>
                    <a:pt x="1197" y="557"/>
                  </a:lnTo>
                  <a:lnTo>
                    <a:pt x="1196" y="535"/>
                  </a:lnTo>
                  <a:lnTo>
                    <a:pt x="1196" y="509"/>
                  </a:lnTo>
                  <a:lnTo>
                    <a:pt x="1196" y="443"/>
                  </a:lnTo>
                  <a:lnTo>
                    <a:pt x="1196" y="417"/>
                  </a:lnTo>
                  <a:lnTo>
                    <a:pt x="1197" y="393"/>
                  </a:lnTo>
                  <a:lnTo>
                    <a:pt x="1199" y="371"/>
                  </a:lnTo>
                  <a:lnTo>
                    <a:pt x="1202" y="349"/>
                  </a:lnTo>
                  <a:lnTo>
                    <a:pt x="1205" y="327"/>
                  </a:lnTo>
                  <a:lnTo>
                    <a:pt x="1209" y="307"/>
                  </a:lnTo>
                  <a:lnTo>
                    <a:pt x="1213" y="290"/>
                  </a:lnTo>
                  <a:lnTo>
                    <a:pt x="1219" y="272"/>
                  </a:lnTo>
                  <a:lnTo>
                    <a:pt x="1222" y="264"/>
                  </a:lnTo>
                  <a:lnTo>
                    <a:pt x="1225" y="258"/>
                  </a:lnTo>
                  <a:lnTo>
                    <a:pt x="1233" y="244"/>
                  </a:lnTo>
                  <a:lnTo>
                    <a:pt x="1237" y="238"/>
                  </a:lnTo>
                  <a:lnTo>
                    <a:pt x="1241" y="232"/>
                  </a:lnTo>
                  <a:lnTo>
                    <a:pt x="1250" y="222"/>
                  </a:lnTo>
                  <a:lnTo>
                    <a:pt x="1260" y="214"/>
                  </a:lnTo>
                  <a:lnTo>
                    <a:pt x="1265" y="210"/>
                  </a:lnTo>
                  <a:lnTo>
                    <a:pt x="1271" y="208"/>
                  </a:lnTo>
                  <a:lnTo>
                    <a:pt x="1277" y="206"/>
                  </a:lnTo>
                  <a:lnTo>
                    <a:pt x="1283" y="204"/>
                  </a:lnTo>
                  <a:lnTo>
                    <a:pt x="1289" y="202"/>
                  </a:lnTo>
                  <a:lnTo>
                    <a:pt x="1296" y="202"/>
                  </a:lnTo>
                  <a:lnTo>
                    <a:pt x="1309" y="204"/>
                  </a:lnTo>
                  <a:lnTo>
                    <a:pt x="1324" y="206"/>
                  </a:lnTo>
                  <a:lnTo>
                    <a:pt x="1341" y="208"/>
                  </a:lnTo>
                  <a:lnTo>
                    <a:pt x="1357" y="212"/>
                  </a:lnTo>
                  <a:lnTo>
                    <a:pt x="1361" y="214"/>
                  </a:lnTo>
                  <a:lnTo>
                    <a:pt x="1364" y="218"/>
                  </a:lnTo>
                  <a:lnTo>
                    <a:pt x="1365" y="220"/>
                  </a:lnTo>
                  <a:lnTo>
                    <a:pt x="1366" y="222"/>
                  </a:lnTo>
                  <a:lnTo>
                    <a:pt x="1366" y="230"/>
                  </a:lnTo>
                  <a:lnTo>
                    <a:pt x="1366" y="236"/>
                  </a:lnTo>
                  <a:lnTo>
                    <a:pt x="1365" y="240"/>
                  </a:lnTo>
                  <a:lnTo>
                    <a:pt x="1365" y="244"/>
                  </a:lnTo>
                  <a:lnTo>
                    <a:pt x="1363" y="248"/>
                  </a:lnTo>
                  <a:lnTo>
                    <a:pt x="1362" y="250"/>
                  </a:lnTo>
                  <a:lnTo>
                    <a:pt x="1360" y="250"/>
                  </a:lnTo>
                  <a:lnTo>
                    <a:pt x="1356" y="250"/>
                  </a:lnTo>
                  <a:lnTo>
                    <a:pt x="1339" y="246"/>
                  </a:lnTo>
                  <a:lnTo>
                    <a:pt x="1323" y="244"/>
                  </a:lnTo>
                  <a:lnTo>
                    <a:pt x="1309" y="242"/>
                  </a:lnTo>
                  <a:lnTo>
                    <a:pt x="1296" y="242"/>
                  </a:lnTo>
                  <a:lnTo>
                    <a:pt x="1285" y="242"/>
                  </a:lnTo>
                  <a:lnTo>
                    <a:pt x="1276" y="246"/>
                  </a:lnTo>
                  <a:lnTo>
                    <a:pt x="1272" y="248"/>
                  </a:lnTo>
                  <a:lnTo>
                    <a:pt x="1267" y="250"/>
                  </a:lnTo>
                  <a:lnTo>
                    <a:pt x="1259" y="256"/>
                  </a:lnTo>
                  <a:lnTo>
                    <a:pt x="1252" y="264"/>
                  </a:lnTo>
                  <a:lnTo>
                    <a:pt x="1246" y="274"/>
                  </a:lnTo>
                  <a:lnTo>
                    <a:pt x="1240" y="284"/>
                  </a:lnTo>
                  <a:lnTo>
                    <a:pt x="1236" y="296"/>
                  </a:lnTo>
                  <a:lnTo>
                    <a:pt x="1231" y="309"/>
                  </a:lnTo>
                  <a:lnTo>
                    <a:pt x="1228" y="325"/>
                  </a:lnTo>
                  <a:lnTo>
                    <a:pt x="1225" y="341"/>
                  </a:lnTo>
                  <a:lnTo>
                    <a:pt x="1222" y="359"/>
                  </a:lnTo>
                  <a:lnTo>
                    <a:pt x="1221" y="379"/>
                  </a:lnTo>
                  <a:lnTo>
                    <a:pt x="1219" y="399"/>
                  </a:lnTo>
                  <a:lnTo>
                    <a:pt x="1219" y="419"/>
                  </a:lnTo>
                  <a:lnTo>
                    <a:pt x="1218" y="443"/>
                  </a:lnTo>
                  <a:lnTo>
                    <a:pt x="1218" y="509"/>
                  </a:lnTo>
                  <a:lnTo>
                    <a:pt x="1219" y="531"/>
                  </a:lnTo>
                  <a:lnTo>
                    <a:pt x="1219" y="553"/>
                  </a:lnTo>
                  <a:lnTo>
                    <a:pt x="1221" y="573"/>
                  </a:lnTo>
                  <a:lnTo>
                    <a:pt x="1222" y="593"/>
                  </a:lnTo>
                  <a:lnTo>
                    <a:pt x="1225" y="611"/>
                  </a:lnTo>
                  <a:lnTo>
                    <a:pt x="1228" y="627"/>
                  </a:lnTo>
                  <a:lnTo>
                    <a:pt x="1231" y="643"/>
                  </a:lnTo>
                  <a:lnTo>
                    <a:pt x="1236" y="657"/>
                  </a:lnTo>
                  <a:lnTo>
                    <a:pt x="1240" y="671"/>
                  </a:lnTo>
                  <a:lnTo>
                    <a:pt x="1246" y="681"/>
                  </a:lnTo>
                  <a:lnTo>
                    <a:pt x="1252" y="691"/>
                  </a:lnTo>
                  <a:lnTo>
                    <a:pt x="1259" y="699"/>
                  </a:lnTo>
                  <a:lnTo>
                    <a:pt x="1267" y="705"/>
                  </a:lnTo>
                  <a:lnTo>
                    <a:pt x="1272" y="709"/>
                  </a:lnTo>
                  <a:lnTo>
                    <a:pt x="1276" y="711"/>
                  </a:lnTo>
                  <a:lnTo>
                    <a:pt x="1285" y="713"/>
                  </a:lnTo>
                  <a:lnTo>
                    <a:pt x="1296" y="713"/>
                  </a:lnTo>
                  <a:lnTo>
                    <a:pt x="1309" y="713"/>
                  </a:lnTo>
                  <a:lnTo>
                    <a:pt x="1323" y="711"/>
                  </a:lnTo>
                  <a:lnTo>
                    <a:pt x="1339" y="709"/>
                  </a:lnTo>
                  <a:lnTo>
                    <a:pt x="1356" y="705"/>
                  </a:lnTo>
                  <a:lnTo>
                    <a:pt x="1360" y="705"/>
                  </a:lnTo>
                  <a:lnTo>
                    <a:pt x="1362" y="705"/>
                  </a:lnTo>
                  <a:lnTo>
                    <a:pt x="1363" y="707"/>
                  </a:lnTo>
                  <a:lnTo>
                    <a:pt x="1365" y="709"/>
                  </a:lnTo>
                  <a:lnTo>
                    <a:pt x="1365" y="711"/>
                  </a:lnTo>
                  <a:lnTo>
                    <a:pt x="1366" y="715"/>
                  </a:lnTo>
                  <a:lnTo>
                    <a:pt x="1366" y="719"/>
                  </a:lnTo>
                  <a:lnTo>
                    <a:pt x="1366" y="731"/>
                  </a:lnTo>
                  <a:lnTo>
                    <a:pt x="1365" y="735"/>
                  </a:lnTo>
                  <a:lnTo>
                    <a:pt x="1364" y="737"/>
                  </a:lnTo>
                  <a:lnTo>
                    <a:pt x="1363" y="741"/>
                  </a:lnTo>
                  <a:lnTo>
                    <a:pt x="1361" y="741"/>
                  </a:lnTo>
                  <a:lnTo>
                    <a:pt x="1357" y="745"/>
                  </a:lnTo>
                  <a:close/>
                  <a:moveTo>
                    <a:pt x="1467" y="753"/>
                  </a:moveTo>
                  <a:lnTo>
                    <a:pt x="1462" y="753"/>
                  </a:lnTo>
                  <a:lnTo>
                    <a:pt x="1458" y="751"/>
                  </a:lnTo>
                  <a:lnTo>
                    <a:pt x="1456" y="747"/>
                  </a:lnTo>
                  <a:lnTo>
                    <a:pt x="1454" y="741"/>
                  </a:lnTo>
                  <a:lnTo>
                    <a:pt x="1453" y="735"/>
                  </a:lnTo>
                  <a:lnTo>
                    <a:pt x="1453" y="20"/>
                  </a:lnTo>
                  <a:lnTo>
                    <a:pt x="1454" y="16"/>
                  </a:lnTo>
                  <a:lnTo>
                    <a:pt x="1454" y="12"/>
                  </a:lnTo>
                  <a:lnTo>
                    <a:pt x="1456" y="6"/>
                  </a:lnTo>
                  <a:lnTo>
                    <a:pt x="1457" y="4"/>
                  </a:lnTo>
                  <a:lnTo>
                    <a:pt x="1458" y="2"/>
                  </a:lnTo>
                  <a:lnTo>
                    <a:pt x="1462" y="0"/>
                  </a:lnTo>
                  <a:lnTo>
                    <a:pt x="1467" y="0"/>
                  </a:lnTo>
                  <a:lnTo>
                    <a:pt x="1470" y="2"/>
                  </a:lnTo>
                  <a:lnTo>
                    <a:pt x="1473" y="6"/>
                  </a:lnTo>
                  <a:lnTo>
                    <a:pt x="1475" y="12"/>
                  </a:lnTo>
                  <a:lnTo>
                    <a:pt x="1476" y="20"/>
                  </a:lnTo>
                  <a:lnTo>
                    <a:pt x="1476" y="735"/>
                  </a:lnTo>
                  <a:lnTo>
                    <a:pt x="1475" y="737"/>
                  </a:lnTo>
                  <a:lnTo>
                    <a:pt x="1475" y="741"/>
                  </a:lnTo>
                  <a:lnTo>
                    <a:pt x="1473" y="747"/>
                  </a:lnTo>
                  <a:lnTo>
                    <a:pt x="1472" y="749"/>
                  </a:lnTo>
                  <a:lnTo>
                    <a:pt x="1470" y="751"/>
                  </a:lnTo>
                  <a:lnTo>
                    <a:pt x="1467" y="753"/>
                  </a:lnTo>
                  <a:close/>
                  <a:moveTo>
                    <a:pt x="1761" y="487"/>
                  </a:moveTo>
                  <a:lnTo>
                    <a:pt x="1591" y="487"/>
                  </a:lnTo>
                  <a:lnTo>
                    <a:pt x="1591" y="509"/>
                  </a:lnTo>
                  <a:lnTo>
                    <a:pt x="1591" y="539"/>
                  </a:lnTo>
                  <a:lnTo>
                    <a:pt x="1592" y="553"/>
                  </a:lnTo>
                  <a:lnTo>
                    <a:pt x="1593" y="565"/>
                  </a:lnTo>
                  <a:lnTo>
                    <a:pt x="1594" y="579"/>
                  </a:lnTo>
                  <a:lnTo>
                    <a:pt x="1595" y="591"/>
                  </a:lnTo>
                  <a:lnTo>
                    <a:pt x="1598" y="613"/>
                  </a:lnTo>
                  <a:lnTo>
                    <a:pt x="1602" y="631"/>
                  </a:lnTo>
                  <a:lnTo>
                    <a:pt x="1606" y="647"/>
                  </a:lnTo>
                  <a:lnTo>
                    <a:pt x="1612" y="663"/>
                  </a:lnTo>
                  <a:lnTo>
                    <a:pt x="1614" y="669"/>
                  </a:lnTo>
                  <a:lnTo>
                    <a:pt x="1617" y="675"/>
                  </a:lnTo>
                  <a:lnTo>
                    <a:pt x="1621" y="681"/>
                  </a:lnTo>
                  <a:lnTo>
                    <a:pt x="1624" y="685"/>
                  </a:lnTo>
                  <a:lnTo>
                    <a:pt x="1631" y="693"/>
                  </a:lnTo>
                  <a:lnTo>
                    <a:pt x="1638" y="701"/>
                  </a:lnTo>
                  <a:lnTo>
                    <a:pt x="1646" y="705"/>
                  </a:lnTo>
                  <a:lnTo>
                    <a:pt x="1655" y="709"/>
                  </a:lnTo>
                  <a:lnTo>
                    <a:pt x="1664" y="713"/>
                  </a:lnTo>
                  <a:lnTo>
                    <a:pt x="1673" y="713"/>
                  </a:lnTo>
                  <a:lnTo>
                    <a:pt x="1682" y="713"/>
                  </a:lnTo>
                  <a:lnTo>
                    <a:pt x="1699" y="713"/>
                  </a:lnTo>
                  <a:lnTo>
                    <a:pt x="1718" y="709"/>
                  </a:lnTo>
                  <a:lnTo>
                    <a:pt x="1737" y="703"/>
                  </a:lnTo>
                  <a:lnTo>
                    <a:pt x="1756" y="697"/>
                  </a:lnTo>
                  <a:lnTo>
                    <a:pt x="1758" y="697"/>
                  </a:lnTo>
                  <a:lnTo>
                    <a:pt x="1760" y="697"/>
                  </a:lnTo>
                  <a:lnTo>
                    <a:pt x="1764" y="697"/>
                  </a:lnTo>
                  <a:lnTo>
                    <a:pt x="1765" y="699"/>
                  </a:lnTo>
                  <a:lnTo>
                    <a:pt x="1766" y="703"/>
                  </a:lnTo>
                  <a:lnTo>
                    <a:pt x="1767" y="705"/>
                  </a:lnTo>
                  <a:lnTo>
                    <a:pt x="1767" y="709"/>
                  </a:lnTo>
                  <a:lnTo>
                    <a:pt x="1767" y="721"/>
                  </a:lnTo>
                  <a:lnTo>
                    <a:pt x="1766" y="725"/>
                  </a:lnTo>
                  <a:lnTo>
                    <a:pt x="1765" y="729"/>
                  </a:lnTo>
                  <a:lnTo>
                    <a:pt x="1764" y="731"/>
                  </a:lnTo>
                  <a:lnTo>
                    <a:pt x="1762" y="733"/>
                  </a:lnTo>
                  <a:lnTo>
                    <a:pt x="1757" y="737"/>
                  </a:lnTo>
                  <a:lnTo>
                    <a:pt x="1739" y="743"/>
                  </a:lnTo>
                  <a:lnTo>
                    <a:pt x="1719" y="749"/>
                  </a:lnTo>
                  <a:lnTo>
                    <a:pt x="1700" y="751"/>
                  </a:lnTo>
                  <a:lnTo>
                    <a:pt x="1682" y="753"/>
                  </a:lnTo>
                  <a:lnTo>
                    <a:pt x="1670" y="753"/>
                  </a:lnTo>
                  <a:lnTo>
                    <a:pt x="1659" y="751"/>
                  </a:lnTo>
                  <a:lnTo>
                    <a:pt x="1648" y="747"/>
                  </a:lnTo>
                  <a:lnTo>
                    <a:pt x="1638" y="741"/>
                  </a:lnTo>
                  <a:lnTo>
                    <a:pt x="1628" y="735"/>
                  </a:lnTo>
                  <a:lnTo>
                    <a:pt x="1623" y="731"/>
                  </a:lnTo>
                  <a:lnTo>
                    <a:pt x="1619" y="727"/>
                  </a:lnTo>
                  <a:lnTo>
                    <a:pt x="1610" y="715"/>
                  </a:lnTo>
                  <a:lnTo>
                    <a:pt x="1602" y="703"/>
                  </a:lnTo>
                  <a:lnTo>
                    <a:pt x="1598" y="695"/>
                  </a:lnTo>
                  <a:lnTo>
                    <a:pt x="1595" y="687"/>
                  </a:lnTo>
                  <a:lnTo>
                    <a:pt x="1588" y="669"/>
                  </a:lnTo>
                  <a:lnTo>
                    <a:pt x="1582" y="649"/>
                  </a:lnTo>
                  <a:lnTo>
                    <a:pt x="1578" y="627"/>
                  </a:lnTo>
                  <a:lnTo>
                    <a:pt x="1575" y="615"/>
                  </a:lnTo>
                  <a:lnTo>
                    <a:pt x="1574" y="601"/>
                  </a:lnTo>
                  <a:lnTo>
                    <a:pt x="1571" y="573"/>
                  </a:lnTo>
                  <a:lnTo>
                    <a:pt x="1569" y="543"/>
                  </a:lnTo>
                  <a:lnTo>
                    <a:pt x="1569" y="527"/>
                  </a:lnTo>
                  <a:lnTo>
                    <a:pt x="1569" y="509"/>
                  </a:lnTo>
                  <a:lnTo>
                    <a:pt x="1569" y="443"/>
                  </a:lnTo>
                  <a:lnTo>
                    <a:pt x="1569" y="417"/>
                  </a:lnTo>
                  <a:lnTo>
                    <a:pt x="1570" y="391"/>
                  </a:lnTo>
                  <a:lnTo>
                    <a:pt x="1572" y="369"/>
                  </a:lnTo>
                  <a:lnTo>
                    <a:pt x="1575" y="345"/>
                  </a:lnTo>
                  <a:lnTo>
                    <a:pt x="1577" y="335"/>
                  </a:lnTo>
                  <a:lnTo>
                    <a:pt x="1579" y="325"/>
                  </a:lnTo>
                  <a:lnTo>
                    <a:pt x="1581" y="315"/>
                  </a:lnTo>
                  <a:lnTo>
                    <a:pt x="1583" y="305"/>
                  </a:lnTo>
                  <a:lnTo>
                    <a:pt x="1586" y="296"/>
                  </a:lnTo>
                  <a:lnTo>
                    <a:pt x="1589" y="288"/>
                  </a:lnTo>
                  <a:lnTo>
                    <a:pt x="1595" y="270"/>
                  </a:lnTo>
                  <a:lnTo>
                    <a:pt x="1601" y="256"/>
                  </a:lnTo>
                  <a:lnTo>
                    <a:pt x="1609" y="242"/>
                  </a:lnTo>
                  <a:lnTo>
                    <a:pt x="1617" y="230"/>
                  </a:lnTo>
                  <a:lnTo>
                    <a:pt x="1626" y="220"/>
                  </a:lnTo>
                  <a:lnTo>
                    <a:pt x="1636" y="212"/>
                  </a:lnTo>
                  <a:lnTo>
                    <a:pt x="1647" y="208"/>
                  </a:lnTo>
                  <a:lnTo>
                    <a:pt x="1658" y="204"/>
                  </a:lnTo>
                  <a:lnTo>
                    <a:pt x="1664" y="202"/>
                  </a:lnTo>
                  <a:lnTo>
                    <a:pt x="1670" y="202"/>
                  </a:lnTo>
                  <a:lnTo>
                    <a:pt x="1683" y="204"/>
                  </a:lnTo>
                  <a:lnTo>
                    <a:pt x="1689" y="204"/>
                  </a:lnTo>
                  <a:lnTo>
                    <a:pt x="1695" y="206"/>
                  </a:lnTo>
                  <a:lnTo>
                    <a:pt x="1705" y="212"/>
                  </a:lnTo>
                  <a:lnTo>
                    <a:pt x="1710" y="216"/>
                  </a:lnTo>
                  <a:lnTo>
                    <a:pt x="1715" y="220"/>
                  </a:lnTo>
                  <a:lnTo>
                    <a:pt x="1724" y="230"/>
                  </a:lnTo>
                  <a:lnTo>
                    <a:pt x="1733" y="240"/>
                  </a:lnTo>
                  <a:lnTo>
                    <a:pt x="1740" y="254"/>
                  </a:lnTo>
                  <a:lnTo>
                    <a:pt x="1743" y="260"/>
                  </a:lnTo>
                  <a:lnTo>
                    <a:pt x="1746" y="268"/>
                  </a:lnTo>
                  <a:lnTo>
                    <a:pt x="1752" y="286"/>
                  </a:lnTo>
                  <a:lnTo>
                    <a:pt x="1757" y="303"/>
                  </a:lnTo>
                  <a:lnTo>
                    <a:pt x="1761" y="323"/>
                  </a:lnTo>
                  <a:lnTo>
                    <a:pt x="1765" y="343"/>
                  </a:lnTo>
                  <a:lnTo>
                    <a:pt x="1767" y="365"/>
                  </a:lnTo>
                  <a:lnTo>
                    <a:pt x="1769" y="389"/>
                  </a:lnTo>
                  <a:lnTo>
                    <a:pt x="1770" y="415"/>
                  </a:lnTo>
                  <a:lnTo>
                    <a:pt x="1770" y="441"/>
                  </a:lnTo>
                  <a:lnTo>
                    <a:pt x="1770" y="469"/>
                  </a:lnTo>
                  <a:lnTo>
                    <a:pt x="1770" y="473"/>
                  </a:lnTo>
                  <a:lnTo>
                    <a:pt x="1770" y="475"/>
                  </a:lnTo>
                  <a:lnTo>
                    <a:pt x="1768" y="483"/>
                  </a:lnTo>
                  <a:lnTo>
                    <a:pt x="1765" y="487"/>
                  </a:lnTo>
                  <a:lnTo>
                    <a:pt x="1761" y="487"/>
                  </a:lnTo>
                  <a:close/>
                  <a:moveTo>
                    <a:pt x="1748" y="441"/>
                  </a:moveTo>
                  <a:lnTo>
                    <a:pt x="1748" y="417"/>
                  </a:lnTo>
                  <a:lnTo>
                    <a:pt x="1747" y="397"/>
                  </a:lnTo>
                  <a:lnTo>
                    <a:pt x="1746" y="375"/>
                  </a:lnTo>
                  <a:lnTo>
                    <a:pt x="1744" y="357"/>
                  </a:lnTo>
                  <a:lnTo>
                    <a:pt x="1742" y="339"/>
                  </a:lnTo>
                  <a:lnTo>
                    <a:pt x="1739" y="321"/>
                  </a:lnTo>
                  <a:lnTo>
                    <a:pt x="1737" y="315"/>
                  </a:lnTo>
                  <a:lnTo>
                    <a:pt x="1735" y="307"/>
                  </a:lnTo>
                  <a:lnTo>
                    <a:pt x="1731" y="294"/>
                  </a:lnTo>
                  <a:lnTo>
                    <a:pt x="1728" y="288"/>
                  </a:lnTo>
                  <a:lnTo>
                    <a:pt x="1726" y="282"/>
                  </a:lnTo>
                  <a:lnTo>
                    <a:pt x="1723" y="276"/>
                  </a:lnTo>
                  <a:lnTo>
                    <a:pt x="1720" y="272"/>
                  </a:lnTo>
                  <a:lnTo>
                    <a:pt x="1717" y="266"/>
                  </a:lnTo>
                  <a:lnTo>
                    <a:pt x="1714" y="262"/>
                  </a:lnTo>
                  <a:lnTo>
                    <a:pt x="1706" y="256"/>
                  </a:lnTo>
                  <a:lnTo>
                    <a:pt x="1699" y="250"/>
                  </a:lnTo>
                  <a:lnTo>
                    <a:pt x="1690" y="246"/>
                  </a:lnTo>
                  <a:lnTo>
                    <a:pt x="1681" y="242"/>
                  </a:lnTo>
                  <a:lnTo>
                    <a:pt x="1670" y="242"/>
                  </a:lnTo>
                  <a:lnTo>
                    <a:pt x="1660" y="242"/>
                  </a:lnTo>
                  <a:lnTo>
                    <a:pt x="1655" y="244"/>
                  </a:lnTo>
                  <a:lnTo>
                    <a:pt x="1651" y="246"/>
                  </a:lnTo>
                  <a:lnTo>
                    <a:pt x="1642" y="250"/>
                  </a:lnTo>
                  <a:lnTo>
                    <a:pt x="1634" y="256"/>
                  </a:lnTo>
                  <a:lnTo>
                    <a:pt x="1627" y="264"/>
                  </a:lnTo>
                  <a:lnTo>
                    <a:pt x="1621" y="274"/>
                  </a:lnTo>
                  <a:lnTo>
                    <a:pt x="1615" y="284"/>
                  </a:lnTo>
                  <a:lnTo>
                    <a:pt x="1610" y="298"/>
                  </a:lnTo>
                  <a:lnTo>
                    <a:pt x="1605" y="311"/>
                  </a:lnTo>
                  <a:lnTo>
                    <a:pt x="1603" y="317"/>
                  </a:lnTo>
                  <a:lnTo>
                    <a:pt x="1601" y="325"/>
                  </a:lnTo>
                  <a:lnTo>
                    <a:pt x="1598" y="343"/>
                  </a:lnTo>
                  <a:lnTo>
                    <a:pt x="1595" y="361"/>
                  </a:lnTo>
                  <a:lnTo>
                    <a:pt x="1593" y="379"/>
                  </a:lnTo>
                  <a:lnTo>
                    <a:pt x="1592" y="399"/>
                  </a:lnTo>
                  <a:lnTo>
                    <a:pt x="1591" y="421"/>
                  </a:lnTo>
                  <a:lnTo>
                    <a:pt x="1591" y="443"/>
                  </a:lnTo>
                  <a:lnTo>
                    <a:pt x="1748" y="447"/>
                  </a:lnTo>
                  <a:lnTo>
                    <a:pt x="1748" y="441"/>
                  </a:lnTo>
                  <a:close/>
                  <a:moveTo>
                    <a:pt x="2024" y="747"/>
                  </a:moveTo>
                  <a:lnTo>
                    <a:pt x="2021" y="747"/>
                  </a:lnTo>
                  <a:lnTo>
                    <a:pt x="2019" y="745"/>
                  </a:lnTo>
                  <a:lnTo>
                    <a:pt x="2017" y="743"/>
                  </a:lnTo>
                  <a:lnTo>
                    <a:pt x="2015" y="741"/>
                  </a:lnTo>
                  <a:lnTo>
                    <a:pt x="2013" y="739"/>
                  </a:lnTo>
                  <a:lnTo>
                    <a:pt x="2012" y="735"/>
                  </a:lnTo>
                  <a:lnTo>
                    <a:pt x="2012" y="731"/>
                  </a:lnTo>
                  <a:lnTo>
                    <a:pt x="2012" y="727"/>
                  </a:lnTo>
                  <a:lnTo>
                    <a:pt x="2012" y="701"/>
                  </a:lnTo>
                  <a:lnTo>
                    <a:pt x="2002" y="711"/>
                  </a:lnTo>
                  <a:lnTo>
                    <a:pt x="1992" y="721"/>
                  </a:lnTo>
                  <a:lnTo>
                    <a:pt x="1982" y="731"/>
                  </a:lnTo>
                  <a:lnTo>
                    <a:pt x="1977" y="735"/>
                  </a:lnTo>
                  <a:lnTo>
                    <a:pt x="1971" y="737"/>
                  </a:lnTo>
                  <a:lnTo>
                    <a:pt x="1960" y="745"/>
                  </a:lnTo>
                  <a:lnTo>
                    <a:pt x="1949" y="749"/>
                  </a:lnTo>
                  <a:lnTo>
                    <a:pt x="1943" y="751"/>
                  </a:lnTo>
                  <a:lnTo>
                    <a:pt x="1938" y="753"/>
                  </a:lnTo>
                  <a:lnTo>
                    <a:pt x="1926" y="753"/>
                  </a:lnTo>
                  <a:lnTo>
                    <a:pt x="1919" y="753"/>
                  </a:lnTo>
                  <a:lnTo>
                    <a:pt x="1912" y="751"/>
                  </a:lnTo>
                  <a:lnTo>
                    <a:pt x="1905" y="749"/>
                  </a:lnTo>
                  <a:lnTo>
                    <a:pt x="1898" y="745"/>
                  </a:lnTo>
                  <a:lnTo>
                    <a:pt x="1891" y="741"/>
                  </a:lnTo>
                  <a:lnTo>
                    <a:pt x="1888" y="739"/>
                  </a:lnTo>
                  <a:lnTo>
                    <a:pt x="1885" y="735"/>
                  </a:lnTo>
                  <a:lnTo>
                    <a:pt x="1879" y="727"/>
                  </a:lnTo>
                  <a:lnTo>
                    <a:pt x="1873" y="719"/>
                  </a:lnTo>
                  <a:lnTo>
                    <a:pt x="1868" y="709"/>
                  </a:lnTo>
                  <a:lnTo>
                    <a:pt x="1863" y="697"/>
                  </a:lnTo>
                  <a:lnTo>
                    <a:pt x="1859" y="685"/>
                  </a:lnTo>
                  <a:lnTo>
                    <a:pt x="1856" y="669"/>
                  </a:lnTo>
                  <a:lnTo>
                    <a:pt x="1853" y="653"/>
                  </a:lnTo>
                  <a:lnTo>
                    <a:pt x="1851" y="635"/>
                  </a:lnTo>
                  <a:lnTo>
                    <a:pt x="1849" y="613"/>
                  </a:lnTo>
                  <a:lnTo>
                    <a:pt x="1849" y="591"/>
                  </a:lnTo>
                  <a:lnTo>
                    <a:pt x="1849" y="579"/>
                  </a:lnTo>
                  <a:lnTo>
                    <a:pt x="1849" y="559"/>
                  </a:lnTo>
                  <a:lnTo>
                    <a:pt x="1851" y="541"/>
                  </a:lnTo>
                  <a:lnTo>
                    <a:pt x="1853" y="525"/>
                  </a:lnTo>
                  <a:lnTo>
                    <a:pt x="1854" y="517"/>
                  </a:lnTo>
                  <a:lnTo>
                    <a:pt x="1855" y="511"/>
                  </a:lnTo>
                  <a:lnTo>
                    <a:pt x="1859" y="497"/>
                  </a:lnTo>
                  <a:lnTo>
                    <a:pt x="1864" y="483"/>
                  </a:lnTo>
                  <a:lnTo>
                    <a:pt x="1870" y="471"/>
                  </a:lnTo>
                  <a:lnTo>
                    <a:pt x="1877" y="461"/>
                  </a:lnTo>
                  <a:lnTo>
                    <a:pt x="1885" y="453"/>
                  </a:lnTo>
                  <a:lnTo>
                    <a:pt x="1894" y="445"/>
                  </a:lnTo>
                  <a:lnTo>
                    <a:pt x="1904" y="439"/>
                  </a:lnTo>
                  <a:lnTo>
                    <a:pt x="1915" y="433"/>
                  </a:lnTo>
                  <a:lnTo>
                    <a:pt x="1928" y="429"/>
                  </a:lnTo>
                  <a:lnTo>
                    <a:pt x="1942" y="425"/>
                  </a:lnTo>
                  <a:lnTo>
                    <a:pt x="1957" y="423"/>
                  </a:lnTo>
                  <a:lnTo>
                    <a:pt x="1973" y="423"/>
                  </a:lnTo>
                  <a:lnTo>
                    <a:pt x="2012" y="423"/>
                  </a:lnTo>
                  <a:lnTo>
                    <a:pt x="2012" y="387"/>
                  </a:lnTo>
                  <a:lnTo>
                    <a:pt x="2012" y="367"/>
                  </a:lnTo>
                  <a:lnTo>
                    <a:pt x="2011" y="351"/>
                  </a:lnTo>
                  <a:lnTo>
                    <a:pt x="2010" y="335"/>
                  </a:lnTo>
                  <a:lnTo>
                    <a:pt x="2010" y="327"/>
                  </a:lnTo>
                  <a:lnTo>
                    <a:pt x="2009" y="319"/>
                  </a:lnTo>
                  <a:lnTo>
                    <a:pt x="2007" y="307"/>
                  </a:lnTo>
                  <a:lnTo>
                    <a:pt x="2005" y="296"/>
                  </a:lnTo>
                  <a:lnTo>
                    <a:pt x="2002" y="284"/>
                  </a:lnTo>
                  <a:lnTo>
                    <a:pt x="1999" y="276"/>
                  </a:lnTo>
                  <a:lnTo>
                    <a:pt x="1995" y="268"/>
                  </a:lnTo>
                  <a:lnTo>
                    <a:pt x="1990" y="260"/>
                  </a:lnTo>
                  <a:lnTo>
                    <a:pt x="1985" y="254"/>
                  </a:lnTo>
                  <a:lnTo>
                    <a:pt x="1979" y="250"/>
                  </a:lnTo>
                  <a:lnTo>
                    <a:pt x="1973" y="246"/>
                  </a:lnTo>
                  <a:lnTo>
                    <a:pt x="1965" y="244"/>
                  </a:lnTo>
                  <a:lnTo>
                    <a:pt x="1957" y="242"/>
                  </a:lnTo>
                  <a:lnTo>
                    <a:pt x="1949" y="242"/>
                  </a:lnTo>
                  <a:lnTo>
                    <a:pt x="1927" y="242"/>
                  </a:lnTo>
                  <a:lnTo>
                    <a:pt x="1909" y="244"/>
                  </a:lnTo>
                  <a:lnTo>
                    <a:pt x="1894" y="248"/>
                  </a:lnTo>
                  <a:lnTo>
                    <a:pt x="1877" y="250"/>
                  </a:lnTo>
                  <a:lnTo>
                    <a:pt x="1873" y="250"/>
                  </a:lnTo>
                  <a:lnTo>
                    <a:pt x="1869" y="250"/>
                  </a:lnTo>
                  <a:lnTo>
                    <a:pt x="1868" y="248"/>
                  </a:lnTo>
                  <a:lnTo>
                    <a:pt x="1867" y="246"/>
                  </a:lnTo>
                  <a:lnTo>
                    <a:pt x="1867" y="244"/>
                  </a:lnTo>
                  <a:lnTo>
                    <a:pt x="1866" y="240"/>
                  </a:lnTo>
                  <a:lnTo>
                    <a:pt x="1866" y="236"/>
                  </a:lnTo>
                  <a:lnTo>
                    <a:pt x="1866" y="230"/>
                  </a:lnTo>
                  <a:lnTo>
                    <a:pt x="1866" y="224"/>
                  </a:lnTo>
                  <a:lnTo>
                    <a:pt x="1867" y="220"/>
                  </a:lnTo>
                  <a:lnTo>
                    <a:pt x="1869" y="218"/>
                  </a:lnTo>
                  <a:lnTo>
                    <a:pt x="1870" y="216"/>
                  </a:lnTo>
                  <a:lnTo>
                    <a:pt x="1872" y="214"/>
                  </a:lnTo>
                  <a:lnTo>
                    <a:pt x="1877" y="212"/>
                  </a:lnTo>
                  <a:lnTo>
                    <a:pt x="1893" y="208"/>
                  </a:lnTo>
                  <a:lnTo>
                    <a:pt x="1908" y="206"/>
                  </a:lnTo>
                  <a:lnTo>
                    <a:pt x="1926" y="204"/>
                  </a:lnTo>
                  <a:lnTo>
                    <a:pt x="1949" y="202"/>
                  </a:lnTo>
                  <a:lnTo>
                    <a:pt x="1961" y="204"/>
                  </a:lnTo>
                  <a:lnTo>
                    <a:pt x="1972" y="206"/>
                  </a:lnTo>
                  <a:lnTo>
                    <a:pt x="1977" y="208"/>
                  </a:lnTo>
                  <a:lnTo>
                    <a:pt x="1982" y="210"/>
                  </a:lnTo>
                  <a:lnTo>
                    <a:pt x="1986" y="212"/>
                  </a:lnTo>
                  <a:lnTo>
                    <a:pt x="1991" y="216"/>
                  </a:lnTo>
                  <a:lnTo>
                    <a:pt x="1995" y="220"/>
                  </a:lnTo>
                  <a:lnTo>
                    <a:pt x="1999" y="224"/>
                  </a:lnTo>
                  <a:lnTo>
                    <a:pt x="2002" y="228"/>
                  </a:lnTo>
                  <a:lnTo>
                    <a:pt x="2006" y="232"/>
                  </a:lnTo>
                  <a:lnTo>
                    <a:pt x="2009" y="238"/>
                  </a:lnTo>
                  <a:lnTo>
                    <a:pt x="2012" y="242"/>
                  </a:lnTo>
                  <a:lnTo>
                    <a:pt x="2014" y="248"/>
                  </a:lnTo>
                  <a:lnTo>
                    <a:pt x="2017" y="254"/>
                  </a:lnTo>
                  <a:lnTo>
                    <a:pt x="2021" y="268"/>
                  </a:lnTo>
                  <a:lnTo>
                    <a:pt x="2025" y="282"/>
                  </a:lnTo>
                  <a:lnTo>
                    <a:pt x="2028" y="296"/>
                  </a:lnTo>
                  <a:lnTo>
                    <a:pt x="2029" y="303"/>
                  </a:lnTo>
                  <a:lnTo>
                    <a:pt x="2030" y="311"/>
                  </a:lnTo>
                  <a:lnTo>
                    <a:pt x="2032" y="329"/>
                  </a:lnTo>
                  <a:lnTo>
                    <a:pt x="2033" y="347"/>
                  </a:lnTo>
                  <a:lnTo>
                    <a:pt x="2034" y="367"/>
                  </a:lnTo>
                  <a:lnTo>
                    <a:pt x="2034" y="387"/>
                  </a:lnTo>
                  <a:lnTo>
                    <a:pt x="2034" y="727"/>
                  </a:lnTo>
                  <a:lnTo>
                    <a:pt x="2034" y="731"/>
                  </a:lnTo>
                  <a:lnTo>
                    <a:pt x="2033" y="735"/>
                  </a:lnTo>
                  <a:lnTo>
                    <a:pt x="2032" y="739"/>
                  </a:lnTo>
                  <a:lnTo>
                    <a:pt x="2031" y="741"/>
                  </a:lnTo>
                  <a:lnTo>
                    <a:pt x="2030" y="743"/>
                  </a:lnTo>
                  <a:lnTo>
                    <a:pt x="2028" y="745"/>
                  </a:lnTo>
                  <a:lnTo>
                    <a:pt x="2024" y="747"/>
                  </a:lnTo>
                  <a:close/>
                  <a:moveTo>
                    <a:pt x="2012" y="463"/>
                  </a:moveTo>
                  <a:lnTo>
                    <a:pt x="1973" y="463"/>
                  </a:lnTo>
                  <a:lnTo>
                    <a:pt x="1960" y="463"/>
                  </a:lnTo>
                  <a:lnTo>
                    <a:pt x="1947" y="463"/>
                  </a:lnTo>
                  <a:lnTo>
                    <a:pt x="1936" y="465"/>
                  </a:lnTo>
                  <a:lnTo>
                    <a:pt x="1925" y="469"/>
                  </a:lnTo>
                  <a:lnTo>
                    <a:pt x="1916" y="471"/>
                  </a:lnTo>
                  <a:lnTo>
                    <a:pt x="1908" y="477"/>
                  </a:lnTo>
                  <a:lnTo>
                    <a:pt x="1900" y="481"/>
                  </a:lnTo>
                  <a:lnTo>
                    <a:pt x="1894" y="489"/>
                  </a:lnTo>
                  <a:lnTo>
                    <a:pt x="1888" y="495"/>
                  </a:lnTo>
                  <a:lnTo>
                    <a:pt x="1883" y="503"/>
                  </a:lnTo>
                  <a:lnTo>
                    <a:pt x="1879" y="513"/>
                  </a:lnTo>
                  <a:lnTo>
                    <a:pt x="1876" y="523"/>
                  </a:lnTo>
                  <a:lnTo>
                    <a:pt x="1875" y="529"/>
                  </a:lnTo>
                  <a:lnTo>
                    <a:pt x="1874" y="535"/>
                  </a:lnTo>
                  <a:lnTo>
                    <a:pt x="1872" y="549"/>
                  </a:lnTo>
                  <a:lnTo>
                    <a:pt x="1871" y="563"/>
                  </a:lnTo>
                  <a:lnTo>
                    <a:pt x="1871" y="579"/>
                  </a:lnTo>
                  <a:lnTo>
                    <a:pt x="1871" y="591"/>
                  </a:lnTo>
                  <a:lnTo>
                    <a:pt x="1871" y="607"/>
                  </a:lnTo>
                  <a:lnTo>
                    <a:pt x="1872" y="623"/>
                  </a:lnTo>
                  <a:lnTo>
                    <a:pt x="1874" y="637"/>
                  </a:lnTo>
                  <a:lnTo>
                    <a:pt x="1875" y="649"/>
                  </a:lnTo>
                  <a:lnTo>
                    <a:pt x="1878" y="661"/>
                  </a:lnTo>
                  <a:lnTo>
                    <a:pt x="1881" y="671"/>
                  </a:lnTo>
                  <a:lnTo>
                    <a:pt x="1884" y="679"/>
                  </a:lnTo>
                  <a:lnTo>
                    <a:pt x="1885" y="683"/>
                  </a:lnTo>
                  <a:lnTo>
                    <a:pt x="1887" y="687"/>
                  </a:lnTo>
                  <a:lnTo>
                    <a:pt x="1891" y="695"/>
                  </a:lnTo>
                  <a:lnTo>
                    <a:pt x="1895" y="699"/>
                  </a:lnTo>
                  <a:lnTo>
                    <a:pt x="1900" y="705"/>
                  </a:lnTo>
                  <a:lnTo>
                    <a:pt x="1905" y="707"/>
                  </a:lnTo>
                  <a:lnTo>
                    <a:pt x="1910" y="711"/>
                  </a:lnTo>
                  <a:lnTo>
                    <a:pt x="1915" y="713"/>
                  </a:lnTo>
                  <a:lnTo>
                    <a:pt x="1926" y="713"/>
                  </a:lnTo>
                  <a:lnTo>
                    <a:pt x="1936" y="713"/>
                  </a:lnTo>
                  <a:lnTo>
                    <a:pt x="1947" y="711"/>
                  </a:lnTo>
                  <a:lnTo>
                    <a:pt x="1952" y="709"/>
                  </a:lnTo>
                  <a:lnTo>
                    <a:pt x="1957" y="707"/>
                  </a:lnTo>
                  <a:lnTo>
                    <a:pt x="1967" y="701"/>
                  </a:lnTo>
                  <a:lnTo>
                    <a:pt x="1977" y="695"/>
                  </a:lnTo>
                  <a:lnTo>
                    <a:pt x="1988" y="685"/>
                  </a:lnTo>
                  <a:lnTo>
                    <a:pt x="2000" y="675"/>
                  </a:lnTo>
                  <a:lnTo>
                    <a:pt x="2012" y="663"/>
                  </a:lnTo>
                  <a:lnTo>
                    <a:pt x="2012" y="463"/>
                  </a:lnTo>
                  <a:close/>
                  <a:moveTo>
                    <a:pt x="2313" y="747"/>
                  </a:moveTo>
                  <a:lnTo>
                    <a:pt x="2310" y="747"/>
                  </a:lnTo>
                  <a:lnTo>
                    <a:pt x="2307" y="745"/>
                  </a:lnTo>
                  <a:lnTo>
                    <a:pt x="2303" y="741"/>
                  </a:lnTo>
                  <a:lnTo>
                    <a:pt x="2301" y="735"/>
                  </a:lnTo>
                  <a:lnTo>
                    <a:pt x="2300" y="729"/>
                  </a:lnTo>
                  <a:lnTo>
                    <a:pt x="2300" y="393"/>
                  </a:lnTo>
                  <a:lnTo>
                    <a:pt x="2300" y="373"/>
                  </a:lnTo>
                  <a:lnTo>
                    <a:pt x="2299" y="355"/>
                  </a:lnTo>
                  <a:lnTo>
                    <a:pt x="2297" y="337"/>
                  </a:lnTo>
                  <a:lnTo>
                    <a:pt x="2295" y="321"/>
                  </a:lnTo>
                  <a:lnTo>
                    <a:pt x="2292" y="307"/>
                  </a:lnTo>
                  <a:lnTo>
                    <a:pt x="2288" y="296"/>
                  </a:lnTo>
                  <a:lnTo>
                    <a:pt x="2285" y="284"/>
                  </a:lnTo>
                  <a:lnTo>
                    <a:pt x="2280" y="276"/>
                  </a:lnTo>
                  <a:lnTo>
                    <a:pt x="2275" y="266"/>
                  </a:lnTo>
                  <a:lnTo>
                    <a:pt x="2270" y="260"/>
                  </a:lnTo>
                  <a:lnTo>
                    <a:pt x="2265" y="254"/>
                  </a:lnTo>
                  <a:lnTo>
                    <a:pt x="2259" y="250"/>
                  </a:lnTo>
                  <a:lnTo>
                    <a:pt x="2252" y="246"/>
                  </a:lnTo>
                  <a:lnTo>
                    <a:pt x="2246" y="244"/>
                  </a:lnTo>
                  <a:lnTo>
                    <a:pt x="2239" y="242"/>
                  </a:lnTo>
                  <a:lnTo>
                    <a:pt x="2232" y="242"/>
                  </a:lnTo>
                  <a:lnTo>
                    <a:pt x="2222" y="242"/>
                  </a:lnTo>
                  <a:lnTo>
                    <a:pt x="2212" y="244"/>
                  </a:lnTo>
                  <a:lnTo>
                    <a:pt x="2202" y="248"/>
                  </a:lnTo>
                  <a:lnTo>
                    <a:pt x="2192" y="254"/>
                  </a:lnTo>
                  <a:lnTo>
                    <a:pt x="2182" y="260"/>
                  </a:lnTo>
                  <a:lnTo>
                    <a:pt x="2172" y="266"/>
                  </a:lnTo>
                  <a:lnTo>
                    <a:pt x="2162" y="274"/>
                  </a:lnTo>
                  <a:lnTo>
                    <a:pt x="2152" y="284"/>
                  </a:lnTo>
                  <a:lnTo>
                    <a:pt x="2152" y="729"/>
                  </a:lnTo>
                  <a:lnTo>
                    <a:pt x="2152" y="731"/>
                  </a:lnTo>
                  <a:lnTo>
                    <a:pt x="2152" y="735"/>
                  </a:lnTo>
                  <a:lnTo>
                    <a:pt x="2150" y="741"/>
                  </a:lnTo>
                  <a:lnTo>
                    <a:pt x="2147" y="745"/>
                  </a:lnTo>
                  <a:lnTo>
                    <a:pt x="2142" y="747"/>
                  </a:lnTo>
                  <a:lnTo>
                    <a:pt x="2139" y="747"/>
                  </a:lnTo>
                  <a:lnTo>
                    <a:pt x="2137" y="745"/>
                  </a:lnTo>
                  <a:lnTo>
                    <a:pt x="2133" y="741"/>
                  </a:lnTo>
                  <a:lnTo>
                    <a:pt x="2130" y="735"/>
                  </a:lnTo>
                  <a:lnTo>
                    <a:pt x="2129" y="729"/>
                  </a:lnTo>
                  <a:lnTo>
                    <a:pt x="2129" y="228"/>
                  </a:lnTo>
                  <a:lnTo>
                    <a:pt x="2129" y="224"/>
                  </a:lnTo>
                  <a:lnTo>
                    <a:pt x="2130" y="220"/>
                  </a:lnTo>
                  <a:lnTo>
                    <a:pt x="2132" y="214"/>
                  </a:lnTo>
                  <a:lnTo>
                    <a:pt x="2133" y="210"/>
                  </a:lnTo>
                  <a:lnTo>
                    <a:pt x="2135" y="210"/>
                  </a:lnTo>
                  <a:lnTo>
                    <a:pt x="2136" y="208"/>
                  </a:lnTo>
                  <a:lnTo>
                    <a:pt x="2138" y="208"/>
                  </a:lnTo>
                  <a:lnTo>
                    <a:pt x="2142" y="208"/>
                  </a:lnTo>
                  <a:lnTo>
                    <a:pt x="2144" y="208"/>
                  </a:lnTo>
                  <a:lnTo>
                    <a:pt x="2147" y="210"/>
                  </a:lnTo>
                  <a:lnTo>
                    <a:pt x="2149" y="210"/>
                  </a:lnTo>
                  <a:lnTo>
                    <a:pt x="2150" y="214"/>
                  </a:lnTo>
                  <a:lnTo>
                    <a:pt x="2151" y="216"/>
                  </a:lnTo>
                  <a:lnTo>
                    <a:pt x="2152" y="220"/>
                  </a:lnTo>
                  <a:lnTo>
                    <a:pt x="2152" y="224"/>
                  </a:lnTo>
                  <a:lnTo>
                    <a:pt x="2152" y="228"/>
                  </a:lnTo>
                  <a:lnTo>
                    <a:pt x="2152" y="244"/>
                  </a:lnTo>
                  <a:lnTo>
                    <a:pt x="2162" y="234"/>
                  </a:lnTo>
                  <a:lnTo>
                    <a:pt x="2172" y="226"/>
                  </a:lnTo>
                  <a:lnTo>
                    <a:pt x="2183" y="220"/>
                  </a:lnTo>
                  <a:lnTo>
                    <a:pt x="2193" y="214"/>
                  </a:lnTo>
                  <a:lnTo>
                    <a:pt x="2203" y="208"/>
                  </a:lnTo>
                  <a:lnTo>
                    <a:pt x="2213" y="206"/>
                  </a:lnTo>
                  <a:lnTo>
                    <a:pt x="2224" y="204"/>
                  </a:lnTo>
                  <a:lnTo>
                    <a:pt x="2234" y="202"/>
                  </a:lnTo>
                  <a:lnTo>
                    <a:pt x="2242" y="204"/>
                  </a:lnTo>
                  <a:lnTo>
                    <a:pt x="2251" y="204"/>
                  </a:lnTo>
                  <a:lnTo>
                    <a:pt x="2260" y="208"/>
                  </a:lnTo>
                  <a:lnTo>
                    <a:pt x="2268" y="212"/>
                  </a:lnTo>
                  <a:lnTo>
                    <a:pt x="2275" y="218"/>
                  </a:lnTo>
                  <a:lnTo>
                    <a:pt x="2283" y="226"/>
                  </a:lnTo>
                  <a:lnTo>
                    <a:pt x="2290" y="236"/>
                  </a:lnTo>
                  <a:lnTo>
                    <a:pt x="2296" y="246"/>
                  </a:lnTo>
                  <a:lnTo>
                    <a:pt x="2302" y="258"/>
                  </a:lnTo>
                  <a:lnTo>
                    <a:pt x="2307" y="272"/>
                  </a:lnTo>
                  <a:lnTo>
                    <a:pt x="2311" y="288"/>
                  </a:lnTo>
                  <a:lnTo>
                    <a:pt x="2313" y="296"/>
                  </a:lnTo>
                  <a:lnTo>
                    <a:pt x="2315" y="305"/>
                  </a:lnTo>
                  <a:lnTo>
                    <a:pt x="2317" y="315"/>
                  </a:lnTo>
                  <a:lnTo>
                    <a:pt x="2318" y="325"/>
                  </a:lnTo>
                  <a:lnTo>
                    <a:pt x="2320" y="345"/>
                  </a:lnTo>
                  <a:lnTo>
                    <a:pt x="2322" y="369"/>
                  </a:lnTo>
                  <a:lnTo>
                    <a:pt x="2322" y="393"/>
                  </a:lnTo>
                  <a:lnTo>
                    <a:pt x="2322" y="729"/>
                  </a:lnTo>
                  <a:lnTo>
                    <a:pt x="2322" y="731"/>
                  </a:lnTo>
                  <a:lnTo>
                    <a:pt x="2321" y="735"/>
                  </a:lnTo>
                  <a:lnTo>
                    <a:pt x="2319" y="741"/>
                  </a:lnTo>
                  <a:lnTo>
                    <a:pt x="2318" y="743"/>
                  </a:lnTo>
                  <a:lnTo>
                    <a:pt x="2316" y="745"/>
                  </a:lnTo>
                  <a:lnTo>
                    <a:pt x="2313" y="747"/>
                  </a:lnTo>
                  <a:close/>
                  <a:moveTo>
                    <a:pt x="2678" y="751"/>
                  </a:moveTo>
                  <a:lnTo>
                    <a:pt x="2665" y="753"/>
                  </a:lnTo>
                  <a:lnTo>
                    <a:pt x="2652" y="753"/>
                  </a:lnTo>
                  <a:lnTo>
                    <a:pt x="2639" y="753"/>
                  </a:lnTo>
                  <a:lnTo>
                    <a:pt x="2628" y="749"/>
                  </a:lnTo>
                  <a:lnTo>
                    <a:pt x="2623" y="745"/>
                  </a:lnTo>
                  <a:lnTo>
                    <a:pt x="2618" y="741"/>
                  </a:lnTo>
                  <a:lnTo>
                    <a:pt x="2614" y="737"/>
                  </a:lnTo>
                  <a:lnTo>
                    <a:pt x="2610" y="731"/>
                  </a:lnTo>
                  <a:lnTo>
                    <a:pt x="2606" y="725"/>
                  </a:lnTo>
                  <a:lnTo>
                    <a:pt x="2603" y="717"/>
                  </a:lnTo>
                  <a:lnTo>
                    <a:pt x="2601" y="709"/>
                  </a:lnTo>
                  <a:lnTo>
                    <a:pt x="2599" y="699"/>
                  </a:lnTo>
                  <a:lnTo>
                    <a:pt x="2597" y="687"/>
                  </a:lnTo>
                  <a:lnTo>
                    <a:pt x="2596" y="675"/>
                  </a:lnTo>
                  <a:lnTo>
                    <a:pt x="2595" y="659"/>
                  </a:lnTo>
                  <a:lnTo>
                    <a:pt x="2595" y="645"/>
                  </a:lnTo>
                  <a:lnTo>
                    <a:pt x="2595" y="248"/>
                  </a:lnTo>
                  <a:lnTo>
                    <a:pt x="2545" y="248"/>
                  </a:lnTo>
                  <a:lnTo>
                    <a:pt x="2541" y="248"/>
                  </a:lnTo>
                  <a:lnTo>
                    <a:pt x="2540" y="246"/>
                  </a:lnTo>
                  <a:lnTo>
                    <a:pt x="2538" y="244"/>
                  </a:lnTo>
                  <a:lnTo>
                    <a:pt x="2536" y="240"/>
                  </a:lnTo>
                  <a:lnTo>
                    <a:pt x="2536" y="236"/>
                  </a:lnTo>
                  <a:lnTo>
                    <a:pt x="2535" y="232"/>
                  </a:lnTo>
                  <a:lnTo>
                    <a:pt x="2535" y="222"/>
                  </a:lnTo>
                  <a:lnTo>
                    <a:pt x="2536" y="220"/>
                  </a:lnTo>
                  <a:lnTo>
                    <a:pt x="2536" y="216"/>
                  </a:lnTo>
                  <a:lnTo>
                    <a:pt x="2537" y="214"/>
                  </a:lnTo>
                  <a:lnTo>
                    <a:pt x="2538" y="212"/>
                  </a:lnTo>
                  <a:lnTo>
                    <a:pt x="2540" y="210"/>
                  </a:lnTo>
                  <a:lnTo>
                    <a:pt x="2541" y="208"/>
                  </a:lnTo>
                  <a:lnTo>
                    <a:pt x="2545" y="208"/>
                  </a:lnTo>
                  <a:lnTo>
                    <a:pt x="2595" y="208"/>
                  </a:lnTo>
                  <a:lnTo>
                    <a:pt x="2595" y="104"/>
                  </a:lnTo>
                  <a:lnTo>
                    <a:pt x="2595" y="96"/>
                  </a:lnTo>
                  <a:lnTo>
                    <a:pt x="2596" y="94"/>
                  </a:lnTo>
                  <a:lnTo>
                    <a:pt x="2597" y="90"/>
                  </a:lnTo>
                  <a:lnTo>
                    <a:pt x="2598" y="88"/>
                  </a:lnTo>
                  <a:lnTo>
                    <a:pt x="2600" y="86"/>
                  </a:lnTo>
                  <a:lnTo>
                    <a:pt x="2602" y="86"/>
                  </a:lnTo>
                  <a:lnTo>
                    <a:pt x="2603" y="84"/>
                  </a:lnTo>
                  <a:lnTo>
                    <a:pt x="2609" y="84"/>
                  </a:lnTo>
                  <a:lnTo>
                    <a:pt x="2612" y="86"/>
                  </a:lnTo>
                  <a:lnTo>
                    <a:pt x="2615" y="90"/>
                  </a:lnTo>
                  <a:lnTo>
                    <a:pt x="2617" y="96"/>
                  </a:lnTo>
                  <a:lnTo>
                    <a:pt x="2617" y="104"/>
                  </a:lnTo>
                  <a:lnTo>
                    <a:pt x="2617" y="208"/>
                  </a:lnTo>
                  <a:lnTo>
                    <a:pt x="2677" y="208"/>
                  </a:lnTo>
                  <a:lnTo>
                    <a:pt x="2681" y="208"/>
                  </a:lnTo>
                  <a:lnTo>
                    <a:pt x="2682" y="210"/>
                  </a:lnTo>
                  <a:lnTo>
                    <a:pt x="2684" y="212"/>
                  </a:lnTo>
                  <a:lnTo>
                    <a:pt x="2686" y="216"/>
                  </a:lnTo>
                  <a:lnTo>
                    <a:pt x="2686" y="220"/>
                  </a:lnTo>
                  <a:lnTo>
                    <a:pt x="2687" y="222"/>
                  </a:lnTo>
                  <a:lnTo>
                    <a:pt x="2687" y="232"/>
                  </a:lnTo>
                  <a:lnTo>
                    <a:pt x="2686" y="236"/>
                  </a:lnTo>
                  <a:lnTo>
                    <a:pt x="2686" y="240"/>
                  </a:lnTo>
                  <a:lnTo>
                    <a:pt x="2684" y="244"/>
                  </a:lnTo>
                  <a:lnTo>
                    <a:pt x="2682" y="246"/>
                  </a:lnTo>
                  <a:lnTo>
                    <a:pt x="2681" y="248"/>
                  </a:lnTo>
                  <a:lnTo>
                    <a:pt x="2677" y="248"/>
                  </a:lnTo>
                  <a:lnTo>
                    <a:pt x="2617" y="248"/>
                  </a:lnTo>
                  <a:lnTo>
                    <a:pt x="2617" y="645"/>
                  </a:lnTo>
                  <a:lnTo>
                    <a:pt x="2618" y="665"/>
                  </a:lnTo>
                  <a:lnTo>
                    <a:pt x="2619" y="681"/>
                  </a:lnTo>
                  <a:lnTo>
                    <a:pt x="2622" y="693"/>
                  </a:lnTo>
                  <a:lnTo>
                    <a:pt x="2624" y="697"/>
                  </a:lnTo>
                  <a:lnTo>
                    <a:pt x="2626" y="701"/>
                  </a:lnTo>
                  <a:lnTo>
                    <a:pt x="2628" y="705"/>
                  </a:lnTo>
                  <a:lnTo>
                    <a:pt x="2631" y="707"/>
                  </a:lnTo>
                  <a:lnTo>
                    <a:pt x="2634" y="711"/>
                  </a:lnTo>
                  <a:lnTo>
                    <a:pt x="2637" y="711"/>
                  </a:lnTo>
                  <a:lnTo>
                    <a:pt x="2644" y="713"/>
                  </a:lnTo>
                  <a:lnTo>
                    <a:pt x="2652" y="713"/>
                  </a:lnTo>
                  <a:lnTo>
                    <a:pt x="2676" y="713"/>
                  </a:lnTo>
                  <a:lnTo>
                    <a:pt x="2681" y="715"/>
                  </a:lnTo>
                  <a:lnTo>
                    <a:pt x="2684" y="717"/>
                  </a:lnTo>
                  <a:lnTo>
                    <a:pt x="2685" y="719"/>
                  </a:lnTo>
                  <a:lnTo>
                    <a:pt x="2686" y="723"/>
                  </a:lnTo>
                  <a:lnTo>
                    <a:pt x="2686" y="725"/>
                  </a:lnTo>
                  <a:lnTo>
                    <a:pt x="2687" y="729"/>
                  </a:lnTo>
                  <a:lnTo>
                    <a:pt x="2686" y="737"/>
                  </a:lnTo>
                  <a:lnTo>
                    <a:pt x="2685" y="743"/>
                  </a:lnTo>
                  <a:lnTo>
                    <a:pt x="2684" y="747"/>
                  </a:lnTo>
                  <a:lnTo>
                    <a:pt x="2682" y="747"/>
                  </a:lnTo>
                  <a:lnTo>
                    <a:pt x="2678" y="751"/>
                  </a:lnTo>
                  <a:close/>
                  <a:moveTo>
                    <a:pt x="2945" y="753"/>
                  </a:moveTo>
                  <a:lnTo>
                    <a:pt x="2940" y="753"/>
                  </a:lnTo>
                  <a:lnTo>
                    <a:pt x="2937" y="751"/>
                  </a:lnTo>
                  <a:lnTo>
                    <a:pt x="2934" y="747"/>
                  </a:lnTo>
                  <a:lnTo>
                    <a:pt x="2933" y="741"/>
                  </a:lnTo>
                  <a:lnTo>
                    <a:pt x="2932" y="735"/>
                  </a:lnTo>
                  <a:lnTo>
                    <a:pt x="2932" y="395"/>
                  </a:lnTo>
                  <a:lnTo>
                    <a:pt x="2932" y="377"/>
                  </a:lnTo>
                  <a:lnTo>
                    <a:pt x="2931" y="359"/>
                  </a:lnTo>
                  <a:lnTo>
                    <a:pt x="2930" y="343"/>
                  </a:lnTo>
                  <a:lnTo>
                    <a:pt x="2928" y="329"/>
                  </a:lnTo>
                  <a:lnTo>
                    <a:pt x="2926" y="315"/>
                  </a:lnTo>
                  <a:lnTo>
                    <a:pt x="2923" y="303"/>
                  </a:lnTo>
                  <a:lnTo>
                    <a:pt x="2919" y="292"/>
                  </a:lnTo>
                  <a:lnTo>
                    <a:pt x="2915" y="282"/>
                  </a:lnTo>
                  <a:lnTo>
                    <a:pt x="2913" y="276"/>
                  </a:lnTo>
                  <a:lnTo>
                    <a:pt x="2910" y="272"/>
                  </a:lnTo>
                  <a:lnTo>
                    <a:pt x="2905" y="264"/>
                  </a:lnTo>
                  <a:lnTo>
                    <a:pt x="2899" y="258"/>
                  </a:lnTo>
                  <a:lnTo>
                    <a:pt x="2892" y="252"/>
                  </a:lnTo>
                  <a:lnTo>
                    <a:pt x="2885" y="248"/>
                  </a:lnTo>
                  <a:lnTo>
                    <a:pt x="2881" y="246"/>
                  </a:lnTo>
                  <a:lnTo>
                    <a:pt x="2876" y="244"/>
                  </a:lnTo>
                  <a:lnTo>
                    <a:pt x="2867" y="242"/>
                  </a:lnTo>
                  <a:lnTo>
                    <a:pt x="2858" y="242"/>
                  </a:lnTo>
                  <a:lnTo>
                    <a:pt x="2841" y="244"/>
                  </a:lnTo>
                  <a:lnTo>
                    <a:pt x="2823" y="246"/>
                  </a:lnTo>
                  <a:lnTo>
                    <a:pt x="2804" y="252"/>
                  </a:lnTo>
                  <a:lnTo>
                    <a:pt x="2796" y="256"/>
                  </a:lnTo>
                  <a:lnTo>
                    <a:pt x="2789" y="260"/>
                  </a:lnTo>
                  <a:lnTo>
                    <a:pt x="2789" y="735"/>
                  </a:lnTo>
                  <a:lnTo>
                    <a:pt x="2789" y="737"/>
                  </a:lnTo>
                  <a:lnTo>
                    <a:pt x="2788" y="741"/>
                  </a:lnTo>
                  <a:lnTo>
                    <a:pt x="2786" y="747"/>
                  </a:lnTo>
                  <a:lnTo>
                    <a:pt x="2785" y="749"/>
                  </a:lnTo>
                  <a:lnTo>
                    <a:pt x="2784" y="751"/>
                  </a:lnTo>
                  <a:lnTo>
                    <a:pt x="2780" y="753"/>
                  </a:lnTo>
                  <a:lnTo>
                    <a:pt x="2775" y="753"/>
                  </a:lnTo>
                  <a:lnTo>
                    <a:pt x="2772" y="751"/>
                  </a:lnTo>
                  <a:lnTo>
                    <a:pt x="2769" y="747"/>
                  </a:lnTo>
                  <a:lnTo>
                    <a:pt x="2767" y="741"/>
                  </a:lnTo>
                  <a:lnTo>
                    <a:pt x="2767" y="735"/>
                  </a:lnTo>
                  <a:lnTo>
                    <a:pt x="2767" y="20"/>
                  </a:lnTo>
                  <a:lnTo>
                    <a:pt x="2767" y="16"/>
                  </a:lnTo>
                  <a:lnTo>
                    <a:pt x="2767" y="12"/>
                  </a:lnTo>
                  <a:lnTo>
                    <a:pt x="2769" y="6"/>
                  </a:lnTo>
                  <a:lnTo>
                    <a:pt x="2770" y="4"/>
                  </a:lnTo>
                  <a:lnTo>
                    <a:pt x="2772" y="2"/>
                  </a:lnTo>
                  <a:lnTo>
                    <a:pt x="2775" y="0"/>
                  </a:lnTo>
                  <a:lnTo>
                    <a:pt x="2780" y="0"/>
                  </a:lnTo>
                  <a:lnTo>
                    <a:pt x="2784" y="2"/>
                  </a:lnTo>
                  <a:lnTo>
                    <a:pt x="2786" y="6"/>
                  </a:lnTo>
                  <a:lnTo>
                    <a:pt x="2788" y="12"/>
                  </a:lnTo>
                  <a:lnTo>
                    <a:pt x="2789" y="20"/>
                  </a:lnTo>
                  <a:lnTo>
                    <a:pt x="2789" y="220"/>
                  </a:lnTo>
                  <a:lnTo>
                    <a:pt x="2804" y="214"/>
                  </a:lnTo>
                  <a:lnTo>
                    <a:pt x="2823" y="208"/>
                  </a:lnTo>
                  <a:lnTo>
                    <a:pt x="2840" y="204"/>
                  </a:lnTo>
                  <a:lnTo>
                    <a:pt x="2858" y="202"/>
                  </a:lnTo>
                  <a:lnTo>
                    <a:pt x="2870" y="204"/>
                  </a:lnTo>
                  <a:lnTo>
                    <a:pt x="2882" y="206"/>
                  </a:lnTo>
                  <a:lnTo>
                    <a:pt x="2887" y="208"/>
                  </a:lnTo>
                  <a:lnTo>
                    <a:pt x="2892" y="210"/>
                  </a:lnTo>
                  <a:lnTo>
                    <a:pt x="2902" y="216"/>
                  </a:lnTo>
                  <a:lnTo>
                    <a:pt x="2911" y="224"/>
                  </a:lnTo>
                  <a:lnTo>
                    <a:pt x="2915" y="230"/>
                  </a:lnTo>
                  <a:lnTo>
                    <a:pt x="2919" y="234"/>
                  </a:lnTo>
                  <a:lnTo>
                    <a:pt x="2926" y="244"/>
                  </a:lnTo>
                  <a:lnTo>
                    <a:pt x="2932" y="256"/>
                  </a:lnTo>
                  <a:lnTo>
                    <a:pt x="2937" y="270"/>
                  </a:lnTo>
                  <a:lnTo>
                    <a:pt x="2940" y="278"/>
                  </a:lnTo>
                  <a:lnTo>
                    <a:pt x="2942" y="286"/>
                  </a:lnTo>
                  <a:lnTo>
                    <a:pt x="2944" y="292"/>
                  </a:lnTo>
                  <a:lnTo>
                    <a:pt x="2946" y="300"/>
                  </a:lnTo>
                  <a:lnTo>
                    <a:pt x="2947" y="309"/>
                  </a:lnTo>
                  <a:lnTo>
                    <a:pt x="2949" y="317"/>
                  </a:lnTo>
                  <a:lnTo>
                    <a:pt x="2951" y="335"/>
                  </a:lnTo>
                  <a:lnTo>
                    <a:pt x="2952" y="345"/>
                  </a:lnTo>
                  <a:lnTo>
                    <a:pt x="2953" y="355"/>
                  </a:lnTo>
                  <a:lnTo>
                    <a:pt x="2953" y="375"/>
                  </a:lnTo>
                  <a:lnTo>
                    <a:pt x="2954" y="395"/>
                  </a:lnTo>
                  <a:lnTo>
                    <a:pt x="2954" y="735"/>
                  </a:lnTo>
                  <a:lnTo>
                    <a:pt x="2953" y="741"/>
                  </a:lnTo>
                  <a:lnTo>
                    <a:pt x="2953" y="745"/>
                  </a:lnTo>
                  <a:lnTo>
                    <a:pt x="2952" y="747"/>
                  </a:lnTo>
                  <a:lnTo>
                    <a:pt x="2950" y="749"/>
                  </a:lnTo>
                  <a:lnTo>
                    <a:pt x="2949" y="751"/>
                  </a:lnTo>
                  <a:lnTo>
                    <a:pt x="2947" y="753"/>
                  </a:lnTo>
                  <a:lnTo>
                    <a:pt x="2945" y="753"/>
                  </a:lnTo>
                  <a:close/>
                  <a:moveTo>
                    <a:pt x="3232" y="487"/>
                  </a:moveTo>
                  <a:lnTo>
                    <a:pt x="3061" y="487"/>
                  </a:lnTo>
                  <a:lnTo>
                    <a:pt x="3061" y="509"/>
                  </a:lnTo>
                  <a:lnTo>
                    <a:pt x="3061" y="539"/>
                  </a:lnTo>
                  <a:lnTo>
                    <a:pt x="3062" y="553"/>
                  </a:lnTo>
                  <a:lnTo>
                    <a:pt x="3063" y="565"/>
                  </a:lnTo>
                  <a:lnTo>
                    <a:pt x="3064" y="579"/>
                  </a:lnTo>
                  <a:lnTo>
                    <a:pt x="3065" y="591"/>
                  </a:lnTo>
                  <a:lnTo>
                    <a:pt x="3068" y="613"/>
                  </a:lnTo>
                  <a:lnTo>
                    <a:pt x="3072" y="631"/>
                  </a:lnTo>
                  <a:lnTo>
                    <a:pt x="3077" y="647"/>
                  </a:lnTo>
                  <a:lnTo>
                    <a:pt x="3082" y="663"/>
                  </a:lnTo>
                  <a:lnTo>
                    <a:pt x="3085" y="669"/>
                  </a:lnTo>
                  <a:lnTo>
                    <a:pt x="3088" y="675"/>
                  </a:lnTo>
                  <a:lnTo>
                    <a:pt x="3091" y="681"/>
                  </a:lnTo>
                  <a:lnTo>
                    <a:pt x="3094" y="685"/>
                  </a:lnTo>
                  <a:lnTo>
                    <a:pt x="3101" y="693"/>
                  </a:lnTo>
                  <a:lnTo>
                    <a:pt x="3109" y="701"/>
                  </a:lnTo>
                  <a:lnTo>
                    <a:pt x="3117" y="705"/>
                  </a:lnTo>
                  <a:lnTo>
                    <a:pt x="3125" y="709"/>
                  </a:lnTo>
                  <a:lnTo>
                    <a:pt x="3134" y="713"/>
                  </a:lnTo>
                  <a:lnTo>
                    <a:pt x="3143" y="713"/>
                  </a:lnTo>
                  <a:lnTo>
                    <a:pt x="3153" y="713"/>
                  </a:lnTo>
                  <a:lnTo>
                    <a:pt x="3171" y="713"/>
                  </a:lnTo>
                  <a:lnTo>
                    <a:pt x="3189" y="709"/>
                  </a:lnTo>
                  <a:lnTo>
                    <a:pt x="3209" y="703"/>
                  </a:lnTo>
                  <a:lnTo>
                    <a:pt x="3228" y="697"/>
                  </a:lnTo>
                  <a:lnTo>
                    <a:pt x="3229" y="697"/>
                  </a:lnTo>
                  <a:lnTo>
                    <a:pt x="3231" y="697"/>
                  </a:lnTo>
                  <a:lnTo>
                    <a:pt x="3235" y="697"/>
                  </a:lnTo>
                  <a:lnTo>
                    <a:pt x="3236" y="699"/>
                  </a:lnTo>
                  <a:lnTo>
                    <a:pt x="3237" y="703"/>
                  </a:lnTo>
                  <a:lnTo>
                    <a:pt x="3238" y="705"/>
                  </a:lnTo>
                  <a:lnTo>
                    <a:pt x="3238" y="709"/>
                  </a:lnTo>
                  <a:lnTo>
                    <a:pt x="3238" y="721"/>
                  </a:lnTo>
                  <a:lnTo>
                    <a:pt x="3237" y="725"/>
                  </a:lnTo>
                  <a:lnTo>
                    <a:pt x="3236" y="729"/>
                  </a:lnTo>
                  <a:lnTo>
                    <a:pt x="3235" y="731"/>
                  </a:lnTo>
                  <a:lnTo>
                    <a:pt x="3233" y="733"/>
                  </a:lnTo>
                  <a:lnTo>
                    <a:pt x="3229" y="737"/>
                  </a:lnTo>
                  <a:lnTo>
                    <a:pt x="3210" y="743"/>
                  </a:lnTo>
                  <a:lnTo>
                    <a:pt x="3190" y="749"/>
                  </a:lnTo>
                  <a:lnTo>
                    <a:pt x="3171" y="751"/>
                  </a:lnTo>
                  <a:lnTo>
                    <a:pt x="3153" y="753"/>
                  </a:lnTo>
                  <a:lnTo>
                    <a:pt x="3141" y="753"/>
                  </a:lnTo>
                  <a:lnTo>
                    <a:pt x="3129" y="751"/>
                  </a:lnTo>
                  <a:lnTo>
                    <a:pt x="3118" y="747"/>
                  </a:lnTo>
                  <a:lnTo>
                    <a:pt x="3108" y="741"/>
                  </a:lnTo>
                  <a:lnTo>
                    <a:pt x="3098" y="735"/>
                  </a:lnTo>
                  <a:lnTo>
                    <a:pt x="3093" y="731"/>
                  </a:lnTo>
                  <a:lnTo>
                    <a:pt x="3089" y="727"/>
                  </a:lnTo>
                  <a:lnTo>
                    <a:pt x="3080" y="715"/>
                  </a:lnTo>
                  <a:lnTo>
                    <a:pt x="3072" y="703"/>
                  </a:lnTo>
                  <a:lnTo>
                    <a:pt x="3068" y="695"/>
                  </a:lnTo>
                  <a:lnTo>
                    <a:pt x="3065" y="687"/>
                  </a:lnTo>
                  <a:lnTo>
                    <a:pt x="3058" y="669"/>
                  </a:lnTo>
                  <a:lnTo>
                    <a:pt x="3053" y="649"/>
                  </a:lnTo>
                  <a:lnTo>
                    <a:pt x="3048" y="627"/>
                  </a:lnTo>
                  <a:lnTo>
                    <a:pt x="3046" y="615"/>
                  </a:lnTo>
                  <a:lnTo>
                    <a:pt x="3044" y="601"/>
                  </a:lnTo>
                  <a:lnTo>
                    <a:pt x="3041" y="573"/>
                  </a:lnTo>
                  <a:lnTo>
                    <a:pt x="3039" y="543"/>
                  </a:lnTo>
                  <a:lnTo>
                    <a:pt x="3039" y="527"/>
                  </a:lnTo>
                  <a:lnTo>
                    <a:pt x="3039" y="509"/>
                  </a:lnTo>
                  <a:lnTo>
                    <a:pt x="3039" y="443"/>
                  </a:lnTo>
                  <a:lnTo>
                    <a:pt x="3039" y="417"/>
                  </a:lnTo>
                  <a:lnTo>
                    <a:pt x="3040" y="391"/>
                  </a:lnTo>
                  <a:lnTo>
                    <a:pt x="3043" y="369"/>
                  </a:lnTo>
                  <a:lnTo>
                    <a:pt x="3045" y="345"/>
                  </a:lnTo>
                  <a:lnTo>
                    <a:pt x="3047" y="335"/>
                  </a:lnTo>
                  <a:lnTo>
                    <a:pt x="3049" y="325"/>
                  </a:lnTo>
                  <a:lnTo>
                    <a:pt x="3051" y="315"/>
                  </a:lnTo>
                  <a:lnTo>
                    <a:pt x="3053" y="305"/>
                  </a:lnTo>
                  <a:lnTo>
                    <a:pt x="3056" y="296"/>
                  </a:lnTo>
                  <a:lnTo>
                    <a:pt x="3059" y="288"/>
                  </a:lnTo>
                  <a:lnTo>
                    <a:pt x="3065" y="270"/>
                  </a:lnTo>
                  <a:lnTo>
                    <a:pt x="3072" y="256"/>
                  </a:lnTo>
                  <a:lnTo>
                    <a:pt x="3079" y="242"/>
                  </a:lnTo>
                  <a:lnTo>
                    <a:pt x="3087" y="230"/>
                  </a:lnTo>
                  <a:lnTo>
                    <a:pt x="3097" y="220"/>
                  </a:lnTo>
                  <a:lnTo>
                    <a:pt x="3106" y="212"/>
                  </a:lnTo>
                  <a:lnTo>
                    <a:pt x="3117" y="208"/>
                  </a:lnTo>
                  <a:lnTo>
                    <a:pt x="3128" y="204"/>
                  </a:lnTo>
                  <a:lnTo>
                    <a:pt x="3134" y="202"/>
                  </a:lnTo>
                  <a:lnTo>
                    <a:pt x="3141" y="202"/>
                  </a:lnTo>
                  <a:lnTo>
                    <a:pt x="3154" y="204"/>
                  </a:lnTo>
                  <a:lnTo>
                    <a:pt x="3160" y="204"/>
                  </a:lnTo>
                  <a:lnTo>
                    <a:pt x="3166" y="206"/>
                  </a:lnTo>
                  <a:lnTo>
                    <a:pt x="3177" y="212"/>
                  </a:lnTo>
                  <a:lnTo>
                    <a:pt x="3182" y="216"/>
                  </a:lnTo>
                  <a:lnTo>
                    <a:pt x="3186" y="220"/>
                  </a:lnTo>
                  <a:lnTo>
                    <a:pt x="3196" y="230"/>
                  </a:lnTo>
                  <a:lnTo>
                    <a:pt x="3204" y="240"/>
                  </a:lnTo>
                  <a:lnTo>
                    <a:pt x="3211" y="254"/>
                  </a:lnTo>
                  <a:lnTo>
                    <a:pt x="3214" y="260"/>
                  </a:lnTo>
                  <a:lnTo>
                    <a:pt x="3218" y="268"/>
                  </a:lnTo>
                  <a:lnTo>
                    <a:pt x="3223" y="286"/>
                  </a:lnTo>
                  <a:lnTo>
                    <a:pt x="3228" y="303"/>
                  </a:lnTo>
                  <a:lnTo>
                    <a:pt x="3232" y="323"/>
                  </a:lnTo>
                  <a:lnTo>
                    <a:pt x="3236" y="343"/>
                  </a:lnTo>
                  <a:lnTo>
                    <a:pt x="3238" y="365"/>
                  </a:lnTo>
                  <a:lnTo>
                    <a:pt x="3240" y="389"/>
                  </a:lnTo>
                  <a:lnTo>
                    <a:pt x="3241" y="415"/>
                  </a:lnTo>
                  <a:lnTo>
                    <a:pt x="3242" y="441"/>
                  </a:lnTo>
                  <a:lnTo>
                    <a:pt x="3242" y="469"/>
                  </a:lnTo>
                  <a:lnTo>
                    <a:pt x="3241" y="473"/>
                  </a:lnTo>
                  <a:lnTo>
                    <a:pt x="3241" y="475"/>
                  </a:lnTo>
                  <a:lnTo>
                    <a:pt x="3239" y="483"/>
                  </a:lnTo>
                  <a:lnTo>
                    <a:pt x="3236" y="487"/>
                  </a:lnTo>
                  <a:lnTo>
                    <a:pt x="3232" y="487"/>
                  </a:lnTo>
                  <a:close/>
                  <a:moveTo>
                    <a:pt x="3220" y="441"/>
                  </a:moveTo>
                  <a:lnTo>
                    <a:pt x="3219" y="417"/>
                  </a:lnTo>
                  <a:lnTo>
                    <a:pt x="3219" y="397"/>
                  </a:lnTo>
                  <a:lnTo>
                    <a:pt x="3217" y="375"/>
                  </a:lnTo>
                  <a:lnTo>
                    <a:pt x="3215" y="357"/>
                  </a:lnTo>
                  <a:lnTo>
                    <a:pt x="3213" y="339"/>
                  </a:lnTo>
                  <a:lnTo>
                    <a:pt x="3210" y="321"/>
                  </a:lnTo>
                  <a:lnTo>
                    <a:pt x="3208" y="315"/>
                  </a:lnTo>
                  <a:lnTo>
                    <a:pt x="3206" y="307"/>
                  </a:lnTo>
                  <a:lnTo>
                    <a:pt x="3202" y="294"/>
                  </a:lnTo>
                  <a:lnTo>
                    <a:pt x="3199" y="288"/>
                  </a:lnTo>
                  <a:lnTo>
                    <a:pt x="3197" y="282"/>
                  </a:lnTo>
                  <a:lnTo>
                    <a:pt x="3194" y="276"/>
                  </a:lnTo>
                  <a:lnTo>
                    <a:pt x="3191" y="272"/>
                  </a:lnTo>
                  <a:lnTo>
                    <a:pt x="3188" y="266"/>
                  </a:lnTo>
                  <a:lnTo>
                    <a:pt x="3185" y="262"/>
                  </a:lnTo>
                  <a:lnTo>
                    <a:pt x="3178" y="256"/>
                  </a:lnTo>
                  <a:lnTo>
                    <a:pt x="3170" y="250"/>
                  </a:lnTo>
                  <a:lnTo>
                    <a:pt x="3161" y="246"/>
                  </a:lnTo>
                  <a:lnTo>
                    <a:pt x="3152" y="242"/>
                  </a:lnTo>
                  <a:lnTo>
                    <a:pt x="3141" y="242"/>
                  </a:lnTo>
                  <a:lnTo>
                    <a:pt x="3130" y="242"/>
                  </a:lnTo>
                  <a:lnTo>
                    <a:pt x="3126" y="244"/>
                  </a:lnTo>
                  <a:lnTo>
                    <a:pt x="3121" y="246"/>
                  </a:lnTo>
                  <a:lnTo>
                    <a:pt x="3112" y="250"/>
                  </a:lnTo>
                  <a:lnTo>
                    <a:pt x="3105" y="256"/>
                  </a:lnTo>
                  <a:lnTo>
                    <a:pt x="3097" y="264"/>
                  </a:lnTo>
                  <a:lnTo>
                    <a:pt x="3091" y="274"/>
                  </a:lnTo>
                  <a:lnTo>
                    <a:pt x="3085" y="284"/>
                  </a:lnTo>
                  <a:lnTo>
                    <a:pt x="3080" y="298"/>
                  </a:lnTo>
                  <a:lnTo>
                    <a:pt x="3075" y="311"/>
                  </a:lnTo>
                  <a:lnTo>
                    <a:pt x="3073" y="317"/>
                  </a:lnTo>
                  <a:lnTo>
                    <a:pt x="3071" y="325"/>
                  </a:lnTo>
                  <a:lnTo>
                    <a:pt x="3068" y="343"/>
                  </a:lnTo>
                  <a:lnTo>
                    <a:pt x="3066" y="361"/>
                  </a:lnTo>
                  <a:lnTo>
                    <a:pt x="3064" y="379"/>
                  </a:lnTo>
                  <a:lnTo>
                    <a:pt x="3062" y="399"/>
                  </a:lnTo>
                  <a:lnTo>
                    <a:pt x="3061" y="421"/>
                  </a:lnTo>
                  <a:lnTo>
                    <a:pt x="3061" y="443"/>
                  </a:lnTo>
                  <a:lnTo>
                    <a:pt x="3220" y="447"/>
                  </a:lnTo>
                  <a:lnTo>
                    <a:pt x="3220" y="441"/>
                  </a:lnTo>
                  <a:close/>
                  <a:moveTo>
                    <a:pt x="3726" y="699"/>
                  </a:moveTo>
                  <a:lnTo>
                    <a:pt x="3724" y="713"/>
                  </a:lnTo>
                  <a:lnTo>
                    <a:pt x="3722" y="723"/>
                  </a:lnTo>
                  <a:lnTo>
                    <a:pt x="3720" y="733"/>
                  </a:lnTo>
                  <a:lnTo>
                    <a:pt x="3718" y="737"/>
                  </a:lnTo>
                  <a:lnTo>
                    <a:pt x="3717" y="741"/>
                  </a:lnTo>
                  <a:lnTo>
                    <a:pt x="3714" y="747"/>
                  </a:lnTo>
                  <a:lnTo>
                    <a:pt x="3710" y="751"/>
                  </a:lnTo>
                  <a:lnTo>
                    <a:pt x="3705" y="753"/>
                  </a:lnTo>
                  <a:lnTo>
                    <a:pt x="3700" y="753"/>
                  </a:lnTo>
                  <a:lnTo>
                    <a:pt x="3694" y="753"/>
                  </a:lnTo>
                  <a:lnTo>
                    <a:pt x="3692" y="751"/>
                  </a:lnTo>
                  <a:lnTo>
                    <a:pt x="3690" y="749"/>
                  </a:lnTo>
                  <a:lnTo>
                    <a:pt x="3688" y="747"/>
                  </a:lnTo>
                  <a:lnTo>
                    <a:pt x="3686" y="745"/>
                  </a:lnTo>
                  <a:lnTo>
                    <a:pt x="3684" y="741"/>
                  </a:lnTo>
                  <a:lnTo>
                    <a:pt x="3683" y="739"/>
                  </a:lnTo>
                  <a:lnTo>
                    <a:pt x="3680" y="731"/>
                  </a:lnTo>
                  <a:lnTo>
                    <a:pt x="3678" y="721"/>
                  </a:lnTo>
                  <a:lnTo>
                    <a:pt x="3676" y="709"/>
                  </a:lnTo>
                  <a:lnTo>
                    <a:pt x="3674" y="695"/>
                  </a:lnTo>
                  <a:lnTo>
                    <a:pt x="3621" y="313"/>
                  </a:lnTo>
                  <a:lnTo>
                    <a:pt x="3619" y="305"/>
                  </a:lnTo>
                  <a:lnTo>
                    <a:pt x="3618" y="305"/>
                  </a:lnTo>
                  <a:lnTo>
                    <a:pt x="3617" y="305"/>
                  </a:lnTo>
                  <a:lnTo>
                    <a:pt x="3615" y="305"/>
                  </a:lnTo>
                  <a:lnTo>
                    <a:pt x="3614" y="313"/>
                  </a:lnTo>
                  <a:lnTo>
                    <a:pt x="3560" y="695"/>
                  </a:lnTo>
                  <a:lnTo>
                    <a:pt x="3556" y="721"/>
                  </a:lnTo>
                  <a:lnTo>
                    <a:pt x="3554" y="731"/>
                  </a:lnTo>
                  <a:lnTo>
                    <a:pt x="3552" y="739"/>
                  </a:lnTo>
                  <a:lnTo>
                    <a:pt x="3548" y="745"/>
                  </a:lnTo>
                  <a:lnTo>
                    <a:pt x="3545" y="749"/>
                  </a:lnTo>
                  <a:lnTo>
                    <a:pt x="3540" y="753"/>
                  </a:lnTo>
                  <a:lnTo>
                    <a:pt x="3535" y="753"/>
                  </a:lnTo>
                  <a:lnTo>
                    <a:pt x="3529" y="753"/>
                  </a:lnTo>
                  <a:lnTo>
                    <a:pt x="3525" y="751"/>
                  </a:lnTo>
                  <a:lnTo>
                    <a:pt x="3521" y="747"/>
                  </a:lnTo>
                  <a:lnTo>
                    <a:pt x="3517" y="741"/>
                  </a:lnTo>
                  <a:lnTo>
                    <a:pt x="3516" y="737"/>
                  </a:lnTo>
                  <a:lnTo>
                    <a:pt x="3515" y="733"/>
                  </a:lnTo>
                  <a:lnTo>
                    <a:pt x="3513" y="729"/>
                  </a:lnTo>
                  <a:lnTo>
                    <a:pt x="3512" y="723"/>
                  </a:lnTo>
                  <a:lnTo>
                    <a:pt x="3510" y="713"/>
                  </a:lnTo>
                  <a:lnTo>
                    <a:pt x="3508" y="699"/>
                  </a:lnTo>
                  <a:lnTo>
                    <a:pt x="3452" y="232"/>
                  </a:lnTo>
                  <a:lnTo>
                    <a:pt x="3452" y="228"/>
                  </a:lnTo>
                  <a:lnTo>
                    <a:pt x="3452" y="222"/>
                  </a:lnTo>
                  <a:lnTo>
                    <a:pt x="3452" y="218"/>
                  </a:lnTo>
                  <a:lnTo>
                    <a:pt x="3453" y="216"/>
                  </a:lnTo>
                  <a:lnTo>
                    <a:pt x="3454" y="212"/>
                  </a:lnTo>
                  <a:lnTo>
                    <a:pt x="3456" y="210"/>
                  </a:lnTo>
                  <a:lnTo>
                    <a:pt x="3458" y="208"/>
                  </a:lnTo>
                  <a:lnTo>
                    <a:pt x="3461" y="208"/>
                  </a:lnTo>
                  <a:lnTo>
                    <a:pt x="3467" y="208"/>
                  </a:lnTo>
                  <a:lnTo>
                    <a:pt x="3470" y="212"/>
                  </a:lnTo>
                  <a:lnTo>
                    <a:pt x="3471" y="216"/>
                  </a:lnTo>
                  <a:lnTo>
                    <a:pt x="3472" y="222"/>
                  </a:lnTo>
                  <a:lnTo>
                    <a:pt x="3528" y="689"/>
                  </a:lnTo>
                  <a:lnTo>
                    <a:pt x="3530" y="703"/>
                  </a:lnTo>
                  <a:lnTo>
                    <a:pt x="3531" y="711"/>
                  </a:lnTo>
                  <a:lnTo>
                    <a:pt x="3533" y="713"/>
                  </a:lnTo>
                  <a:lnTo>
                    <a:pt x="3535" y="713"/>
                  </a:lnTo>
                  <a:lnTo>
                    <a:pt x="3536" y="713"/>
                  </a:lnTo>
                  <a:lnTo>
                    <a:pt x="3538" y="709"/>
                  </a:lnTo>
                  <a:lnTo>
                    <a:pt x="3539" y="703"/>
                  </a:lnTo>
                  <a:lnTo>
                    <a:pt x="3541" y="689"/>
                  </a:lnTo>
                  <a:lnTo>
                    <a:pt x="3596" y="301"/>
                  </a:lnTo>
                  <a:lnTo>
                    <a:pt x="3597" y="294"/>
                  </a:lnTo>
                  <a:lnTo>
                    <a:pt x="3599" y="286"/>
                  </a:lnTo>
                  <a:lnTo>
                    <a:pt x="3601" y="280"/>
                  </a:lnTo>
                  <a:lnTo>
                    <a:pt x="3604" y="274"/>
                  </a:lnTo>
                  <a:lnTo>
                    <a:pt x="3607" y="270"/>
                  </a:lnTo>
                  <a:lnTo>
                    <a:pt x="3610" y="268"/>
                  </a:lnTo>
                  <a:lnTo>
                    <a:pt x="3614" y="266"/>
                  </a:lnTo>
                  <a:lnTo>
                    <a:pt x="3617" y="266"/>
                  </a:lnTo>
                  <a:lnTo>
                    <a:pt x="3621" y="266"/>
                  </a:lnTo>
                  <a:lnTo>
                    <a:pt x="3624" y="268"/>
                  </a:lnTo>
                  <a:lnTo>
                    <a:pt x="3627" y="270"/>
                  </a:lnTo>
                  <a:lnTo>
                    <a:pt x="3630" y="274"/>
                  </a:lnTo>
                  <a:lnTo>
                    <a:pt x="3633" y="280"/>
                  </a:lnTo>
                  <a:lnTo>
                    <a:pt x="3634" y="282"/>
                  </a:lnTo>
                  <a:lnTo>
                    <a:pt x="3635" y="286"/>
                  </a:lnTo>
                  <a:lnTo>
                    <a:pt x="3637" y="294"/>
                  </a:lnTo>
                  <a:lnTo>
                    <a:pt x="3639" y="301"/>
                  </a:lnTo>
                  <a:lnTo>
                    <a:pt x="3693" y="689"/>
                  </a:lnTo>
                  <a:lnTo>
                    <a:pt x="3695" y="703"/>
                  </a:lnTo>
                  <a:lnTo>
                    <a:pt x="3696" y="707"/>
                  </a:lnTo>
                  <a:lnTo>
                    <a:pt x="3697" y="709"/>
                  </a:lnTo>
                  <a:lnTo>
                    <a:pt x="3698" y="713"/>
                  </a:lnTo>
                  <a:lnTo>
                    <a:pt x="3700" y="713"/>
                  </a:lnTo>
                  <a:lnTo>
                    <a:pt x="3701" y="713"/>
                  </a:lnTo>
                  <a:lnTo>
                    <a:pt x="3702" y="713"/>
                  </a:lnTo>
                  <a:lnTo>
                    <a:pt x="3703" y="711"/>
                  </a:lnTo>
                  <a:lnTo>
                    <a:pt x="3704" y="707"/>
                  </a:lnTo>
                  <a:lnTo>
                    <a:pt x="3705" y="703"/>
                  </a:lnTo>
                  <a:lnTo>
                    <a:pt x="3707" y="689"/>
                  </a:lnTo>
                  <a:lnTo>
                    <a:pt x="3761" y="222"/>
                  </a:lnTo>
                  <a:lnTo>
                    <a:pt x="3762" y="216"/>
                  </a:lnTo>
                  <a:lnTo>
                    <a:pt x="3763" y="212"/>
                  </a:lnTo>
                  <a:lnTo>
                    <a:pt x="3764" y="210"/>
                  </a:lnTo>
                  <a:lnTo>
                    <a:pt x="3766" y="208"/>
                  </a:lnTo>
                  <a:lnTo>
                    <a:pt x="3767" y="208"/>
                  </a:lnTo>
                  <a:lnTo>
                    <a:pt x="3769" y="208"/>
                  </a:lnTo>
                  <a:lnTo>
                    <a:pt x="3773" y="208"/>
                  </a:lnTo>
                  <a:lnTo>
                    <a:pt x="3777" y="210"/>
                  </a:lnTo>
                  <a:lnTo>
                    <a:pt x="3779" y="212"/>
                  </a:lnTo>
                  <a:lnTo>
                    <a:pt x="3781" y="214"/>
                  </a:lnTo>
                  <a:lnTo>
                    <a:pt x="3782" y="218"/>
                  </a:lnTo>
                  <a:lnTo>
                    <a:pt x="3782" y="222"/>
                  </a:lnTo>
                  <a:lnTo>
                    <a:pt x="3781" y="232"/>
                  </a:lnTo>
                  <a:lnTo>
                    <a:pt x="3726" y="699"/>
                  </a:lnTo>
                  <a:close/>
                  <a:moveTo>
                    <a:pt x="3953" y="753"/>
                  </a:moveTo>
                  <a:lnTo>
                    <a:pt x="3940" y="753"/>
                  </a:lnTo>
                  <a:lnTo>
                    <a:pt x="3934" y="751"/>
                  </a:lnTo>
                  <a:lnTo>
                    <a:pt x="3929" y="749"/>
                  </a:lnTo>
                  <a:lnTo>
                    <a:pt x="3918" y="745"/>
                  </a:lnTo>
                  <a:lnTo>
                    <a:pt x="3908" y="737"/>
                  </a:lnTo>
                  <a:lnTo>
                    <a:pt x="3903" y="733"/>
                  </a:lnTo>
                  <a:lnTo>
                    <a:pt x="3898" y="729"/>
                  </a:lnTo>
                  <a:lnTo>
                    <a:pt x="3890" y="717"/>
                  </a:lnTo>
                  <a:lnTo>
                    <a:pt x="3882" y="705"/>
                  </a:lnTo>
                  <a:lnTo>
                    <a:pt x="3875" y="689"/>
                  </a:lnTo>
                  <a:lnTo>
                    <a:pt x="3872" y="683"/>
                  </a:lnTo>
                  <a:lnTo>
                    <a:pt x="3869" y="673"/>
                  </a:lnTo>
                  <a:lnTo>
                    <a:pt x="3866" y="665"/>
                  </a:lnTo>
                  <a:lnTo>
                    <a:pt x="3864" y="655"/>
                  </a:lnTo>
                  <a:lnTo>
                    <a:pt x="3859" y="635"/>
                  </a:lnTo>
                  <a:lnTo>
                    <a:pt x="3856" y="615"/>
                  </a:lnTo>
                  <a:lnTo>
                    <a:pt x="3853" y="591"/>
                  </a:lnTo>
                  <a:lnTo>
                    <a:pt x="3851" y="567"/>
                  </a:lnTo>
                  <a:lnTo>
                    <a:pt x="3850" y="541"/>
                  </a:lnTo>
                  <a:lnTo>
                    <a:pt x="3849" y="513"/>
                  </a:lnTo>
                  <a:lnTo>
                    <a:pt x="3849" y="443"/>
                  </a:lnTo>
                  <a:lnTo>
                    <a:pt x="3850" y="415"/>
                  </a:lnTo>
                  <a:lnTo>
                    <a:pt x="3851" y="389"/>
                  </a:lnTo>
                  <a:lnTo>
                    <a:pt x="3853" y="363"/>
                  </a:lnTo>
                  <a:lnTo>
                    <a:pt x="3856" y="341"/>
                  </a:lnTo>
                  <a:lnTo>
                    <a:pt x="3857" y="329"/>
                  </a:lnTo>
                  <a:lnTo>
                    <a:pt x="3859" y="319"/>
                  </a:lnTo>
                  <a:lnTo>
                    <a:pt x="3861" y="309"/>
                  </a:lnTo>
                  <a:lnTo>
                    <a:pt x="3864" y="300"/>
                  </a:lnTo>
                  <a:lnTo>
                    <a:pt x="3866" y="290"/>
                  </a:lnTo>
                  <a:lnTo>
                    <a:pt x="3869" y="282"/>
                  </a:lnTo>
                  <a:lnTo>
                    <a:pt x="3875" y="266"/>
                  </a:lnTo>
                  <a:lnTo>
                    <a:pt x="3882" y="252"/>
                  </a:lnTo>
                  <a:lnTo>
                    <a:pt x="3886" y="244"/>
                  </a:lnTo>
                  <a:lnTo>
                    <a:pt x="3890" y="238"/>
                  </a:lnTo>
                  <a:lnTo>
                    <a:pt x="3898" y="228"/>
                  </a:lnTo>
                  <a:lnTo>
                    <a:pt x="3903" y="222"/>
                  </a:lnTo>
                  <a:lnTo>
                    <a:pt x="3908" y="218"/>
                  </a:lnTo>
                  <a:lnTo>
                    <a:pt x="3918" y="212"/>
                  </a:lnTo>
                  <a:lnTo>
                    <a:pt x="3929" y="206"/>
                  </a:lnTo>
                  <a:lnTo>
                    <a:pt x="3934" y="204"/>
                  </a:lnTo>
                  <a:lnTo>
                    <a:pt x="3940" y="204"/>
                  </a:lnTo>
                  <a:lnTo>
                    <a:pt x="3953" y="202"/>
                  </a:lnTo>
                  <a:lnTo>
                    <a:pt x="3965" y="204"/>
                  </a:lnTo>
                  <a:lnTo>
                    <a:pt x="3971" y="204"/>
                  </a:lnTo>
                  <a:lnTo>
                    <a:pt x="3977" y="206"/>
                  </a:lnTo>
                  <a:lnTo>
                    <a:pt x="3988" y="212"/>
                  </a:lnTo>
                  <a:lnTo>
                    <a:pt x="3998" y="218"/>
                  </a:lnTo>
                  <a:lnTo>
                    <a:pt x="4003" y="222"/>
                  </a:lnTo>
                  <a:lnTo>
                    <a:pt x="4007" y="228"/>
                  </a:lnTo>
                  <a:lnTo>
                    <a:pt x="4016" y="238"/>
                  </a:lnTo>
                  <a:lnTo>
                    <a:pt x="4024" y="252"/>
                  </a:lnTo>
                  <a:lnTo>
                    <a:pt x="4031" y="266"/>
                  </a:lnTo>
                  <a:lnTo>
                    <a:pt x="4034" y="274"/>
                  </a:lnTo>
                  <a:lnTo>
                    <a:pt x="4037" y="282"/>
                  </a:lnTo>
                  <a:lnTo>
                    <a:pt x="4039" y="290"/>
                  </a:lnTo>
                  <a:lnTo>
                    <a:pt x="4042" y="300"/>
                  </a:lnTo>
                  <a:lnTo>
                    <a:pt x="4046" y="319"/>
                  </a:lnTo>
                  <a:lnTo>
                    <a:pt x="4050" y="341"/>
                  </a:lnTo>
                  <a:lnTo>
                    <a:pt x="4053" y="363"/>
                  </a:lnTo>
                  <a:lnTo>
                    <a:pt x="4055" y="389"/>
                  </a:lnTo>
                  <a:lnTo>
                    <a:pt x="4056" y="415"/>
                  </a:lnTo>
                  <a:lnTo>
                    <a:pt x="4057" y="443"/>
                  </a:lnTo>
                  <a:lnTo>
                    <a:pt x="4057" y="513"/>
                  </a:lnTo>
                  <a:lnTo>
                    <a:pt x="4056" y="541"/>
                  </a:lnTo>
                  <a:lnTo>
                    <a:pt x="4055" y="567"/>
                  </a:lnTo>
                  <a:lnTo>
                    <a:pt x="4053" y="591"/>
                  </a:lnTo>
                  <a:lnTo>
                    <a:pt x="4050" y="615"/>
                  </a:lnTo>
                  <a:lnTo>
                    <a:pt x="4048" y="625"/>
                  </a:lnTo>
                  <a:lnTo>
                    <a:pt x="4046" y="635"/>
                  </a:lnTo>
                  <a:lnTo>
                    <a:pt x="4044" y="645"/>
                  </a:lnTo>
                  <a:lnTo>
                    <a:pt x="4042" y="655"/>
                  </a:lnTo>
                  <a:lnTo>
                    <a:pt x="4039" y="665"/>
                  </a:lnTo>
                  <a:lnTo>
                    <a:pt x="4037" y="673"/>
                  </a:lnTo>
                  <a:lnTo>
                    <a:pt x="4031" y="689"/>
                  </a:lnTo>
                  <a:lnTo>
                    <a:pt x="4024" y="705"/>
                  </a:lnTo>
                  <a:lnTo>
                    <a:pt x="4020" y="711"/>
                  </a:lnTo>
                  <a:lnTo>
                    <a:pt x="4016" y="717"/>
                  </a:lnTo>
                  <a:lnTo>
                    <a:pt x="4007" y="729"/>
                  </a:lnTo>
                  <a:lnTo>
                    <a:pt x="4003" y="733"/>
                  </a:lnTo>
                  <a:lnTo>
                    <a:pt x="3998" y="737"/>
                  </a:lnTo>
                  <a:lnTo>
                    <a:pt x="3988" y="745"/>
                  </a:lnTo>
                  <a:lnTo>
                    <a:pt x="3977" y="749"/>
                  </a:lnTo>
                  <a:lnTo>
                    <a:pt x="3971" y="751"/>
                  </a:lnTo>
                  <a:lnTo>
                    <a:pt x="3965" y="753"/>
                  </a:lnTo>
                  <a:lnTo>
                    <a:pt x="3953" y="753"/>
                  </a:lnTo>
                  <a:close/>
                  <a:moveTo>
                    <a:pt x="4034" y="443"/>
                  </a:moveTo>
                  <a:lnTo>
                    <a:pt x="4034" y="419"/>
                  </a:lnTo>
                  <a:lnTo>
                    <a:pt x="4033" y="397"/>
                  </a:lnTo>
                  <a:lnTo>
                    <a:pt x="4033" y="387"/>
                  </a:lnTo>
                  <a:lnTo>
                    <a:pt x="4032" y="377"/>
                  </a:lnTo>
                  <a:lnTo>
                    <a:pt x="4030" y="359"/>
                  </a:lnTo>
                  <a:lnTo>
                    <a:pt x="4027" y="341"/>
                  </a:lnTo>
                  <a:lnTo>
                    <a:pt x="4024" y="323"/>
                  </a:lnTo>
                  <a:lnTo>
                    <a:pt x="4020" y="309"/>
                  </a:lnTo>
                  <a:lnTo>
                    <a:pt x="4016" y="296"/>
                  </a:lnTo>
                  <a:lnTo>
                    <a:pt x="4011" y="284"/>
                  </a:lnTo>
                  <a:lnTo>
                    <a:pt x="4008" y="278"/>
                  </a:lnTo>
                  <a:lnTo>
                    <a:pt x="4005" y="272"/>
                  </a:lnTo>
                  <a:lnTo>
                    <a:pt x="3998" y="264"/>
                  </a:lnTo>
                  <a:lnTo>
                    <a:pt x="3994" y="260"/>
                  </a:lnTo>
                  <a:lnTo>
                    <a:pt x="3990" y="256"/>
                  </a:lnTo>
                  <a:lnTo>
                    <a:pt x="3986" y="252"/>
                  </a:lnTo>
                  <a:lnTo>
                    <a:pt x="3982" y="250"/>
                  </a:lnTo>
                  <a:lnTo>
                    <a:pt x="3973" y="246"/>
                  </a:lnTo>
                  <a:lnTo>
                    <a:pt x="3963" y="242"/>
                  </a:lnTo>
                  <a:lnTo>
                    <a:pt x="3953" y="242"/>
                  </a:lnTo>
                  <a:lnTo>
                    <a:pt x="3942" y="242"/>
                  </a:lnTo>
                  <a:lnTo>
                    <a:pt x="3932" y="246"/>
                  </a:lnTo>
                  <a:lnTo>
                    <a:pt x="3928" y="248"/>
                  </a:lnTo>
                  <a:lnTo>
                    <a:pt x="3923" y="250"/>
                  </a:lnTo>
                  <a:lnTo>
                    <a:pt x="3915" y="256"/>
                  </a:lnTo>
                  <a:lnTo>
                    <a:pt x="3908" y="264"/>
                  </a:lnTo>
                  <a:lnTo>
                    <a:pt x="3901" y="272"/>
                  </a:lnTo>
                  <a:lnTo>
                    <a:pt x="3895" y="284"/>
                  </a:lnTo>
                  <a:lnTo>
                    <a:pt x="3890" y="296"/>
                  </a:lnTo>
                  <a:lnTo>
                    <a:pt x="3888" y="301"/>
                  </a:lnTo>
                  <a:lnTo>
                    <a:pt x="3885" y="309"/>
                  </a:lnTo>
                  <a:lnTo>
                    <a:pt x="3882" y="323"/>
                  </a:lnTo>
                  <a:lnTo>
                    <a:pt x="3878" y="341"/>
                  </a:lnTo>
                  <a:lnTo>
                    <a:pt x="3876" y="359"/>
                  </a:lnTo>
                  <a:lnTo>
                    <a:pt x="3874" y="377"/>
                  </a:lnTo>
                  <a:lnTo>
                    <a:pt x="3872" y="397"/>
                  </a:lnTo>
                  <a:lnTo>
                    <a:pt x="3872" y="409"/>
                  </a:lnTo>
                  <a:lnTo>
                    <a:pt x="3872" y="419"/>
                  </a:lnTo>
                  <a:lnTo>
                    <a:pt x="3871" y="443"/>
                  </a:lnTo>
                  <a:lnTo>
                    <a:pt x="3871" y="513"/>
                  </a:lnTo>
                  <a:lnTo>
                    <a:pt x="3872" y="535"/>
                  </a:lnTo>
                  <a:lnTo>
                    <a:pt x="3872" y="557"/>
                  </a:lnTo>
                  <a:lnTo>
                    <a:pt x="3873" y="567"/>
                  </a:lnTo>
                  <a:lnTo>
                    <a:pt x="3874" y="577"/>
                  </a:lnTo>
                  <a:lnTo>
                    <a:pt x="3876" y="597"/>
                  </a:lnTo>
                  <a:lnTo>
                    <a:pt x="3878" y="615"/>
                  </a:lnTo>
                  <a:lnTo>
                    <a:pt x="3882" y="631"/>
                  </a:lnTo>
                  <a:lnTo>
                    <a:pt x="3885" y="645"/>
                  </a:lnTo>
                  <a:lnTo>
                    <a:pt x="3890" y="659"/>
                  </a:lnTo>
                  <a:lnTo>
                    <a:pt x="3895" y="673"/>
                  </a:lnTo>
                  <a:lnTo>
                    <a:pt x="3898" y="677"/>
                  </a:lnTo>
                  <a:lnTo>
                    <a:pt x="3901" y="683"/>
                  </a:lnTo>
                  <a:lnTo>
                    <a:pt x="3908" y="693"/>
                  </a:lnTo>
                  <a:lnTo>
                    <a:pt x="3911" y="697"/>
                  </a:lnTo>
                  <a:lnTo>
                    <a:pt x="3915" y="699"/>
                  </a:lnTo>
                  <a:lnTo>
                    <a:pt x="3919" y="703"/>
                  </a:lnTo>
                  <a:lnTo>
                    <a:pt x="3923" y="707"/>
                  </a:lnTo>
                  <a:lnTo>
                    <a:pt x="3932" y="711"/>
                  </a:lnTo>
                  <a:lnTo>
                    <a:pt x="3942" y="713"/>
                  </a:lnTo>
                  <a:lnTo>
                    <a:pt x="3953" y="713"/>
                  </a:lnTo>
                  <a:lnTo>
                    <a:pt x="3963" y="713"/>
                  </a:lnTo>
                  <a:lnTo>
                    <a:pt x="3973" y="711"/>
                  </a:lnTo>
                  <a:lnTo>
                    <a:pt x="3978" y="709"/>
                  </a:lnTo>
                  <a:lnTo>
                    <a:pt x="3982" y="707"/>
                  </a:lnTo>
                  <a:lnTo>
                    <a:pt x="3990" y="699"/>
                  </a:lnTo>
                  <a:lnTo>
                    <a:pt x="3998" y="693"/>
                  </a:lnTo>
                  <a:lnTo>
                    <a:pt x="4005" y="683"/>
                  </a:lnTo>
                  <a:lnTo>
                    <a:pt x="4011" y="673"/>
                  </a:lnTo>
                  <a:lnTo>
                    <a:pt x="4016" y="659"/>
                  </a:lnTo>
                  <a:lnTo>
                    <a:pt x="4018" y="653"/>
                  </a:lnTo>
                  <a:lnTo>
                    <a:pt x="4020" y="645"/>
                  </a:lnTo>
                  <a:lnTo>
                    <a:pt x="4024" y="631"/>
                  </a:lnTo>
                  <a:lnTo>
                    <a:pt x="4027" y="615"/>
                  </a:lnTo>
                  <a:lnTo>
                    <a:pt x="4030" y="597"/>
                  </a:lnTo>
                  <a:lnTo>
                    <a:pt x="4032" y="577"/>
                  </a:lnTo>
                  <a:lnTo>
                    <a:pt x="4033" y="557"/>
                  </a:lnTo>
                  <a:lnTo>
                    <a:pt x="4034" y="547"/>
                  </a:lnTo>
                  <a:lnTo>
                    <a:pt x="4034" y="535"/>
                  </a:lnTo>
                  <a:lnTo>
                    <a:pt x="4034" y="513"/>
                  </a:lnTo>
                  <a:lnTo>
                    <a:pt x="4034" y="443"/>
                  </a:lnTo>
                  <a:close/>
                  <a:moveTo>
                    <a:pt x="4237" y="242"/>
                  </a:moveTo>
                  <a:lnTo>
                    <a:pt x="4230" y="242"/>
                  </a:lnTo>
                  <a:lnTo>
                    <a:pt x="4222" y="244"/>
                  </a:lnTo>
                  <a:lnTo>
                    <a:pt x="4215" y="246"/>
                  </a:lnTo>
                  <a:lnTo>
                    <a:pt x="4206" y="250"/>
                  </a:lnTo>
                  <a:lnTo>
                    <a:pt x="4197" y="258"/>
                  </a:lnTo>
                  <a:lnTo>
                    <a:pt x="4188" y="266"/>
                  </a:lnTo>
                  <a:lnTo>
                    <a:pt x="4178" y="276"/>
                  </a:lnTo>
                  <a:lnTo>
                    <a:pt x="4167" y="288"/>
                  </a:lnTo>
                  <a:lnTo>
                    <a:pt x="4167" y="729"/>
                  </a:lnTo>
                  <a:lnTo>
                    <a:pt x="4167" y="731"/>
                  </a:lnTo>
                  <a:lnTo>
                    <a:pt x="4167" y="735"/>
                  </a:lnTo>
                  <a:lnTo>
                    <a:pt x="4164" y="741"/>
                  </a:lnTo>
                  <a:lnTo>
                    <a:pt x="4161" y="745"/>
                  </a:lnTo>
                  <a:lnTo>
                    <a:pt x="4158" y="747"/>
                  </a:lnTo>
                  <a:lnTo>
                    <a:pt x="4155" y="747"/>
                  </a:lnTo>
                  <a:lnTo>
                    <a:pt x="4152" y="745"/>
                  </a:lnTo>
                  <a:lnTo>
                    <a:pt x="4147" y="741"/>
                  </a:lnTo>
                  <a:lnTo>
                    <a:pt x="4145" y="735"/>
                  </a:lnTo>
                  <a:lnTo>
                    <a:pt x="4144" y="729"/>
                  </a:lnTo>
                  <a:lnTo>
                    <a:pt x="4144" y="228"/>
                  </a:lnTo>
                  <a:lnTo>
                    <a:pt x="4144" y="224"/>
                  </a:lnTo>
                  <a:lnTo>
                    <a:pt x="4145" y="220"/>
                  </a:lnTo>
                  <a:lnTo>
                    <a:pt x="4147" y="214"/>
                  </a:lnTo>
                  <a:lnTo>
                    <a:pt x="4149" y="210"/>
                  </a:lnTo>
                  <a:lnTo>
                    <a:pt x="4150" y="210"/>
                  </a:lnTo>
                  <a:lnTo>
                    <a:pt x="4152" y="208"/>
                  </a:lnTo>
                  <a:lnTo>
                    <a:pt x="4154" y="208"/>
                  </a:lnTo>
                  <a:lnTo>
                    <a:pt x="4158" y="208"/>
                  </a:lnTo>
                  <a:lnTo>
                    <a:pt x="4160" y="208"/>
                  </a:lnTo>
                  <a:lnTo>
                    <a:pt x="4162" y="210"/>
                  </a:lnTo>
                  <a:lnTo>
                    <a:pt x="4164" y="210"/>
                  </a:lnTo>
                  <a:lnTo>
                    <a:pt x="4165" y="214"/>
                  </a:lnTo>
                  <a:lnTo>
                    <a:pt x="4166" y="216"/>
                  </a:lnTo>
                  <a:lnTo>
                    <a:pt x="4167" y="220"/>
                  </a:lnTo>
                  <a:lnTo>
                    <a:pt x="4167" y="224"/>
                  </a:lnTo>
                  <a:lnTo>
                    <a:pt x="4167" y="228"/>
                  </a:lnTo>
                  <a:lnTo>
                    <a:pt x="4167" y="248"/>
                  </a:lnTo>
                  <a:lnTo>
                    <a:pt x="4177" y="238"/>
                  </a:lnTo>
                  <a:lnTo>
                    <a:pt x="4181" y="232"/>
                  </a:lnTo>
                  <a:lnTo>
                    <a:pt x="4186" y="228"/>
                  </a:lnTo>
                  <a:lnTo>
                    <a:pt x="4194" y="220"/>
                  </a:lnTo>
                  <a:lnTo>
                    <a:pt x="4203" y="214"/>
                  </a:lnTo>
                  <a:lnTo>
                    <a:pt x="4211" y="208"/>
                  </a:lnTo>
                  <a:lnTo>
                    <a:pt x="4220" y="206"/>
                  </a:lnTo>
                  <a:lnTo>
                    <a:pt x="4228" y="204"/>
                  </a:lnTo>
                  <a:lnTo>
                    <a:pt x="4237" y="202"/>
                  </a:lnTo>
                  <a:lnTo>
                    <a:pt x="4243" y="204"/>
                  </a:lnTo>
                  <a:lnTo>
                    <a:pt x="4245" y="204"/>
                  </a:lnTo>
                  <a:lnTo>
                    <a:pt x="4247" y="206"/>
                  </a:lnTo>
                  <a:lnTo>
                    <a:pt x="4249" y="208"/>
                  </a:lnTo>
                  <a:lnTo>
                    <a:pt x="4250" y="210"/>
                  </a:lnTo>
                  <a:lnTo>
                    <a:pt x="4251" y="214"/>
                  </a:lnTo>
                  <a:lnTo>
                    <a:pt x="4251" y="218"/>
                  </a:lnTo>
                  <a:lnTo>
                    <a:pt x="4251" y="226"/>
                  </a:lnTo>
                  <a:lnTo>
                    <a:pt x="4251" y="230"/>
                  </a:lnTo>
                  <a:lnTo>
                    <a:pt x="4250" y="234"/>
                  </a:lnTo>
                  <a:lnTo>
                    <a:pt x="4249" y="236"/>
                  </a:lnTo>
                  <a:lnTo>
                    <a:pt x="4247" y="238"/>
                  </a:lnTo>
                  <a:lnTo>
                    <a:pt x="4243" y="242"/>
                  </a:lnTo>
                  <a:lnTo>
                    <a:pt x="4237" y="242"/>
                  </a:lnTo>
                  <a:close/>
                  <a:moveTo>
                    <a:pt x="4344" y="753"/>
                  </a:moveTo>
                  <a:lnTo>
                    <a:pt x="4339" y="753"/>
                  </a:lnTo>
                  <a:lnTo>
                    <a:pt x="4335" y="751"/>
                  </a:lnTo>
                  <a:lnTo>
                    <a:pt x="4333" y="747"/>
                  </a:lnTo>
                  <a:lnTo>
                    <a:pt x="4331" y="741"/>
                  </a:lnTo>
                  <a:lnTo>
                    <a:pt x="4330" y="735"/>
                  </a:lnTo>
                  <a:lnTo>
                    <a:pt x="4330" y="20"/>
                  </a:lnTo>
                  <a:lnTo>
                    <a:pt x="4331" y="16"/>
                  </a:lnTo>
                  <a:lnTo>
                    <a:pt x="4331" y="12"/>
                  </a:lnTo>
                  <a:lnTo>
                    <a:pt x="4333" y="6"/>
                  </a:lnTo>
                  <a:lnTo>
                    <a:pt x="4334" y="4"/>
                  </a:lnTo>
                  <a:lnTo>
                    <a:pt x="4335" y="2"/>
                  </a:lnTo>
                  <a:lnTo>
                    <a:pt x="4339" y="0"/>
                  </a:lnTo>
                  <a:lnTo>
                    <a:pt x="4344" y="0"/>
                  </a:lnTo>
                  <a:lnTo>
                    <a:pt x="4347" y="2"/>
                  </a:lnTo>
                  <a:lnTo>
                    <a:pt x="4350" y="6"/>
                  </a:lnTo>
                  <a:lnTo>
                    <a:pt x="4352" y="12"/>
                  </a:lnTo>
                  <a:lnTo>
                    <a:pt x="4353" y="20"/>
                  </a:lnTo>
                  <a:lnTo>
                    <a:pt x="4353" y="735"/>
                  </a:lnTo>
                  <a:lnTo>
                    <a:pt x="4352" y="737"/>
                  </a:lnTo>
                  <a:lnTo>
                    <a:pt x="4352" y="741"/>
                  </a:lnTo>
                  <a:lnTo>
                    <a:pt x="4350" y="747"/>
                  </a:lnTo>
                  <a:lnTo>
                    <a:pt x="4349" y="749"/>
                  </a:lnTo>
                  <a:lnTo>
                    <a:pt x="4347" y="751"/>
                  </a:lnTo>
                  <a:lnTo>
                    <a:pt x="4344" y="75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8" name="Freeform 6">
              <a:extLst>
                <a:ext uri="{FF2B5EF4-FFF2-40B4-BE49-F238E27FC236}">
                  <a16:creationId xmlns:a16="http://schemas.microsoft.com/office/drawing/2014/main" id="{B0983813-A6C0-2384-6958-DDC82E12A621}"/>
                </a:ext>
              </a:extLst>
            </p:cNvPr>
            <p:cNvSpPr>
              <a:spLocks noEditPoints="1"/>
            </p:cNvSpPr>
            <p:nvPr/>
          </p:nvSpPr>
          <p:spPr bwMode="auto">
            <a:xfrm>
              <a:off x="2389188" y="1992313"/>
              <a:ext cx="7424738" cy="1890713"/>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9" name="Date Placeholder 8">
            <a:extLst>
              <a:ext uri="{FF2B5EF4-FFF2-40B4-BE49-F238E27FC236}">
                <a16:creationId xmlns:a16="http://schemas.microsoft.com/office/drawing/2014/main" id="{0C2813E5-55F5-8A94-3DE1-71D49DDAE3B1}"/>
              </a:ext>
            </a:extLst>
          </p:cNvPr>
          <p:cNvSpPr>
            <a:spLocks noGrp="1"/>
          </p:cNvSpPr>
          <p:nvPr>
            <p:ph type="dt" sz="half" idx="10"/>
          </p:nvPr>
        </p:nvSpPr>
        <p:spPr/>
        <p:txBody>
          <a:bodyPr/>
          <a:lstStyle>
            <a:lvl1pPr>
              <a:defRPr>
                <a:noFill/>
              </a:defRPr>
            </a:lvl1pPr>
          </a:lstStyle>
          <a:p>
            <a:fld id="{E203FBB3-C058-4116-A975-F4A059FF88AE}" type="datetime3">
              <a:rPr lang="en-US" smtClean="0"/>
              <a:t>1 October 2026</a:t>
            </a:fld>
            <a:endParaRPr lang="en-US" dirty="0"/>
          </a:p>
        </p:txBody>
      </p:sp>
      <p:sp>
        <p:nvSpPr>
          <p:cNvPr id="10" name="Footer Placeholder 9">
            <a:extLst>
              <a:ext uri="{FF2B5EF4-FFF2-40B4-BE49-F238E27FC236}">
                <a16:creationId xmlns:a16="http://schemas.microsoft.com/office/drawing/2014/main" id="{9D8B47C5-11B1-0904-E798-3D21F88B94FF}"/>
              </a:ext>
            </a:extLst>
          </p:cNvPr>
          <p:cNvSpPr>
            <a:spLocks noGrp="1"/>
          </p:cNvSpPr>
          <p:nvPr>
            <p:ph type="ftr" sz="quarter" idx="11"/>
          </p:nvPr>
        </p:nvSpPr>
        <p:spPr/>
        <p:txBody>
          <a:bodyPr/>
          <a:lstStyle>
            <a:lvl1pPr>
              <a:defRPr>
                <a:noFill/>
              </a:defRPr>
            </a:lvl1pPr>
          </a:lstStyle>
          <a:p>
            <a:endParaRPr lang="en-US" dirty="0"/>
          </a:p>
        </p:txBody>
      </p:sp>
      <p:sp>
        <p:nvSpPr>
          <p:cNvPr id="11" name="Slide Number Placeholder 10">
            <a:extLst>
              <a:ext uri="{FF2B5EF4-FFF2-40B4-BE49-F238E27FC236}">
                <a16:creationId xmlns:a16="http://schemas.microsoft.com/office/drawing/2014/main" id="{C5E8C107-73AF-09B8-3331-EEE2C8E6ADD3}"/>
              </a:ext>
            </a:extLst>
          </p:cNvPr>
          <p:cNvSpPr>
            <a:spLocks noGrp="1"/>
          </p:cNvSpPr>
          <p:nvPr>
            <p:ph type="sldNum" sz="quarter" idx="12"/>
          </p:nvPr>
        </p:nvSpPr>
        <p:spPr/>
        <p:txBody>
          <a:bodyPr/>
          <a:lstStyle>
            <a:lvl1pPr>
              <a:defRPr>
                <a:noFill/>
              </a:defRPr>
            </a:lvl1pPr>
          </a:lstStyle>
          <a:p>
            <a:fld id="{5B16D1FE-3A35-41BA-8EBE-413702045235}" type="slidenum">
              <a:rPr lang="en-US" smtClean="0"/>
              <a:pPr/>
              <a:t>‹#›</a:t>
            </a:fld>
            <a:endParaRPr lang="en-US" dirty="0"/>
          </a:p>
        </p:txBody>
      </p:sp>
    </p:spTree>
    <p:extLst>
      <p:ext uri="{BB962C8B-B14F-4D97-AF65-F5344CB8AC3E}">
        <p14:creationId xmlns:p14="http://schemas.microsoft.com/office/powerpoint/2010/main" val="1191914536"/>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Thank You Light Blue">
    <p:bg>
      <p:bgPr>
        <a:solidFill>
          <a:schemeClr val="accent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919D8-4647-F6A6-4F8F-664F998F80FC}"/>
              </a:ext>
            </a:extLst>
          </p:cNvPr>
          <p:cNvSpPr>
            <a:spLocks noGrp="1"/>
          </p:cNvSpPr>
          <p:nvPr>
            <p:ph type="title" hasCustomPrompt="1"/>
          </p:nvPr>
        </p:nvSpPr>
        <p:spPr>
          <a:xfrm>
            <a:off x="407988" y="1412876"/>
            <a:ext cx="5543996" cy="3024238"/>
          </a:xfrm>
        </p:spPr>
        <p:txBody>
          <a:bodyPr anchor="t" anchorCtr="0"/>
          <a:lstStyle>
            <a:lvl1pPr>
              <a:defRPr sz="4800">
                <a:solidFill>
                  <a:schemeClr val="bg1"/>
                </a:solidFill>
              </a:defRPr>
            </a:lvl1pPr>
          </a:lstStyle>
          <a:p>
            <a:r>
              <a:rPr lang="en-US" dirty="0"/>
              <a:t>Add thank you message.</a:t>
            </a:r>
          </a:p>
        </p:txBody>
      </p:sp>
      <p:sp>
        <p:nvSpPr>
          <p:cNvPr id="12" name="Subtitle 2">
            <a:extLst>
              <a:ext uri="{FF2B5EF4-FFF2-40B4-BE49-F238E27FC236}">
                <a16:creationId xmlns:a16="http://schemas.microsoft.com/office/drawing/2014/main" id="{42A9CFB3-2DB2-039B-17A5-C50A5777B960}"/>
              </a:ext>
            </a:extLst>
          </p:cNvPr>
          <p:cNvSpPr>
            <a:spLocks noGrp="1"/>
          </p:cNvSpPr>
          <p:nvPr>
            <p:ph type="subTitle" idx="1" hasCustomPrompt="1"/>
          </p:nvPr>
        </p:nvSpPr>
        <p:spPr>
          <a:xfrm>
            <a:off x="407988" y="4581128"/>
            <a:ext cx="5543996" cy="1440260"/>
          </a:xfrm>
        </p:spPr>
        <p:txBody>
          <a:bodyPr anchor="b" anchorCtr="0">
            <a:noAutofit/>
          </a:bodyPr>
          <a:lstStyle>
            <a:lvl1pPr marL="0" indent="0" algn="l">
              <a:lnSpc>
                <a:spcPct val="100000"/>
              </a:lnSpc>
              <a:spcBef>
                <a:spcPts val="200"/>
              </a:spcBef>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Contact details</a:t>
            </a:r>
          </a:p>
        </p:txBody>
      </p:sp>
      <p:grpSp>
        <p:nvGrpSpPr>
          <p:cNvPr id="6" name="Group 5">
            <a:extLst>
              <a:ext uri="{FF2B5EF4-FFF2-40B4-BE49-F238E27FC236}">
                <a16:creationId xmlns:a16="http://schemas.microsoft.com/office/drawing/2014/main" id="{A5294374-980A-7525-7E71-40EF6F0AF9B3}"/>
              </a:ext>
            </a:extLst>
          </p:cNvPr>
          <p:cNvGrpSpPr>
            <a:grpSpLocks noChangeAspect="1"/>
          </p:cNvGrpSpPr>
          <p:nvPr/>
        </p:nvGrpSpPr>
        <p:grpSpPr>
          <a:xfrm>
            <a:off x="407988" y="576000"/>
            <a:ext cx="1130400" cy="437949"/>
            <a:chOff x="2389188" y="1992313"/>
            <a:chExt cx="7424738" cy="2876551"/>
          </a:xfrm>
          <a:solidFill>
            <a:schemeClr val="bg1"/>
          </a:solidFill>
        </p:grpSpPr>
        <p:sp>
          <p:nvSpPr>
            <p:cNvPr id="7" name="Freeform 5">
              <a:extLst>
                <a:ext uri="{FF2B5EF4-FFF2-40B4-BE49-F238E27FC236}">
                  <a16:creationId xmlns:a16="http://schemas.microsoft.com/office/drawing/2014/main" id="{C0324067-CF15-5490-4558-F90AFFF0CBD7}"/>
                </a:ext>
              </a:extLst>
            </p:cNvPr>
            <p:cNvSpPr>
              <a:spLocks noEditPoints="1"/>
            </p:cNvSpPr>
            <p:nvPr/>
          </p:nvSpPr>
          <p:spPr bwMode="auto">
            <a:xfrm>
              <a:off x="2424113" y="4270376"/>
              <a:ext cx="7361238" cy="598488"/>
            </a:xfrm>
            <a:custGeom>
              <a:avLst/>
              <a:gdLst>
                <a:gd name="T0" fmla="*/ 4474 w 4637"/>
                <a:gd name="T1" fmla="*/ 613 h 753"/>
                <a:gd name="T2" fmla="*/ 4500 w 4637"/>
                <a:gd name="T3" fmla="*/ 735 h 753"/>
                <a:gd name="T4" fmla="*/ 4506 w 4637"/>
                <a:gd name="T5" fmla="*/ 214 h 753"/>
                <a:gd name="T6" fmla="*/ 61 w 4637"/>
                <a:gd name="T7" fmla="*/ 747 h 753"/>
                <a:gd name="T8" fmla="*/ 22 w 4637"/>
                <a:gd name="T9" fmla="*/ 20 h 753"/>
                <a:gd name="T10" fmla="*/ 263 w 4637"/>
                <a:gd name="T11" fmla="*/ 487 h 753"/>
                <a:gd name="T12" fmla="*/ 437 w 4637"/>
                <a:gd name="T13" fmla="*/ 699 h 753"/>
                <a:gd name="T14" fmla="*/ 246 w 4637"/>
                <a:gd name="T15" fmla="*/ 601 h 753"/>
                <a:gd name="T16" fmla="*/ 378 w 4637"/>
                <a:gd name="T17" fmla="*/ 212 h 753"/>
                <a:gd name="T18" fmla="*/ 409 w 4637"/>
                <a:gd name="T19" fmla="*/ 315 h 753"/>
                <a:gd name="T20" fmla="*/ 264 w 4637"/>
                <a:gd name="T21" fmla="*/ 399 h 753"/>
                <a:gd name="T22" fmla="*/ 506 w 4637"/>
                <a:gd name="T23" fmla="*/ 232 h 753"/>
                <a:gd name="T24" fmla="*/ 657 w 4637"/>
                <a:gd name="T25" fmla="*/ 220 h 753"/>
                <a:gd name="T26" fmla="*/ 657 w 4637"/>
                <a:gd name="T27" fmla="*/ 737 h 753"/>
                <a:gd name="T28" fmla="*/ 768 w 4637"/>
                <a:gd name="T29" fmla="*/ 14 h 753"/>
                <a:gd name="T30" fmla="*/ 918 w 4637"/>
                <a:gd name="T31" fmla="*/ 711 h 753"/>
                <a:gd name="T32" fmla="*/ 837 w 4637"/>
                <a:gd name="T33" fmla="*/ 415 h 753"/>
                <a:gd name="T34" fmla="*/ 973 w 4637"/>
                <a:gd name="T35" fmla="*/ 216 h 753"/>
                <a:gd name="T36" fmla="*/ 838 w 4637"/>
                <a:gd name="T37" fmla="*/ 325 h 753"/>
                <a:gd name="T38" fmla="*/ 982 w 4637"/>
                <a:gd name="T39" fmla="*/ 659 h 753"/>
                <a:gd name="T40" fmla="*/ 1245 w 4637"/>
                <a:gd name="T41" fmla="*/ 729 h 753"/>
                <a:gd name="T42" fmla="*/ 1265 w 4637"/>
                <a:gd name="T43" fmla="*/ 210 h 753"/>
                <a:gd name="T44" fmla="*/ 1267 w 4637"/>
                <a:gd name="T45" fmla="*/ 250 h 753"/>
                <a:gd name="T46" fmla="*/ 1276 w 4637"/>
                <a:gd name="T47" fmla="*/ 711 h 753"/>
                <a:gd name="T48" fmla="*/ 1456 w 4637"/>
                <a:gd name="T49" fmla="*/ 6 h 753"/>
                <a:gd name="T50" fmla="*/ 1617 w 4637"/>
                <a:gd name="T51" fmla="*/ 675 h 753"/>
                <a:gd name="T52" fmla="*/ 1700 w 4637"/>
                <a:gd name="T53" fmla="*/ 751 h 753"/>
                <a:gd name="T54" fmla="*/ 1581 w 4637"/>
                <a:gd name="T55" fmla="*/ 315 h 753"/>
                <a:gd name="T56" fmla="*/ 1767 w 4637"/>
                <a:gd name="T57" fmla="*/ 365 h 753"/>
                <a:gd name="T58" fmla="*/ 1681 w 4637"/>
                <a:gd name="T59" fmla="*/ 242 h 753"/>
                <a:gd name="T60" fmla="*/ 2012 w 4637"/>
                <a:gd name="T61" fmla="*/ 731 h 753"/>
                <a:gd name="T62" fmla="*/ 1849 w 4637"/>
                <a:gd name="T63" fmla="*/ 591 h 753"/>
                <a:gd name="T64" fmla="*/ 1999 w 4637"/>
                <a:gd name="T65" fmla="*/ 276 h 753"/>
                <a:gd name="T66" fmla="*/ 1926 w 4637"/>
                <a:gd name="T67" fmla="*/ 204 h 753"/>
                <a:gd name="T68" fmla="*/ 2031 w 4637"/>
                <a:gd name="T69" fmla="*/ 741 h 753"/>
                <a:gd name="T70" fmla="*/ 1881 w 4637"/>
                <a:gd name="T71" fmla="*/ 671 h 753"/>
                <a:gd name="T72" fmla="*/ 2299 w 4637"/>
                <a:gd name="T73" fmla="*/ 355 h 753"/>
                <a:gd name="T74" fmla="*/ 2139 w 4637"/>
                <a:gd name="T75" fmla="*/ 747 h 753"/>
                <a:gd name="T76" fmla="*/ 2224 w 4637"/>
                <a:gd name="T77" fmla="*/ 204 h 753"/>
                <a:gd name="T78" fmla="*/ 2652 w 4637"/>
                <a:gd name="T79" fmla="*/ 753 h 753"/>
                <a:gd name="T80" fmla="*/ 2541 w 4637"/>
                <a:gd name="T81" fmla="*/ 208 h 753"/>
                <a:gd name="T82" fmla="*/ 2681 w 4637"/>
                <a:gd name="T83" fmla="*/ 248 h 753"/>
                <a:gd name="T84" fmla="*/ 2937 w 4637"/>
                <a:gd name="T85" fmla="*/ 751 h 753"/>
                <a:gd name="T86" fmla="*/ 2789 w 4637"/>
                <a:gd name="T87" fmla="*/ 737 h 753"/>
                <a:gd name="T88" fmla="*/ 2882 w 4637"/>
                <a:gd name="T89" fmla="*/ 206 h 753"/>
                <a:gd name="T90" fmla="*/ 3232 w 4637"/>
                <a:gd name="T91" fmla="*/ 487 h 753"/>
                <a:gd name="T92" fmla="*/ 3235 w 4637"/>
                <a:gd name="T93" fmla="*/ 697 h 753"/>
                <a:gd name="T94" fmla="*/ 3046 w 4637"/>
                <a:gd name="T95" fmla="*/ 615 h 753"/>
                <a:gd name="T96" fmla="*/ 3166 w 4637"/>
                <a:gd name="T97" fmla="*/ 206 h 753"/>
                <a:gd name="T98" fmla="*/ 3210 w 4637"/>
                <a:gd name="T99" fmla="*/ 321 h 753"/>
                <a:gd name="T100" fmla="*/ 3064 w 4637"/>
                <a:gd name="T101" fmla="*/ 379 h 753"/>
                <a:gd name="T102" fmla="*/ 3618 w 4637"/>
                <a:gd name="T103" fmla="*/ 305 h 753"/>
                <a:gd name="T104" fmla="*/ 3458 w 4637"/>
                <a:gd name="T105" fmla="*/ 208 h 753"/>
                <a:gd name="T106" fmla="*/ 3634 w 4637"/>
                <a:gd name="T107" fmla="*/ 282 h 753"/>
                <a:gd name="T108" fmla="*/ 3781 w 4637"/>
                <a:gd name="T109" fmla="*/ 232 h 753"/>
                <a:gd name="T110" fmla="*/ 3859 w 4637"/>
                <a:gd name="T111" fmla="*/ 319 h 753"/>
                <a:gd name="T112" fmla="*/ 4039 w 4637"/>
                <a:gd name="T113" fmla="*/ 290 h 753"/>
                <a:gd name="T114" fmla="*/ 3965 w 4637"/>
                <a:gd name="T115" fmla="*/ 753 h 753"/>
                <a:gd name="T116" fmla="*/ 3901 w 4637"/>
                <a:gd name="T117" fmla="*/ 272 h 753"/>
                <a:gd name="T118" fmla="*/ 3919 w 4637"/>
                <a:gd name="T119" fmla="*/ 703 h 753"/>
                <a:gd name="T120" fmla="*/ 4206 w 4637"/>
                <a:gd name="T121" fmla="*/ 250 h 753"/>
                <a:gd name="T122" fmla="*/ 4166 w 4637"/>
                <a:gd name="T123" fmla="*/ 216 h 753"/>
                <a:gd name="T124" fmla="*/ 4339 w 4637"/>
                <a:gd name="T125" fmla="*/ 753 h 7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37" h="753">
                  <a:moveTo>
                    <a:pt x="4615" y="254"/>
                  </a:moveTo>
                  <a:lnTo>
                    <a:pt x="4599" y="250"/>
                  </a:lnTo>
                  <a:lnTo>
                    <a:pt x="4580" y="246"/>
                  </a:lnTo>
                  <a:lnTo>
                    <a:pt x="4561" y="242"/>
                  </a:lnTo>
                  <a:lnTo>
                    <a:pt x="4545" y="242"/>
                  </a:lnTo>
                  <a:lnTo>
                    <a:pt x="4535" y="242"/>
                  </a:lnTo>
                  <a:lnTo>
                    <a:pt x="4526" y="244"/>
                  </a:lnTo>
                  <a:lnTo>
                    <a:pt x="4517" y="248"/>
                  </a:lnTo>
                  <a:lnTo>
                    <a:pt x="4509" y="254"/>
                  </a:lnTo>
                  <a:lnTo>
                    <a:pt x="4503" y="262"/>
                  </a:lnTo>
                  <a:lnTo>
                    <a:pt x="4496" y="270"/>
                  </a:lnTo>
                  <a:lnTo>
                    <a:pt x="4493" y="276"/>
                  </a:lnTo>
                  <a:lnTo>
                    <a:pt x="4491" y="280"/>
                  </a:lnTo>
                  <a:lnTo>
                    <a:pt x="4488" y="286"/>
                  </a:lnTo>
                  <a:lnTo>
                    <a:pt x="4486" y="292"/>
                  </a:lnTo>
                  <a:lnTo>
                    <a:pt x="4482" y="305"/>
                  </a:lnTo>
                  <a:lnTo>
                    <a:pt x="4477" y="319"/>
                  </a:lnTo>
                  <a:lnTo>
                    <a:pt x="4474" y="337"/>
                  </a:lnTo>
                  <a:lnTo>
                    <a:pt x="4471" y="355"/>
                  </a:lnTo>
                  <a:lnTo>
                    <a:pt x="4470" y="375"/>
                  </a:lnTo>
                  <a:lnTo>
                    <a:pt x="4468" y="395"/>
                  </a:lnTo>
                  <a:lnTo>
                    <a:pt x="4468" y="417"/>
                  </a:lnTo>
                  <a:lnTo>
                    <a:pt x="4467" y="443"/>
                  </a:lnTo>
                  <a:lnTo>
                    <a:pt x="4467" y="509"/>
                  </a:lnTo>
                  <a:lnTo>
                    <a:pt x="4468" y="533"/>
                  </a:lnTo>
                  <a:lnTo>
                    <a:pt x="4468" y="555"/>
                  </a:lnTo>
                  <a:lnTo>
                    <a:pt x="4470" y="575"/>
                  </a:lnTo>
                  <a:lnTo>
                    <a:pt x="4471" y="595"/>
                  </a:lnTo>
                  <a:lnTo>
                    <a:pt x="4474" y="613"/>
                  </a:lnTo>
                  <a:lnTo>
                    <a:pt x="4477" y="631"/>
                  </a:lnTo>
                  <a:lnTo>
                    <a:pt x="4480" y="647"/>
                  </a:lnTo>
                  <a:lnTo>
                    <a:pt x="4485" y="659"/>
                  </a:lnTo>
                  <a:lnTo>
                    <a:pt x="4490" y="673"/>
                  </a:lnTo>
                  <a:lnTo>
                    <a:pt x="4496" y="683"/>
                  </a:lnTo>
                  <a:lnTo>
                    <a:pt x="4502" y="693"/>
                  </a:lnTo>
                  <a:lnTo>
                    <a:pt x="4505" y="697"/>
                  </a:lnTo>
                  <a:lnTo>
                    <a:pt x="4509" y="701"/>
                  </a:lnTo>
                  <a:lnTo>
                    <a:pt x="4513" y="703"/>
                  </a:lnTo>
                  <a:lnTo>
                    <a:pt x="4517" y="707"/>
                  </a:lnTo>
                  <a:lnTo>
                    <a:pt x="4525" y="711"/>
                  </a:lnTo>
                  <a:lnTo>
                    <a:pt x="4535" y="713"/>
                  </a:lnTo>
                  <a:lnTo>
                    <a:pt x="4545" y="713"/>
                  </a:lnTo>
                  <a:lnTo>
                    <a:pt x="4563" y="713"/>
                  </a:lnTo>
                  <a:lnTo>
                    <a:pt x="4582" y="709"/>
                  </a:lnTo>
                  <a:lnTo>
                    <a:pt x="4600" y="705"/>
                  </a:lnTo>
                  <a:lnTo>
                    <a:pt x="4615" y="701"/>
                  </a:lnTo>
                  <a:lnTo>
                    <a:pt x="4615" y="254"/>
                  </a:lnTo>
                  <a:close/>
                  <a:moveTo>
                    <a:pt x="4629" y="735"/>
                  </a:moveTo>
                  <a:lnTo>
                    <a:pt x="4611" y="741"/>
                  </a:lnTo>
                  <a:lnTo>
                    <a:pt x="4600" y="745"/>
                  </a:lnTo>
                  <a:lnTo>
                    <a:pt x="4590" y="747"/>
                  </a:lnTo>
                  <a:lnTo>
                    <a:pt x="4567" y="751"/>
                  </a:lnTo>
                  <a:lnTo>
                    <a:pt x="4545" y="753"/>
                  </a:lnTo>
                  <a:lnTo>
                    <a:pt x="4532" y="753"/>
                  </a:lnTo>
                  <a:lnTo>
                    <a:pt x="4521" y="749"/>
                  </a:lnTo>
                  <a:lnTo>
                    <a:pt x="4510" y="743"/>
                  </a:lnTo>
                  <a:lnTo>
                    <a:pt x="4505" y="739"/>
                  </a:lnTo>
                  <a:lnTo>
                    <a:pt x="4500" y="735"/>
                  </a:lnTo>
                  <a:lnTo>
                    <a:pt x="4491" y="725"/>
                  </a:lnTo>
                  <a:lnTo>
                    <a:pt x="4483" y="715"/>
                  </a:lnTo>
                  <a:lnTo>
                    <a:pt x="4478" y="707"/>
                  </a:lnTo>
                  <a:lnTo>
                    <a:pt x="4475" y="701"/>
                  </a:lnTo>
                  <a:lnTo>
                    <a:pt x="4468" y="685"/>
                  </a:lnTo>
                  <a:lnTo>
                    <a:pt x="4463" y="669"/>
                  </a:lnTo>
                  <a:lnTo>
                    <a:pt x="4458" y="649"/>
                  </a:lnTo>
                  <a:lnTo>
                    <a:pt x="4454" y="629"/>
                  </a:lnTo>
                  <a:lnTo>
                    <a:pt x="4451" y="607"/>
                  </a:lnTo>
                  <a:lnTo>
                    <a:pt x="4448" y="585"/>
                  </a:lnTo>
                  <a:lnTo>
                    <a:pt x="4447" y="561"/>
                  </a:lnTo>
                  <a:lnTo>
                    <a:pt x="4445" y="535"/>
                  </a:lnTo>
                  <a:lnTo>
                    <a:pt x="4445" y="509"/>
                  </a:lnTo>
                  <a:lnTo>
                    <a:pt x="4445" y="443"/>
                  </a:lnTo>
                  <a:lnTo>
                    <a:pt x="4446" y="413"/>
                  </a:lnTo>
                  <a:lnTo>
                    <a:pt x="4447" y="387"/>
                  </a:lnTo>
                  <a:lnTo>
                    <a:pt x="4449" y="361"/>
                  </a:lnTo>
                  <a:lnTo>
                    <a:pt x="4451" y="337"/>
                  </a:lnTo>
                  <a:lnTo>
                    <a:pt x="4455" y="315"/>
                  </a:lnTo>
                  <a:lnTo>
                    <a:pt x="4459" y="298"/>
                  </a:lnTo>
                  <a:lnTo>
                    <a:pt x="4464" y="280"/>
                  </a:lnTo>
                  <a:lnTo>
                    <a:pt x="4470" y="264"/>
                  </a:lnTo>
                  <a:lnTo>
                    <a:pt x="4473" y="256"/>
                  </a:lnTo>
                  <a:lnTo>
                    <a:pt x="4476" y="248"/>
                  </a:lnTo>
                  <a:lnTo>
                    <a:pt x="4485" y="236"/>
                  </a:lnTo>
                  <a:lnTo>
                    <a:pt x="4489" y="232"/>
                  </a:lnTo>
                  <a:lnTo>
                    <a:pt x="4493" y="226"/>
                  </a:lnTo>
                  <a:lnTo>
                    <a:pt x="4502" y="218"/>
                  </a:lnTo>
                  <a:lnTo>
                    <a:pt x="4506" y="214"/>
                  </a:lnTo>
                  <a:lnTo>
                    <a:pt x="4511" y="212"/>
                  </a:lnTo>
                  <a:lnTo>
                    <a:pt x="4522" y="206"/>
                  </a:lnTo>
                  <a:lnTo>
                    <a:pt x="4527" y="204"/>
                  </a:lnTo>
                  <a:lnTo>
                    <a:pt x="4533" y="204"/>
                  </a:lnTo>
                  <a:lnTo>
                    <a:pt x="4545" y="202"/>
                  </a:lnTo>
                  <a:lnTo>
                    <a:pt x="4561" y="204"/>
                  </a:lnTo>
                  <a:lnTo>
                    <a:pt x="4580" y="206"/>
                  </a:lnTo>
                  <a:lnTo>
                    <a:pt x="4598" y="212"/>
                  </a:lnTo>
                  <a:lnTo>
                    <a:pt x="4615" y="218"/>
                  </a:lnTo>
                  <a:lnTo>
                    <a:pt x="4615" y="20"/>
                  </a:lnTo>
                  <a:lnTo>
                    <a:pt x="4615" y="16"/>
                  </a:lnTo>
                  <a:lnTo>
                    <a:pt x="4615" y="12"/>
                  </a:lnTo>
                  <a:lnTo>
                    <a:pt x="4617" y="6"/>
                  </a:lnTo>
                  <a:lnTo>
                    <a:pt x="4618" y="4"/>
                  </a:lnTo>
                  <a:lnTo>
                    <a:pt x="4620" y="2"/>
                  </a:lnTo>
                  <a:lnTo>
                    <a:pt x="4623" y="0"/>
                  </a:lnTo>
                  <a:lnTo>
                    <a:pt x="4628" y="0"/>
                  </a:lnTo>
                  <a:lnTo>
                    <a:pt x="4632" y="2"/>
                  </a:lnTo>
                  <a:lnTo>
                    <a:pt x="4635" y="6"/>
                  </a:lnTo>
                  <a:lnTo>
                    <a:pt x="4636" y="12"/>
                  </a:lnTo>
                  <a:lnTo>
                    <a:pt x="4637" y="20"/>
                  </a:lnTo>
                  <a:lnTo>
                    <a:pt x="4637" y="715"/>
                  </a:lnTo>
                  <a:lnTo>
                    <a:pt x="4637" y="723"/>
                  </a:lnTo>
                  <a:lnTo>
                    <a:pt x="4636" y="725"/>
                  </a:lnTo>
                  <a:lnTo>
                    <a:pt x="4635" y="727"/>
                  </a:lnTo>
                  <a:lnTo>
                    <a:pt x="4633" y="731"/>
                  </a:lnTo>
                  <a:lnTo>
                    <a:pt x="4629" y="735"/>
                  </a:lnTo>
                  <a:close/>
                  <a:moveTo>
                    <a:pt x="177" y="747"/>
                  </a:moveTo>
                  <a:lnTo>
                    <a:pt x="61" y="747"/>
                  </a:lnTo>
                  <a:lnTo>
                    <a:pt x="54" y="747"/>
                  </a:lnTo>
                  <a:lnTo>
                    <a:pt x="48" y="745"/>
                  </a:lnTo>
                  <a:lnTo>
                    <a:pt x="41" y="745"/>
                  </a:lnTo>
                  <a:lnTo>
                    <a:pt x="36" y="741"/>
                  </a:lnTo>
                  <a:lnTo>
                    <a:pt x="30" y="739"/>
                  </a:lnTo>
                  <a:lnTo>
                    <a:pt x="28" y="737"/>
                  </a:lnTo>
                  <a:lnTo>
                    <a:pt x="25" y="733"/>
                  </a:lnTo>
                  <a:lnTo>
                    <a:pt x="21" y="729"/>
                  </a:lnTo>
                  <a:lnTo>
                    <a:pt x="16" y="723"/>
                  </a:lnTo>
                  <a:lnTo>
                    <a:pt x="13" y="715"/>
                  </a:lnTo>
                  <a:lnTo>
                    <a:pt x="9" y="707"/>
                  </a:lnTo>
                  <a:lnTo>
                    <a:pt x="7" y="699"/>
                  </a:lnTo>
                  <a:lnTo>
                    <a:pt x="4" y="687"/>
                  </a:lnTo>
                  <a:lnTo>
                    <a:pt x="3" y="677"/>
                  </a:lnTo>
                  <a:lnTo>
                    <a:pt x="1" y="663"/>
                  </a:lnTo>
                  <a:lnTo>
                    <a:pt x="1" y="649"/>
                  </a:lnTo>
                  <a:lnTo>
                    <a:pt x="0" y="635"/>
                  </a:lnTo>
                  <a:lnTo>
                    <a:pt x="0" y="20"/>
                  </a:lnTo>
                  <a:lnTo>
                    <a:pt x="0" y="16"/>
                  </a:lnTo>
                  <a:lnTo>
                    <a:pt x="1" y="12"/>
                  </a:lnTo>
                  <a:lnTo>
                    <a:pt x="3" y="6"/>
                  </a:lnTo>
                  <a:lnTo>
                    <a:pt x="4" y="4"/>
                  </a:lnTo>
                  <a:lnTo>
                    <a:pt x="5" y="2"/>
                  </a:lnTo>
                  <a:lnTo>
                    <a:pt x="9" y="0"/>
                  </a:lnTo>
                  <a:lnTo>
                    <a:pt x="14" y="0"/>
                  </a:lnTo>
                  <a:lnTo>
                    <a:pt x="17" y="2"/>
                  </a:lnTo>
                  <a:lnTo>
                    <a:pt x="20" y="6"/>
                  </a:lnTo>
                  <a:lnTo>
                    <a:pt x="22" y="12"/>
                  </a:lnTo>
                  <a:lnTo>
                    <a:pt x="22" y="20"/>
                  </a:lnTo>
                  <a:lnTo>
                    <a:pt x="22" y="635"/>
                  </a:lnTo>
                  <a:lnTo>
                    <a:pt x="23" y="645"/>
                  </a:lnTo>
                  <a:lnTo>
                    <a:pt x="23" y="655"/>
                  </a:lnTo>
                  <a:lnTo>
                    <a:pt x="24" y="665"/>
                  </a:lnTo>
                  <a:lnTo>
                    <a:pt x="25" y="671"/>
                  </a:lnTo>
                  <a:lnTo>
                    <a:pt x="27" y="679"/>
                  </a:lnTo>
                  <a:lnTo>
                    <a:pt x="28" y="685"/>
                  </a:lnTo>
                  <a:lnTo>
                    <a:pt x="30" y="689"/>
                  </a:lnTo>
                  <a:lnTo>
                    <a:pt x="33" y="693"/>
                  </a:lnTo>
                  <a:lnTo>
                    <a:pt x="35" y="697"/>
                  </a:lnTo>
                  <a:lnTo>
                    <a:pt x="38" y="699"/>
                  </a:lnTo>
                  <a:lnTo>
                    <a:pt x="45" y="703"/>
                  </a:lnTo>
                  <a:lnTo>
                    <a:pt x="53" y="705"/>
                  </a:lnTo>
                  <a:lnTo>
                    <a:pt x="61" y="705"/>
                  </a:lnTo>
                  <a:lnTo>
                    <a:pt x="177" y="705"/>
                  </a:lnTo>
                  <a:lnTo>
                    <a:pt x="181" y="707"/>
                  </a:lnTo>
                  <a:lnTo>
                    <a:pt x="182" y="709"/>
                  </a:lnTo>
                  <a:lnTo>
                    <a:pt x="184" y="711"/>
                  </a:lnTo>
                  <a:lnTo>
                    <a:pt x="186" y="715"/>
                  </a:lnTo>
                  <a:lnTo>
                    <a:pt x="186" y="719"/>
                  </a:lnTo>
                  <a:lnTo>
                    <a:pt x="187" y="723"/>
                  </a:lnTo>
                  <a:lnTo>
                    <a:pt x="187" y="731"/>
                  </a:lnTo>
                  <a:lnTo>
                    <a:pt x="186" y="733"/>
                  </a:lnTo>
                  <a:lnTo>
                    <a:pt x="186" y="737"/>
                  </a:lnTo>
                  <a:lnTo>
                    <a:pt x="184" y="743"/>
                  </a:lnTo>
                  <a:lnTo>
                    <a:pt x="181" y="745"/>
                  </a:lnTo>
                  <a:lnTo>
                    <a:pt x="177" y="747"/>
                  </a:lnTo>
                  <a:close/>
                  <a:moveTo>
                    <a:pt x="433" y="487"/>
                  </a:moveTo>
                  <a:lnTo>
                    <a:pt x="263" y="487"/>
                  </a:lnTo>
                  <a:lnTo>
                    <a:pt x="263" y="509"/>
                  </a:lnTo>
                  <a:lnTo>
                    <a:pt x="263" y="539"/>
                  </a:lnTo>
                  <a:lnTo>
                    <a:pt x="264" y="553"/>
                  </a:lnTo>
                  <a:lnTo>
                    <a:pt x="265" y="565"/>
                  </a:lnTo>
                  <a:lnTo>
                    <a:pt x="266" y="579"/>
                  </a:lnTo>
                  <a:lnTo>
                    <a:pt x="267" y="591"/>
                  </a:lnTo>
                  <a:lnTo>
                    <a:pt x="270" y="613"/>
                  </a:lnTo>
                  <a:lnTo>
                    <a:pt x="274" y="631"/>
                  </a:lnTo>
                  <a:lnTo>
                    <a:pt x="279" y="647"/>
                  </a:lnTo>
                  <a:lnTo>
                    <a:pt x="284" y="663"/>
                  </a:lnTo>
                  <a:lnTo>
                    <a:pt x="287" y="669"/>
                  </a:lnTo>
                  <a:lnTo>
                    <a:pt x="290" y="675"/>
                  </a:lnTo>
                  <a:lnTo>
                    <a:pt x="293" y="681"/>
                  </a:lnTo>
                  <a:lnTo>
                    <a:pt x="296" y="685"/>
                  </a:lnTo>
                  <a:lnTo>
                    <a:pt x="303" y="693"/>
                  </a:lnTo>
                  <a:lnTo>
                    <a:pt x="311" y="701"/>
                  </a:lnTo>
                  <a:lnTo>
                    <a:pt x="319" y="705"/>
                  </a:lnTo>
                  <a:lnTo>
                    <a:pt x="327" y="709"/>
                  </a:lnTo>
                  <a:lnTo>
                    <a:pt x="336" y="713"/>
                  </a:lnTo>
                  <a:lnTo>
                    <a:pt x="345" y="713"/>
                  </a:lnTo>
                  <a:lnTo>
                    <a:pt x="354" y="713"/>
                  </a:lnTo>
                  <a:lnTo>
                    <a:pt x="372" y="713"/>
                  </a:lnTo>
                  <a:lnTo>
                    <a:pt x="390" y="709"/>
                  </a:lnTo>
                  <a:lnTo>
                    <a:pt x="410" y="703"/>
                  </a:lnTo>
                  <a:lnTo>
                    <a:pt x="429" y="697"/>
                  </a:lnTo>
                  <a:lnTo>
                    <a:pt x="431" y="697"/>
                  </a:lnTo>
                  <a:lnTo>
                    <a:pt x="432" y="697"/>
                  </a:lnTo>
                  <a:lnTo>
                    <a:pt x="436" y="697"/>
                  </a:lnTo>
                  <a:lnTo>
                    <a:pt x="437" y="699"/>
                  </a:lnTo>
                  <a:lnTo>
                    <a:pt x="438" y="703"/>
                  </a:lnTo>
                  <a:lnTo>
                    <a:pt x="439" y="705"/>
                  </a:lnTo>
                  <a:lnTo>
                    <a:pt x="439" y="709"/>
                  </a:lnTo>
                  <a:lnTo>
                    <a:pt x="439" y="721"/>
                  </a:lnTo>
                  <a:lnTo>
                    <a:pt x="438" y="725"/>
                  </a:lnTo>
                  <a:lnTo>
                    <a:pt x="437" y="729"/>
                  </a:lnTo>
                  <a:lnTo>
                    <a:pt x="436" y="731"/>
                  </a:lnTo>
                  <a:lnTo>
                    <a:pt x="434" y="733"/>
                  </a:lnTo>
                  <a:lnTo>
                    <a:pt x="430" y="737"/>
                  </a:lnTo>
                  <a:lnTo>
                    <a:pt x="411" y="743"/>
                  </a:lnTo>
                  <a:lnTo>
                    <a:pt x="391" y="749"/>
                  </a:lnTo>
                  <a:lnTo>
                    <a:pt x="372" y="751"/>
                  </a:lnTo>
                  <a:lnTo>
                    <a:pt x="354" y="753"/>
                  </a:lnTo>
                  <a:lnTo>
                    <a:pt x="343" y="753"/>
                  </a:lnTo>
                  <a:lnTo>
                    <a:pt x="331" y="751"/>
                  </a:lnTo>
                  <a:lnTo>
                    <a:pt x="320" y="747"/>
                  </a:lnTo>
                  <a:lnTo>
                    <a:pt x="310" y="741"/>
                  </a:lnTo>
                  <a:lnTo>
                    <a:pt x="300" y="735"/>
                  </a:lnTo>
                  <a:lnTo>
                    <a:pt x="295" y="731"/>
                  </a:lnTo>
                  <a:lnTo>
                    <a:pt x="291" y="727"/>
                  </a:lnTo>
                  <a:lnTo>
                    <a:pt x="282" y="715"/>
                  </a:lnTo>
                  <a:lnTo>
                    <a:pt x="274" y="703"/>
                  </a:lnTo>
                  <a:lnTo>
                    <a:pt x="270" y="695"/>
                  </a:lnTo>
                  <a:lnTo>
                    <a:pt x="267" y="687"/>
                  </a:lnTo>
                  <a:lnTo>
                    <a:pt x="260" y="669"/>
                  </a:lnTo>
                  <a:lnTo>
                    <a:pt x="255" y="649"/>
                  </a:lnTo>
                  <a:lnTo>
                    <a:pt x="250" y="627"/>
                  </a:lnTo>
                  <a:lnTo>
                    <a:pt x="248" y="615"/>
                  </a:lnTo>
                  <a:lnTo>
                    <a:pt x="246" y="601"/>
                  </a:lnTo>
                  <a:lnTo>
                    <a:pt x="243" y="573"/>
                  </a:lnTo>
                  <a:lnTo>
                    <a:pt x="241" y="543"/>
                  </a:lnTo>
                  <a:lnTo>
                    <a:pt x="241" y="527"/>
                  </a:lnTo>
                  <a:lnTo>
                    <a:pt x="241" y="509"/>
                  </a:lnTo>
                  <a:lnTo>
                    <a:pt x="241" y="443"/>
                  </a:lnTo>
                  <a:lnTo>
                    <a:pt x="241" y="417"/>
                  </a:lnTo>
                  <a:lnTo>
                    <a:pt x="242" y="391"/>
                  </a:lnTo>
                  <a:lnTo>
                    <a:pt x="245" y="369"/>
                  </a:lnTo>
                  <a:lnTo>
                    <a:pt x="247" y="345"/>
                  </a:lnTo>
                  <a:lnTo>
                    <a:pt x="249" y="335"/>
                  </a:lnTo>
                  <a:lnTo>
                    <a:pt x="251" y="325"/>
                  </a:lnTo>
                  <a:lnTo>
                    <a:pt x="253" y="315"/>
                  </a:lnTo>
                  <a:lnTo>
                    <a:pt x="255" y="305"/>
                  </a:lnTo>
                  <a:lnTo>
                    <a:pt x="258" y="296"/>
                  </a:lnTo>
                  <a:lnTo>
                    <a:pt x="261" y="288"/>
                  </a:lnTo>
                  <a:lnTo>
                    <a:pt x="267" y="270"/>
                  </a:lnTo>
                  <a:lnTo>
                    <a:pt x="274" y="256"/>
                  </a:lnTo>
                  <a:lnTo>
                    <a:pt x="281" y="242"/>
                  </a:lnTo>
                  <a:lnTo>
                    <a:pt x="289" y="230"/>
                  </a:lnTo>
                  <a:lnTo>
                    <a:pt x="299" y="220"/>
                  </a:lnTo>
                  <a:lnTo>
                    <a:pt x="308" y="212"/>
                  </a:lnTo>
                  <a:lnTo>
                    <a:pt x="319" y="208"/>
                  </a:lnTo>
                  <a:lnTo>
                    <a:pt x="330" y="204"/>
                  </a:lnTo>
                  <a:lnTo>
                    <a:pt x="336" y="202"/>
                  </a:lnTo>
                  <a:lnTo>
                    <a:pt x="343" y="202"/>
                  </a:lnTo>
                  <a:lnTo>
                    <a:pt x="355" y="204"/>
                  </a:lnTo>
                  <a:lnTo>
                    <a:pt x="361" y="204"/>
                  </a:lnTo>
                  <a:lnTo>
                    <a:pt x="367" y="206"/>
                  </a:lnTo>
                  <a:lnTo>
                    <a:pt x="378" y="212"/>
                  </a:lnTo>
                  <a:lnTo>
                    <a:pt x="383" y="216"/>
                  </a:lnTo>
                  <a:lnTo>
                    <a:pt x="387" y="220"/>
                  </a:lnTo>
                  <a:lnTo>
                    <a:pt x="397" y="230"/>
                  </a:lnTo>
                  <a:lnTo>
                    <a:pt x="405" y="240"/>
                  </a:lnTo>
                  <a:lnTo>
                    <a:pt x="412" y="254"/>
                  </a:lnTo>
                  <a:lnTo>
                    <a:pt x="416" y="260"/>
                  </a:lnTo>
                  <a:lnTo>
                    <a:pt x="419" y="268"/>
                  </a:lnTo>
                  <a:lnTo>
                    <a:pt x="424" y="286"/>
                  </a:lnTo>
                  <a:lnTo>
                    <a:pt x="429" y="303"/>
                  </a:lnTo>
                  <a:lnTo>
                    <a:pt x="433" y="323"/>
                  </a:lnTo>
                  <a:lnTo>
                    <a:pt x="437" y="343"/>
                  </a:lnTo>
                  <a:lnTo>
                    <a:pt x="439" y="365"/>
                  </a:lnTo>
                  <a:lnTo>
                    <a:pt x="441" y="389"/>
                  </a:lnTo>
                  <a:lnTo>
                    <a:pt x="442" y="415"/>
                  </a:lnTo>
                  <a:lnTo>
                    <a:pt x="443" y="441"/>
                  </a:lnTo>
                  <a:lnTo>
                    <a:pt x="443" y="469"/>
                  </a:lnTo>
                  <a:lnTo>
                    <a:pt x="443" y="473"/>
                  </a:lnTo>
                  <a:lnTo>
                    <a:pt x="442" y="475"/>
                  </a:lnTo>
                  <a:lnTo>
                    <a:pt x="440" y="483"/>
                  </a:lnTo>
                  <a:lnTo>
                    <a:pt x="437" y="487"/>
                  </a:lnTo>
                  <a:lnTo>
                    <a:pt x="433" y="487"/>
                  </a:lnTo>
                  <a:close/>
                  <a:moveTo>
                    <a:pt x="421" y="441"/>
                  </a:moveTo>
                  <a:lnTo>
                    <a:pt x="420" y="417"/>
                  </a:lnTo>
                  <a:lnTo>
                    <a:pt x="420" y="397"/>
                  </a:lnTo>
                  <a:lnTo>
                    <a:pt x="418" y="375"/>
                  </a:lnTo>
                  <a:lnTo>
                    <a:pt x="416" y="357"/>
                  </a:lnTo>
                  <a:lnTo>
                    <a:pt x="414" y="339"/>
                  </a:lnTo>
                  <a:lnTo>
                    <a:pt x="411" y="321"/>
                  </a:lnTo>
                  <a:lnTo>
                    <a:pt x="409" y="315"/>
                  </a:lnTo>
                  <a:lnTo>
                    <a:pt x="407" y="307"/>
                  </a:lnTo>
                  <a:lnTo>
                    <a:pt x="403" y="294"/>
                  </a:lnTo>
                  <a:lnTo>
                    <a:pt x="400" y="288"/>
                  </a:lnTo>
                  <a:lnTo>
                    <a:pt x="398" y="282"/>
                  </a:lnTo>
                  <a:lnTo>
                    <a:pt x="395" y="276"/>
                  </a:lnTo>
                  <a:lnTo>
                    <a:pt x="392" y="272"/>
                  </a:lnTo>
                  <a:lnTo>
                    <a:pt x="389" y="266"/>
                  </a:lnTo>
                  <a:lnTo>
                    <a:pt x="386" y="262"/>
                  </a:lnTo>
                  <a:lnTo>
                    <a:pt x="379" y="256"/>
                  </a:lnTo>
                  <a:lnTo>
                    <a:pt x="371" y="250"/>
                  </a:lnTo>
                  <a:lnTo>
                    <a:pt x="362" y="246"/>
                  </a:lnTo>
                  <a:lnTo>
                    <a:pt x="353" y="242"/>
                  </a:lnTo>
                  <a:lnTo>
                    <a:pt x="343" y="242"/>
                  </a:lnTo>
                  <a:lnTo>
                    <a:pt x="332" y="242"/>
                  </a:lnTo>
                  <a:lnTo>
                    <a:pt x="328" y="244"/>
                  </a:lnTo>
                  <a:lnTo>
                    <a:pt x="323" y="246"/>
                  </a:lnTo>
                  <a:lnTo>
                    <a:pt x="314" y="250"/>
                  </a:lnTo>
                  <a:lnTo>
                    <a:pt x="307" y="256"/>
                  </a:lnTo>
                  <a:lnTo>
                    <a:pt x="299" y="264"/>
                  </a:lnTo>
                  <a:lnTo>
                    <a:pt x="293" y="274"/>
                  </a:lnTo>
                  <a:lnTo>
                    <a:pt x="287" y="284"/>
                  </a:lnTo>
                  <a:lnTo>
                    <a:pt x="282" y="298"/>
                  </a:lnTo>
                  <a:lnTo>
                    <a:pt x="277" y="311"/>
                  </a:lnTo>
                  <a:lnTo>
                    <a:pt x="275" y="317"/>
                  </a:lnTo>
                  <a:lnTo>
                    <a:pt x="273" y="325"/>
                  </a:lnTo>
                  <a:lnTo>
                    <a:pt x="270" y="343"/>
                  </a:lnTo>
                  <a:lnTo>
                    <a:pt x="268" y="361"/>
                  </a:lnTo>
                  <a:lnTo>
                    <a:pt x="266" y="379"/>
                  </a:lnTo>
                  <a:lnTo>
                    <a:pt x="264" y="399"/>
                  </a:lnTo>
                  <a:lnTo>
                    <a:pt x="263" y="421"/>
                  </a:lnTo>
                  <a:lnTo>
                    <a:pt x="263" y="443"/>
                  </a:lnTo>
                  <a:lnTo>
                    <a:pt x="421" y="447"/>
                  </a:lnTo>
                  <a:lnTo>
                    <a:pt x="421" y="441"/>
                  </a:lnTo>
                  <a:close/>
                  <a:moveTo>
                    <a:pt x="649" y="751"/>
                  </a:moveTo>
                  <a:lnTo>
                    <a:pt x="636" y="753"/>
                  </a:lnTo>
                  <a:lnTo>
                    <a:pt x="622" y="753"/>
                  </a:lnTo>
                  <a:lnTo>
                    <a:pt x="610" y="753"/>
                  </a:lnTo>
                  <a:lnTo>
                    <a:pt x="598" y="749"/>
                  </a:lnTo>
                  <a:lnTo>
                    <a:pt x="593" y="745"/>
                  </a:lnTo>
                  <a:lnTo>
                    <a:pt x="589" y="741"/>
                  </a:lnTo>
                  <a:lnTo>
                    <a:pt x="584" y="737"/>
                  </a:lnTo>
                  <a:lnTo>
                    <a:pt x="581" y="731"/>
                  </a:lnTo>
                  <a:lnTo>
                    <a:pt x="577" y="725"/>
                  </a:lnTo>
                  <a:lnTo>
                    <a:pt x="574" y="717"/>
                  </a:lnTo>
                  <a:lnTo>
                    <a:pt x="571" y="709"/>
                  </a:lnTo>
                  <a:lnTo>
                    <a:pt x="569" y="699"/>
                  </a:lnTo>
                  <a:lnTo>
                    <a:pt x="568" y="687"/>
                  </a:lnTo>
                  <a:lnTo>
                    <a:pt x="566" y="675"/>
                  </a:lnTo>
                  <a:lnTo>
                    <a:pt x="566" y="659"/>
                  </a:lnTo>
                  <a:lnTo>
                    <a:pt x="565" y="645"/>
                  </a:lnTo>
                  <a:lnTo>
                    <a:pt x="565" y="248"/>
                  </a:lnTo>
                  <a:lnTo>
                    <a:pt x="516" y="248"/>
                  </a:lnTo>
                  <a:lnTo>
                    <a:pt x="512" y="248"/>
                  </a:lnTo>
                  <a:lnTo>
                    <a:pt x="510" y="246"/>
                  </a:lnTo>
                  <a:lnTo>
                    <a:pt x="509" y="244"/>
                  </a:lnTo>
                  <a:lnTo>
                    <a:pt x="507" y="240"/>
                  </a:lnTo>
                  <a:lnTo>
                    <a:pt x="506" y="236"/>
                  </a:lnTo>
                  <a:lnTo>
                    <a:pt x="506" y="232"/>
                  </a:lnTo>
                  <a:lnTo>
                    <a:pt x="506" y="222"/>
                  </a:lnTo>
                  <a:lnTo>
                    <a:pt x="506" y="220"/>
                  </a:lnTo>
                  <a:lnTo>
                    <a:pt x="507" y="216"/>
                  </a:lnTo>
                  <a:lnTo>
                    <a:pt x="508" y="214"/>
                  </a:lnTo>
                  <a:lnTo>
                    <a:pt x="509" y="212"/>
                  </a:lnTo>
                  <a:lnTo>
                    <a:pt x="510" y="210"/>
                  </a:lnTo>
                  <a:lnTo>
                    <a:pt x="512" y="208"/>
                  </a:lnTo>
                  <a:lnTo>
                    <a:pt x="516" y="208"/>
                  </a:lnTo>
                  <a:lnTo>
                    <a:pt x="565" y="208"/>
                  </a:lnTo>
                  <a:lnTo>
                    <a:pt x="565" y="104"/>
                  </a:lnTo>
                  <a:lnTo>
                    <a:pt x="566" y="96"/>
                  </a:lnTo>
                  <a:lnTo>
                    <a:pt x="567" y="94"/>
                  </a:lnTo>
                  <a:lnTo>
                    <a:pt x="568" y="90"/>
                  </a:lnTo>
                  <a:lnTo>
                    <a:pt x="569" y="88"/>
                  </a:lnTo>
                  <a:lnTo>
                    <a:pt x="570" y="86"/>
                  </a:lnTo>
                  <a:lnTo>
                    <a:pt x="572" y="86"/>
                  </a:lnTo>
                  <a:lnTo>
                    <a:pt x="574" y="84"/>
                  </a:lnTo>
                  <a:lnTo>
                    <a:pt x="580" y="84"/>
                  </a:lnTo>
                  <a:lnTo>
                    <a:pt x="583" y="86"/>
                  </a:lnTo>
                  <a:lnTo>
                    <a:pt x="585" y="90"/>
                  </a:lnTo>
                  <a:lnTo>
                    <a:pt x="587" y="96"/>
                  </a:lnTo>
                  <a:lnTo>
                    <a:pt x="588" y="104"/>
                  </a:lnTo>
                  <a:lnTo>
                    <a:pt x="588" y="208"/>
                  </a:lnTo>
                  <a:lnTo>
                    <a:pt x="648" y="208"/>
                  </a:lnTo>
                  <a:lnTo>
                    <a:pt x="651" y="208"/>
                  </a:lnTo>
                  <a:lnTo>
                    <a:pt x="653" y="210"/>
                  </a:lnTo>
                  <a:lnTo>
                    <a:pt x="654" y="212"/>
                  </a:lnTo>
                  <a:lnTo>
                    <a:pt x="656" y="216"/>
                  </a:lnTo>
                  <a:lnTo>
                    <a:pt x="657" y="220"/>
                  </a:lnTo>
                  <a:lnTo>
                    <a:pt x="657" y="222"/>
                  </a:lnTo>
                  <a:lnTo>
                    <a:pt x="657" y="232"/>
                  </a:lnTo>
                  <a:lnTo>
                    <a:pt x="657" y="236"/>
                  </a:lnTo>
                  <a:lnTo>
                    <a:pt x="656" y="240"/>
                  </a:lnTo>
                  <a:lnTo>
                    <a:pt x="654" y="244"/>
                  </a:lnTo>
                  <a:lnTo>
                    <a:pt x="653" y="246"/>
                  </a:lnTo>
                  <a:lnTo>
                    <a:pt x="651" y="248"/>
                  </a:lnTo>
                  <a:lnTo>
                    <a:pt x="648" y="248"/>
                  </a:lnTo>
                  <a:lnTo>
                    <a:pt x="588" y="248"/>
                  </a:lnTo>
                  <a:lnTo>
                    <a:pt x="588" y="645"/>
                  </a:lnTo>
                  <a:lnTo>
                    <a:pt x="588" y="665"/>
                  </a:lnTo>
                  <a:lnTo>
                    <a:pt x="590" y="681"/>
                  </a:lnTo>
                  <a:lnTo>
                    <a:pt x="593" y="693"/>
                  </a:lnTo>
                  <a:lnTo>
                    <a:pt x="595" y="697"/>
                  </a:lnTo>
                  <a:lnTo>
                    <a:pt x="597" y="701"/>
                  </a:lnTo>
                  <a:lnTo>
                    <a:pt x="599" y="705"/>
                  </a:lnTo>
                  <a:lnTo>
                    <a:pt x="602" y="707"/>
                  </a:lnTo>
                  <a:lnTo>
                    <a:pt x="605" y="711"/>
                  </a:lnTo>
                  <a:lnTo>
                    <a:pt x="608" y="711"/>
                  </a:lnTo>
                  <a:lnTo>
                    <a:pt x="615" y="713"/>
                  </a:lnTo>
                  <a:lnTo>
                    <a:pt x="622" y="713"/>
                  </a:lnTo>
                  <a:lnTo>
                    <a:pt x="647" y="713"/>
                  </a:lnTo>
                  <a:lnTo>
                    <a:pt x="651" y="715"/>
                  </a:lnTo>
                  <a:lnTo>
                    <a:pt x="655" y="717"/>
                  </a:lnTo>
                  <a:lnTo>
                    <a:pt x="656" y="719"/>
                  </a:lnTo>
                  <a:lnTo>
                    <a:pt x="657" y="723"/>
                  </a:lnTo>
                  <a:lnTo>
                    <a:pt x="657" y="725"/>
                  </a:lnTo>
                  <a:lnTo>
                    <a:pt x="657" y="729"/>
                  </a:lnTo>
                  <a:lnTo>
                    <a:pt x="657" y="737"/>
                  </a:lnTo>
                  <a:lnTo>
                    <a:pt x="655" y="743"/>
                  </a:lnTo>
                  <a:lnTo>
                    <a:pt x="654" y="747"/>
                  </a:lnTo>
                  <a:lnTo>
                    <a:pt x="653" y="747"/>
                  </a:lnTo>
                  <a:lnTo>
                    <a:pt x="649" y="751"/>
                  </a:lnTo>
                  <a:close/>
                  <a:moveTo>
                    <a:pt x="767" y="20"/>
                  </a:moveTo>
                  <a:lnTo>
                    <a:pt x="743" y="192"/>
                  </a:lnTo>
                  <a:lnTo>
                    <a:pt x="742" y="202"/>
                  </a:lnTo>
                  <a:lnTo>
                    <a:pt x="740" y="208"/>
                  </a:lnTo>
                  <a:lnTo>
                    <a:pt x="737" y="210"/>
                  </a:lnTo>
                  <a:lnTo>
                    <a:pt x="734" y="212"/>
                  </a:lnTo>
                  <a:lnTo>
                    <a:pt x="726" y="212"/>
                  </a:lnTo>
                  <a:lnTo>
                    <a:pt x="724" y="210"/>
                  </a:lnTo>
                  <a:lnTo>
                    <a:pt x="722" y="208"/>
                  </a:lnTo>
                  <a:lnTo>
                    <a:pt x="722" y="206"/>
                  </a:lnTo>
                  <a:lnTo>
                    <a:pt x="722" y="202"/>
                  </a:lnTo>
                  <a:lnTo>
                    <a:pt x="722" y="198"/>
                  </a:lnTo>
                  <a:lnTo>
                    <a:pt x="722" y="192"/>
                  </a:lnTo>
                  <a:lnTo>
                    <a:pt x="743" y="20"/>
                  </a:lnTo>
                  <a:lnTo>
                    <a:pt x="744" y="10"/>
                  </a:lnTo>
                  <a:lnTo>
                    <a:pt x="745" y="6"/>
                  </a:lnTo>
                  <a:lnTo>
                    <a:pt x="746" y="4"/>
                  </a:lnTo>
                  <a:lnTo>
                    <a:pt x="749" y="2"/>
                  </a:lnTo>
                  <a:lnTo>
                    <a:pt x="753" y="0"/>
                  </a:lnTo>
                  <a:lnTo>
                    <a:pt x="762" y="0"/>
                  </a:lnTo>
                  <a:lnTo>
                    <a:pt x="765" y="0"/>
                  </a:lnTo>
                  <a:lnTo>
                    <a:pt x="767" y="2"/>
                  </a:lnTo>
                  <a:lnTo>
                    <a:pt x="768" y="6"/>
                  </a:lnTo>
                  <a:lnTo>
                    <a:pt x="768" y="12"/>
                  </a:lnTo>
                  <a:lnTo>
                    <a:pt x="768" y="14"/>
                  </a:lnTo>
                  <a:lnTo>
                    <a:pt x="767" y="20"/>
                  </a:lnTo>
                  <a:close/>
                  <a:moveTo>
                    <a:pt x="898" y="753"/>
                  </a:moveTo>
                  <a:lnTo>
                    <a:pt x="879" y="753"/>
                  </a:lnTo>
                  <a:lnTo>
                    <a:pt x="859" y="749"/>
                  </a:lnTo>
                  <a:lnTo>
                    <a:pt x="841" y="745"/>
                  </a:lnTo>
                  <a:lnTo>
                    <a:pt x="825" y="739"/>
                  </a:lnTo>
                  <a:lnTo>
                    <a:pt x="820" y="737"/>
                  </a:lnTo>
                  <a:lnTo>
                    <a:pt x="818" y="735"/>
                  </a:lnTo>
                  <a:lnTo>
                    <a:pt x="817" y="735"/>
                  </a:lnTo>
                  <a:lnTo>
                    <a:pt x="815" y="733"/>
                  </a:lnTo>
                  <a:lnTo>
                    <a:pt x="814" y="729"/>
                  </a:lnTo>
                  <a:lnTo>
                    <a:pt x="814" y="727"/>
                  </a:lnTo>
                  <a:lnTo>
                    <a:pt x="814" y="723"/>
                  </a:lnTo>
                  <a:lnTo>
                    <a:pt x="814" y="711"/>
                  </a:lnTo>
                  <a:lnTo>
                    <a:pt x="814" y="707"/>
                  </a:lnTo>
                  <a:lnTo>
                    <a:pt x="814" y="705"/>
                  </a:lnTo>
                  <a:lnTo>
                    <a:pt x="816" y="701"/>
                  </a:lnTo>
                  <a:lnTo>
                    <a:pt x="817" y="699"/>
                  </a:lnTo>
                  <a:lnTo>
                    <a:pt x="819" y="699"/>
                  </a:lnTo>
                  <a:lnTo>
                    <a:pt x="820" y="697"/>
                  </a:lnTo>
                  <a:lnTo>
                    <a:pt x="822" y="697"/>
                  </a:lnTo>
                  <a:lnTo>
                    <a:pt x="825" y="697"/>
                  </a:lnTo>
                  <a:lnTo>
                    <a:pt x="844" y="703"/>
                  </a:lnTo>
                  <a:lnTo>
                    <a:pt x="863" y="709"/>
                  </a:lnTo>
                  <a:lnTo>
                    <a:pt x="873" y="711"/>
                  </a:lnTo>
                  <a:lnTo>
                    <a:pt x="882" y="713"/>
                  </a:lnTo>
                  <a:lnTo>
                    <a:pt x="899" y="713"/>
                  </a:lnTo>
                  <a:lnTo>
                    <a:pt x="912" y="713"/>
                  </a:lnTo>
                  <a:lnTo>
                    <a:pt x="918" y="711"/>
                  </a:lnTo>
                  <a:lnTo>
                    <a:pt x="924" y="709"/>
                  </a:lnTo>
                  <a:lnTo>
                    <a:pt x="930" y="707"/>
                  </a:lnTo>
                  <a:lnTo>
                    <a:pt x="935" y="703"/>
                  </a:lnTo>
                  <a:lnTo>
                    <a:pt x="940" y="699"/>
                  </a:lnTo>
                  <a:lnTo>
                    <a:pt x="944" y="695"/>
                  </a:lnTo>
                  <a:lnTo>
                    <a:pt x="948" y="689"/>
                  </a:lnTo>
                  <a:lnTo>
                    <a:pt x="952" y="681"/>
                  </a:lnTo>
                  <a:lnTo>
                    <a:pt x="955" y="673"/>
                  </a:lnTo>
                  <a:lnTo>
                    <a:pt x="958" y="663"/>
                  </a:lnTo>
                  <a:lnTo>
                    <a:pt x="960" y="653"/>
                  </a:lnTo>
                  <a:lnTo>
                    <a:pt x="961" y="641"/>
                  </a:lnTo>
                  <a:lnTo>
                    <a:pt x="962" y="627"/>
                  </a:lnTo>
                  <a:lnTo>
                    <a:pt x="963" y="613"/>
                  </a:lnTo>
                  <a:lnTo>
                    <a:pt x="962" y="599"/>
                  </a:lnTo>
                  <a:lnTo>
                    <a:pt x="960" y="585"/>
                  </a:lnTo>
                  <a:lnTo>
                    <a:pt x="959" y="579"/>
                  </a:lnTo>
                  <a:lnTo>
                    <a:pt x="957" y="573"/>
                  </a:lnTo>
                  <a:lnTo>
                    <a:pt x="952" y="561"/>
                  </a:lnTo>
                  <a:lnTo>
                    <a:pt x="949" y="555"/>
                  </a:lnTo>
                  <a:lnTo>
                    <a:pt x="945" y="547"/>
                  </a:lnTo>
                  <a:lnTo>
                    <a:pt x="935" y="535"/>
                  </a:lnTo>
                  <a:lnTo>
                    <a:pt x="924" y="519"/>
                  </a:lnTo>
                  <a:lnTo>
                    <a:pt x="909" y="503"/>
                  </a:lnTo>
                  <a:lnTo>
                    <a:pt x="877" y="469"/>
                  </a:lnTo>
                  <a:lnTo>
                    <a:pt x="864" y="453"/>
                  </a:lnTo>
                  <a:lnTo>
                    <a:pt x="852" y="439"/>
                  </a:lnTo>
                  <a:lnTo>
                    <a:pt x="841" y="423"/>
                  </a:lnTo>
                  <a:lnTo>
                    <a:pt x="839" y="419"/>
                  </a:lnTo>
                  <a:lnTo>
                    <a:pt x="837" y="415"/>
                  </a:lnTo>
                  <a:lnTo>
                    <a:pt x="832" y="407"/>
                  </a:lnTo>
                  <a:lnTo>
                    <a:pt x="829" y="399"/>
                  </a:lnTo>
                  <a:lnTo>
                    <a:pt x="825" y="389"/>
                  </a:lnTo>
                  <a:lnTo>
                    <a:pt x="823" y="381"/>
                  </a:lnTo>
                  <a:lnTo>
                    <a:pt x="820" y="371"/>
                  </a:lnTo>
                  <a:lnTo>
                    <a:pt x="819" y="361"/>
                  </a:lnTo>
                  <a:lnTo>
                    <a:pt x="817" y="349"/>
                  </a:lnTo>
                  <a:lnTo>
                    <a:pt x="816" y="337"/>
                  </a:lnTo>
                  <a:lnTo>
                    <a:pt x="816" y="325"/>
                  </a:lnTo>
                  <a:lnTo>
                    <a:pt x="817" y="309"/>
                  </a:lnTo>
                  <a:lnTo>
                    <a:pt x="818" y="294"/>
                  </a:lnTo>
                  <a:lnTo>
                    <a:pt x="820" y="280"/>
                  </a:lnTo>
                  <a:lnTo>
                    <a:pt x="823" y="268"/>
                  </a:lnTo>
                  <a:lnTo>
                    <a:pt x="826" y="256"/>
                  </a:lnTo>
                  <a:lnTo>
                    <a:pt x="830" y="246"/>
                  </a:lnTo>
                  <a:lnTo>
                    <a:pt x="835" y="238"/>
                  </a:lnTo>
                  <a:lnTo>
                    <a:pt x="840" y="230"/>
                  </a:lnTo>
                  <a:lnTo>
                    <a:pt x="845" y="222"/>
                  </a:lnTo>
                  <a:lnTo>
                    <a:pt x="851" y="216"/>
                  </a:lnTo>
                  <a:lnTo>
                    <a:pt x="858" y="212"/>
                  </a:lnTo>
                  <a:lnTo>
                    <a:pt x="864" y="208"/>
                  </a:lnTo>
                  <a:lnTo>
                    <a:pt x="871" y="206"/>
                  </a:lnTo>
                  <a:lnTo>
                    <a:pt x="878" y="204"/>
                  </a:lnTo>
                  <a:lnTo>
                    <a:pt x="893" y="202"/>
                  </a:lnTo>
                  <a:lnTo>
                    <a:pt x="917" y="204"/>
                  </a:lnTo>
                  <a:lnTo>
                    <a:pt x="936" y="206"/>
                  </a:lnTo>
                  <a:lnTo>
                    <a:pt x="965" y="212"/>
                  </a:lnTo>
                  <a:lnTo>
                    <a:pt x="970" y="214"/>
                  </a:lnTo>
                  <a:lnTo>
                    <a:pt x="973" y="216"/>
                  </a:lnTo>
                  <a:lnTo>
                    <a:pt x="974" y="218"/>
                  </a:lnTo>
                  <a:lnTo>
                    <a:pt x="975" y="220"/>
                  </a:lnTo>
                  <a:lnTo>
                    <a:pt x="976" y="224"/>
                  </a:lnTo>
                  <a:lnTo>
                    <a:pt x="976" y="228"/>
                  </a:lnTo>
                  <a:lnTo>
                    <a:pt x="976" y="236"/>
                  </a:lnTo>
                  <a:lnTo>
                    <a:pt x="975" y="246"/>
                  </a:lnTo>
                  <a:lnTo>
                    <a:pt x="973" y="252"/>
                  </a:lnTo>
                  <a:lnTo>
                    <a:pt x="970" y="254"/>
                  </a:lnTo>
                  <a:lnTo>
                    <a:pt x="965" y="252"/>
                  </a:lnTo>
                  <a:lnTo>
                    <a:pt x="953" y="250"/>
                  </a:lnTo>
                  <a:lnTo>
                    <a:pt x="936" y="246"/>
                  </a:lnTo>
                  <a:lnTo>
                    <a:pt x="926" y="244"/>
                  </a:lnTo>
                  <a:lnTo>
                    <a:pt x="916" y="244"/>
                  </a:lnTo>
                  <a:lnTo>
                    <a:pt x="895" y="242"/>
                  </a:lnTo>
                  <a:lnTo>
                    <a:pt x="883" y="242"/>
                  </a:lnTo>
                  <a:lnTo>
                    <a:pt x="873" y="244"/>
                  </a:lnTo>
                  <a:lnTo>
                    <a:pt x="868" y="246"/>
                  </a:lnTo>
                  <a:lnTo>
                    <a:pt x="863" y="250"/>
                  </a:lnTo>
                  <a:lnTo>
                    <a:pt x="859" y="254"/>
                  </a:lnTo>
                  <a:lnTo>
                    <a:pt x="855" y="258"/>
                  </a:lnTo>
                  <a:lnTo>
                    <a:pt x="851" y="262"/>
                  </a:lnTo>
                  <a:lnTo>
                    <a:pt x="848" y="268"/>
                  </a:lnTo>
                  <a:lnTo>
                    <a:pt x="845" y="276"/>
                  </a:lnTo>
                  <a:lnTo>
                    <a:pt x="844" y="278"/>
                  </a:lnTo>
                  <a:lnTo>
                    <a:pt x="843" y="282"/>
                  </a:lnTo>
                  <a:lnTo>
                    <a:pt x="841" y="292"/>
                  </a:lnTo>
                  <a:lnTo>
                    <a:pt x="839" y="301"/>
                  </a:lnTo>
                  <a:lnTo>
                    <a:pt x="839" y="313"/>
                  </a:lnTo>
                  <a:lnTo>
                    <a:pt x="838" y="325"/>
                  </a:lnTo>
                  <a:lnTo>
                    <a:pt x="838" y="333"/>
                  </a:lnTo>
                  <a:lnTo>
                    <a:pt x="839" y="341"/>
                  </a:lnTo>
                  <a:lnTo>
                    <a:pt x="840" y="349"/>
                  </a:lnTo>
                  <a:lnTo>
                    <a:pt x="842" y="355"/>
                  </a:lnTo>
                  <a:lnTo>
                    <a:pt x="843" y="363"/>
                  </a:lnTo>
                  <a:lnTo>
                    <a:pt x="846" y="369"/>
                  </a:lnTo>
                  <a:lnTo>
                    <a:pt x="848" y="375"/>
                  </a:lnTo>
                  <a:lnTo>
                    <a:pt x="851" y="381"/>
                  </a:lnTo>
                  <a:lnTo>
                    <a:pt x="858" y="393"/>
                  </a:lnTo>
                  <a:lnTo>
                    <a:pt x="867" y="405"/>
                  </a:lnTo>
                  <a:lnTo>
                    <a:pt x="876" y="417"/>
                  </a:lnTo>
                  <a:lnTo>
                    <a:pt x="887" y="431"/>
                  </a:lnTo>
                  <a:lnTo>
                    <a:pt x="921" y="467"/>
                  </a:lnTo>
                  <a:lnTo>
                    <a:pt x="936" y="485"/>
                  </a:lnTo>
                  <a:lnTo>
                    <a:pt x="948" y="501"/>
                  </a:lnTo>
                  <a:lnTo>
                    <a:pt x="954" y="509"/>
                  </a:lnTo>
                  <a:lnTo>
                    <a:pt x="959" y="517"/>
                  </a:lnTo>
                  <a:lnTo>
                    <a:pt x="968" y="533"/>
                  </a:lnTo>
                  <a:lnTo>
                    <a:pt x="972" y="541"/>
                  </a:lnTo>
                  <a:lnTo>
                    <a:pt x="976" y="551"/>
                  </a:lnTo>
                  <a:lnTo>
                    <a:pt x="978" y="559"/>
                  </a:lnTo>
                  <a:lnTo>
                    <a:pt x="981" y="569"/>
                  </a:lnTo>
                  <a:lnTo>
                    <a:pt x="982" y="579"/>
                  </a:lnTo>
                  <a:lnTo>
                    <a:pt x="984" y="589"/>
                  </a:lnTo>
                  <a:lnTo>
                    <a:pt x="985" y="601"/>
                  </a:lnTo>
                  <a:lnTo>
                    <a:pt x="985" y="613"/>
                  </a:lnTo>
                  <a:lnTo>
                    <a:pt x="984" y="633"/>
                  </a:lnTo>
                  <a:lnTo>
                    <a:pt x="983" y="651"/>
                  </a:lnTo>
                  <a:lnTo>
                    <a:pt x="982" y="659"/>
                  </a:lnTo>
                  <a:lnTo>
                    <a:pt x="981" y="667"/>
                  </a:lnTo>
                  <a:lnTo>
                    <a:pt x="979" y="673"/>
                  </a:lnTo>
                  <a:lnTo>
                    <a:pt x="978" y="681"/>
                  </a:lnTo>
                  <a:lnTo>
                    <a:pt x="974" y="693"/>
                  </a:lnTo>
                  <a:lnTo>
                    <a:pt x="972" y="699"/>
                  </a:lnTo>
                  <a:lnTo>
                    <a:pt x="970" y="705"/>
                  </a:lnTo>
                  <a:lnTo>
                    <a:pt x="964" y="715"/>
                  </a:lnTo>
                  <a:lnTo>
                    <a:pt x="959" y="723"/>
                  </a:lnTo>
                  <a:lnTo>
                    <a:pt x="953" y="731"/>
                  </a:lnTo>
                  <a:lnTo>
                    <a:pt x="946" y="737"/>
                  </a:lnTo>
                  <a:lnTo>
                    <a:pt x="939" y="743"/>
                  </a:lnTo>
                  <a:lnTo>
                    <a:pt x="931" y="747"/>
                  </a:lnTo>
                  <a:lnTo>
                    <a:pt x="923" y="749"/>
                  </a:lnTo>
                  <a:lnTo>
                    <a:pt x="915" y="751"/>
                  </a:lnTo>
                  <a:lnTo>
                    <a:pt x="906" y="753"/>
                  </a:lnTo>
                  <a:lnTo>
                    <a:pt x="898" y="753"/>
                  </a:lnTo>
                  <a:close/>
                  <a:moveTo>
                    <a:pt x="1357" y="745"/>
                  </a:moveTo>
                  <a:lnTo>
                    <a:pt x="1341" y="747"/>
                  </a:lnTo>
                  <a:lnTo>
                    <a:pt x="1324" y="751"/>
                  </a:lnTo>
                  <a:lnTo>
                    <a:pt x="1309" y="753"/>
                  </a:lnTo>
                  <a:lnTo>
                    <a:pt x="1296" y="753"/>
                  </a:lnTo>
                  <a:lnTo>
                    <a:pt x="1283" y="751"/>
                  </a:lnTo>
                  <a:lnTo>
                    <a:pt x="1277" y="751"/>
                  </a:lnTo>
                  <a:lnTo>
                    <a:pt x="1271" y="749"/>
                  </a:lnTo>
                  <a:lnTo>
                    <a:pt x="1265" y="745"/>
                  </a:lnTo>
                  <a:lnTo>
                    <a:pt x="1260" y="743"/>
                  </a:lnTo>
                  <a:lnTo>
                    <a:pt x="1255" y="739"/>
                  </a:lnTo>
                  <a:lnTo>
                    <a:pt x="1250" y="733"/>
                  </a:lnTo>
                  <a:lnTo>
                    <a:pt x="1245" y="729"/>
                  </a:lnTo>
                  <a:lnTo>
                    <a:pt x="1241" y="723"/>
                  </a:lnTo>
                  <a:lnTo>
                    <a:pt x="1233" y="711"/>
                  </a:lnTo>
                  <a:lnTo>
                    <a:pt x="1225" y="697"/>
                  </a:lnTo>
                  <a:lnTo>
                    <a:pt x="1219" y="681"/>
                  </a:lnTo>
                  <a:lnTo>
                    <a:pt x="1213" y="663"/>
                  </a:lnTo>
                  <a:lnTo>
                    <a:pt x="1209" y="645"/>
                  </a:lnTo>
                  <a:lnTo>
                    <a:pt x="1205" y="625"/>
                  </a:lnTo>
                  <a:lnTo>
                    <a:pt x="1202" y="603"/>
                  </a:lnTo>
                  <a:lnTo>
                    <a:pt x="1199" y="581"/>
                  </a:lnTo>
                  <a:lnTo>
                    <a:pt x="1197" y="557"/>
                  </a:lnTo>
                  <a:lnTo>
                    <a:pt x="1196" y="535"/>
                  </a:lnTo>
                  <a:lnTo>
                    <a:pt x="1196" y="509"/>
                  </a:lnTo>
                  <a:lnTo>
                    <a:pt x="1196" y="443"/>
                  </a:lnTo>
                  <a:lnTo>
                    <a:pt x="1196" y="417"/>
                  </a:lnTo>
                  <a:lnTo>
                    <a:pt x="1197" y="393"/>
                  </a:lnTo>
                  <a:lnTo>
                    <a:pt x="1199" y="371"/>
                  </a:lnTo>
                  <a:lnTo>
                    <a:pt x="1202" y="349"/>
                  </a:lnTo>
                  <a:lnTo>
                    <a:pt x="1205" y="327"/>
                  </a:lnTo>
                  <a:lnTo>
                    <a:pt x="1209" y="307"/>
                  </a:lnTo>
                  <a:lnTo>
                    <a:pt x="1213" y="290"/>
                  </a:lnTo>
                  <a:lnTo>
                    <a:pt x="1219" y="272"/>
                  </a:lnTo>
                  <a:lnTo>
                    <a:pt x="1222" y="264"/>
                  </a:lnTo>
                  <a:lnTo>
                    <a:pt x="1225" y="258"/>
                  </a:lnTo>
                  <a:lnTo>
                    <a:pt x="1233" y="244"/>
                  </a:lnTo>
                  <a:lnTo>
                    <a:pt x="1237" y="238"/>
                  </a:lnTo>
                  <a:lnTo>
                    <a:pt x="1241" y="232"/>
                  </a:lnTo>
                  <a:lnTo>
                    <a:pt x="1250" y="222"/>
                  </a:lnTo>
                  <a:lnTo>
                    <a:pt x="1260" y="214"/>
                  </a:lnTo>
                  <a:lnTo>
                    <a:pt x="1265" y="210"/>
                  </a:lnTo>
                  <a:lnTo>
                    <a:pt x="1271" y="208"/>
                  </a:lnTo>
                  <a:lnTo>
                    <a:pt x="1277" y="206"/>
                  </a:lnTo>
                  <a:lnTo>
                    <a:pt x="1283" y="204"/>
                  </a:lnTo>
                  <a:lnTo>
                    <a:pt x="1289" y="202"/>
                  </a:lnTo>
                  <a:lnTo>
                    <a:pt x="1296" y="202"/>
                  </a:lnTo>
                  <a:lnTo>
                    <a:pt x="1309" y="204"/>
                  </a:lnTo>
                  <a:lnTo>
                    <a:pt x="1324" y="206"/>
                  </a:lnTo>
                  <a:lnTo>
                    <a:pt x="1341" y="208"/>
                  </a:lnTo>
                  <a:lnTo>
                    <a:pt x="1357" y="212"/>
                  </a:lnTo>
                  <a:lnTo>
                    <a:pt x="1361" y="214"/>
                  </a:lnTo>
                  <a:lnTo>
                    <a:pt x="1364" y="218"/>
                  </a:lnTo>
                  <a:lnTo>
                    <a:pt x="1365" y="220"/>
                  </a:lnTo>
                  <a:lnTo>
                    <a:pt x="1366" y="222"/>
                  </a:lnTo>
                  <a:lnTo>
                    <a:pt x="1366" y="230"/>
                  </a:lnTo>
                  <a:lnTo>
                    <a:pt x="1366" y="236"/>
                  </a:lnTo>
                  <a:lnTo>
                    <a:pt x="1365" y="240"/>
                  </a:lnTo>
                  <a:lnTo>
                    <a:pt x="1365" y="244"/>
                  </a:lnTo>
                  <a:lnTo>
                    <a:pt x="1363" y="248"/>
                  </a:lnTo>
                  <a:lnTo>
                    <a:pt x="1362" y="250"/>
                  </a:lnTo>
                  <a:lnTo>
                    <a:pt x="1360" y="250"/>
                  </a:lnTo>
                  <a:lnTo>
                    <a:pt x="1356" y="250"/>
                  </a:lnTo>
                  <a:lnTo>
                    <a:pt x="1339" y="246"/>
                  </a:lnTo>
                  <a:lnTo>
                    <a:pt x="1323" y="244"/>
                  </a:lnTo>
                  <a:lnTo>
                    <a:pt x="1309" y="242"/>
                  </a:lnTo>
                  <a:lnTo>
                    <a:pt x="1296" y="242"/>
                  </a:lnTo>
                  <a:lnTo>
                    <a:pt x="1285" y="242"/>
                  </a:lnTo>
                  <a:lnTo>
                    <a:pt x="1276" y="246"/>
                  </a:lnTo>
                  <a:lnTo>
                    <a:pt x="1272" y="248"/>
                  </a:lnTo>
                  <a:lnTo>
                    <a:pt x="1267" y="250"/>
                  </a:lnTo>
                  <a:lnTo>
                    <a:pt x="1259" y="256"/>
                  </a:lnTo>
                  <a:lnTo>
                    <a:pt x="1252" y="264"/>
                  </a:lnTo>
                  <a:lnTo>
                    <a:pt x="1246" y="274"/>
                  </a:lnTo>
                  <a:lnTo>
                    <a:pt x="1240" y="284"/>
                  </a:lnTo>
                  <a:lnTo>
                    <a:pt x="1236" y="296"/>
                  </a:lnTo>
                  <a:lnTo>
                    <a:pt x="1231" y="309"/>
                  </a:lnTo>
                  <a:lnTo>
                    <a:pt x="1228" y="325"/>
                  </a:lnTo>
                  <a:lnTo>
                    <a:pt x="1225" y="341"/>
                  </a:lnTo>
                  <a:lnTo>
                    <a:pt x="1222" y="359"/>
                  </a:lnTo>
                  <a:lnTo>
                    <a:pt x="1221" y="379"/>
                  </a:lnTo>
                  <a:lnTo>
                    <a:pt x="1219" y="399"/>
                  </a:lnTo>
                  <a:lnTo>
                    <a:pt x="1219" y="419"/>
                  </a:lnTo>
                  <a:lnTo>
                    <a:pt x="1218" y="443"/>
                  </a:lnTo>
                  <a:lnTo>
                    <a:pt x="1218" y="509"/>
                  </a:lnTo>
                  <a:lnTo>
                    <a:pt x="1219" y="531"/>
                  </a:lnTo>
                  <a:lnTo>
                    <a:pt x="1219" y="553"/>
                  </a:lnTo>
                  <a:lnTo>
                    <a:pt x="1221" y="573"/>
                  </a:lnTo>
                  <a:lnTo>
                    <a:pt x="1222" y="593"/>
                  </a:lnTo>
                  <a:lnTo>
                    <a:pt x="1225" y="611"/>
                  </a:lnTo>
                  <a:lnTo>
                    <a:pt x="1228" y="627"/>
                  </a:lnTo>
                  <a:lnTo>
                    <a:pt x="1231" y="643"/>
                  </a:lnTo>
                  <a:lnTo>
                    <a:pt x="1236" y="657"/>
                  </a:lnTo>
                  <a:lnTo>
                    <a:pt x="1240" y="671"/>
                  </a:lnTo>
                  <a:lnTo>
                    <a:pt x="1246" y="681"/>
                  </a:lnTo>
                  <a:lnTo>
                    <a:pt x="1252" y="691"/>
                  </a:lnTo>
                  <a:lnTo>
                    <a:pt x="1259" y="699"/>
                  </a:lnTo>
                  <a:lnTo>
                    <a:pt x="1267" y="705"/>
                  </a:lnTo>
                  <a:lnTo>
                    <a:pt x="1272" y="709"/>
                  </a:lnTo>
                  <a:lnTo>
                    <a:pt x="1276" y="711"/>
                  </a:lnTo>
                  <a:lnTo>
                    <a:pt x="1285" y="713"/>
                  </a:lnTo>
                  <a:lnTo>
                    <a:pt x="1296" y="713"/>
                  </a:lnTo>
                  <a:lnTo>
                    <a:pt x="1309" y="713"/>
                  </a:lnTo>
                  <a:lnTo>
                    <a:pt x="1323" y="711"/>
                  </a:lnTo>
                  <a:lnTo>
                    <a:pt x="1339" y="709"/>
                  </a:lnTo>
                  <a:lnTo>
                    <a:pt x="1356" y="705"/>
                  </a:lnTo>
                  <a:lnTo>
                    <a:pt x="1360" y="705"/>
                  </a:lnTo>
                  <a:lnTo>
                    <a:pt x="1362" y="705"/>
                  </a:lnTo>
                  <a:lnTo>
                    <a:pt x="1363" y="707"/>
                  </a:lnTo>
                  <a:lnTo>
                    <a:pt x="1365" y="709"/>
                  </a:lnTo>
                  <a:lnTo>
                    <a:pt x="1365" y="711"/>
                  </a:lnTo>
                  <a:lnTo>
                    <a:pt x="1366" y="715"/>
                  </a:lnTo>
                  <a:lnTo>
                    <a:pt x="1366" y="719"/>
                  </a:lnTo>
                  <a:lnTo>
                    <a:pt x="1366" y="731"/>
                  </a:lnTo>
                  <a:lnTo>
                    <a:pt x="1365" y="735"/>
                  </a:lnTo>
                  <a:lnTo>
                    <a:pt x="1364" y="737"/>
                  </a:lnTo>
                  <a:lnTo>
                    <a:pt x="1363" y="741"/>
                  </a:lnTo>
                  <a:lnTo>
                    <a:pt x="1361" y="741"/>
                  </a:lnTo>
                  <a:lnTo>
                    <a:pt x="1357" y="745"/>
                  </a:lnTo>
                  <a:close/>
                  <a:moveTo>
                    <a:pt x="1467" y="753"/>
                  </a:moveTo>
                  <a:lnTo>
                    <a:pt x="1462" y="753"/>
                  </a:lnTo>
                  <a:lnTo>
                    <a:pt x="1458" y="751"/>
                  </a:lnTo>
                  <a:lnTo>
                    <a:pt x="1456" y="747"/>
                  </a:lnTo>
                  <a:lnTo>
                    <a:pt x="1454" y="741"/>
                  </a:lnTo>
                  <a:lnTo>
                    <a:pt x="1453" y="735"/>
                  </a:lnTo>
                  <a:lnTo>
                    <a:pt x="1453" y="20"/>
                  </a:lnTo>
                  <a:lnTo>
                    <a:pt x="1454" y="16"/>
                  </a:lnTo>
                  <a:lnTo>
                    <a:pt x="1454" y="12"/>
                  </a:lnTo>
                  <a:lnTo>
                    <a:pt x="1456" y="6"/>
                  </a:lnTo>
                  <a:lnTo>
                    <a:pt x="1457" y="4"/>
                  </a:lnTo>
                  <a:lnTo>
                    <a:pt x="1458" y="2"/>
                  </a:lnTo>
                  <a:lnTo>
                    <a:pt x="1462" y="0"/>
                  </a:lnTo>
                  <a:lnTo>
                    <a:pt x="1467" y="0"/>
                  </a:lnTo>
                  <a:lnTo>
                    <a:pt x="1470" y="2"/>
                  </a:lnTo>
                  <a:lnTo>
                    <a:pt x="1473" y="6"/>
                  </a:lnTo>
                  <a:lnTo>
                    <a:pt x="1475" y="12"/>
                  </a:lnTo>
                  <a:lnTo>
                    <a:pt x="1476" y="20"/>
                  </a:lnTo>
                  <a:lnTo>
                    <a:pt x="1476" y="735"/>
                  </a:lnTo>
                  <a:lnTo>
                    <a:pt x="1475" y="737"/>
                  </a:lnTo>
                  <a:lnTo>
                    <a:pt x="1475" y="741"/>
                  </a:lnTo>
                  <a:lnTo>
                    <a:pt x="1473" y="747"/>
                  </a:lnTo>
                  <a:lnTo>
                    <a:pt x="1472" y="749"/>
                  </a:lnTo>
                  <a:lnTo>
                    <a:pt x="1470" y="751"/>
                  </a:lnTo>
                  <a:lnTo>
                    <a:pt x="1467" y="753"/>
                  </a:lnTo>
                  <a:close/>
                  <a:moveTo>
                    <a:pt x="1761" y="487"/>
                  </a:moveTo>
                  <a:lnTo>
                    <a:pt x="1591" y="487"/>
                  </a:lnTo>
                  <a:lnTo>
                    <a:pt x="1591" y="509"/>
                  </a:lnTo>
                  <a:lnTo>
                    <a:pt x="1591" y="539"/>
                  </a:lnTo>
                  <a:lnTo>
                    <a:pt x="1592" y="553"/>
                  </a:lnTo>
                  <a:lnTo>
                    <a:pt x="1593" y="565"/>
                  </a:lnTo>
                  <a:lnTo>
                    <a:pt x="1594" y="579"/>
                  </a:lnTo>
                  <a:lnTo>
                    <a:pt x="1595" y="591"/>
                  </a:lnTo>
                  <a:lnTo>
                    <a:pt x="1598" y="613"/>
                  </a:lnTo>
                  <a:lnTo>
                    <a:pt x="1602" y="631"/>
                  </a:lnTo>
                  <a:lnTo>
                    <a:pt x="1606" y="647"/>
                  </a:lnTo>
                  <a:lnTo>
                    <a:pt x="1612" y="663"/>
                  </a:lnTo>
                  <a:lnTo>
                    <a:pt x="1614" y="669"/>
                  </a:lnTo>
                  <a:lnTo>
                    <a:pt x="1617" y="675"/>
                  </a:lnTo>
                  <a:lnTo>
                    <a:pt x="1621" y="681"/>
                  </a:lnTo>
                  <a:lnTo>
                    <a:pt x="1624" y="685"/>
                  </a:lnTo>
                  <a:lnTo>
                    <a:pt x="1631" y="693"/>
                  </a:lnTo>
                  <a:lnTo>
                    <a:pt x="1638" y="701"/>
                  </a:lnTo>
                  <a:lnTo>
                    <a:pt x="1646" y="705"/>
                  </a:lnTo>
                  <a:lnTo>
                    <a:pt x="1655" y="709"/>
                  </a:lnTo>
                  <a:lnTo>
                    <a:pt x="1664" y="713"/>
                  </a:lnTo>
                  <a:lnTo>
                    <a:pt x="1673" y="713"/>
                  </a:lnTo>
                  <a:lnTo>
                    <a:pt x="1682" y="713"/>
                  </a:lnTo>
                  <a:lnTo>
                    <a:pt x="1699" y="713"/>
                  </a:lnTo>
                  <a:lnTo>
                    <a:pt x="1718" y="709"/>
                  </a:lnTo>
                  <a:lnTo>
                    <a:pt x="1737" y="703"/>
                  </a:lnTo>
                  <a:lnTo>
                    <a:pt x="1756" y="697"/>
                  </a:lnTo>
                  <a:lnTo>
                    <a:pt x="1758" y="697"/>
                  </a:lnTo>
                  <a:lnTo>
                    <a:pt x="1760" y="697"/>
                  </a:lnTo>
                  <a:lnTo>
                    <a:pt x="1764" y="697"/>
                  </a:lnTo>
                  <a:lnTo>
                    <a:pt x="1765" y="699"/>
                  </a:lnTo>
                  <a:lnTo>
                    <a:pt x="1766" y="703"/>
                  </a:lnTo>
                  <a:lnTo>
                    <a:pt x="1767" y="705"/>
                  </a:lnTo>
                  <a:lnTo>
                    <a:pt x="1767" y="709"/>
                  </a:lnTo>
                  <a:lnTo>
                    <a:pt x="1767" y="721"/>
                  </a:lnTo>
                  <a:lnTo>
                    <a:pt x="1766" y="725"/>
                  </a:lnTo>
                  <a:lnTo>
                    <a:pt x="1765" y="729"/>
                  </a:lnTo>
                  <a:lnTo>
                    <a:pt x="1764" y="731"/>
                  </a:lnTo>
                  <a:lnTo>
                    <a:pt x="1762" y="733"/>
                  </a:lnTo>
                  <a:lnTo>
                    <a:pt x="1757" y="737"/>
                  </a:lnTo>
                  <a:lnTo>
                    <a:pt x="1739" y="743"/>
                  </a:lnTo>
                  <a:lnTo>
                    <a:pt x="1719" y="749"/>
                  </a:lnTo>
                  <a:lnTo>
                    <a:pt x="1700" y="751"/>
                  </a:lnTo>
                  <a:lnTo>
                    <a:pt x="1682" y="753"/>
                  </a:lnTo>
                  <a:lnTo>
                    <a:pt x="1670" y="753"/>
                  </a:lnTo>
                  <a:lnTo>
                    <a:pt x="1659" y="751"/>
                  </a:lnTo>
                  <a:lnTo>
                    <a:pt x="1648" y="747"/>
                  </a:lnTo>
                  <a:lnTo>
                    <a:pt x="1638" y="741"/>
                  </a:lnTo>
                  <a:lnTo>
                    <a:pt x="1628" y="735"/>
                  </a:lnTo>
                  <a:lnTo>
                    <a:pt x="1623" y="731"/>
                  </a:lnTo>
                  <a:lnTo>
                    <a:pt x="1619" y="727"/>
                  </a:lnTo>
                  <a:lnTo>
                    <a:pt x="1610" y="715"/>
                  </a:lnTo>
                  <a:lnTo>
                    <a:pt x="1602" y="703"/>
                  </a:lnTo>
                  <a:lnTo>
                    <a:pt x="1598" y="695"/>
                  </a:lnTo>
                  <a:lnTo>
                    <a:pt x="1595" y="687"/>
                  </a:lnTo>
                  <a:lnTo>
                    <a:pt x="1588" y="669"/>
                  </a:lnTo>
                  <a:lnTo>
                    <a:pt x="1582" y="649"/>
                  </a:lnTo>
                  <a:lnTo>
                    <a:pt x="1578" y="627"/>
                  </a:lnTo>
                  <a:lnTo>
                    <a:pt x="1575" y="615"/>
                  </a:lnTo>
                  <a:lnTo>
                    <a:pt x="1574" y="601"/>
                  </a:lnTo>
                  <a:lnTo>
                    <a:pt x="1571" y="573"/>
                  </a:lnTo>
                  <a:lnTo>
                    <a:pt x="1569" y="543"/>
                  </a:lnTo>
                  <a:lnTo>
                    <a:pt x="1569" y="527"/>
                  </a:lnTo>
                  <a:lnTo>
                    <a:pt x="1569" y="509"/>
                  </a:lnTo>
                  <a:lnTo>
                    <a:pt x="1569" y="443"/>
                  </a:lnTo>
                  <a:lnTo>
                    <a:pt x="1569" y="417"/>
                  </a:lnTo>
                  <a:lnTo>
                    <a:pt x="1570" y="391"/>
                  </a:lnTo>
                  <a:lnTo>
                    <a:pt x="1572" y="369"/>
                  </a:lnTo>
                  <a:lnTo>
                    <a:pt x="1575" y="345"/>
                  </a:lnTo>
                  <a:lnTo>
                    <a:pt x="1577" y="335"/>
                  </a:lnTo>
                  <a:lnTo>
                    <a:pt x="1579" y="325"/>
                  </a:lnTo>
                  <a:lnTo>
                    <a:pt x="1581" y="315"/>
                  </a:lnTo>
                  <a:lnTo>
                    <a:pt x="1583" y="305"/>
                  </a:lnTo>
                  <a:lnTo>
                    <a:pt x="1586" y="296"/>
                  </a:lnTo>
                  <a:lnTo>
                    <a:pt x="1589" y="288"/>
                  </a:lnTo>
                  <a:lnTo>
                    <a:pt x="1595" y="270"/>
                  </a:lnTo>
                  <a:lnTo>
                    <a:pt x="1601" y="256"/>
                  </a:lnTo>
                  <a:lnTo>
                    <a:pt x="1609" y="242"/>
                  </a:lnTo>
                  <a:lnTo>
                    <a:pt x="1617" y="230"/>
                  </a:lnTo>
                  <a:lnTo>
                    <a:pt x="1626" y="220"/>
                  </a:lnTo>
                  <a:lnTo>
                    <a:pt x="1636" y="212"/>
                  </a:lnTo>
                  <a:lnTo>
                    <a:pt x="1647" y="208"/>
                  </a:lnTo>
                  <a:lnTo>
                    <a:pt x="1658" y="204"/>
                  </a:lnTo>
                  <a:lnTo>
                    <a:pt x="1664" y="202"/>
                  </a:lnTo>
                  <a:lnTo>
                    <a:pt x="1670" y="202"/>
                  </a:lnTo>
                  <a:lnTo>
                    <a:pt x="1683" y="204"/>
                  </a:lnTo>
                  <a:lnTo>
                    <a:pt x="1689" y="204"/>
                  </a:lnTo>
                  <a:lnTo>
                    <a:pt x="1695" y="206"/>
                  </a:lnTo>
                  <a:lnTo>
                    <a:pt x="1705" y="212"/>
                  </a:lnTo>
                  <a:lnTo>
                    <a:pt x="1710" y="216"/>
                  </a:lnTo>
                  <a:lnTo>
                    <a:pt x="1715" y="220"/>
                  </a:lnTo>
                  <a:lnTo>
                    <a:pt x="1724" y="230"/>
                  </a:lnTo>
                  <a:lnTo>
                    <a:pt x="1733" y="240"/>
                  </a:lnTo>
                  <a:lnTo>
                    <a:pt x="1740" y="254"/>
                  </a:lnTo>
                  <a:lnTo>
                    <a:pt x="1743" y="260"/>
                  </a:lnTo>
                  <a:lnTo>
                    <a:pt x="1746" y="268"/>
                  </a:lnTo>
                  <a:lnTo>
                    <a:pt x="1752" y="286"/>
                  </a:lnTo>
                  <a:lnTo>
                    <a:pt x="1757" y="303"/>
                  </a:lnTo>
                  <a:lnTo>
                    <a:pt x="1761" y="323"/>
                  </a:lnTo>
                  <a:lnTo>
                    <a:pt x="1765" y="343"/>
                  </a:lnTo>
                  <a:lnTo>
                    <a:pt x="1767" y="365"/>
                  </a:lnTo>
                  <a:lnTo>
                    <a:pt x="1769" y="389"/>
                  </a:lnTo>
                  <a:lnTo>
                    <a:pt x="1770" y="415"/>
                  </a:lnTo>
                  <a:lnTo>
                    <a:pt x="1770" y="441"/>
                  </a:lnTo>
                  <a:lnTo>
                    <a:pt x="1770" y="469"/>
                  </a:lnTo>
                  <a:lnTo>
                    <a:pt x="1770" y="473"/>
                  </a:lnTo>
                  <a:lnTo>
                    <a:pt x="1770" y="475"/>
                  </a:lnTo>
                  <a:lnTo>
                    <a:pt x="1768" y="483"/>
                  </a:lnTo>
                  <a:lnTo>
                    <a:pt x="1765" y="487"/>
                  </a:lnTo>
                  <a:lnTo>
                    <a:pt x="1761" y="487"/>
                  </a:lnTo>
                  <a:close/>
                  <a:moveTo>
                    <a:pt x="1748" y="441"/>
                  </a:moveTo>
                  <a:lnTo>
                    <a:pt x="1748" y="417"/>
                  </a:lnTo>
                  <a:lnTo>
                    <a:pt x="1747" y="397"/>
                  </a:lnTo>
                  <a:lnTo>
                    <a:pt x="1746" y="375"/>
                  </a:lnTo>
                  <a:lnTo>
                    <a:pt x="1744" y="357"/>
                  </a:lnTo>
                  <a:lnTo>
                    <a:pt x="1742" y="339"/>
                  </a:lnTo>
                  <a:lnTo>
                    <a:pt x="1739" y="321"/>
                  </a:lnTo>
                  <a:lnTo>
                    <a:pt x="1737" y="315"/>
                  </a:lnTo>
                  <a:lnTo>
                    <a:pt x="1735" y="307"/>
                  </a:lnTo>
                  <a:lnTo>
                    <a:pt x="1731" y="294"/>
                  </a:lnTo>
                  <a:lnTo>
                    <a:pt x="1728" y="288"/>
                  </a:lnTo>
                  <a:lnTo>
                    <a:pt x="1726" y="282"/>
                  </a:lnTo>
                  <a:lnTo>
                    <a:pt x="1723" y="276"/>
                  </a:lnTo>
                  <a:lnTo>
                    <a:pt x="1720" y="272"/>
                  </a:lnTo>
                  <a:lnTo>
                    <a:pt x="1717" y="266"/>
                  </a:lnTo>
                  <a:lnTo>
                    <a:pt x="1714" y="262"/>
                  </a:lnTo>
                  <a:lnTo>
                    <a:pt x="1706" y="256"/>
                  </a:lnTo>
                  <a:lnTo>
                    <a:pt x="1699" y="250"/>
                  </a:lnTo>
                  <a:lnTo>
                    <a:pt x="1690" y="246"/>
                  </a:lnTo>
                  <a:lnTo>
                    <a:pt x="1681" y="242"/>
                  </a:lnTo>
                  <a:lnTo>
                    <a:pt x="1670" y="242"/>
                  </a:lnTo>
                  <a:lnTo>
                    <a:pt x="1660" y="242"/>
                  </a:lnTo>
                  <a:lnTo>
                    <a:pt x="1655" y="244"/>
                  </a:lnTo>
                  <a:lnTo>
                    <a:pt x="1651" y="246"/>
                  </a:lnTo>
                  <a:lnTo>
                    <a:pt x="1642" y="250"/>
                  </a:lnTo>
                  <a:lnTo>
                    <a:pt x="1634" y="256"/>
                  </a:lnTo>
                  <a:lnTo>
                    <a:pt x="1627" y="264"/>
                  </a:lnTo>
                  <a:lnTo>
                    <a:pt x="1621" y="274"/>
                  </a:lnTo>
                  <a:lnTo>
                    <a:pt x="1615" y="284"/>
                  </a:lnTo>
                  <a:lnTo>
                    <a:pt x="1610" y="298"/>
                  </a:lnTo>
                  <a:lnTo>
                    <a:pt x="1605" y="311"/>
                  </a:lnTo>
                  <a:lnTo>
                    <a:pt x="1603" y="317"/>
                  </a:lnTo>
                  <a:lnTo>
                    <a:pt x="1601" y="325"/>
                  </a:lnTo>
                  <a:lnTo>
                    <a:pt x="1598" y="343"/>
                  </a:lnTo>
                  <a:lnTo>
                    <a:pt x="1595" y="361"/>
                  </a:lnTo>
                  <a:lnTo>
                    <a:pt x="1593" y="379"/>
                  </a:lnTo>
                  <a:lnTo>
                    <a:pt x="1592" y="399"/>
                  </a:lnTo>
                  <a:lnTo>
                    <a:pt x="1591" y="421"/>
                  </a:lnTo>
                  <a:lnTo>
                    <a:pt x="1591" y="443"/>
                  </a:lnTo>
                  <a:lnTo>
                    <a:pt x="1748" y="447"/>
                  </a:lnTo>
                  <a:lnTo>
                    <a:pt x="1748" y="441"/>
                  </a:lnTo>
                  <a:close/>
                  <a:moveTo>
                    <a:pt x="2024" y="747"/>
                  </a:moveTo>
                  <a:lnTo>
                    <a:pt x="2021" y="747"/>
                  </a:lnTo>
                  <a:lnTo>
                    <a:pt x="2019" y="745"/>
                  </a:lnTo>
                  <a:lnTo>
                    <a:pt x="2017" y="743"/>
                  </a:lnTo>
                  <a:lnTo>
                    <a:pt x="2015" y="741"/>
                  </a:lnTo>
                  <a:lnTo>
                    <a:pt x="2013" y="739"/>
                  </a:lnTo>
                  <a:lnTo>
                    <a:pt x="2012" y="735"/>
                  </a:lnTo>
                  <a:lnTo>
                    <a:pt x="2012" y="731"/>
                  </a:lnTo>
                  <a:lnTo>
                    <a:pt x="2012" y="727"/>
                  </a:lnTo>
                  <a:lnTo>
                    <a:pt x="2012" y="701"/>
                  </a:lnTo>
                  <a:lnTo>
                    <a:pt x="2002" y="711"/>
                  </a:lnTo>
                  <a:lnTo>
                    <a:pt x="1992" y="721"/>
                  </a:lnTo>
                  <a:lnTo>
                    <a:pt x="1982" y="731"/>
                  </a:lnTo>
                  <a:lnTo>
                    <a:pt x="1977" y="735"/>
                  </a:lnTo>
                  <a:lnTo>
                    <a:pt x="1971" y="737"/>
                  </a:lnTo>
                  <a:lnTo>
                    <a:pt x="1960" y="745"/>
                  </a:lnTo>
                  <a:lnTo>
                    <a:pt x="1949" y="749"/>
                  </a:lnTo>
                  <a:lnTo>
                    <a:pt x="1943" y="751"/>
                  </a:lnTo>
                  <a:lnTo>
                    <a:pt x="1938" y="753"/>
                  </a:lnTo>
                  <a:lnTo>
                    <a:pt x="1926" y="753"/>
                  </a:lnTo>
                  <a:lnTo>
                    <a:pt x="1919" y="753"/>
                  </a:lnTo>
                  <a:lnTo>
                    <a:pt x="1912" y="751"/>
                  </a:lnTo>
                  <a:lnTo>
                    <a:pt x="1905" y="749"/>
                  </a:lnTo>
                  <a:lnTo>
                    <a:pt x="1898" y="745"/>
                  </a:lnTo>
                  <a:lnTo>
                    <a:pt x="1891" y="741"/>
                  </a:lnTo>
                  <a:lnTo>
                    <a:pt x="1888" y="739"/>
                  </a:lnTo>
                  <a:lnTo>
                    <a:pt x="1885" y="735"/>
                  </a:lnTo>
                  <a:lnTo>
                    <a:pt x="1879" y="727"/>
                  </a:lnTo>
                  <a:lnTo>
                    <a:pt x="1873" y="719"/>
                  </a:lnTo>
                  <a:lnTo>
                    <a:pt x="1868" y="709"/>
                  </a:lnTo>
                  <a:lnTo>
                    <a:pt x="1863" y="697"/>
                  </a:lnTo>
                  <a:lnTo>
                    <a:pt x="1859" y="685"/>
                  </a:lnTo>
                  <a:lnTo>
                    <a:pt x="1856" y="669"/>
                  </a:lnTo>
                  <a:lnTo>
                    <a:pt x="1853" y="653"/>
                  </a:lnTo>
                  <a:lnTo>
                    <a:pt x="1851" y="635"/>
                  </a:lnTo>
                  <a:lnTo>
                    <a:pt x="1849" y="613"/>
                  </a:lnTo>
                  <a:lnTo>
                    <a:pt x="1849" y="591"/>
                  </a:lnTo>
                  <a:lnTo>
                    <a:pt x="1849" y="579"/>
                  </a:lnTo>
                  <a:lnTo>
                    <a:pt x="1849" y="559"/>
                  </a:lnTo>
                  <a:lnTo>
                    <a:pt x="1851" y="541"/>
                  </a:lnTo>
                  <a:lnTo>
                    <a:pt x="1853" y="525"/>
                  </a:lnTo>
                  <a:lnTo>
                    <a:pt x="1854" y="517"/>
                  </a:lnTo>
                  <a:lnTo>
                    <a:pt x="1855" y="511"/>
                  </a:lnTo>
                  <a:lnTo>
                    <a:pt x="1859" y="497"/>
                  </a:lnTo>
                  <a:lnTo>
                    <a:pt x="1864" y="483"/>
                  </a:lnTo>
                  <a:lnTo>
                    <a:pt x="1870" y="471"/>
                  </a:lnTo>
                  <a:lnTo>
                    <a:pt x="1877" y="461"/>
                  </a:lnTo>
                  <a:lnTo>
                    <a:pt x="1885" y="453"/>
                  </a:lnTo>
                  <a:lnTo>
                    <a:pt x="1894" y="445"/>
                  </a:lnTo>
                  <a:lnTo>
                    <a:pt x="1904" y="439"/>
                  </a:lnTo>
                  <a:lnTo>
                    <a:pt x="1915" y="433"/>
                  </a:lnTo>
                  <a:lnTo>
                    <a:pt x="1928" y="429"/>
                  </a:lnTo>
                  <a:lnTo>
                    <a:pt x="1942" y="425"/>
                  </a:lnTo>
                  <a:lnTo>
                    <a:pt x="1957" y="423"/>
                  </a:lnTo>
                  <a:lnTo>
                    <a:pt x="1973" y="423"/>
                  </a:lnTo>
                  <a:lnTo>
                    <a:pt x="2012" y="423"/>
                  </a:lnTo>
                  <a:lnTo>
                    <a:pt x="2012" y="387"/>
                  </a:lnTo>
                  <a:lnTo>
                    <a:pt x="2012" y="367"/>
                  </a:lnTo>
                  <a:lnTo>
                    <a:pt x="2011" y="351"/>
                  </a:lnTo>
                  <a:lnTo>
                    <a:pt x="2010" y="335"/>
                  </a:lnTo>
                  <a:lnTo>
                    <a:pt x="2010" y="327"/>
                  </a:lnTo>
                  <a:lnTo>
                    <a:pt x="2009" y="319"/>
                  </a:lnTo>
                  <a:lnTo>
                    <a:pt x="2007" y="307"/>
                  </a:lnTo>
                  <a:lnTo>
                    <a:pt x="2005" y="296"/>
                  </a:lnTo>
                  <a:lnTo>
                    <a:pt x="2002" y="284"/>
                  </a:lnTo>
                  <a:lnTo>
                    <a:pt x="1999" y="276"/>
                  </a:lnTo>
                  <a:lnTo>
                    <a:pt x="1995" y="268"/>
                  </a:lnTo>
                  <a:lnTo>
                    <a:pt x="1990" y="260"/>
                  </a:lnTo>
                  <a:lnTo>
                    <a:pt x="1985" y="254"/>
                  </a:lnTo>
                  <a:lnTo>
                    <a:pt x="1979" y="250"/>
                  </a:lnTo>
                  <a:lnTo>
                    <a:pt x="1973" y="246"/>
                  </a:lnTo>
                  <a:lnTo>
                    <a:pt x="1965" y="244"/>
                  </a:lnTo>
                  <a:lnTo>
                    <a:pt x="1957" y="242"/>
                  </a:lnTo>
                  <a:lnTo>
                    <a:pt x="1949" y="242"/>
                  </a:lnTo>
                  <a:lnTo>
                    <a:pt x="1927" y="242"/>
                  </a:lnTo>
                  <a:lnTo>
                    <a:pt x="1909" y="244"/>
                  </a:lnTo>
                  <a:lnTo>
                    <a:pt x="1894" y="248"/>
                  </a:lnTo>
                  <a:lnTo>
                    <a:pt x="1877" y="250"/>
                  </a:lnTo>
                  <a:lnTo>
                    <a:pt x="1873" y="250"/>
                  </a:lnTo>
                  <a:lnTo>
                    <a:pt x="1869" y="250"/>
                  </a:lnTo>
                  <a:lnTo>
                    <a:pt x="1868" y="248"/>
                  </a:lnTo>
                  <a:lnTo>
                    <a:pt x="1867" y="246"/>
                  </a:lnTo>
                  <a:lnTo>
                    <a:pt x="1867" y="244"/>
                  </a:lnTo>
                  <a:lnTo>
                    <a:pt x="1866" y="240"/>
                  </a:lnTo>
                  <a:lnTo>
                    <a:pt x="1866" y="236"/>
                  </a:lnTo>
                  <a:lnTo>
                    <a:pt x="1866" y="230"/>
                  </a:lnTo>
                  <a:lnTo>
                    <a:pt x="1866" y="224"/>
                  </a:lnTo>
                  <a:lnTo>
                    <a:pt x="1867" y="220"/>
                  </a:lnTo>
                  <a:lnTo>
                    <a:pt x="1869" y="218"/>
                  </a:lnTo>
                  <a:lnTo>
                    <a:pt x="1870" y="216"/>
                  </a:lnTo>
                  <a:lnTo>
                    <a:pt x="1872" y="214"/>
                  </a:lnTo>
                  <a:lnTo>
                    <a:pt x="1877" y="212"/>
                  </a:lnTo>
                  <a:lnTo>
                    <a:pt x="1893" y="208"/>
                  </a:lnTo>
                  <a:lnTo>
                    <a:pt x="1908" y="206"/>
                  </a:lnTo>
                  <a:lnTo>
                    <a:pt x="1926" y="204"/>
                  </a:lnTo>
                  <a:lnTo>
                    <a:pt x="1949" y="202"/>
                  </a:lnTo>
                  <a:lnTo>
                    <a:pt x="1961" y="204"/>
                  </a:lnTo>
                  <a:lnTo>
                    <a:pt x="1972" y="206"/>
                  </a:lnTo>
                  <a:lnTo>
                    <a:pt x="1977" y="208"/>
                  </a:lnTo>
                  <a:lnTo>
                    <a:pt x="1982" y="210"/>
                  </a:lnTo>
                  <a:lnTo>
                    <a:pt x="1986" y="212"/>
                  </a:lnTo>
                  <a:lnTo>
                    <a:pt x="1991" y="216"/>
                  </a:lnTo>
                  <a:lnTo>
                    <a:pt x="1995" y="220"/>
                  </a:lnTo>
                  <a:lnTo>
                    <a:pt x="1999" y="224"/>
                  </a:lnTo>
                  <a:lnTo>
                    <a:pt x="2002" y="228"/>
                  </a:lnTo>
                  <a:lnTo>
                    <a:pt x="2006" y="232"/>
                  </a:lnTo>
                  <a:lnTo>
                    <a:pt x="2009" y="238"/>
                  </a:lnTo>
                  <a:lnTo>
                    <a:pt x="2012" y="242"/>
                  </a:lnTo>
                  <a:lnTo>
                    <a:pt x="2014" y="248"/>
                  </a:lnTo>
                  <a:lnTo>
                    <a:pt x="2017" y="254"/>
                  </a:lnTo>
                  <a:lnTo>
                    <a:pt x="2021" y="268"/>
                  </a:lnTo>
                  <a:lnTo>
                    <a:pt x="2025" y="282"/>
                  </a:lnTo>
                  <a:lnTo>
                    <a:pt x="2028" y="296"/>
                  </a:lnTo>
                  <a:lnTo>
                    <a:pt x="2029" y="303"/>
                  </a:lnTo>
                  <a:lnTo>
                    <a:pt x="2030" y="311"/>
                  </a:lnTo>
                  <a:lnTo>
                    <a:pt x="2032" y="329"/>
                  </a:lnTo>
                  <a:lnTo>
                    <a:pt x="2033" y="347"/>
                  </a:lnTo>
                  <a:lnTo>
                    <a:pt x="2034" y="367"/>
                  </a:lnTo>
                  <a:lnTo>
                    <a:pt x="2034" y="387"/>
                  </a:lnTo>
                  <a:lnTo>
                    <a:pt x="2034" y="727"/>
                  </a:lnTo>
                  <a:lnTo>
                    <a:pt x="2034" y="731"/>
                  </a:lnTo>
                  <a:lnTo>
                    <a:pt x="2033" y="735"/>
                  </a:lnTo>
                  <a:lnTo>
                    <a:pt x="2032" y="739"/>
                  </a:lnTo>
                  <a:lnTo>
                    <a:pt x="2031" y="741"/>
                  </a:lnTo>
                  <a:lnTo>
                    <a:pt x="2030" y="743"/>
                  </a:lnTo>
                  <a:lnTo>
                    <a:pt x="2028" y="745"/>
                  </a:lnTo>
                  <a:lnTo>
                    <a:pt x="2024" y="747"/>
                  </a:lnTo>
                  <a:close/>
                  <a:moveTo>
                    <a:pt x="2012" y="463"/>
                  </a:moveTo>
                  <a:lnTo>
                    <a:pt x="1973" y="463"/>
                  </a:lnTo>
                  <a:lnTo>
                    <a:pt x="1960" y="463"/>
                  </a:lnTo>
                  <a:lnTo>
                    <a:pt x="1947" y="463"/>
                  </a:lnTo>
                  <a:lnTo>
                    <a:pt x="1936" y="465"/>
                  </a:lnTo>
                  <a:lnTo>
                    <a:pt x="1925" y="469"/>
                  </a:lnTo>
                  <a:lnTo>
                    <a:pt x="1916" y="471"/>
                  </a:lnTo>
                  <a:lnTo>
                    <a:pt x="1908" y="477"/>
                  </a:lnTo>
                  <a:lnTo>
                    <a:pt x="1900" y="481"/>
                  </a:lnTo>
                  <a:lnTo>
                    <a:pt x="1894" y="489"/>
                  </a:lnTo>
                  <a:lnTo>
                    <a:pt x="1888" y="495"/>
                  </a:lnTo>
                  <a:lnTo>
                    <a:pt x="1883" y="503"/>
                  </a:lnTo>
                  <a:lnTo>
                    <a:pt x="1879" y="513"/>
                  </a:lnTo>
                  <a:lnTo>
                    <a:pt x="1876" y="523"/>
                  </a:lnTo>
                  <a:lnTo>
                    <a:pt x="1875" y="529"/>
                  </a:lnTo>
                  <a:lnTo>
                    <a:pt x="1874" y="535"/>
                  </a:lnTo>
                  <a:lnTo>
                    <a:pt x="1872" y="549"/>
                  </a:lnTo>
                  <a:lnTo>
                    <a:pt x="1871" y="563"/>
                  </a:lnTo>
                  <a:lnTo>
                    <a:pt x="1871" y="579"/>
                  </a:lnTo>
                  <a:lnTo>
                    <a:pt x="1871" y="591"/>
                  </a:lnTo>
                  <a:lnTo>
                    <a:pt x="1871" y="607"/>
                  </a:lnTo>
                  <a:lnTo>
                    <a:pt x="1872" y="623"/>
                  </a:lnTo>
                  <a:lnTo>
                    <a:pt x="1874" y="637"/>
                  </a:lnTo>
                  <a:lnTo>
                    <a:pt x="1875" y="649"/>
                  </a:lnTo>
                  <a:lnTo>
                    <a:pt x="1878" y="661"/>
                  </a:lnTo>
                  <a:lnTo>
                    <a:pt x="1881" y="671"/>
                  </a:lnTo>
                  <a:lnTo>
                    <a:pt x="1884" y="679"/>
                  </a:lnTo>
                  <a:lnTo>
                    <a:pt x="1885" y="683"/>
                  </a:lnTo>
                  <a:lnTo>
                    <a:pt x="1887" y="687"/>
                  </a:lnTo>
                  <a:lnTo>
                    <a:pt x="1891" y="695"/>
                  </a:lnTo>
                  <a:lnTo>
                    <a:pt x="1895" y="699"/>
                  </a:lnTo>
                  <a:lnTo>
                    <a:pt x="1900" y="705"/>
                  </a:lnTo>
                  <a:lnTo>
                    <a:pt x="1905" y="707"/>
                  </a:lnTo>
                  <a:lnTo>
                    <a:pt x="1910" y="711"/>
                  </a:lnTo>
                  <a:lnTo>
                    <a:pt x="1915" y="713"/>
                  </a:lnTo>
                  <a:lnTo>
                    <a:pt x="1926" y="713"/>
                  </a:lnTo>
                  <a:lnTo>
                    <a:pt x="1936" y="713"/>
                  </a:lnTo>
                  <a:lnTo>
                    <a:pt x="1947" y="711"/>
                  </a:lnTo>
                  <a:lnTo>
                    <a:pt x="1952" y="709"/>
                  </a:lnTo>
                  <a:lnTo>
                    <a:pt x="1957" y="707"/>
                  </a:lnTo>
                  <a:lnTo>
                    <a:pt x="1967" y="701"/>
                  </a:lnTo>
                  <a:lnTo>
                    <a:pt x="1977" y="695"/>
                  </a:lnTo>
                  <a:lnTo>
                    <a:pt x="1988" y="685"/>
                  </a:lnTo>
                  <a:lnTo>
                    <a:pt x="2000" y="675"/>
                  </a:lnTo>
                  <a:lnTo>
                    <a:pt x="2012" y="663"/>
                  </a:lnTo>
                  <a:lnTo>
                    <a:pt x="2012" y="463"/>
                  </a:lnTo>
                  <a:close/>
                  <a:moveTo>
                    <a:pt x="2313" y="747"/>
                  </a:moveTo>
                  <a:lnTo>
                    <a:pt x="2310" y="747"/>
                  </a:lnTo>
                  <a:lnTo>
                    <a:pt x="2307" y="745"/>
                  </a:lnTo>
                  <a:lnTo>
                    <a:pt x="2303" y="741"/>
                  </a:lnTo>
                  <a:lnTo>
                    <a:pt x="2301" y="735"/>
                  </a:lnTo>
                  <a:lnTo>
                    <a:pt x="2300" y="729"/>
                  </a:lnTo>
                  <a:lnTo>
                    <a:pt x="2300" y="393"/>
                  </a:lnTo>
                  <a:lnTo>
                    <a:pt x="2300" y="373"/>
                  </a:lnTo>
                  <a:lnTo>
                    <a:pt x="2299" y="355"/>
                  </a:lnTo>
                  <a:lnTo>
                    <a:pt x="2297" y="337"/>
                  </a:lnTo>
                  <a:lnTo>
                    <a:pt x="2295" y="321"/>
                  </a:lnTo>
                  <a:lnTo>
                    <a:pt x="2292" y="307"/>
                  </a:lnTo>
                  <a:lnTo>
                    <a:pt x="2288" y="296"/>
                  </a:lnTo>
                  <a:lnTo>
                    <a:pt x="2285" y="284"/>
                  </a:lnTo>
                  <a:lnTo>
                    <a:pt x="2280" y="276"/>
                  </a:lnTo>
                  <a:lnTo>
                    <a:pt x="2275" y="266"/>
                  </a:lnTo>
                  <a:lnTo>
                    <a:pt x="2270" y="260"/>
                  </a:lnTo>
                  <a:lnTo>
                    <a:pt x="2265" y="254"/>
                  </a:lnTo>
                  <a:lnTo>
                    <a:pt x="2259" y="250"/>
                  </a:lnTo>
                  <a:lnTo>
                    <a:pt x="2252" y="246"/>
                  </a:lnTo>
                  <a:lnTo>
                    <a:pt x="2246" y="244"/>
                  </a:lnTo>
                  <a:lnTo>
                    <a:pt x="2239" y="242"/>
                  </a:lnTo>
                  <a:lnTo>
                    <a:pt x="2232" y="242"/>
                  </a:lnTo>
                  <a:lnTo>
                    <a:pt x="2222" y="242"/>
                  </a:lnTo>
                  <a:lnTo>
                    <a:pt x="2212" y="244"/>
                  </a:lnTo>
                  <a:lnTo>
                    <a:pt x="2202" y="248"/>
                  </a:lnTo>
                  <a:lnTo>
                    <a:pt x="2192" y="254"/>
                  </a:lnTo>
                  <a:lnTo>
                    <a:pt x="2182" y="260"/>
                  </a:lnTo>
                  <a:lnTo>
                    <a:pt x="2172" y="266"/>
                  </a:lnTo>
                  <a:lnTo>
                    <a:pt x="2162" y="274"/>
                  </a:lnTo>
                  <a:lnTo>
                    <a:pt x="2152" y="284"/>
                  </a:lnTo>
                  <a:lnTo>
                    <a:pt x="2152" y="729"/>
                  </a:lnTo>
                  <a:lnTo>
                    <a:pt x="2152" y="731"/>
                  </a:lnTo>
                  <a:lnTo>
                    <a:pt x="2152" y="735"/>
                  </a:lnTo>
                  <a:lnTo>
                    <a:pt x="2150" y="741"/>
                  </a:lnTo>
                  <a:lnTo>
                    <a:pt x="2147" y="745"/>
                  </a:lnTo>
                  <a:lnTo>
                    <a:pt x="2142" y="747"/>
                  </a:lnTo>
                  <a:lnTo>
                    <a:pt x="2139" y="747"/>
                  </a:lnTo>
                  <a:lnTo>
                    <a:pt x="2137" y="745"/>
                  </a:lnTo>
                  <a:lnTo>
                    <a:pt x="2133" y="741"/>
                  </a:lnTo>
                  <a:lnTo>
                    <a:pt x="2130" y="735"/>
                  </a:lnTo>
                  <a:lnTo>
                    <a:pt x="2129" y="729"/>
                  </a:lnTo>
                  <a:lnTo>
                    <a:pt x="2129" y="228"/>
                  </a:lnTo>
                  <a:lnTo>
                    <a:pt x="2129" y="224"/>
                  </a:lnTo>
                  <a:lnTo>
                    <a:pt x="2130" y="220"/>
                  </a:lnTo>
                  <a:lnTo>
                    <a:pt x="2132" y="214"/>
                  </a:lnTo>
                  <a:lnTo>
                    <a:pt x="2133" y="210"/>
                  </a:lnTo>
                  <a:lnTo>
                    <a:pt x="2135" y="210"/>
                  </a:lnTo>
                  <a:lnTo>
                    <a:pt x="2136" y="208"/>
                  </a:lnTo>
                  <a:lnTo>
                    <a:pt x="2138" y="208"/>
                  </a:lnTo>
                  <a:lnTo>
                    <a:pt x="2142" y="208"/>
                  </a:lnTo>
                  <a:lnTo>
                    <a:pt x="2144" y="208"/>
                  </a:lnTo>
                  <a:lnTo>
                    <a:pt x="2147" y="210"/>
                  </a:lnTo>
                  <a:lnTo>
                    <a:pt x="2149" y="210"/>
                  </a:lnTo>
                  <a:lnTo>
                    <a:pt x="2150" y="214"/>
                  </a:lnTo>
                  <a:lnTo>
                    <a:pt x="2151" y="216"/>
                  </a:lnTo>
                  <a:lnTo>
                    <a:pt x="2152" y="220"/>
                  </a:lnTo>
                  <a:lnTo>
                    <a:pt x="2152" y="224"/>
                  </a:lnTo>
                  <a:lnTo>
                    <a:pt x="2152" y="228"/>
                  </a:lnTo>
                  <a:lnTo>
                    <a:pt x="2152" y="244"/>
                  </a:lnTo>
                  <a:lnTo>
                    <a:pt x="2162" y="234"/>
                  </a:lnTo>
                  <a:lnTo>
                    <a:pt x="2172" y="226"/>
                  </a:lnTo>
                  <a:lnTo>
                    <a:pt x="2183" y="220"/>
                  </a:lnTo>
                  <a:lnTo>
                    <a:pt x="2193" y="214"/>
                  </a:lnTo>
                  <a:lnTo>
                    <a:pt x="2203" y="208"/>
                  </a:lnTo>
                  <a:lnTo>
                    <a:pt x="2213" y="206"/>
                  </a:lnTo>
                  <a:lnTo>
                    <a:pt x="2224" y="204"/>
                  </a:lnTo>
                  <a:lnTo>
                    <a:pt x="2234" y="202"/>
                  </a:lnTo>
                  <a:lnTo>
                    <a:pt x="2242" y="204"/>
                  </a:lnTo>
                  <a:lnTo>
                    <a:pt x="2251" y="204"/>
                  </a:lnTo>
                  <a:lnTo>
                    <a:pt x="2260" y="208"/>
                  </a:lnTo>
                  <a:lnTo>
                    <a:pt x="2268" y="212"/>
                  </a:lnTo>
                  <a:lnTo>
                    <a:pt x="2275" y="218"/>
                  </a:lnTo>
                  <a:lnTo>
                    <a:pt x="2283" y="226"/>
                  </a:lnTo>
                  <a:lnTo>
                    <a:pt x="2290" y="236"/>
                  </a:lnTo>
                  <a:lnTo>
                    <a:pt x="2296" y="246"/>
                  </a:lnTo>
                  <a:lnTo>
                    <a:pt x="2302" y="258"/>
                  </a:lnTo>
                  <a:lnTo>
                    <a:pt x="2307" y="272"/>
                  </a:lnTo>
                  <a:lnTo>
                    <a:pt x="2311" y="288"/>
                  </a:lnTo>
                  <a:lnTo>
                    <a:pt x="2313" y="296"/>
                  </a:lnTo>
                  <a:lnTo>
                    <a:pt x="2315" y="305"/>
                  </a:lnTo>
                  <a:lnTo>
                    <a:pt x="2317" y="315"/>
                  </a:lnTo>
                  <a:lnTo>
                    <a:pt x="2318" y="325"/>
                  </a:lnTo>
                  <a:lnTo>
                    <a:pt x="2320" y="345"/>
                  </a:lnTo>
                  <a:lnTo>
                    <a:pt x="2322" y="369"/>
                  </a:lnTo>
                  <a:lnTo>
                    <a:pt x="2322" y="393"/>
                  </a:lnTo>
                  <a:lnTo>
                    <a:pt x="2322" y="729"/>
                  </a:lnTo>
                  <a:lnTo>
                    <a:pt x="2322" y="731"/>
                  </a:lnTo>
                  <a:lnTo>
                    <a:pt x="2321" y="735"/>
                  </a:lnTo>
                  <a:lnTo>
                    <a:pt x="2319" y="741"/>
                  </a:lnTo>
                  <a:lnTo>
                    <a:pt x="2318" y="743"/>
                  </a:lnTo>
                  <a:lnTo>
                    <a:pt x="2316" y="745"/>
                  </a:lnTo>
                  <a:lnTo>
                    <a:pt x="2313" y="747"/>
                  </a:lnTo>
                  <a:close/>
                  <a:moveTo>
                    <a:pt x="2678" y="751"/>
                  </a:moveTo>
                  <a:lnTo>
                    <a:pt x="2665" y="753"/>
                  </a:lnTo>
                  <a:lnTo>
                    <a:pt x="2652" y="753"/>
                  </a:lnTo>
                  <a:lnTo>
                    <a:pt x="2639" y="753"/>
                  </a:lnTo>
                  <a:lnTo>
                    <a:pt x="2628" y="749"/>
                  </a:lnTo>
                  <a:lnTo>
                    <a:pt x="2623" y="745"/>
                  </a:lnTo>
                  <a:lnTo>
                    <a:pt x="2618" y="741"/>
                  </a:lnTo>
                  <a:lnTo>
                    <a:pt x="2614" y="737"/>
                  </a:lnTo>
                  <a:lnTo>
                    <a:pt x="2610" y="731"/>
                  </a:lnTo>
                  <a:lnTo>
                    <a:pt x="2606" y="725"/>
                  </a:lnTo>
                  <a:lnTo>
                    <a:pt x="2603" y="717"/>
                  </a:lnTo>
                  <a:lnTo>
                    <a:pt x="2601" y="709"/>
                  </a:lnTo>
                  <a:lnTo>
                    <a:pt x="2599" y="699"/>
                  </a:lnTo>
                  <a:lnTo>
                    <a:pt x="2597" y="687"/>
                  </a:lnTo>
                  <a:lnTo>
                    <a:pt x="2596" y="675"/>
                  </a:lnTo>
                  <a:lnTo>
                    <a:pt x="2595" y="659"/>
                  </a:lnTo>
                  <a:lnTo>
                    <a:pt x="2595" y="645"/>
                  </a:lnTo>
                  <a:lnTo>
                    <a:pt x="2595" y="248"/>
                  </a:lnTo>
                  <a:lnTo>
                    <a:pt x="2545" y="248"/>
                  </a:lnTo>
                  <a:lnTo>
                    <a:pt x="2541" y="248"/>
                  </a:lnTo>
                  <a:lnTo>
                    <a:pt x="2540" y="246"/>
                  </a:lnTo>
                  <a:lnTo>
                    <a:pt x="2538" y="244"/>
                  </a:lnTo>
                  <a:lnTo>
                    <a:pt x="2536" y="240"/>
                  </a:lnTo>
                  <a:lnTo>
                    <a:pt x="2536" y="236"/>
                  </a:lnTo>
                  <a:lnTo>
                    <a:pt x="2535" y="232"/>
                  </a:lnTo>
                  <a:lnTo>
                    <a:pt x="2535" y="222"/>
                  </a:lnTo>
                  <a:lnTo>
                    <a:pt x="2536" y="220"/>
                  </a:lnTo>
                  <a:lnTo>
                    <a:pt x="2536" y="216"/>
                  </a:lnTo>
                  <a:lnTo>
                    <a:pt x="2537" y="214"/>
                  </a:lnTo>
                  <a:lnTo>
                    <a:pt x="2538" y="212"/>
                  </a:lnTo>
                  <a:lnTo>
                    <a:pt x="2540" y="210"/>
                  </a:lnTo>
                  <a:lnTo>
                    <a:pt x="2541" y="208"/>
                  </a:lnTo>
                  <a:lnTo>
                    <a:pt x="2545" y="208"/>
                  </a:lnTo>
                  <a:lnTo>
                    <a:pt x="2595" y="208"/>
                  </a:lnTo>
                  <a:lnTo>
                    <a:pt x="2595" y="104"/>
                  </a:lnTo>
                  <a:lnTo>
                    <a:pt x="2595" y="96"/>
                  </a:lnTo>
                  <a:lnTo>
                    <a:pt x="2596" y="94"/>
                  </a:lnTo>
                  <a:lnTo>
                    <a:pt x="2597" y="90"/>
                  </a:lnTo>
                  <a:lnTo>
                    <a:pt x="2598" y="88"/>
                  </a:lnTo>
                  <a:lnTo>
                    <a:pt x="2600" y="86"/>
                  </a:lnTo>
                  <a:lnTo>
                    <a:pt x="2602" y="86"/>
                  </a:lnTo>
                  <a:lnTo>
                    <a:pt x="2603" y="84"/>
                  </a:lnTo>
                  <a:lnTo>
                    <a:pt x="2609" y="84"/>
                  </a:lnTo>
                  <a:lnTo>
                    <a:pt x="2612" y="86"/>
                  </a:lnTo>
                  <a:lnTo>
                    <a:pt x="2615" y="90"/>
                  </a:lnTo>
                  <a:lnTo>
                    <a:pt x="2617" y="96"/>
                  </a:lnTo>
                  <a:lnTo>
                    <a:pt x="2617" y="104"/>
                  </a:lnTo>
                  <a:lnTo>
                    <a:pt x="2617" y="208"/>
                  </a:lnTo>
                  <a:lnTo>
                    <a:pt x="2677" y="208"/>
                  </a:lnTo>
                  <a:lnTo>
                    <a:pt x="2681" y="208"/>
                  </a:lnTo>
                  <a:lnTo>
                    <a:pt x="2682" y="210"/>
                  </a:lnTo>
                  <a:lnTo>
                    <a:pt x="2684" y="212"/>
                  </a:lnTo>
                  <a:lnTo>
                    <a:pt x="2686" y="216"/>
                  </a:lnTo>
                  <a:lnTo>
                    <a:pt x="2686" y="220"/>
                  </a:lnTo>
                  <a:lnTo>
                    <a:pt x="2687" y="222"/>
                  </a:lnTo>
                  <a:lnTo>
                    <a:pt x="2687" y="232"/>
                  </a:lnTo>
                  <a:lnTo>
                    <a:pt x="2686" y="236"/>
                  </a:lnTo>
                  <a:lnTo>
                    <a:pt x="2686" y="240"/>
                  </a:lnTo>
                  <a:lnTo>
                    <a:pt x="2684" y="244"/>
                  </a:lnTo>
                  <a:lnTo>
                    <a:pt x="2682" y="246"/>
                  </a:lnTo>
                  <a:lnTo>
                    <a:pt x="2681" y="248"/>
                  </a:lnTo>
                  <a:lnTo>
                    <a:pt x="2677" y="248"/>
                  </a:lnTo>
                  <a:lnTo>
                    <a:pt x="2617" y="248"/>
                  </a:lnTo>
                  <a:lnTo>
                    <a:pt x="2617" y="645"/>
                  </a:lnTo>
                  <a:lnTo>
                    <a:pt x="2618" y="665"/>
                  </a:lnTo>
                  <a:lnTo>
                    <a:pt x="2619" y="681"/>
                  </a:lnTo>
                  <a:lnTo>
                    <a:pt x="2622" y="693"/>
                  </a:lnTo>
                  <a:lnTo>
                    <a:pt x="2624" y="697"/>
                  </a:lnTo>
                  <a:lnTo>
                    <a:pt x="2626" y="701"/>
                  </a:lnTo>
                  <a:lnTo>
                    <a:pt x="2628" y="705"/>
                  </a:lnTo>
                  <a:lnTo>
                    <a:pt x="2631" y="707"/>
                  </a:lnTo>
                  <a:lnTo>
                    <a:pt x="2634" y="711"/>
                  </a:lnTo>
                  <a:lnTo>
                    <a:pt x="2637" y="711"/>
                  </a:lnTo>
                  <a:lnTo>
                    <a:pt x="2644" y="713"/>
                  </a:lnTo>
                  <a:lnTo>
                    <a:pt x="2652" y="713"/>
                  </a:lnTo>
                  <a:lnTo>
                    <a:pt x="2676" y="713"/>
                  </a:lnTo>
                  <a:lnTo>
                    <a:pt x="2681" y="715"/>
                  </a:lnTo>
                  <a:lnTo>
                    <a:pt x="2684" y="717"/>
                  </a:lnTo>
                  <a:lnTo>
                    <a:pt x="2685" y="719"/>
                  </a:lnTo>
                  <a:lnTo>
                    <a:pt x="2686" y="723"/>
                  </a:lnTo>
                  <a:lnTo>
                    <a:pt x="2686" y="725"/>
                  </a:lnTo>
                  <a:lnTo>
                    <a:pt x="2687" y="729"/>
                  </a:lnTo>
                  <a:lnTo>
                    <a:pt x="2686" y="737"/>
                  </a:lnTo>
                  <a:lnTo>
                    <a:pt x="2685" y="743"/>
                  </a:lnTo>
                  <a:lnTo>
                    <a:pt x="2684" y="747"/>
                  </a:lnTo>
                  <a:lnTo>
                    <a:pt x="2682" y="747"/>
                  </a:lnTo>
                  <a:lnTo>
                    <a:pt x="2678" y="751"/>
                  </a:lnTo>
                  <a:close/>
                  <a:moveTo>
                    <a:pt x="2945" y="753"/>
                  </a:moveTo>
                  <a:lnTo>
                    <a:pt x="2940" y="753"/>
                  </a:lnTo>
                  <a:lnTo>
                    <a:pt x="2937" y="751"/>
                  </a:lnTo>
                  <a:lnTo>
                    <a:pt x="2934" y="747"/>
                  </a:lnTo>
                  <a:lnTo>
                    <a:pt x="2933" y="741"/>
                  </a:lnTo>
                  <a:lnTo>
                    <a:pt x="2932" y="735"/>
                  </a:lnTo>
                  <a:lnTo>
                    <a:pt x="2932" y="395"/>
                  </a:lnTo>
                  <a:lnTo>
                    <a:pt x="2932" y="377"/>
                  </a:lnTo>
                  <a:lnTo>
                    <a:pt x="2931" y="359"/>
                  </a:lnTo>
                  <a:lnTo>
                    <a:pt x="2930" y="343"/>
                  </a:lnTo>
                  <a:lnTo>
                    <a:pt x="2928" y="329"/>
                  </a:lnTo>
                  <a:lnTo>
                    <a:pt x="2926" y="315"/>
                  </a:lnTo>
                  <a:lnTo>
                    <a:pt x="2923" y="303"/>
                  </a:lnTo>
                  <a:lnTo>
                    <a:pt x="2919" y="292"/>
                  </a:lnTo>
                  <a:lnTo>
                    <a:pt x="2915" y="282"/>
                  </a:lnTo>
                  <a:lnTo>
                    <a:pt x="2913" y="276"/>
                  </a:lnTo>
                  <a:lnTo>
                    <a:pt x="2910" y="272"/>
                  </a:lnTo>
                  <a:lnTo>
                    <a:pt x="2905" y="264"/>
                  </a:lnTo>
                  <a:lnTo>
                    <a:pt x="2899" y="258"/>
                  </a:lnTo>
                  <a:lnTo>
                    <a:pt x="2892" y="252"/>
                  </a:lnTo>
                  <a:lnTo>
                    <a:pt x="2885" y="248"/>
                  </a:lnTo>
                  <a:lnTo>
                    <a:pt x="2881" y="246"/>
                  </a:lnTo>
                  <a:lnTo>
                    <a:pt x="2876" y="244"/>
                  </a:lnTo>
                  <a:lnTo>
                    <a:pt x="2867" y="242"/>
                  </a:lnTo>
                  <a:lnTo>
                    <a:pt x="2858" y="242"/>
                  </a:lnTo>
                  <a:lnTo>
                    <a:pt x="2841" y="244"/>
                  </a:lnTo>
                  <a:lnTo>
                    <a:pt x="2823" y="246"/>
                  </a:lnTo>
                  <a:lnTo>
                    <a:pt x="2804" y="252"/>
                  </a:lnTo>
                  <a:lnTo>
                    <a:pt x="2796" y="256"/>
                  </a:lnTo>
                  <a:lnTo>
                    <a:pt x="2789" y="260"/>
                  </a:lnTo>
                  <a:lnTo>
                    <a:pt x="2789" y="735"/>
                  </a:lnTo>
                  <a:lnTo>
                    <a:pt x="2789" y="737"/>
                  </a:lnTo>
                  <a:lnTo>
                    <a:pt x="2788" y="741"/>
                  </a:lnTo>
                  <a:lnTo>
                    <a:pt x="2786" y="747"/>
                  </a:lnTo>
                  <a:lnTo>
                    <a:pt x="2785" y="749"/>
                  </a:lnTo>
                  <a:lnTo>
                    <a:pt x="2784" y="751"/>
                  </a:lnTo>
                  <a:lnTo>
                    <a:pt x="2780" y="753"/>
                  </a:lnTo>
                  <a:lnTo>
                    <a:pt x="2775" y="753"/>
                  </a:lnTo>
                  <a:lnTo>
                    <a:pt x="2772" y="751"/>
                  </a:lnTo>
                  <a:lnTo>
                    <a:pt x="2769" y="747"/>
                  </a:lnTo>
                  <a:lnTo>
                    <a:pt x="2767" y="741"/>
                  </a:lnTo>
                  <a:lnTo>
                    <a:pt x="2767" y="735"/>
                  </a:lnTo>
                  <a:lnTo>
                    <a:pt x="2767" y="20"/>
                  </a:lnTo>
                  <a:lnTo>
                    <a:pt x="2767" y="16"/>
                  </a:lnTo>
                  <a:lnTo>
                    <a:pt x="2767" y="12"/>
                  </a:lnTo>
                  <a:lnTo>
                    <a:pt x="2769" y="6"/>
                  </a:lnTo>
                  <a:lnTo>
                    <a:pt x="2770" y="4"/>
                  </a:lnTo>
                  <a:lnTo>
                    <a:pt x="2772" y="2"/>
                  </a:lnTo>
                  <a:lnTo>
                    <a:pt x="2775" y="0"/>
                  </a:lnTo>
                  <a:lnTo>
                    <a:pt x="2780" y="0"/>
                  </a:lnTo>
                  <a:lnTo>
                    <a:pt x="2784" y="2"/>
                  </a:lnTo>
                  <a:lnTo>
                    <a:pt x="2786" y="6"/>
                  </a:lnTo>
                  <a:lnTo>
                    <a:pt x="2788" y="12"/>
                  </a:lnTo>
                  <a:lnTo>
                    <a:pt x="2789" y="20"/>
                  </a:lnTo>
                  <a:lnTo>
                    <a:pt x="2789" y="220"/>
                  </a:lnTo>
                  <a:lnTo>
                    <a:pt x="2804" y="214"/>
                  </a:lnTo>
                  <a:lnTo>
                    <a:pt x="2823" y="208"/>
                  </a:lnTo>
                  <a:lnTo>
                    <a:pt x="2840" y="204"/>
                  </a:lnTo>
                  <a:lnTo>
                    <a:pt x="2858" y="202"/>
                  </a:lnTo>
                  <a:lnTo>
                    <a:pt x="2870" y="204"/>
                  </a:lnTo>
                  <a:lnTo>
                    <a:pt x="2882" y="206"/>
                  </a:lnTo>
                  <a:lnTo>
                    <a:pt x="2887" y="208"/>
                  </a:lnTo>
                  <a:lnTo>
                    <a:pt x="2892" y="210"/>
                  </a:lnTo>
                  <a:lnTo>
                    <a:pt x="2902" y="216"/>
                  </a:lnTo>
                  <a:lnTo>
                    <a:pt x="2911" y="224"/>
                  </a:lnTo>
                  <a:lnTo>
                    <a:pt x="2915" y="230"/>
                  </a:lnTo>
                  <a:lnTo>
                    <a:pt x="2919" y="234"/>
                  </a:lnTo>
                  <a:lnTo>
                    <a:pt x="2926" y="244"/>
                  </a:lnTo>
                  <a:lnTo>
                    <a:pt x="2932" y="256"/>
                  </a:lnTo>
                  <a:lnTo>
                    <a:pt x="2937" y="270"/>
                  </a:lnTo>
                  <a:lnTo>
                    <a:pt x="2940" y="278"/>
                  </a:lnTo>
                  <a:lnTo>
                    <a:pt x="2942" y="286"/>
                  </a:lnTo>
                  <a:lnTo>
                    <a:pt x="2944" y="292"/>
                  </a:lnTo>
                  <a:lnTo>
                    <a:pt x="2946" y="300"/>
                  </a:lnTo>
                  <a:lnTo>
                    <a:pt x="2947" y="309"/>
                  </a:lnTo>
                  <a:lnTo>
                    <a:pt x="2949" y="317"/>
                  </a:lnTo>
                  <a:lnTo>
                    <a:pt x="2951" y="335"/>
                  </a:lnTo>
                  <a:lnTo>
                    <a:pt x="2952" y="345"/>
                  </a:lnTo>
                  <a:lnTo>
                    <a:pt x="2953" y="355"/>
                  </a:lnTo>
                  <a:lnTo>
                    <a:pt x="2953" y="375"/>
                  </a:lnTo>
                  <a:lnTo>
                    <a:pt x="2954" y="395"/>
                  </a:lnTo>
                  <a:lnTo>
                    <a:pt x="2954" y="735"/>
                  </a:lnTo>
                  <a:lnTo>
                    <a:pt x="2953" y="741"/>
                  </a:lnTo>
                  <a:lnTo>
                    <a:pt x="2953" y="745"/>
                  </a:lnTo>
                  <a:lnTo>
                    <a:pt x="2952" y="747"/>
                  </a:lnTo>
                  <a:lnTo>
                    <a:pt x="2950" y="749"/>
                  </a:lnTo>
                  <a:lnTo>
                    <a:pt x="2949" y="751"/>
                  </a:lnTo>
                  <a:lnTo>
                    <a:pt x="2947" y="753"/>
                  </a:lnTo>
                  <a:lnTo>
                    <a:pt x="2945" y="753"/>
                  </a:lnTo>
                  <a:close/>
                  <a:moveTo>
                    <a:pt x="3232" y="487"/>
                  </a:moveTo>
                  <a:lnTo>
                    <a:pt x="3061" y="487"/>
                  </a:lnTo>
                  <a:lnTo>
                    <a:pt x="3061" y="509"/>
                  </a:lnTo>
                  <a:lnTo>
                    <a:pt x="3061" y="539"/>
                  </a:lnTo>
                  <a:lnTo>
                    <a:pt x="3062" y="553"/>
                  </a:lnTo>
                  <a:lnTo>
                    <a:pt x="3063" y="565"/>
                  </a:lnTo>
                  <a:lnTo>
                    <a:pt x="3064" y="579"/>
                  </a:lnTo>
                  <a:lnTo>
                    <a:pt x="3065" y="591"/>
                  </a:lnTo>
                  <a:lnTo>
                    <a:pt x="3068" y="613"/>
                  </a:lnTo>
                  <a:lnTo>
                    <a:pt x="3072" y="631"/>
                  </a:lnTo>
                  <a:lnTo>
                    <a:pt x="3077" y="647"/>
                  </a:lnTo>
                  <a:lnTo>
                    <a:pt x="3082" y="663"/>
                  </a:lnTo>
                  <a:lnTo>
                    <a:pt x="3085" y="669"/>
                  </a:lnTo>
                  <a:lnTo>
                    <a:pt x="3088" y="675"/>
                  </a:lnTo>
                  <a:lnTo>
                    <a:pt x="3091" y="681"/>
                  </a:lnTo>
                  <a:lnTo>
                    <a:pt x="3094" y="685"/>
                  </a:lnTo>
                  <a:lnTo>
                    <a:pt x="3101" y="693"/>
                  </a:lnTo>
                  <a:lnTo>
                    <a:pt x="3109" y="701"/>
                  </a:lnTo>
                  <a:lnTo>
                    <a:pt x="3117" y="705"/>
                  </a:lnTo>
                  <a:lnTo>
                    <a:pt x="3125" y="709"/>
                  </a:lnTo>
                  <a:lnTo>
                    <a:pt x="3134" y="713"/>
                  </a:lnTo>
                  <a:lnTo>
                    <a:pt x="3143" y="713"/>
                  </a:lnTo>
                  <a:lnTo>
                    <a:pt x="3153" y="713"/>
                  </a:lnTo>
                  <a:lnTo>
                    <a:pt x="3171" y="713"/>
                  </a:lnTo>
                  <a:lnTo>
                    <a:pt x="3189" y="709"/>
                  </a:lnTo>
                  <a:lnTo>
                    <a:pt x="3209" y="703"/>
                  </a:lnTo>
                  <a:lnTo>
                    <a:pt x="3228" y="697"/>
                  </a:lnTo>
                  <a:lnTo>
                    <a:pt x="3229" y="697"/>
                  </a:lnTo>
                  <a:lnTo>
                    <a:pt x="3231" y="697"/>
                  </a:lnTo>
                  <a:lnTo>
                    <a:pt x="3235" y="697"/>
                  </a:lnTo>
                  <a:lnTo>
                    <a:pt x="3236" y="699"/>
                  </a:lnTo>
                  <a:lnTo>
                    <a:pt x="3237" y="703"/>
                  </a:lnTo>
                  <a:lnTo>
                    <a:pt x="3238" y="705"/>
                  </a:lnTo>
                  <a:lnTo>
                    <a:pt x="3238" y="709"/>
                  </a:lnTo>
                  <a:lnTo>
                    <a:pt x="3238" y="721"/>
                  </a:lnTo>
                  <a:lnTo>
                    <a:pt x="3237" y="725"/>
                  </a:lnTo>
                  <a:lnTo>
                    <a:pt x="3236" y="729"/>
                  </a:lnTo>
                  <a:lnTo>
                    <a:pt x="3235" y="731"/>
                  </a:lnTo>
                  <a:lnTo>
                    <a:pt x="3233" y="733"/>
                  </a:lnTo>
                  <a:lnTo>
                    <a:pt x="3229" y="737"/>
                  </a:lnTo>
                  <a:lnTo>
                    <a:pt x="3210" y="743"/>
                  </a:lnTo>
                  <a:lnTo>
                    <a:pt x="3190" y="749"/>
                  </a:lnTo>
                  <a:lnTo>
                    <a:pt x="3171" y="751"/>
                  </a:lnTo>
                  <a:lnTo>
                    <a:pt x="3153" y="753"/>
                  </a:lnTo>
                  <a:lnTo>
                    <a:pt x="3141" y="753"/>
                  </a:lnTo>
                  <a:lnTo>
                    <a:pt x="3129" y="751"/>
                  </a:lnTo>
                  <a:lnTo>
                    <a:pt x="3118" y="747"/>
                  </a:lnTo>
                  <a:lnTo>
                    <a:pt x="3108" y="741"/>
                  </a:lnTo>
                  <a:lnTo>
                    <a:pt x="3098" y="735"/>
                  </a:lnTo>
                  <a:lnTo>
                    <a:pt x="3093" y="731"/>
                  </a:lnTo>
                  <a:lnTo>
                    <a:pt x="3089" y="727"/>
                  </a:lnTo>
                  <a:lnTo>
                    <a:pt x="3080" y="715"/>
                  </a:lnTo>
                  <a:lnTo>
                    <a:pt x="3072" y="703"/>
                  </a:lnTo>
                  <a:lnTo>
                    <a:pt x="3068" y="695"/>
                  </a:lnTo>
                  <a:lnTo>
                    <a:pt x="3065" y="687"/>
                  </a:lnTo>
                  <a:lnTo>
                    <a:pt x="3058" y="669"/>
                  </a:lnTo>
                  <a:lnTo>
                    <a:pt x="3053" y="649"/>
                  </a:lnTo>
                  <a:lnTo>
                    <a:pt x="3048" y="627"/>
                  </a:lnTo>
                  <a:lnTo>
                    <a:pt x="3046" y="615"/>
                  </a:lnTo>
                  <a:lnTo>
                    <a:pt x="3044" y="601"/>
                  </a:lnTo>
                  <a:lnTo>
                    <a:pt x="3041" y="573"/>
                  </a:lnTo>
                  <a:lnTo>
                    <a:pt x="3039" y="543"/>
                  </a:lnTo>
                  <a:lnTo>
                    <a:pt x="3039" y="527"/>
                  </a:lnTo>
                  <a:lnTo>
                    <a:pt x="3039" y="509"/>
                  </a:lnTo>
                  <a:lnTo>
                    <a:pt x="3039" y="443"/>
                  </a:lnTo>
                  <a:lnTo>
                    <a:pt x="3039" y="417"/>
                  </a:lnTo>
                  <a:lnTo>
                    <a:pt x="3040" y="391"/>
                  </a:lnTo>
                  <a:lnTo>
                    <a:pt x="3043" y="369"/>
                  </a:lnTo>
                  <a:lnTo>
                    <a:pt x="3045" y="345"/>
                  </a:lnTo>
                  <a:lnTo>
                    <a:pt x="3047" y="335"/>
                  </a:lnTo>
                  <a:lnTo>
                    <a:pt x="3049" y="325"/>
                  </a:lnTo>
                  <a:lnTo>
                    <a:pt x="3051" y="315"/>
                  </a:lnTo>
                  <a:lnTo>
                    <a:pt x="3053" y="305"/>
                  </a:lnTo>
                  <a:lnTo>
                    <a:pt x="3056" y="296"/>
                  </a:lnTo>
                  <a:lnTo>
                    <a:pt x="3059" y="288"/>
                  </a:lnTo>
                  <a:lnTo>
                    <a:pt x="3065" y="270"/>
                  </a:lnTo>
                  <a:lnTo>
                    <a:pt x="3072" y="256"/>
                  </a:lnTo>
                  <a:lnTo>
                    <a:pt x="3079" y="242"/>
                  </a:lnTo>
                  <a:lnTo>
                    <a:pt x="3087" y="230"/>
                  </a:lnTo>
                  <a:lnTo>
                    <a:pt x="3097" y="220"/>
                  </a:lnTo>
                  <a:lnTo>
                    <a:pt x="3106" y="212"/>
                  </a:lnTo>
                  <a:lnTo>
                    <a:pt x="3117" y="208"/>
                  </a:lnTo>
                  <a:lnTo>
                    <a:pt x="3128" y="204"/>
                  </a:lnTo>
                  <a:lnTo>
                    <a:pt x="3134" y="202"/>
                  </a:lnTo>
                  <a:lnTo>
                    <a:pt x="3141" y="202"/>
                  </a:lnTo>
                  <a:lnTo>
                    <a:pt x="3154" y="204"/>
                  </a:lnTo>
                  <a:lnTo>
                    <a:pt x="3160" y="204"/>
                  </a:lnTo>
                  <a:lnTo>
                    <a:pt x="3166" y="206"/>
                  </a:lnTo>
                  <a:lnTo>
                    <a:pt x="3177" y="212"/>
                  </a:lnTo>
                  <a:lnTo>
                    <a:pt x="3182" y="216"/>
                  </a:lnTo>
                  <a:lnTo>
                    <a:pt x="3186" y="220"/>
                  </a:lnTo>
                  <a:lnTo>
                    <a:pt x="3196" y="230"/>
                  </a:lnTo>
                  <a:lnTo>
                    <a:pt x="3204" y="240"/>
                  </a:lnTo>
                  <a:lnTo>
                    <a:pt x="3211" y="254"/>
                  </a:lnTo>
                  <a:lnTo>
                    <a:pt x="3214" y="260"/>
                  </a:lnTo>
                  <a:lnTo>
                    <a:pt x="3218" y="268"/>
                  </a:lnTo>
                  <a:lnTo>
                    <a:pt x="3223" y="286"/>
                  </a:lnTo>
                  <a:lnTo>
                    <a:pt x="3228" y="303"/>
                  </a:lnTo>
                  <a:lnTo>
                    <a:pt x="3232" y="323"/>
                  </a:lnTo>
                  <a:lnTo>
                    <a:pt x="3236" y="343"/>
                  </a:lnTo>
                  <a:lnTo>
                    <a:pt x="3238" y="365"/>
                  </a:lnTo>
                  <a:lnTo>
                    <a:pt x="3240" y="389"/>
                  </a:lnTo>
                  <a:lnTo>
                    <a:pt x="3241" y="415"/>
                  </a:lnTo>
                  <a:lnTo>
                    <a:pt x="3242" y="441"/>
                  </a:lnTo>
                  <a:lnTo>
                    <a:pt x="3242" y="469"/>
                  </a:lnTo>
                  <a:lnTo>
                    <a:pt x="3241" y="473"/>
                  </a:lnTo>
                  <a:lnTo>
                    <a:pt x="3241" y="475"/>
                  </a:lnTo>
                  <a:lnTo>
                    <a:pt x="3239" y="483"/>
                  </a:lnTo>
                  <a:lnTo>
                    <a:pt x="3236" y="487"/>
                  </a:lnTo>
                  <a:lnTo>
                    <a:pt x="3232" y="487"/>
                  </a:lnTo>
                  <a:close/>
                  <a:moveTo>
                    <a:pt x="3220" y="441"/>
                  </a:moveTo>
                  <a:lnTo>
                    <a:pt x="3219" y="417"/>
                  </a:lnTo>
                  <a:lnTo>
                    <a:pt x="3219" y="397"/>
                  </a:lnTo>
                  <a:lnTo>
                    <a:pt x="3217" y="375"/>
                  </a:lnTo>
                  <a:lnTo>
                    <a:pt x="3215" y="357"/>
                  </a:lnTo>
                  <a:lnTo>
                    <a:pt x="3213" y="339"/>
                  </a:lnTo>
                  <a:lnTo>
                    <a:pt x="3210" y="321"/>
                  </a:lnTo>
                  <a:lnTo>
                    <a:pt x="3208" y="315"/>
                  </a:lnTo>
                  <a:lnTo>
                    <a:pt x="3206" y="307"/>
                  </a:lnTo>
                  <a:lnTo>
                    <a:pt x="3202" y="294"/>
                  </a:lnTo>
                  <a:lnTo>
                    <a:pt x="3199" y="288"/>
                  </a:lnTo>
                  <a:lnTo>
                    <a:pt x="3197" y="282"/>
                  </a:lnTo>
                  <a:lnTo>
                    <a:pt x="3194" y="276"/>
                  </a:lnTo>
                  <a:lnTo>
                    <a:pt x="3191" y="272"/>
                  </a:lnTo>
                  <a:lnTo>
                    <a:pt x="3188" y="266"/>
                  </a:lnTo>
                  <a:lnTo>
                    <a:pt x="3185" y="262"/>
                  </a:lnTo>
                  <a:lnTo>
                    <a:pt x="3178" y="256"/>
                  </a:lnTo>
                  <a:lnTo>
                    <a:pt x="3170" y="250"/>
                  </a:lnTo>
                  <a:lnTo>
                    <a:pt x="3161" y="246"/>
                  </a:lnTo>
                  <a:lnTo>
                    <a:pt x="3152" y="242"/>
                  </a:lnTo>
                  <a:lnTo>
                    <a:pt x="3141" y="242"/>
                  </a:lnTo>
                  <a:lnTo>
                    <a:pt x="3130" y="242"/>
                  </a:lnTo>
                  <a:lnTo>
                    <a:pt x="3126" y="244"/>
                  </a:lnTo>
                  <a:lnTo>
                    <a:pt x="3121" y="246"/>
                  </a:lnTo>
                  <a:lnTo>
                    <a:pt x="3112" y="250"/>
                  </a:lnTo>
                  <a:lnTo>
                    <a:pt x="3105" y="256"/>
                  </a:lnTo>
                  <a:lnTo>
                    <a:pt x="3097" y="264"/>
                  </a:lnTo>
                  <a:lnTo>
                    <a:pt x="3091" y="274"/>
                  </a:lnTo>
                  <a:lnTo>
                    <a:pt x="3085" y="284"/>
                  </a:lnTo>
                  <a:lnTo>
                    <a:pt x="3080" y="298"/>
                  </a:lnTo>
                  <a:lnTo>
                    <a:pt x="3075" y="311"/>
                  </a:lnTo>
                  <a:lnTo>
                    <a:pt x="3073" y="317"/>
                  </a:lnTo>
                  <a:lnTo>
                    <a:pt x="3071" y="325"/>
                  </a:lnTo>
                  <a:lnTo>
                    <a:pt x="3068" y="343"/>
                  </a:lnTo>
                  <a:lnTo>
                    <a:pt x="3066" y="361"/>
                  </a:lnTo>
                  <a:lnTo>
                    <a:pt x="3064" y="379"/>
                  </a:lnTo>
                  <a:lnTo>
                    <a:pt x="3062" y="399"/>
                  </a:lnTo>
                  <a:lnTo>
                    <a:pt x="3061" y="421"/>
                  </a:lnTo>
                  <a:lnTo>
                    <a:pt x="3061" y="443"/>
                  </a:lnTo>
                  <a:lnTo>
                    <a:pt x="3220" y="447"/>
                  </a:lnTo>
                  <a:lnTo>
                    <a:pt x="3220" y="441"/>
                  </a:lnTo>
                  <a:close/>
                  <a:moveTo>
                    <a:pt x="3726" y="699"/>
                  </a:moveTo>
                  <a:lnTo>
                    <a:pt x="3724" y="713"/>
                  </a:lnTo>
                  <a:lnTo>
                    <a:pt x="3722" y="723"/>
                  </a:lnTo>
                  <a:lnTo>
                    <a:pt x="3720" y="733"/>
                  </a:lnTo>
                  <a:lnTo>
                    <a:pt x="3718" y="737"/>
                  </a:lnTo>
                  <a:lnTo>
                    <a:pt x="3717" y="741"/>
                  </a:lnTo>
                  <a:lnTo>
                    <a:pt x="3714" y="747"/>
                  </a:lnTo>
                  <a:lnTo>
                    <a:pt x="3710" y="751"/>
                  </a:lnTo>
                  <a:lnTo>
                    <a:pt x="3705" y="753"/>
                  </a:lnTo>
                  <a:lnTo>
                    <a:pt x="3700" y="753"/>
                  </a:lnTo>
                  <a:lnTo>
                    <a:pt x="3694" y="753"/>
                  </a:lnTo>
                  <a:lnTo>
                    <a:pt x="3692" y="751"/>
                  </a:lnTo>
                  <a:lnTo>
                    <a:pt x="3690" y="749"/>
                  </a:lnTo>
                  <a:lnTo>
                    <a:pt x="3688" y="747"/>
                  </a:lnTo>
                  <a:lnTo>
                    <a:pt x="3686" y="745"/>
                  </a:lnTo>
                  <a:lnTo>
                    <a:pt x="3684" y="741"/>
                  </a:lnTo>
                  <a:lnTo>
                    <a:pt x="3683" y="739"/>
                  </a:lnTo>
                  <a:lnTo>
                    <a:pt x="3680" y="731"/>
                  </a:lnTo>
                  <a:lnTo>
                    <a:pt x="3678" y="721"/>
                  </a:lnTo>
                  <a:lnTo>
                    <a:pt x="3676" y="709"/>
                  </a:lnTo>
                  <a:lnTo>
                    <a:pt x="3674" y="695"/>
                  </a:lnTo>
                  <a:lnTo>
                    <a:pt x="3621" y="313"/>
                  </a:lnTo>
                  <a:lnTo>
                    <a:pt x="3619" y="305"/>
                  </a:lnTo>
                  <a:lnTo>
                    <a:pt x="3618" y="305"/>
                  </a:lnTo>
                  <a:lnTo>
                    <a:pt x="3617" y="305"/>
                  </a:lnTo>
                  <a:lnTo>
                    <a:pt x="3615" y="305"/>
                  </a:lnTo>
                  <a:lnTo>
                    <a:pt x="3614" y="313"/>
                  </a:lnTo>
                  <a:lnTo>
                    <a:pt x="3560" y="695"/>
                  </a:lnTo>
                  <a:lnTo>
                    <a:pt x="3556" y="721"/>
                  </a:lnTo>
                  <a:lnTo>
                    <a:pt x="3554" y="731"/>
                  </a:lnTo>
                  <a:lnTo>
                    <a:pt x="3552" y="739"/>
                  </a:lnTo>
                  <a:lnTo>
                    <a:pt x="3548" y="745"/>
                  </a:lnTo>
                  <a:lnTo>
                    <a:pt x="3545" y="749"/>
                  </a:lnTo>
                  <a:lnTo>
                    <a:pt x="3540" y="753"/>
                  </a:lnTo>
                  <a:lnTo>
                    <a:pt x="3535" y="753"/>
                  </a:lnTo>
                  <a:lnTo>
                    <a:pt x="3529" y="753"/>
                  </a:lnTo>
                  <a:lnTo>
                    <a:pt x="3525" y="751"/>
                  </a:lnTo>
                  <a:lnTo>
                    <a:pt x="3521" y="747"/>
                  </a:lnTo>
                  <a:lnTo>
                    <a:pt x="3517" y="741"/>
                  </a:lnTo>
                  <a:lnTo>
                    <a:pt x="3516" y="737"/>
                  </a:lnTo>
                  <a:lnTo>
                    <a:pt x="3515" y="733"/>
                  </a:lnTo>
                  <a:lnTo>
                    <a:pt x="3513" y="729"/>
                  </a:lnTo>
                  <a:lnTo>
                    <a:pt x="3512" y="723"/>
                  </a:lnTo>
                  <a:lnTo>
                    <a:pt x="3510" y="713"/>
                  </a:lnTo>
                  <a:lnTo>
                    <a:pt x="3508" y="699"/>
                  </a:lnTo>
                  <a:lnTo>
                    <a:pt x="3452" y="232"/>
                  </a:lnTo>
                  <a:lnTo>
                    <a:pt x="3452" y="228"/>
                  </a:lnTo>
                  <a:lnTo>
                    <a:pt x="3452" y="222"/>
                  </a:lnTo>
                  <a:lnTo>
                    <a:pt x="3452" y="218"/>
                  </a:lnTo>
                  <a:lnTo>
                    <a:pt x="3453" y="216"/>
                  </a:lnTo>
                  <a:lnTo>
                    <a:pt x="3454" y="212"/>
                  </a:lnTo>
                  <a:lnTo>
                    <a:pt x="3456" y="210"/>
                  </a:lnTo>
                  <a:lnTo>
                    <a:pt x="3458" y="208"/>
                  </a:lnTo>
                  <a:lnTo>
                    <a:pt x="3461" y="208"/>
                  </a:lnTo>
                  <a:lnTo>
                    <a:pt x="3467" y="208"/>
                  </a:lnTo>
                  <a:lnTo>
                    <a:pt x="3470" y="212"/>
                  </a:lnTo>
                  <a:lnTo>
                    <a:pt x="3471" y="216"/>
                  </a:lnTo>
                  <a:lnTo>
                    <a:pt x="3472" y="222"/>
                  </a:lnTo>
                  <a:lnTo>
                    <a:pt x="3528" y="689"/>
                  </a:lnTo>
                  <a:lnTo>
                    <a:pt x="3530" y="703"/>
                  </a:lnTo>
                  <a:lnTo>
                    <a:pt x="3531" y="711"/>
                  </a:lnTo>
                  <a:lnTo>
                    <a:pt x="3533" y="713"/>
                  </a:lnTo>
                  <a:lnTo>
                    <a:pt x="3535" y="713"/>
                  </a:lnTo>
                  <a:lnTo>
                    <a:pt x="3536" y="713"/>
                  </a:lnTo>
                  <a:lnTo>
                    <a:pt x="3538" y="709"/>
                  </a:lnTo>
                  <a:lnTo>
                    <a:pt x="3539" y="703"/>
                  </a:lnTo>
                  <a:lnTo>
                    <a:pt x="3541" y="689"/>
                  </a:lnTo>
                  <a:lnTo>
                    <a:pt x="3596" y="301"/>
                  </a:lnTo>
                  <a:lnTo>
                    <a:pt x="3597" y="294"/>
                  </a:lnTo>
                  <a:lnTo>
                    <a:pt x="3599" y="286"/>
                  </a:lnTo>
                  <a:lnTo>
                    <a:pt x="3601" y="280"/>
                  </a:lnTo>
                  <a:lnTo>
                    <a:pt x="3604" y="274"/>
                  </a:lnTo>
                  <a:lnTo>
                    <a:pt x="3607" y="270"/>
                  </a:lnTo>
                  <a:lnTo>
                    <a:pt x="3610" y="268"/>
                  </a:lnTo>
                  <a:lnTo>
                    <a:pt x="3614" y="266"/>
                  </a:lnTo>
                  <a:lnTo>
                    <a:pt x="3617" y="266"/>
                  </a:lnTo>
                  <a:lnTo>
                    <a:pt x="3621" y="266"/>
                  </a:lnTo>
                  <a:lnTo>
                    <a:pt x="3624" y="268"/>
                  </a:lnTo>
                  <a:lnTo>
                    <a:pt x="3627" y="270"/>
                  </a:lnTo>
                  <a:lnTo>
                    <a:pt x="3630" y="274"/>
                  </a:lnTo>
                  <a:lnTo>
                    <a:pt x="3633" y="280"/>
                  </a:lnTo>
                  <a:lnTo>
                    <a:pt x="3634" y="282"/>
                  </a:lnTo>
                  <a:lnTo>
                    <a:pt x="3635" y="286"/>
                  </a:lnTo>
                  <a:lnTo>
                    <a:pt x="3637" y="294"/>
                  </a:lnTo>
                  <a:lnTo>
                    <a:pt x="3639" y="301"/>
                  </a:lnTo>
                  <a:lnTo>
                    <a:pt x="3693" y="689"/>
                  </a:lnTo>
                  <a:lnTo>
                    <a:pt x="3695" y="703"/>
                  </a:lnTo>
                  <a:lnTo>
                    <a:pt x="3696" y="707"/>
                  </a:lnTo>
                  <a:lnTo>
                    <a:pt x="3697" y="709"/>
                  </a:lnTo>
                  <a:lnTo>
                    <a:pt x="3698" y="713"/>
                  </a:lnTo>
                  <a:lnTo>
                    <a:pt x="3700" y="713"/>
                  </a:lnTo>
                  <a:lnTo>
                    <a:pt x="3701" y="713"/>
                  </a:lnTo>
                  <a:lnTo>
                    <a:pt x="3702" y="713"/>
                  </a:lnTo>
                  <a:lnTo>
                    <a:pt x="3703" y="711"/>
                  </a:lnTo>
                  <a:lnTo>
                    <a:pt x="3704" y="707"/>
                  </a:lnTo>
                  <a:lnTo>
                    <a:pt x="3705" y="703"/>
                  </a:lnTo>
                  <a:lnTo>
                    <a:pt x="3707" y="689"/>
                  </a:lnTo>
                  <a:lnTo>
                    <a:pt x="3761" y="222"/>
                  </a:lnTo>
                  <a:lnTo>
                    <a:pt x="3762" y="216"/>
                  </a:lnTo>
                  <a:lnTo>
                    <a:pt x="3763" y="212"/>
                  </a:lnTo>
                  <a:lnTo>
                    <a:pt x="3764" y="210"/>
                  </a:lnTo>
                  <a:lnTo>
                    <a:pt x="3766" y="208"/>
                  </a:lnTo>
                  <a:lnTo>
                    <a:pt x="3767" y="208"/>
                  </a:lnTo>
                  <a:lnTo>
                    <a:pt x="3769" y="208"/>
                  </a:lnTo>
                  <a:lnTo>
                    <a:pt x="3773" y="208"/>
                  </a:lnTo>
                  <a:lnTo>
                    <a:pt x="3777" y="210"/>
                  </a:lnTo>
                  <a:lnTo>
                    <a:pt x="3779" y="212"/>
                  </a:lnTo>
                  <a:lnTo>
                    <a:pt x="3781" y="214"/>
                  </a:lnTo>
                  <a:lnTo>
                    <a:pt x="3782" y="218"/>
                  </a:lnTo>
                  <a:lnTo>
                    <a:pt x="3782" y="222"/>
                  </a:lnTo>
                  <a:lnTo>
                    <a:pt x="3781" y="232"/>
                  </a:lnTo>
                  <a:lnTo>
                    <a:pt x="3726" y="699"/>
                  </a:lnTo>
                  <a:close/>
                  <a:moveTo>
                    <a:pt x="3953" y="753"/>
                  </a:moveTo>
                  <a:lnTo>
                    <a:pt x="3940" y="753"/>
                  </a:lnTo>
                  <a:lnTo>
                    <a:pt x="3934" y="751"/>
                  </a:lnTo>
                  <a:lnTo>
                    <a:pt x="3929" y="749"/>
                  </a:lnTo>
                  <a:lnTo>
                    <a:pt x="3918" y="745"/>
                  </a:lnTo>
                  <a:lnTo>
                    <a:pt x="3908" y="737"/>
                  </a:lnTo>
                  <a:lnTo>
                    <a:pt x="3903" y="733"/>
                  </a:lnTo>
                  <a:lnTo>
                    <a:pt x="3898" y="729"/>
                  </a:lnTo>
                  <a:lnTo>
                    <a:pt x="3890" y="717"/>
                  </a:lnTo>
                  <a:lnTo>
                    <a:pt x="3882" y="705"/>
                  </a:lnTo>
                  <a:lnTo>
                    <a:pt x="3875" y="689"/>
                  </a:lnTo>
                  <a:lnTo>
                    <a:pt x="3872" y="683"/>
                  </a:lnTo>
                  <a:lnTo>
                    <a:pt x="3869" y="673"/>
                  </a:lnTo>
                  <a:lnTo>
                    <a:pt x="3866" y="665"/>
                  </a:lnTo>
                  <a:lnTo>
                    <a:pt x="3864" y="655"/>
                  </a:lnTo>
                  <a:lnTo>
                    <a:pt x="3859" y="635"/>
                  </a:lnTo>
                  <a:lnTo>
                    <a:pt x="3856" y="615"/>
                  </a:lnTo>
                  <a:lnTo>
                    <a:pt x="3853" y="591"/>
                  </a:lnTo>
                  <a:lnTo>
                    <a:pt x="3851" y="567"/>
                  </a:lnTo>
                  <a:lnTo>
                    <a:pt x="3850" y="541"/>
                  </a:lnTo>
                  <a:lnTo>
                    <a:pt x="3849" y="513"/>
                  </a:lnTo>
                  <a:lnTo>
                    <a:pt x="3849" y="443"/>
                  </a:lnTo>
                  <a:lnTo>
                    <a:pt x="3850" y="415"/>
                  </a:lnTo>
                  <a:lnTo>
                    <a:pt x="3851" y="389"/>
                  </a:lnTo>
                  <a:lnTo>
                    <a:pt x="3853" y="363"/>
                  </a:lnTo>
                  <a:lnTo>
                    <a:pt x="3856" y="341"/>
                  </a:lnTo>
                  <a:lnTo>
                    <a:pt x="3857" y="329"/>
                  </a:lnTo>
                  <a:lnTo>
                    <a:pt x="3859" y="319"/>
                  </a:lnTo>
                  <a:lnTo>
                    <a:pt x="3861" y="309"/>
                  </a:lnTo>
                  <a:lnTo>
                    <a:pt x="3864" y="300"/>
                  </a:lnTo>
                  <a:lnTo>
                    <a:pt x="3866" y="290"/>
                  </a:lnTo>
                  <a:lnTo>
                    <a:pt x="3869" y="282"/>
                  </a:lnTo>
                  <a:lnTo>
                    <a:pt x="3875" y="266"/>
                  </a:lnTo>
                  <a:lnTo>
                    <a:pt x="3882" y="252"/>
                  </a:lnTo>
                  <a:lnTo>
                    <a:pt x="3886" y="244"/>
                  </a:lnTo>
                  <a:lnTo>
                    <a:pt x="3890" y="238"/>
                  </a:lnTo>
                  <a:lnTo>
                    <a:pt x="3898" y="228"/>
                  </a:lnTo>
                  <a:lnTo>
                    <a:pt x="3903" y="222"/>
                  </a:lnTo>
                  <a:lnTo>
                    <a:pt x="3908" y="218"/>
                  </a:lnTo>
                  <a:lnTo>
                    <a:pt x="3918" y="212"/>
                  </a:lnTo>
                  <a:lnTo>
                    <a:pt x="3929" y="206"/>
                  </a:lnTo>
                  <a:lnTo>
                    <a:pt x="3934" y="204"/>
                  </a:lnTo>
                  <a:lnTo>
                    <a:pt x="3940" y="204"/>
                  </a:lnTo>
                  <a:lnTo>
                    <a:pt x="3953" y="202"/>
                  </a:lnTo>
                  <a:lnTo>
                    <a:pt x="3965" y="204"/>
                  </a:lnTo>
                  <a:lnTo>
                    <a:pt x="3971" y="204"/>
                  </a:lnTo>
                  <a:lnTo>
                    <a:pt x="3977" y="206"/>
                  </a:lnTo>
                  <a:lnTo>
                    <a:pt x="3988" y="212"/>
                  </a:lnTo>
                  <a:lnTo>
                    <a:pt x="3998" y="218"/>
                  </a:lnTo>
                  <a:lnTo>
                    <a:pt x="4003" y="222"/>
                  </a:lnTo>
                  <a:lnTo>
                    <a:pt x="4007" y="228"/>
                  </a:lnTo>
                  <a:lnTo>
                    <a:pt x="4016" y="238"/>
                  </a:lnTo>
                  <a:lnTo>
                    <a:pt x="4024" y="252"/>
                  </a:lnTo>
                  <a:lnTo>
                    <a:pt x="4031" y="266"/>
                  </a:lnTo>
                  <a:lnTo>
                    <a:pt x="4034" y="274"/>
                  </a:lnTo>
                  <a:lnTo>
                    <a:pt x="4037" y="282"/>
                  </a:lnTo>
                  <a:lnTo>
                    <a:pt x="4039" y="290"/>
                  </a:lnTo>
                  <a:lnTo>
                    <a:pt x="4042" y="300"/>
                  </a:lnTo>
                  <a:lnTo>
                    <a:pt x="4046" y="319"/>
                  </a:lnTo>
                  <a:lnTo>
                    <a:pt x="4050" y="341"/>
                  </a:lnTo>
                  <a:lnTo>
                    <a:pt x="4053" y="363"/>
                  </a:lnTo>
                  <a:lnTo>
                    <a:pt x="4055" y="389"/>
                  </a:lnTo>
                  <a:lnTo>
                    <a:pt x="4056" y="415"/>
                  </a:lnTo>
                  <a:lnTo>
                    <a:pt x="4057" y="443"/>
                  </a:lnTo>
                  <a:lnTo>
                    <a:pt x="4057" y="513"/>
                  </a:lnTo>
                  <a:lnTo>
                    <a:pt x="4056" y="541"/>
                  </a:lnTo>
                  <a:lnTo>
                    <a:pt x="4055" y="567"/>
                  </a:lnTo>
                  <a:lnTo>
                    <a:pt x="4053" y="591"/>
                  </a:lnTo>
                  <a:lnTo>
                    <a:pt x="4050" y="615"/>
                  </a:lnTo>
                  <a:lnTo>
                    <a:pt x="4048" y="625"/>
                  </a:lnTo>
                  <a:lnTo>
                    <a:pt x="4046" y="635"/>
                  </a:lnTo>
                  <a:lnTo>
                    <a:pt x="4044" y="645"/>
                  </a:lnTo>
                  <a:lnTo>
                    <a:pt x="4042" y="655"/>
                  </a:lnTo>
                  <a:lnTo>
                    <a:pt x="4039" y="665"/>
                  </a:lnTo>
                  <a:lnTo>
                    <a:pt x="4037" y="673"/>
                  </a:lnTo>
                  <a:lnTo>
                    <a:pt x="4031" y="689"/>
                  </a:lnTo>
                  <a:lnTo>
                    <a:pt x="4024" y="705"/>
                  </a:lnTo>
                  <a:lnTo>
                    <a:pt x="4020" y="711"/>
                  </a:lnTo>
                  <a:lnTo>
                    <a:pt x="4016" y="717"/>
                  </a:lnTo>
                  <a:lnTo>
                    <a:pt x="4007" y="729"/>
                  </a:lnTo>
                  <a:lnTo>
                    <a:pt x="4003" y="733"/>
                  </a:lnTo>
                  <a:lnTo>
                    <a:pt x="3998" y="737"/>
                  </a:lnTo>
                  <a:lnTo>
                    <a:pt x="3988" y="745"/>
                  </a:lnTo>
                  <a:lnTo>
                    <a:pt x="3977" y="749"/>
                  </a:lnTo>
                  <a:lnTo>
                    <a:pt x="3971" y="751"/>
                  </a:lnTo>
                  <a:lnTo>
                    <a:pt x="3965" y="753"/>
                  </a:lnTo>
                  <a:lnTo>
                    <a:pt x="3953" y="753"/>
                  </a:lnTo>
                  <a:close/>
                  <a:moveTo>
                    <a:pt x="4034" y="443"/>
                  </a:moveTo>
                  <a:lnTo>
                    <a:pt x="4034" y="419"/>
                  </a:lnTo>
                  <a:lnTo>
                    <a:pt x="4033" y="397"/>
                  </a:lnTo>
                  <a:lnTo>
                    <a:pt x="4033" y="387"/>
                  </a:lnTo>
                  <a:lnTo>
                    <a:pt x="4032" y="377"/>
                  </a:lnTo>
                  <a:lnTo>
                    <a:pt x="4030" y="359"/>
                  </a:lnTo>
                  <a:lnTo>
                    <a:pt x="4027" y="341"/>
                  </a:lnTo>
                  <a:lnTo>
                    <a:pt x="4024" y="323"/>
                  </a:lnTo>
                  <a:lnTo>
                    <a:pt x="4020" y="309"/>
                  </a:lnTo>
                  <a:lnTo>
                    <a:pt x="4016" y="296"/>
                  </a:lnTo>
                  <a:lnTo>
                    <a:pt x="4011" y="284"/>
                  </a:lnTo>
                  <a:lnTo>
                    <a:pt x="4008" y="278"/>
                  </a:lnTo>
                  <a:lnTo>
                    <a:pt x="4005" y="272"/>
                  </a:lnTo>
                  <a:lnTo>
                    <a:pt x="3998" y="264"/>
                  </a:lnTo>
                  <a:lnTo>
                    <a:pt x="3994" y="260"/>
                  </a:lnTo>
                  <a:lnTo>
                    <a:pt x="3990" y="256"/>
                  </a:lnTo>
                  <a:lnTo>
                    <a:pt x="3986" y="252"/>
                  </a:lnTo>
                  <a:lnTo>
                    <a:pt x="3982" y="250"/>
                  </a:lnTo>
                  <a:lnTo>
                    <a:pt x="3973" y="246"/>
                  </a:lnTo>
                  <a:lnTo>
                    <a:pt x="3963" y="242"/>
                  </a:lnTo>
                  <a:lnTo>
                    <a:pt x="3953" y="242"/>
                  </a:lnTo>
                  <a:lnTo>
                    <a:pt x="3942" y="242"/>
                  </a:lnTo>
                  <a:lnTo>
                    <a:pt x="3932" y="246"/>
                  </a:lnTo>
                  <a:lnTo>
                    <a:pt x="3928" y="248"/>
                  </a:lnTo>
                  <a:lnTo>
                    <a:pt x="3923" y="250"/>
                  </a:lnTo>
                  <a:lnTo>
                    <a:pt x="3915" y="256"/>
                  </a:lnTo>
                  <a:lnTo>
                    <a:pt x="3908" y="264"/>
                  </a:lnTo>
                  <a:lnTo>
                    <a:pt x="3901" y="272"/>
                  </a:lnTo>
                  <a:lnTo>
                    <a:pt x="3895" y="284"/>
                  </a:lnTo>
                  <a:lnTo>
                    <a:pt x="3890" y="296"/>
                  </a:lnTo>
                  <a:lnTo>
                    <a:pt x="3888" y="301"/>
                  </a:lnTo>
                  <a:lnTo>
                    <a:pt x="3885" y="309"/>
                  </a:lnTo>
                  <a:lnTo>
                    <a:pt x="3882" y="323"/>
                  </a:lnTo>
                  <a:lnTo>
                    <a:pt x="3878" y="341"/>
                  </a:lnTo>
                  <a:lnTo>
                    <a:pt x="3876" y="359"/>
                  </a:lnTo>
                  <a:lnTo>
                    <a:pt x="3874" y="377"/>
                  </a:lnTo>
                  <a:lnTo>
                    <a:pt x="3872" y="397"/>
                  </a:lnTo>
                  <a:lnTo>
                    <a:pt x="3872" y="409"/>
                  </a:lnTo>
                  <a:lnTo>
                    <a:pt x="3872" y="419"/>
                  </a:lnTo>
                  <a:lnTo>
                    <a:pt x="3871" y="443"/>
                  </a:lnTo>
                  <a:lnTo>
                    <a:pt x="3871" y="513"/>
                  </a:lnTo>
                  <a:lnTo>
                    <a:pt x="3872" y="535"/>
                  </a:lnTo>
                  <a:lnTo>
                    <a:pt x="3872" y="557"/>
                  </a:lnTo>
                  <a:lnTo>
                    <a:pt x="3873" y="567"/>
                  </a:lnTo>
                  <a:lnTo>
                    <a:pt x="3874" y="577"/>
                  </a:lnTo>
                  <a:lnTo>
                    <a:pt x="3876" y="597"/>
                  </a:lnTo>
                  <a:lnTo>
                    <a:pt x="3878" y="615"/>
                  </a:lnTo>
                  <a:lnTo>
                    <a:pt x="3882" y="631"/>
                  </a:lnTo>
                  <a:lnTo>
                    <a:pt x="3885" y="645"/>
                  </a:lnTo>
                  <a:lnTo>
                    <a:pt x="3890" y="659"/>
                  </a:lnTo>
                  <a:lnTo>
                    <a:pt x="3895" y="673"/>
                  </a:lnTo>
                  <a:lnTo>
                    <a:pt x="3898" y="677"/>
                  </a:lnTo>
                  <a:lnTo>
                    <a:pt x="3901" y="683"/>
                  </a:lnTo>
                  <a:lnTo>
                    <a:pt x="3908" y="693"/>
                  </a:lnTo>
                  <a:lnTo>
                    <a:pt x="3911" y="697"/>
                  </a:lnTo>
                  <a:lnTo>
                    <a:pt x="3915" y="699"/>
                  </a:lnTo>
                  <a:lnTo>
                    <a:pt x="3919" y="703"/>
                  </a:lnTo>
                  <a:lnTo>
                    <a:pt x="3923" y="707"/>
                  </a:lnTo>
                  <a:lnTo>
                    <a:pt x="3932" y="711"/>
                  </a:lnTo>
                  <a:lnTo>
                    <a:pt x="3942" y="713"/>
                  </a:lnTo>
                  <a:lnTo>
                    <a:pt x="3953" y="713"/>
                  </a:lnTo>
                  <a:lnTo>
                    <a:pt x="3963" y="713"/>
                  </a:lnTo>
                  <a:lnTo>
                    <a:pt x="3973" y="711"/>
                  </a:lnTo>
                  <a:lnTo>
                    <a:pt x="3978" y="709"/>
                  </a:lnTo>
                  <a:lnTo>
                    <a:pt x="3982" y="707"/>
                  </a:lnTo>
                  <a:lnTo>
                    <a:pt x="3990" y="699"/>
                  </a:lnTo>
                  <a:lnTo>
                    <a:pt x="3998" y="693"/>
                  </a:lnTo>
                  <a:lnTo>
                    <a:pt x="4005" y="683"/>
                  </a:lnTo>
                  <a:lnTo>
                    <a:pt x="4011" y="673"/>
                  </a:lnTo>
                  <a:lnTo>
                    <a:pt x="4016" y="659"/>
                  </a:lnTo>
                  <a:lnTo>
                    <a:pt x="4018" y="653"/>
                  </a:lnTo>
                  <a:lnTo>
                    <a:pt x="4020" y="645"/>
                  </a:lnTo>
                  <a:lnTo>
                    <a:pt x="4024" y="631"/>
                  </a:lnTo>
                  <a:lnTo>
                    <a:pt x="4027" y="615"/>
                  </a:lnTo>
                  <a:lnTo>
                    <a:pt x="4030" y="597"/>
                  </a:lnTo>
                  <a:lnTo>
                    <a:pt x="4032" y="577"/>
                  </a:lnTo>
                  <a:lnTo>
                    <a:pt x="4033" y="557"/>
                  </a:lnTo>
                  <a:lnTo>
                    <a:pt x="4034" y="547"/>
                  </a:lnTo>
                  <a:lnTo>
                    <a:pt x="4034" y="535"/>
                  </a:lnTo>
                  <a:lnTo>
                    <a:pt x="4034" y="513"/>
                  </a:lnTo>
                  <a:lnTo>
                    <a:pt x="4034" y="443"/>
                  </a:lnTo>
                  <a:close/>
                  <a:moveTo>
                    <a:pt x="4237" y="242"/>
                  </a:moveTo>
                  <a:lnTo>
                    <a:pt x="4230" y="242"/>
                  </a:lnTo>
                  <a:lnTo>
                    <a:pt x="4222" y="244"/>
                  </a:lnTo>
                  <a:lnTo>
                    <a:pt x="4215" y="246"/>
                  </a:lnTo>
                  <a:lnTo>
                    <a:pt x="4206" y="250"/>
                  </a:lnTo>
                  <a:lnTo>
                    <a:pt x="4197" y="258"/>
                  </a:lnTo>
                  <a:lnTo>
                    <a:pt x="4188" y="266"/>
                  </a:lnTo>
                  <a:lnTo>
                    <a:pt x="4178" y="276"/>
                  </a:lnTo>
                  <a:lnTo>
                    <a:pt x="4167" y="288"/>
                  </a:lnTo>
                  <a:lnTo>
                    <a:pt x="4167" y="729"/>
                  </a:lnTo>
                  <a:lnTo>
                    <a:pt x="4167" y="731"/>
                  </a:lnTo>
                  <a:lnTo>
                    <a:pt x="4167" y="735"/>
                  </a:lnTo>
                  <a:lnTo>
                    <a:pt x="4164" y="741"/>
                  </a:lnTo>
                  <a:lnTo>
                    <a:pt x="4161" y="745"/>
                  </a:lnTo>
                  <a:lnTo>
                    <a:pt x="4158" y="747"/>
                  </a:lnTo>
                  <a:lnTo>
                    <a:pt x="4155" y="747"/>
                  </a:lnTo>
                  <a:lnTo>
                    <a:pt x="4152" y="745"/>
                  </a:lnTo>
                  <a:lnTo>
                    <a:pt x="4147" y="741"/>
                  </a:lnTo>
                  <a:lnTo>
                    <a:pt x="4145" y="735"/>
                  </a:lnTo>
                  <a:lnTo>
                    <a:pt x="4144" y="729"/>
                  </a:lnTo>
                  <a:lnTo>
                    <a:pt x="4144" y="228"/>
                  </a:lnTo>
                  <a:lnTo>
                    <a:pt x="4144" y="224"/>
                  </a:lnTo>
                  <a:lnTo>
                    <a:pt x="4145" y="220"/>
                  </a:lnTo>
                  <a:lnTo>
                    <a:pt x="4147" y="214"/>
                  </a:lnTo>
                  <a:lnTo>
                    <a:pt x="4149" y="210"/>
                  </a:lnTo>
                  <a:lnTo>
                    <a:pt x="4150" y="210"/>
                  </a:lnTo>
                  <a:lnTo>
                    <a:pt x="4152" y="208"/>
                  </a:lnTo>
                  <a:lnTo>
                    <a:pt x="4154" y="208"/>
                  </a:lnTo>
                  <a:lnTo>
                    <a:pt x="4158" y="208"/>
                  </a:lnTo>
                  <a:lnTo>
                    <a:pt x="4160" y="208"/>
                  </a:lnTo>
                  <a:lnTo>
                    <a:pt x="4162" y="210"/>
                  </a:lnTo>
                  <a:lnTo>
                    <a:pt x="4164" y="210"/>
                  </a:lnTo>
                  <a:lnTo>
                    <a:pt x="4165" y="214"/>
                  </a:lnTo>
                  <a:lnTo>
                    <a:pt x="4166" y="216"/>
                  </a:lnTo>
                  <a:lnTo>
                    <a:pt x="4167" y="220"/>
                  </a:lnTo>
                  <a:lnTo>
                    <a:pt x="4167" y="224"/>
                  </a:lnTo>
                  <a:lnTo>
                    <a:pt x="4167" y="228"/>
                  </a:lnTo>
                  <a:lnTo>
                    <a:pt x="4167" y="248"/>
                  </a:lnTo>
                  <a:lnTo>
                    <a:pt x="4177" y="238"/>
                  </a:lnTo>
                  <a:lnTo>
                    <a:pt x="4181" y="232"/>
                  </a:lnTo>
                  <a:lnTo>
                    <a:pt x="4186" y="228"/>
                  </a:lnTo>
                  <a:lnTo>
                    <a:pt x="4194" y="220"/>
                  </a:lnTo>
                  <a:lnTo>
                    <a:pt x="4203" y="214"/>
                  </a:lnTo>
                  <a:lnTo>
                    <a:pt x="4211" y="208"/>
                  </a:lnTo>
                  <a:lnTo>
                    <a:pt x="4220" y="206"/>
                  </a:lnTo>
                  <a:lnTo>
                    <a:pt x="4228" y="204"/>
                  </a:lnTo>
                  <a:lnTo>
                    <a:pt x="4237" y="202"/>
                  </a:lnTo>
                  <a:lnTo>
                    <a:pt x="4243" y="204"/>
                  </a:lnTo>
                  <a:lnTo>
                    <a:pt x="4245" y="204"/>
                  </a:lnTo>
                  <a:lnTo>
                    <a:pt x="4247" y="206"/>
                  </a:lnTo>
                  <a:lnTo>
                    <a:pt x="4249" y="208"/>
                  </a:lnTo>
                  <a:lnTo>
                    <a:pt x="4250" y="210"/>
                  </a:lnTo>
                  <a:lnTo>
                    <a:pt x="4251" y="214"/>
                  </a:lnTo>
                  <a:lnTo>
                    <a:pt x="4251" y="218"/>
                  </a:lnTo>
                  <a:lnTo>
                    <a:pt x="4251" y="226"/>
                  </a:lnTo>
                  <a:lnTo>
                    <a:pt x="4251" y="230"/>
                  </a:lnTo>
                  <a:lnTo>
                    <a:pt x="4250" y="234"/>
                  </a:lnTo>
                  <a:lnTo>
                    <a:pt x="4249" y="236"/>
                  </a:lnTo>
                  <a:lnTo>
                    <a:pt x="4247" y="238"/>
                  </a:lnTo>
                  <a:lnTo>
                    <a:pt x="4243" y="242"/>
                  </a:lnTo>
                  <a:lnTo>
                    <a:pt x="4237" y="242"/>
                  </a:lnTo>
                  <a:close/>
                  <a:moveTo>
                    <a:pt x="4344" y="753"/>
                  </a:moveTo>
                  <a:lnTo>
                    <a:pt x="4339" y="753"/>
                  </a:lnTo>
                  <a:lnTo>
                    <a:pt x="4335" y="751"/>
                  </a:lnTo>
                  <a:lnTo>
                    <a:pt x="4333" y="747"/>
                  </a:lnTo>
                  <a:lnTo>
                    <a:pt x="4331" y="741"/>
                  </a:lnTo>
                  <a:lnTo>
                    <a:pt x="4330" y="735"/>
                  </a:lnTo>
                  <a:lnTo>
                    <a:pt x="4330" y="20"/>
                  </a:lnTo>
                  <a:lnTo>
                    <a:pt x="4331" y="16"/>
                  </a:lnTo>
                  <a:lnTo>
                    <a:pt x="4331" y="12"/>
                  </a:lnTo>
                  <a:lnTo>
                    <a:pt x="4333" y="6"/>
                  </a:lnTo>
                  <a:lnTo>
                    <a:pt x="4334" y="4"/>
                  </a:lnTo>
                  <a:lnTo>
                    <a:pt x="4335" y="2"/>
                  </a:lnTo>
                  <a:lnTo>
                    <a:pt x="4339" y="0"/>
                  </a:lnTo>
                  <a:lnTo>
                    <a:pt x="4344" y="0"/>
                  </a:lnTo>
                  <a:lnTo>
                    <a:pt x="4347" y="2"/>
                  </a:lnTo>
                  <a:lnTo>
                    <a:pt x="4350" y="6"/>
                  </a:lnTo>
                  <a:lnTo>
                    <a:pt x="4352" y="12"/>
                  </a:lnTo>
                  <a:lnTo>
                    <a:pt x="4353" y="20"/>
                  </a:lnTo>
                  <a:lnTo>
                    <a:pt x="4353" y="735"/>
                  </a:lnTo>
                  <a:lnTo>
                    <a:pt x="4352" y="737"/>
                  </a:lnTo>
                  <a:lnTo>
                    <a:pt x="4352" y="741"/>
                  </a:lnTo>
                  <a:lnTo>
                    <a:pt x="4350" y="747"/>
                  </a:lnTo>
                  <a:lnTo>
                    <a:pt x="4349" y="749"/>
                  </a:lnTo>
                  <a:lnTo>
                    <a:pt x="4347" y="751"/>
                  </a:lnTo>
                  <a:lnTo>
                    <a:pt x="4344" y="75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8" name="Freeform 6">
              <a:extLst>
                <a:ext uri="{FF2B5EF4-FFF2-40B4-BE49-F238E27FC236}">
                  <a16:creationId xmlns:a16="http://schemas.microsoft.com/office/drawing/2014/main" id="{B0983813-A6C0-2384-6958-DDC82E12A621}"/>
                </a:ext>
              </a:extLst>
            </p:cNvPr>
            <p:cNvSpPr>
              <a:spLocks noEditPoints="1"/>
            </p:cNvSpPr>
            <p:nvPr/>
          </p:nvSpPr>
          <p:spPr bwMode="auto">
            <a:xfrm>
              <a:off x="2389188" y="1992313"/>
              <a:ext cx="7424738" cy="1890713"/>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9" name="Date Placeholder 8">
            <a:extLst>
              <a:ext uri="{FF2B5EF4-FFF2-40B4-BE49-F238E27FC236}">
                <a16:creationId xmlns:a16="http://schemas.microsoft.com/office/drawing/2014/main" id="{0C2813E5-55F5-8A94-3DE1-71D49DDAE3B1}"/>
              </a:ext>
            </a:extLst>
          </p:cNvPr>
          <p:cNvSpPr>
            <a:spLocks noGrp="1"/>
          </p:cNvSpPr>
          <p:nvPr>
            <p:ph type="dt" sz="half" idx="10"/>
          </p:nvPr>
        </p:nvSpPr>
        <p:spPr/>
        <p:txBody>
          <a:bodyPr/>
          <a:lstStyle>
            <a:lvl1pPr>
              <a:defRPr>
                <a:noFill/>
              </a:defRPr>
            </a:lvl1pPr>
          </a:lstStyle>
          <a:p>
            <a:fld id="{E203FBB3-C058-4116-A975-F4A059FF88AE}" type="datetime3">
              <a:rPr lang="en-US" smtClean="0"/>
              <a:t>1 October 2026</a:t>
            </a:fld>
            <a:endParaRPr lang="en-US" dirty="0"/>
          </a:p>
        </p:txBody>
      </p:sp>
      <p:sp>
        <p:nvSpPr>
          <p:cNvPr id="10" name="Footer Placeholder 9">
            <a:extLst>
              <a:ext uri="{FF2B5EF4-FFF2-40B4-BE49-F238E27FC236}">
                <a16:creationId xmlns:a16="http://schemas.microsoft.com/office/drawing/2014/main" id="{9D8B47C5-11B1-0904-E798-3D21F88B94FF}"/>
              </a:ext>
            </a:extLst>
          </p:cNvPr>
          <p:cNvSpPr>
            <a:spLocks noGrp="1"/>
          </p:cNvSpPr>
          <p:nvPr>
            <p:ph type="ftr" sz="quarter" idx="11"/>
          </p:nvPr>
        </p:nvSpPr>
        <p:spPr/>
        <p:txBody>
          <a:bodyPr/>
          <a:lstStyle>
            <a:lvl1pPr>
              <a:defRPr>
                <a:noFill/>
              </a:defRPr>
            </a:lvl1pPr>
          </a:lstStyle>
          <a:p>
            <a:endParaRPr lang="en-US" dirty="0"/>
          </a:p>
        </p:txBody>
      </p:sp>
      <p:sp>
        <p:nvSpPr>
          <p:cNvPr id="11" name="Slide Number Placeholder 10">
            <a:extLst>
              <a:ext uri="{FF2B5EF4-FFF2-40B4-BE49-F238E27FC236}">
                <a16:creationId xmlns:a16="http://schemas.microsoft.com/office/drawing/2014/main" id="{C5E8C107-73AF-09B8-3331-EEE2C8E6ADD3}"/>
              </a:ext>
            </a:extLst>
          </p:cNvPr>
          <p:cNvSpPr>
            <a:spLocks noGrp="1"/>
          </p:cNvSpPr>
          <p:nvPr>
            <p:ph type="sldNum" sz="quarter" idx="12"/>
          </p:nvPr>
        </p:nvSpPr>
        <p:spPr/>
        <p:txBody>
          <a:bodyPr/>
          <a:lstStyle>
            <a:lvl1pPr>
              <a:defRPr>
                <a:noFill/>
              </a:defRPr>
            </a:lvl1pPr>
          </a:lstStyle>
          <a:p>
            <a:fld id="{5B16D1FE-3A35-41BA-8EBE-413702045235}" type="slidenum">
              <a:rPr lang="en-US" smtClean="0"/>
              <a:pPr/>
              <a:t>‹#›</a:t>
            </a:fld>
            <a:endParaRPr lang="en-US" dirty="0"/>
          </a:p>
        </p:txBody>
      </p:sp>
    </p:spTree>
    <p:extLst>
      <p:ext uri="{BB962C8B-B14F-4D97-AF65-F5344CB8AC3E}">
        <p14:creationId xmlns:p14="http://schemas.microsoft.com/office/powerpoint/2010/main" val="3549977307"/>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Thank You Picture Yellow">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919D8-4647-F6A6-4F8F-664F998F80FC}"/>
              </a:ext>
            </a:extLst>
          </p:cNvPr>
          <p:cNvSpPr>
            <a:spLocks noGrp="1"/>
          </p:cNvSpPr>
          <p:nvPr>
            <p:ph type="title" hasCustomPrompt="1"/>
          </p:nvPr>
        </p:nvSpPr>
        <p:spPr>
          <a:xfrm>
            <a:off x="407988" y="1412876"/>
            <a:ext cx="5543996" cy="3024238"/>
          </a:xfrm>
        </p:spPr>
        <p:txBody>
          <a:bodyPr anchor="t" anchorCtr="0"/>
          <a:lstStyle>
            <a:lvl1pPr>
              <a:defRPr sz="4800">
                <a:solidFill>
                  <a:schemeClr val="accent2"/>
                </a:solidFill>
              </a:defRPr>
            </a:lvl1pPr>
          </a:lstStyle>
          <a:p>
            <a:r>
              <a:rPr lang="en-US" dirty="0"/>
              <a:t>Add thank you message.</a:t>
            </a:r>
          </a:p>
        </p:txBody>
      </p:sp>
      <p:sp>
        <p:nvSpPr>
          <p:cNvPr id="12" name="Subtitle 2">
            <a:extLst>
              <a:ext uri="{FF2B5EF4-FFF2-40B4-BE49-F238E27FC236}">
                <a16:creationId xmlns:a16="http://schemas.microsoft.com/office/drawing/2014/main" id="{42A9CFB3-2DB2-039B-17A5-C50A5777B960}"/>
              </a:ext>
            </a:extLst>
          </p:cNvPr>
          <p:cNvSpPr>
            <a:spLocks noGrp="1"/>
          </p:cNvSpPr>
          <p:nvPr>
            <p:ph type="subTitle" idx="1" hasCustomPrompt="1"/>
          </p:nvPr>
        </p:nvSpPr>
        <p:spPr>
          <a:xfrm>
            <a:off x="407988" y="4581128"/>
            <a:ext cx="5543996" cy="1440260"/>
          </a:xfrm>
        </p:spPr>
        <p:txBody>
          <a:bodyPr anchor="b" anchorCtr="0">
            <a:noAutofit/>
          </a:bodyPr>
          <a:lstStyle>
            <a:lvl1pPr marL="0" indent="0" algn="l">
              <a:lnSpc>
                <a:spcPct val="100000"/>
              </a:lnSpc>
              <a:spcBef>
                <a:spcPts val="200"/>
              </a:spcBef>
              <a:buNone/>
              <a:defRPr sz="1800" b="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Contact details</a:t>
            </a:r>
          </a:p>
        </p:txBody>
      </p:sp>
      <p:grpSp>
        <p:nvGrpSpPr>
          <p:cNvPr id="7" name="Group 6">
            <a:extLst>
              <a:ext uri="{FF2B5EF4-FFF2-40B4-BE49-F238E27FC236}">
                <a16:creationId xmlns:a16="http://schemas.microsoft.com/office/drawing/2014/main" id="{88111A34-160B-5E4A-BBB9-B527517B02E0}"/>
              </a:ext>
            </a:extLst>
          </p:cNvPr>
          <p:cNvGrpSpPr>
            <a:grpSpLocks noChangeAspect="1"/>
          </p:cNvGrpSpPr>
          <p:nvPr/>
        </p:nvGrpSpPr>
        <p:grpSpPr>
          <a:xfrm>
            <a:off x="407988" y="576000"/>
            <a:ext cx="1130400" cy="437949"/>
            <a:chOff x="2389188" y="1992313"/>
            <a:chExt cx="7424738" cy="2876551"/>
          </a:xfrm>
          <a:solidFill>
            <a:schemeClr val="accent2"/>
          </a:solidFill>
        </p:grpSpPr>
        <p:sp>
          <p:nvSpPr>
            <p:cNvPr id="8" name="Freeform 5">
              <a:extLst>
                <a:ext uri="{FF2B5EF4-FFF2-40B4-BE49-F238E27FC236}">
                  <a16:creationId xmlns:a16="http://schemas.microsoft.com/office/drawing/2014/main" id="{B9F0DAF2-A9D6-63CF-6EEE-6FCFBB3CED83}"/>
                </a:ext>
              </a:extLst>
            </p:cNvPr>
            <p:cNvSpPr>
              <a:spLocks noEditPoints="1"/>
            </p:cNvSpPr>
            <p:nvPr/>
          </p:nvSpPr>
          <p:spPr bwMode="auto">
            <a:xfrm>
              <a:off x="2424113" y="4270376"/>
              <a:ext cx="7361238" cy="598488"/>
            </a:xfrm>
            <a:custGeom>
              <a:avLst/>
              <a:gdLst>
                <a:gd name="T0" fmla="*/ 4474 w 4637"/>
                <a:gd name="T1" fmla="*/ 613 h 753"/>
                <a:gd name="T2" fmla="*/ 4500 w 4637"/>
                <a:gd name="T3" fmla="*/ 735 h 753"/>
                <a:gd name="T4" fmla="*/ 4506 w 4637"/>
                <a:gd name="T5" fmla="*/ 214 h 753"/>
                <a:gd name="T6" fmla="*/ 61 w 4637"/>
                <a:gd name="T7" fmla="*/ 747 h 753"/>
                <a:gd name="T8" fmla="*/ 22 w 4637"/>
                <a:gd name="T9" fmla="*/ 20 h 753"/>
                <a:gd name="T10" fmla="*/ 263 w 4637"/>
                <a:gd name="T11" fmla="*/ 487 h 753"/>
                <a:gd name="T12" fmla="*/ 437 w 4637"/>
                <a:gd name="T13" fmla="*/ 699 h 753"/>
                <a:gd name="T14" fmla="*/ 246 w 4637"/>
                <a:gd name="T15" fmla="*/ 601 h 753"/>
                <a:gd name="T16" fmla="*/ 378 w 4637"/>
                <a:gd name="T17" fmla="*/ 212 h 753"/>
                <a:gd name="T18" fmla="*/ 409 w 4637"/>
                <a:gd name="T19" fmla="*/ 315 h 753"/>
                <a:gd name="T20" fmla="*/ 264 w 4637"/>
                <a:gd name="T21" fmla="*/ 399 h 753"/>
                <a:gd name="T22" fmla="*/ 506 w 4637"/>
                <a:gd name="T23" fmla="*/ 232 h 753"/>
                <a:gd name="T24" fmla="*/ 657 w 4637"/>
                <a:gd name="T25" fmla="*/ 220 h 753"/>
                <a:gd name="T26" fmla="*/ 657 w 4637"/>
                <a:gd name="T27" fmla="*/ 737 h 753"/>
                <a:gd name="T28" fmla="*/ 768 w 4637"/>
                <a:gd name="T29" fmla="*/ 14 h 753"/>
                <a:gd name="T30" fmla="*/ 918 w 4637"/>
                <a:gd name="T31" fmla="*/ 711 h 753"/>
                <a:gd name="T32" fmla="*/ 837 w 4637"/>
                <a:gd name="T33" fmla="*/ 415 h 753"/>
                <a:gd name="T34" fmla="*/ 973 w 4637"/>
                <a:gd name="T35" fmla="*/ 216 h 753"/>
                <a:gd name="T36" fmla="*/ 838 w 4637"/>
                <a:gd name="T37" fmla="*/ 325 h 753"/>
                <a:gd name="T38" fmla="*/ 982 w 4637"/>
                <a:gd name="T39" fmla="*/ 659 h 753"/>
                <a:gd name="T40" fmla="*/ 1245 w 4637"/>
                <a:gd name="T41" fmla="*/ 729 h 753"/>
                <a:gd name="T42" fmla="*/ 1265 w 4637"/>
                <a:gd name="T43" fmla="*/ 210 h 753"/>
                <a:gd name="T44" fmla="*/ 1267 w 4637"/>
                <a:gd name="T45" fmla="*/ 250 h 753"/>
                <a:gd name="T46" fmla="*/ 1276 w 4637"/>
                <a:gd name="T47" fmla="*/ 711 h 753"/>
                <a:gd name="T48" fmla="*/ 1456 w 4637"/>
                <a:gd name="T49" fmla="*/ 6 h 753"/>
                <a:gd name="T50" fmla="*/ 1617 w 4637"/>
                <a:gd name="T51" fmla="*/ 675 h 753"/>
                <a:gd name="T52" fmla="*/ 1700 w 4637"/>
                <a:gd name="T53" fmla="*/ 751 h 753"/>
                <a:gd name="T54" fmla="*/ 1581 w 4637"/>
                <a:gd name="T55" fmla="*/ 315 h 753"/>
                <a:gd name="T56" fmla="*/ 1767 w 4637"/>
                <a:gd name="T57" fmla="*/ 365 h 753"/>
                <a:gd name="T58" fmla="*/ 1681 w 4637"/>
                <a:gd name="T59" fmla="*/ 242 h 753"/>
                <a:gd name="T60" fmla="*/ 2012 w 4637"/>
                <a:gd name="T61" fmla="*/ 731 h 753"/>
                <a:gd name="T62" fmla="*/ 1849 w 4637"/>
                <a:gd name="T63" fmla="*/ 591 h 753"/>
                <a:gd name="T64" fmla="*/ 1999 w 4637"/>
                <a:gd name="T65" fmla="*/ 276 h 753"/>
                <a:gd name="T66" fmla="*/ 1926 w 4637"/>
                <a:gd name="T67" fmla="*/ 204 h 753"/>
                <a:gd name="T68" fmla="*/ 2031 w 4637"/>
                <a:gd name="T69" fmla="*/ 741 h 753"/>
                <a:gd name="T70" fmla="*/ 1881 w 4637"/>
                <a:gd name="T71" fmla="*/ 671 h 753"/>
                <a:gd name="T72" fmla="*/ 2299 w 4637"/>
                <a:gd name="T73" fmla="*/ 355 h 753"/>
                <a:gd name="T74" fmla="*/ 2139 w 4637"/>
                <a:gd name="T75" fmla="*/ 747 h 753"/>
                <a:gd name="T76" fmla="*/ 2224 w 4637"/>
                <a:gd name="T77" fmla="*/ 204 h 753"/>
                <a:gd name="T78" fmla="*/ 2652 w 4637"/>
                <a:gd name="T79" fmla="*/ 753 h 753"/>
                <a:gd name="T80" fmla="*/ 2541 w 4637"/>
                <a:gd name="T81" fmla="*/ 208 h 753"/>
                <a:gd name="T82" fmla="*/ 2681 w 4637"/>
                <a:gd name="T83" fmla="*/ 248 h 753"/>
                <a:gd name="T84" fmla="*/ 2937 w 4637"/>
                <a:gd name="T85" fmla="*/ 751 h 753"/>
                <a:gd name="T86" fmla="*/ 2789 w 4637"/>
                <a:gd name="T87" fmla="*/ 737 h 753"/>
                <a:gd name="T88" fmla="*/ 2882 w 4637"/>
                <a:gd name="T89" fmla="*/ 206 h 753"/>
                <a:gd name="T90" fmla="*/ 3232 w 4637"/>
                <a:gd name="T91" fmla="*/ 487 h 753"/>
                <a:gd name="T92" fmla="*/ 3235 w 4637"/>
                <a:gd name="T93" fmla="*/ 697 h 753"/>
                <a:gd name="T94" fmla="*/ 3046 w 4637"/>
                <a:gd name="T95" fmla="*/ 615 h 753"/>
                <a:gd name="T96" fmla="*/ 3166 w 4637"/>
                <a:gd name="T97" fmla="*/ 206 h 753"/>
                <a:gd name="T98" fmla="*/ 3210 w 4637"/>
                <a:gd name="T99" fmla="*/ 321 h 753"/>
                <a:gd name="T100" fmla="*/ 3064 w 4637"/>
                <a:gd name="T101" fmla="*/ 379 h 753"/>
                <a:gd name="T102" fmla="*/ 3618 w 4637"/>
                <a:gd name="T103" fmla="*/ 305 h 753"/>
                <a:gd name="T104" fmla="*/ 3458 w 4637"/>
                <a:gd name="T105" fmla="*/ 208 h 753"/>
                <a:gd name="T106" fmla="*/ 3634 w 4637"/>
                <a:gd name="T107" fmla="*/ 282 h 753"/>
                <a:gd name="T108" fmla="*/ 3781 w 4637"/>
                <a:gd name="T109" fmla="*/ 232 h 753"/>
                <a:gd name="T110" fmla="*/ 3859 w 4637"/>
                <a:gd name="T111" fmla="*/ 319 h 753"/>
                <a:gd name="T112" fmla="*/ 4039 w 4637"/>
                <a:gd name="T113" fmla="*/ 290 h 753"/>
                <a:gd name="T114" fmla="*/ 3965 w 4637"/>
                <a:gd name="T115" fmla="*/ 753 h 753"/>
                <a:gd name="T116" fmla="*/ 3901 w 4637"/>
                <a:gd name="T117" fmla="*/ 272 h 753"/>
                <a:gd name="T118" fmla="*/ 3919 w 4637"/>
                <a:gd name="T119" fmla="*/ 703 h 753"/>
                <a:gd name="T120" fmla="*/ 4206 w 4637"/>
                <a:gd name="T121" fmla="*/ 250 h 753"/>
                <a:gd name="T122" fmla="*/ 4166 w 4637"/>
                <a:gd name="T123" fmla="*/ 216 h 753"/>
                <a:gd name="T124" fmla="*/ 4339 w 4637"/>
                <a:gd name="T125" fmla="*/ 753 h 7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37" h="753">
                  <a:moveTo>
                    <a:pt x="4615" y="254"/>
                  </a:moveTo>
                  <a:lnTo>
                    <a:pt x="4599" y="250"/>
                  </a:lnTo>
                  <a:lnTo>
                    <a:pt x="4580" y="246"/>
                  </a:lnTo>
                  <a:lnTo>
                    <a:pt x="4561" y="242"/>
                  </a:lnTo>
                  <a:lnTo>
                    <a:pt x="4545" y="242"/>
                  </a:lnTo>
                  <a:lnTo>
                    <a:pt x="4535" y="242"/>
                  </a:lnTo>
                  <a:lnTo>
                    <a:pt x="4526" y="244"/>
                  </a:lnTo>
                  <a:lnTo>
                    <a:pt x="4517" y="248"/>
                  </a:lnTo>
                  <a:lnTo>
                    <a:pt x="4509" y="254"/>
                  </a:lnTo>
                  <a:lnTo>
                    <a:pt x="4503" y="262"/>
                  </a:lnTo>
                  <a:lnTo>
                    <a:pt x="4496" y="270"/>
                  </a:lnTo>
                  <a:lnTo>
                    <a:pt x="4493" y="276"/>
                  </a:lnTo>
                  <a:lnTo>
                    <a:pt x="4491" y="280"/>
                  </a:lnTo>
                  <a:lnTo>
                    <a:pt x="4488" y="286"/>
                  </a:lnTo>
                  <a:lnTo>
                    <a:pt x="4486" y="292"/>
                  </a:lnTo>
                  <a:lnTo>
                    <a:pt x="4482" y="305"/>
                  </a:lnTo>
                  <a:lnTo>
                    <a:pt x="4477" y="319"/>
                  </a:lnTo>
                  <a:lnTo>
                    <a:pt x="4474" y="337"/>
                  </a:lnTo>
                  <a:lnTo>
                    <a:pt x="4471" y="355"/>
                  </a:lnTo>
                  <a:lnTo>
                    <a:pt x="4470" y="375"/>
                  </a:lnTo>
                  <a:lnTo>
                    <a:pt x="4468" y="395"/>
                  </a:lnTo>
                  <a:lnTo>
                    <a:pt x="4468" y="417"/>
                  </a:lnTo>
                  <a:lnTo>
                    <a:pt x="4467" y="443"/>
                  </a:lnTo>
                  <a:lnTo>
                    <a:pt x="4467" y="509"/>
                  </a:lnTo>
                  <a:lnTo>
                    <a:pt x="4468" y="533"/>
                  </a:lnTo>
                  <a:lnTo>
                    <a:pt x="4468" y="555"/>
                  </a:lnTo>
                  <a:lnTo>
                    <a:pt x="4470" y="575"/>
                  </a:lnTo>
                  <a:lnTo>
                    <a:pt x="4471" y="595"/>
                  </a:lnTo>
                  <a:lnTo>
                    <a:pt x="4474" y="613"/>
                  </a:lnTo>
                  <a:lnTo>
                    <a:pt x="4477" y="631"/>
                  </a:lnTo>
                  <a:lnTo>
                    <a:pt x="4480" y="647"/>
                  </a:lnTo>
                  <a:lnTo>
                    <a:pt x="4485" y="659"/>
                  </a:lnTo>
                  <a:lnTo>
                    <a:pt x="4490" y="673"/>
                  </a:lnTo>
                  <a:lnTo>
                    <a:pt x="4496" y="683"/>
                  </a:lnTo>
                  <a:lnTo>
                    <a:pt x="4502" y="693"/>
                  </a:lnTo>
                  <a:lnTo>
                    <a:pt x="4505" y="697"/>
                  </a:lnTo>
                  <a:lnTo>
                    <a:pt x="4509" y="701"/>
                  </a:lnTo>
                  <a:lnTo>
                    <a:pt x="4513" y="703"/>
                  </a:lnTo>
                  <a:lnTo>
                    <a:pt x="4517" y="707"/>
                  </a:lnTo>
                  <a:lnTo>
                    <a:pt x="4525" y="711"/>
                  </a:lnTo>
                  <a:lnTo>
                    <a:pt x="4535" y="713"/>
                  </a:lnTo>
                  <a:lnTo>
                    <a:pt x="4545" y="713"/>
                  </a:lnTo>
                  <a:lnTo>
                    <a:pt x="4563" y="713"/>
                  </a:lnTo>
                  <a:lnTo>
                    <a:pt x="4582" y="709"/>
                  </a:lnTo>
                  <a:lnTo>
                    <a:pt x="4600" y="705"/>
                  </a:lnTo>
                  <a:lnTo>
                    <a:pt x="4615" y="701"/>
                  </a:lnTo>
                  <a:lnTo>
                    <a:pt x="4615" y="254"/>
                  </a:lnTo>
                  <a:close/>
                  <a:moveTo>
                    <a:pt x="4629" y="735"/>
                  </a:moveTo>
                  <a:lnTo>
                    <a:pt x="4611" y="741"/>
                  </a:lnTo>
                  <a:lnTo>
                    <a:pt x="4600" y="745"/>
                  </a:lnTo>
                  <a:lnTo>
                    <a:pt x="4590" y="747"/>
                  </a:lnTo>
                  <a:lnTo>
                    <a:pt x="4567" y="751"/>
                  </a:lnTo>
                  <a:lnTo>
                    <a:pt x="4545" y="753"/>
                  </a:lnTo>
                  <a:lnTo>
                    <a:pt x="4532" y="753"/>
                  </a:lnTo>
                  <a:lnTo>
                    <a:pt x="4521" y="749"/>
                  </a:lnTo>
                  <a:lnTo>
                    <a:pt x="4510" y="743"/>
                  </a:lnTo>
                  <a:lnTo>
                    <a:pt x="4505" y="739"/>
                  </a:lnTo>
                  <a:lnTo>
                    <a:pt x="4500" y="735"/>
                  </a:lnTo>
                  <a:lnTo>
                    <a:pt x="4491" y="725"/>
                  </a:lnTo>
                  <a:lnTo>
                    <a:pt x="4483" y="715"/>
                  </a:lnTo>
                  <a:lnTo>
                    <a:pt x="4478" y="707"/>
                  </a:lnTo>
                  <a:lnTo>
                    <a:pt x="4475" y="701"/>
                  </a:lnTo>
                  <a:lnTo>
                    <a:pt x="4468" y="685"/>
                  </a:lnTo>
                  <a:lnTo>
                    <a:pt x="4463" y="669"/>
                  </a:lnTo>
                  <a:lnTo>
                    <a:pt x="4458" y="649"/>
                  </a:lnTo>
                  <a:lnTo>
                    <a:pt x="4454" y="629"/>
                  </a:lnTo>
                  <a:lnTo>
                    <a:pt x="4451" y="607"/>
                  </a:lnTo>
                  <a:lnTo>
                    <a:pt x="4448" y="585"/>
                  </a:lnTo>
                  <a:lnTo>
                    <a:pt x="4447" y="561"/>
                  </a:lnTo>
                  <a:lnTo>
                    <a:pt x="4445" y="535"/>
                  </a:lnTo>
                  <a:lnTo>
                    <a:pt x="4445" y="509"/>
                  </a:lnTo>
                  <a:lnTo>
                    <a:pt x="4445" y="443"/>
                  </a:lnTo>
                  <a:lnTo>
                    <a:pt x="4446" y="413"/>
                  </a:lnTo>
                  <a:lnTo>
                    <a:pt x="4447" y="387"/>
                  </a:lnTo>
                  <a:lnTo>
                    <a:pt x="4449" y="361"/>
                  </a:lnTo>
                  <a:lnTo>
                    <a:pt x="4451" y="337"/>
                  </a:lnTo>
                  <a:lnTo>
                    <a:pt x="4455" y="315"/>
                  </a:lnTo>
                  <a:lnTo>
                    <a:pt x="4459" y="298"/>
                  </a:lnTo>
                  <a:lnTo>
                    <a:pt x="4464" y="280"/>
                  </a:lnTo>
                  <a:lnTo>
                    <a:pt x="4470" y="264"/>
                  </a:lnTo>
                  <a:lnTo>
                    <a:pt x="4473" y="256"/>
                  </a:lnTo>
                  <a:lnTo>
                    <a:pt x="4476" y="248"/>
                  </a:lnTo>
                  <a:lnTo>
                    <a:pt x="4485" y="236"/>
                  </a:lnTo>
                  <a:lnTo>
                    <a:pt x="4489" y="232"/>
                  </a:lnTo>
                  <a:lnTo>
                    <a:pt x="4493" y="226"/>
                  </a:lnTo>
                  <a:lnTo>
                    <a:pt x="4502" y="218"/>
                  </a:lnTo>
                  <a:lnTo>
                    <a:pt x="4506" y="214"/>
                  </a:lnTo>
                  <a:lnTo>
                    <a:pt x="4511" y="212"/>
                  </a:lnTo>
                  <a:lnTo>
                    <a:pt x="4522" y="206"/>
                  </a:lnTo>
                  <a:lnTo>
                    <a:pt x="4527" y="204"/>
                  </a:lnTo>
                  <a:lnTo>
                    <a:pt x="4533" y="204"/>
                  </a:lnTo>
                  <a:lnTo>
                    <a:pt x="4545" y="202"/>
                  </a:lnTo>
                  <a:lnTo>
                    <a:pt x="4561" y="204"/>
                  </a:lnTo>
                  <a:lnTo>
                    <a:pt x="4580" y="206"/>
                  </a:lnTo>
                  <a:lnTo>
                    <a:pt x="4598" y="212"/>
                  </a:lnTo>
                  <a:lnTo>
                    <a:pt x="4615" y="218"/>
                  </a:lnTo>
                  <a:lnTo>
                    <a:pt x="4615" y="20"/>
                  </a:lnTo>
                  <a:lnTo>
                    <a:pt x="4615" y="16"/>
                  </a:lnTo>
                  <a:lnTo>
                    <a:pt x="4615" y="12"/>
                  </a:lnTo>
                  <a:lnTo>
                    <a:pt x="4617" y="6"/>
                  </a:lnTo>
                  <a:lnTo>
                    <a:pt x="4618" y="4"/>
                  </a:lnTo>
                  <a:lnTo>
                    <a:pt x="4620" y="2"/>
                  </a:lnTo>
                  <a:lnTo>
                    <a:pt x="4623" y="0"/>
                  </a:lnTo>
                  <a:lnTo>
                    <a:pt x="4628" y="0"/>
                  </a:lnTo>
                  <a:lnTo>
                    <a:pt x="4632" y="2"/>
                  </a:lnTo>
                  <a:lnTo>
                    <a:pt x="4635" y="6"/>
                  </a:lnTo>
                  <a:lnTo>
                    <a:pt x="4636" y="12"/>
                  </a:lnTo>
                  <a:lnTo>
                    <a:pt x="4637" y="20"/>
                  </a:lnTo>
                  <a:lnTo>
                    <a:pt x="4637" y="715"/>
                  </a:lnTo>
                  <a:lnTo>
                    <a:pt x="4637" y="723"/>
                  </a:lnTo>
                  <a:lnTo>
                    <a:pt x="4636" y="725"/>
                  </a:lnTo>
                  <a:lnTo>
                    <a:pt x="4635" y="727"/>
                  </a:lnTo>
                  <a:lnTo>
                    <a:pt x="4633" y="731"/>
                  </a:lnTo>
                  <a:lnTo>
                    <a:pt x="4629" y="735"/>
                  </a:lnTo>
                  <a:close/>
                  <a:moveTo>
                    <a:pt x="177" y="747"/>
                  </a:moveTo>
                  <a:lnTo>
                    <a:pt x="61" y="747"/>
                  </a:lnTo>
                  <a:lnTo>
                    <a:pt x="54" y="747"/>
                  </a:lnTo>
                  <a:lnTo>
                    <a:pt x="48" y="745"/>
                  </a:lnTo>
                  <a:lnTo>
                    <a:pt x="41" y="745"/>
                  </a:lnTo>
                  <a:lnTo>
                    <a:pt x="36" y="741"/>
                  </a:lnTo>
                  <a:lnTo>
                    <a:pt x="30" y="739"/>
                  </a:lnTo>
                  <a:lnTo>
                    <a:pt x="28" y="737"/>
                  </a:lnTo>
                  <a:lnTo>
                    <a:pt x="25" y="733"/>
                  </a:lnTo>
                  <a:lnTo>
                    <a:pt x="21" y="729"/>
                  </a:lnTo>
                  <a:lnTo>
                    <a:pt x="16" y="723"/>
                  </a:lnTo>
                  <a:lnTo>
                    <a:pt x="13" y="715"/>
                  </a:lnTo>
                  <a:lnTo>
                    <a:pt x="9" y="707"/>
                  </a:lnTo>
                  <a:lnTo>
                    <a:pt x="7" y="699"/>
                  </a:lnTo>
                  <a:lnTo>
                    <a:pt x="4" y="687"/>
                  </a:lnTo>
                  <a:lnTo>
                    <a:pt x="3" y="677"/>
                  </a:lnTo>
                  <a:lnTo>
                    <a:pt x="1" y="663"/>
                  </a:lnTo>
                  <a:lnTo>
                    <a:pt x="1" y="649"/>
                  </a:lnTo>
                  <a:lnTo>
                    <a:pt x="0" y="635"/>
                  </a:lnTo>
                  <a:lnTo>
                    <a:pt x="0" y="20"/>
                  </a:lnTo>
                  <a:lnTo>
                    <a:pt x="0" y="16"/>
                  </a:lnTo>
                  <a:lnTo>
                    <a:pt x="1" y="12"/>
                  </a:lnTo>
                  <a:lnTo>
                    <a:pt x="3" y="6"/>
                  </a:lnTo>
                  <a:lnTo>
                    <a:pt x="4" y="4"/>
                  </a:lnTo>
                  <a:lnTo>
                    <a:pt x="5" y="2"/>
                  </a:lnTo>
                  <a:lnTo>
                    <a:pt x="9" y="0"/>
                  </a:lnTo>
                  <a:lnTo>
                    <a:pt x="14" y="0"/>
                  </a:lnTo>
                  <a:lnTo>
                    <a:pt x="17" y="2"/>
                  </a:lnTo>
                  <a:lnTo>
                    <a:pt x="20" y="6"/>
                  </a:lnTo>
                  <a:lnTo>
                    <a:pt x="22" y="12"/>
                  </a:lnTo>
                  <a:lnTo>
                    <a:pt x="22" y="20"/>
                  </a:lnTo>
                  <a:lnTo>
                    <a:pt x="22" y="635"/>
                  </a:lnTo>
                  <a:lnTo>
                    <a:pt x="23" y="645"/>
                  </a:lnTo>
                  <a:lnTo>
                    <a:pt x="23" y="655"/>
                  </a:lnTo>
                  <a:lnTo>
                    <a:pt x="24" y="665"/>
                  </a:lnTo>
                  <a:lnTo>
                    <a:pt x="25" y="671"/>
                  </a:lnTo>
                  <a:lnTo>
                    <a:pt x="27" y="679"/>
                  </a:lnTo>
                  <a:lnTo>
                    <a:pt x="28" y="685"/>
                  </a:lnTo>
                  <a:lnTo>
                    <a:pt x="30" y="689"/>
                  </a:lnTo>
                  <a:lnTo>
                    <a:pt x="33" y="693"/>
                  </a:lnTo>
                  <a:lnTo>
                    <a:pt x="35" y="697"/>
                  </a:lnTo>
                  <a:lnTo>
                    <a:pt x="38" y="699"/>
                  </a:lnTo>
                  <a:lnTo>
                    <a:pt x="45" y="703"/>
                  </a:lnTo>
                  <a:lnTo>
                    <a:pt x="53" y="705"/>
                  </a:lnTo>
                  <a:lnTo>
                    <a:pt x="61" y="705"/>
                  </a:lnTo>
                  <a:lnTo>
                    <a:pt x="177" y="705"/>
                  </a:lnTo>
                  <a:lnTo>
                    <a:pt x="181" y="707"/>
                  </a:lnTo>
                  <a:lnTo>
                    <a:pt x="182" y="709"/>
                  </a:lnTo>
                  <a:lnTo>
                    <a:pt x="184" y="711"/>
                  </a:lnTo>
                  <a:lnTo>
                    <a:pt x="186" y="715"/>
                  </a:lnTo>
                  <a:lnTo>
                    <a:pt x="186" y="719"/>
                  </a:lnTo>
                  <a:lnTo>
                    <a:pt x="187" y="723"/>
                  </a:lnTo>
                  <a:lnTo>
                    <a:pt x="187" y="731"/>
                  </a:lnTo>
                  <a:lnTo>
                    <a:pt x="186" y="733"/>
                  </a:lnTo>
                  <a:lnTo>
                    <a:pt x="186" y="737"/>
                  </a:lnTo>
                  <a:lnTo>
                    <a:pt x="184" y="743"/>
                  </a:lnTo>
                  <a:lnTo>
                    <a:pt x="181" y="745"/>
                  </a:lnTo>
                  <a:lnTo>
                    <a:pt x="177" y="747"/>
                  </a:lnTo>
                  <a:close/>
                  <a:moveTo>
                    <a:pt x="433" y="487"/>
                  </a:moveTo>
                  <a:lnTo>
                    <a:pt x="263" y="487"/>
                  </a:lnTo>
                  <a:lnTo>
                    <a:pt x="263" y="509"/>
                  </a:lnTo>
                  <a:lnTo>
                    <a:pt x="263" y="539"/>
                  </a:lnTo>
                  <a:lnTo>
                    <a:pt x="264" y="553"/>
                  </a:lnTo>
                  <a:lnTo>
                    <a:pt x="265" y="565"/>
                  </a:lnTo>
                  <a:lnTo>
                    <a:pt x="266" y="579"/>
                  </a:lnTo>
                  <a:lnTo>
                    <a:pt x="267" y="591"/>
                  </a:lnTo>
                  <a:lnTo>
                    <a:pt x="270" y="613"/>
                  </a:lnTo>
                  <a:lnTo>
                    <a:pt x="274" y="631"/>
                  </a:lnTo>
                  <a:lnTo>
                    <a:pt x="279" y="647"/>
                  </a:lnTo>
                  <a:lnTo>
                    <a:pt x="284" y="663"/>
                  </a:lnTo>
                  <a:lnTo>
                    <a:pt x="287" y="669"/>
                  </a:lnTo>
                  <a:lnTo>
                    <a:pt x="290" y="675"/>
                  </a:lnTo>
                  <a:lnTo>
                    <a:pt x="293" y="681"/>
                  </a:lnTo>
                  <a:lnTo>
                    <a:pt x="296" y="685"/>
                  </a:lnTo>
                  <a:lnTo>
                    <a:pt x="303" y="693"/>
                  </a:lnTo>
                  <a:lnTo>
                    <a:pt x="311" y="701"/>
                  </a:lnTo>
                  <a:lnTo>
                    <a:pt x="319" y="705"/>
                  </a:lnTo>
                  <a:lnTo>
                    <a:pt x="327" y="709"/>
                  </a:lnTo>
                  <a:lnTo>
                    <a:pt x="336" y="713"/>
                  </a:lnTo>
                  <a:lnTo>
                    <a:pt x="345" y="713"/>
                  </a:lnTo>
                  <a:lnTo>
                    <a:pt x="354" y="713"/>
                  </a:lnTo>
                  <a:lnTo>
                    <a:pt x="372" y="713"/>
                  </a:lnTo>
                  <a:lnTo>
                    <a:pt x="390" y="709"/>
                  </a:lnTo>
                  <a:lnTo>
                    <a:pt x="410" y="703"/>
                  </a:lnTo>
                  <a:lnTo>
                    <a:pt x="429" y="697"/>
                  </a:lnTo>
                  <a:lnTo>
                    <a:pt x="431" y="697"/>
                  </a:lnTo>
                  <a:lnTo>
                    <a:pt x="432" y="697"/>
                  </a:lnTo>
                  <a:lnTo>
                    <a:pt x="436" y="697"/>
                  </a:lnTo>
                  <a:lnTo>
                    <a:pt x="437" y="699"/>
                  </a:lnTo>
                  <a:lnTo>
                    <a:pt x="438" y="703"/>
                  </a:lnTo>
                  <a:lnTo>
                    <a:pt x="439" y="705"/>
                  </a:lnTo>
                  <a:lnTo>
                    <a:pt x="439" y="709"/>
                  </a:lnTo>
                  <a:lnTo>
                    <a:pt x="439" y="721"/>
                  </a:lnTo>
                  <a:lnTo>
                    <a:pt x="438" y="725"/>
                  </a:lnTo>
                  <a:lnTo>
                    <a:pt x="437" y="729"/>
                  </a:lnTo>
                  <a:lnTo>
                    <a:pt x="436" y="731"/>
                  </a:lnTo>
                  <a:lnTo>
                    <a:pt x="434" y="733"/>
                  </a:lnTo>
                  <a:lnTo>
                    <a:pt x="430" y="737"/>
                  </a:lnTo>
                  <a:lnTo>
                    <a:pt x="411" y="743"/>
                  </a:lnTo>
                  <a:lnTo>
                    <a:pt x="391" y="749"/>
                  </a:lnTo>
                  <a:lnTo>
                    <a:pt x="372" y="751"/>
                  </a:lnTo>
                  <a:lnTo>
                    <a:pt x="354" y="753"/>
                  </a:lnTo>
                  <a:lnTo>
                    <a:pt x="343" y="753"/>
                  </a:lnTo>
                  <a:lnTo>
                    <a:pt x="331" y="751"/>
                  </a:lnTo>
                  <a:lnTo>
                    <a:pt x="320" y="747"/>
                  </a:lnTo>
                  <a:lnTo>
                    <a:pt x="310" y="741"/>
                  </a:lnTo>
                  <a:lnTo>
                    <a:pt x="300" y="735"/>
                  </a:lnTo>
                  <a:lnTo>
                    <a:pt x="295" y="731"/>
                  </a:lnTo>
                  <a:lnTo>
                    <a:pt x="291" y="727"/>
                  </a:lnTo>
                  <a:lnTo>
                    <a:pt x="282" y="715"/>
                  </a:lnTo>
                  <a:lnTo>
                    <a:pt x="274" y="703"/>
                  </a:lnTo>
                  <a:lnTo>
                    <a:pt x="270" y="695"/>
                  </a:lnTo>
                  <a:lnTo>
                    <a:pt x="267" y="687"/>
                  </a:lnTo>
                  <a:lnTo>
                    <a:pt x="260" y="669"/>
                  </a:lnTo>
                  <a:lnTo>
                    <a:pt x="255" y="649"/>
                  </a:lnTo>
                  <a:lnTo>
                    <a:pt x="250" y="627"/>
                  </a:lnTo>
                  <a:lnTo>
                    <a:pt x="248" y="615"/>
                  </a:lnTo>
                  <a:lnTo>
                    <a:pt x="246" y="601"/>
                  </a:lnTo>
                  <a:lnTo>
                    <a:pt x="243" y="573"/>
                  </a:lnTo>
                  <a:lnTo>
                    <a:pt x="241" y="543"/>
                  </a:lnTo>
                  <a:lnTo>
                    <a:pt x="241" y="527"/>
                  </a:lnTo>
                  <a:lnTo>
                    <a:pt x="241" y="509"/>
                  </a:lnTo>
                  <a:lnTo>
                    <a:pt x="241" y="443"/>
                  </a:lnTo>
                  <a:lnTo>
                    <a:pt x="241" y="417"/>
                  </a:lnTo>
                  <a:lnTo>
                    <a:pt x="242" y="391"/>
                  </a:lnTo>
                  <a:lnTo>
                    <a:pt x="245" y="369"/>
                  </a:lnTo>
                  <a:lnTo>
                    <a:pt x="247" y="345"/>
                  </a:lnTo>
                  <a:lnTo>
                    <a:pt x="249" y="335"/>
                  </a:lnTo>
                  <a:lnTo>
                    <a:pt x="251" y="325"/>
                  </a:lnTo>
                  <a:lnTo>
                    <a:pt x="253" y="315"/>
                  </a:lnTo>
                  <a:lnTo>
                    <a:pt x="255" y="305"/>
                  </a:lnTo>
                  <a:lnTo>
                    <a:pt x="258" y="296"/>
                  </a:lnTo>
                  <a:lnTo>
                    <a:pt x="261" y="288"/>
                  </a:lnTo>
                  <a:lnTo>
                    <a:pt x="267" y="270"/>
                  </a:lnTo>
                  <a:lnTo>
                    <a:pt x="274" y="256"/>
                  </a:lnTo>
                  <a:lnTo>
                    <a:pt x="281" y="242"/>
                  </a:lnTo>
                  <a:lnTo>
                    <a:pt x="289" y="230"/>
                  </a:lnTo>
                  <a:lnTo>
                    <a:pt x="299" y="220"/>
                  </a:lnTo>
                  <a:lnTo>
                    <a:pt x="308" y="212"/>
                  </a:lnTo>
                  <a:lnTo>
                    <a:pt x="319" y="208"/>
                  </a:lnTo>
                  <a:lnTo>
                    <a:pt x="330" y="204"/>
                  </a:lnTo>
                  <a:lnTo>
                    <a:pt x="336" y="202"/>
                  </a:lnTo>
                  <a:lnTo>
                    <a:pt x="343" y="202"/>
                  </a:lnTo>
                  <a:lnTo>
                    <a:pt x="355" y="204"/>
                  </a:lnTo>
                  <a:lnTo>
                    <a:pt x="361" y="204"/>
                  </a:lnTo>
                  <a:lnTo>
                    <a:pt x="367" y="206"/>
                  </a:lnTo>
                  <a:lnTo>
                    <a:pt x="378" y="212"/>
                  </a:lnTo>
                  <a:lnTo>
                    <a:pt x="383" y="216"/>
                  </a:lnTo>
                  <a:lnTo>
                    <a:pt x="387" y="220"/>
                  </a:lnTo>
                  <a:lnTo>
                    <a:pt x="397" y="230"/>
                  </a:lnTo>
                  <a:lnTo>
                    <a:pt x="405" y="240"/>
                  </a:lnTo>
                  <a:lnTo>
                    <a:pt x="412" y="254"/>
                  </a:lnTo>
                  <a:lnTo>
                    <a:pt x="416" y="260"/>
                  </a:lnTo>
                  <a:lnTo>
                    <a:pt x="419" y="268"/>
                  </a:lnTo>
                  <a:lnTo>
                    <a:pt x="424" y="286"/>
                  </a:lnTo>
                  <a:lnTo>
                    <a:pt x="429" y="303"/>
                  </a:lnTo>
                  <a:lnTo>
                    <a:pt x="433" y="323"/>
                  </a:lnTo>
                  <a:lnTo>
                    <a:pt x="437" y="343"/>
                  </a:lnTo>
                  <a:lnTo>
                    <a:pt x="439" y="365"/>
                  </a:lnTo>
                  <a:lnTo>
                    <a:pt x="441" y="389"/>
                  </a:lnTo>
                  <a:lnTo>
                    <a:pt x="442" y="415"/>
                  </a:lnTo>
                  <a:lnTo>
                    <a:pt x="443" y="441"/>
                  </a:lnTo>
                  <a:lnTo>
                    <a:pt x="443" y="469"/>
                  </a:lnTo>
                  <a:lnTo>
                    <a:pt x="443" y="473"/>
                  </a:lnTo>
                  <a:lnTo>
                    <a:pt x="442" y="475"/>
                  </a:lnTo>
                  <a:lnTo>
                    <a:pt x="440" y="483"/>
                  </a:lnTo>
                  <a:lnTo>
                    <a:pt x="437" y="487"/>
                  </a:lnTo>
                  <a:lnTo>
                    <a:pt x="433" y="487"/>
                  </a:lnTo>
                  <a:close/>
                  <a:moveTo>
                    <a:pt x="421" y="441"/>
                  </a:moveTo>
                  <a:lnTo>
                    <a:pt x="420" y="417"/>
                  </a:lnTo>
                  <a:lnTo>
                    <a:pt x="420" y="397"/>
                  </a:lnTo>
                  <a:lnTo>
                    <a:pt x="418" y="375"/>
                  </a:lnTo>
                  <a:lnTo>
                    <a:pt x="416" y="357"/>
                  </a:lnTo>
                  <a:lnTo>
                    <a:pt x="414" y="339"/>
                  </a:lnTo>
                  <a:lnTo>
                    <a:pt x="411" y="321"/>
                  </a:lnTo>
                  <a:lnTo>
                    <a:pt x="409" y="315"/>
                  </a:lnTo>
                  <a:lnTo>
                    <a:pt x="407" y="307"/>
                  </a:lnTo>
                  <a:lnTo>
                    <a:pt x="403" y="294"/>
                  </a:lnTo>
                  <a:lnTo>
                    <a:pt x="400" y="288"/>
                  </a:lnTo>
                  <a:lnTo>
                    <a:pt x="398" y="282"/>
                  </a:lnTo>
                  <a:lnTo>
                    <a:pt x="395" y="276"/>
                  </a:lnTo>
                  <a:lnTo>
                    <a:pt x="392" y="272"/>
                  </a:lnTo>
                  <a:lnTo>
                    <a:pt x="389" y="266"/>
                  </a:lnTo>
                  <a:lnTo>
                    <a:pt x="386" y="262"/>
                  </a:lnTo>
                  <a:lnTo>
                    <a:pt x="379" y="256"/>
                  </a:lnTo>
                  <a:lnTo>
                    <a:pt x="371" y="250"/>
                  </a:lnTo>
                  <a:lnTo>
                    <a:pt x="362" y="246"/>
                  </a:lnTo>
                  <a:lnTo>
                    <a:pt x="353" y="242"/>
                  </a:lnTo>
                  <a:lnTo>
                    <a:pt x="343" y="242"/>
                  </a:lnTo>
                  <a:lnTo>
                    <a:pt x="332" y="242"/>
                  </a:lnTo>
                  <a:lnTo>
                    <a:pt x="328" y="244"/>
                  </a:lnTo>
                  <a:lnTo>
                    <a:pt x="323" y="246"/>
                  </a:lnTo>
                  <a:lnTo>
                    <a:pt x="314" y="250"/>
                  </a:lnTo>
                  <a:lnTo>
                    <a:pt x="307" y="256"/>
                  </a:lnTo>
                  <a:lnTo>
                    <a:pt x="299" y="264"/>
                  </a:lnTo>
                  <a:lnTo>
                    <a:pt x="293" y="274"/>
                  </a:lnTo>
                  <a:lnTo>
                    <a:pt x="287" y="284"/>
                  </a:lnTo>
                  <a:lnTo>
                    <a:pt x="282" y="298"/>
                  </a:lnTo>
                  <a:lnTo>
                    <a:pt x="277" y="311"/>
                  </a:lnTo>
                  <a:lnTo>
                    <a:pt x="275" y="317"/>
                  </a:lnTo>
                  <a:lnTo>
                    <a:pt x="273" y="325"/>
                  </a:lnTo>
                  <a:lnTo>
                    <a:pt x="270" y="343"/>
                  </a:lnTo>
                  <a:lnTo>
                    <a:pt x="268" y="361"/>
                  </a:lnTo>
                  <a:lnTo>
                    <a:pt x="266" y="379"/>
                  </a:lnTo>
                  <a:lnTo>
                    <a:pt x="264" y="399"/>
                  </a:lnTo>
                  <a:lnTo>
                    <a:pt x="263" y="421"/>
                  </a:lnTo>
                  <a:lnTo>
                    <a:pt x="263" y="443"/>
                  </a:lnTo>
                  <a:lnTo>
                    <a:pt x="421" y="447"/>
                  </a:lnTo>
                  <a:lnTo>
                    <a:pt x="421" y="441"/>
                  </a:lnTo>
                  <a:close/>
                  <a:moveTo>
                    <a:pt x="649" y="751"/>
                  </a:moveTo>
                  <a:lnTo>
                    <a:pt x="636" y="753"/>
                  </a:lnTo>
                  <a:lnTo>
                    <a:pt x="622" y="753"/>
                  </a:lnTo>
                  <a:lnTo>
                    <a:pt x="610" y="753"/>
                  </a:lnTo>
                  <a:lnTo>
                    <a:pt x="598" y="749"/>
                  </a:lnTo>
                  <a:lnTo>
                    <a:pt x="593" y="745"/>
                  </a:lnTo>
                  <a:lnTo>
                    <a:pt x="589" y="741"/>
                  </a:lnTo>
                  <a:lnTo>
                    <a:pt x="584" y="737"/>
                  </a:lnTo>
                  <a:lnTo>
                    <a:pt x="581" y="731"/>
                  </a:lnTo>
                  <a:lnTo>
                    <a:pt x="577" y="725"/>
                  </a:lnTo>
                  <a:lnTo>
                    <a:pt x="574" y="717"/>
                  </a:lnTo>
                  <a:lnTo>
                    <a:pt x="571" y="709"/>
                  </a:lnTo>
                  <a:lnTo>
                    <a:pt x="569" y="699"/>
                  </a:lnTo>
                  <a:lnTo>
                    <a:pt x="568" y="687"/>
                  </a:lnTo>
                  <a:lnTo>
                    <a:pt x="566" y="675"/>
                  </a:lnTo>
                  <a:lnTo>
                    <a:pt x="566" y="659"/>
                  </a:lnTo>
                  <a:lnTo>
                    <a:pt x="565" y="645"/>
                  </a:lnTo>
                  <a:lnTo>
                    <a:pt x="565" y="248"/>
                  </a:lnTo>
                  <a:lnTo>
                    <a:pt x="516" y="248"/>
                  </a:lnTo>
                  <a:lnTo>
                    <a:pt x="512" y="248"/>
                  </a:lnTo>
                  <a:lnTo>
                    <a:pt x="510" y="246"/>
                  </a:lnTo>
                  <a:lnTo>
                    <a:pt x="509" y="244"/>
                  </a:lnTo>
                  <a:lnTo>
                    <a:pt x="507" y="240"/>
                  </a:lnTo>
                  <a:lnTo>
                    <a:pt x="506" y="236"/>
                  </a:lnTo>
                  <a:lnTo>
                    <a:pt x="506" y="232"/>
                  </a:lnTo>
                  <a:lnTo>
                    <a:pt x="506" y="222"/>
                  </a:lnTo>
                  <a:lnTo>
                    <a:pt x="506" y="220"/>
                  </a:lnTo>
                  <a:lnTo>
                    <a:pt x="507" y="216"/>
                  </a:lnTo>
                  <a:lnTo>
                    <a:pt x="508" y="214"/>
                  </a:lnTo>
                  <a:lnTo>
                    <a:pt x="509" y="212"/>
                  </a:lnTo>
                  <a:lnTo>
                    <a:pt x="510" y="210"/>
                  </a:lnTo>
                  <a:lnTo>
                    <a:pt x="512" y="208"/>
                  </a:lnTo>
                  <a:lnTo>
                    <a:pt x="516" y="208"/>
                  </a:lnTo>
                  <a:lnTo>
                    <a:pt x="565" y="208"/>
                  </a:lnTo>
                  <a:lnTo>
                    <a:pt x="565" y="104"/>
                  </a:lnTo>
                  <a:lnTo>
                    <a:pt x="566" y="96"/>
                  </a:lnTo>
                  <a:lnTo>
                    <a:pt x="567" y="94"/>
                  </a:lnTo>
                  <a:lnTo>
                    <a:pt x="568" y="90"/>
                  </a:lnTo>
                  <a:lnTo>
                    <a:pt x="569" y="88"/>
                  </a:lnTo>
                  <a:lnTo>
                    <a:pt x="570" y="86"/>
                  </a:lnTo>
                  <a:lnTo>
                    <a:pt x="572" y="86"/>
                  </a:lnTo>
                  <a:lnTo>
                    <a:pt x="574" y="84"/>
                  </a:lnTo>
                  <a:lnTo>
                    <a:pt x="580" y="84"/>
                  </a:lnTo>
                  <a:lnTo>
                    <a:pt x="583" y="86"/>
                  </a:lnTo>
                  <a:lnTo>
                    <a:pt x="585" y="90"/>
                  </a:lnTo>
                  <a:lnTo>
                    <a:pt x="587" y="96"/>
                  </a:lnTo>
                  <a:lnTo>
                    <a:pt x="588" y="104"/>
                  </a:lnTo>
                  <a:lnTo>
                    <a:pt x="588" y="208"/>
                  </a:lnTo>
                  <a:lnTo>
                    <a:pt x="648" y="208"/>
                  </a:lnTo>
                  <a:lnTo>
                    <a:pt x="651" y="208"/>
                  </a:lnTo>
                  <a:lnTo>
                    <a:pt x="653" y="210"/>
                  </a:lnTo>
                  <a:lnTo>
                    <a:pt x="654" y="212"/>
                  </a:lnTo>
                  <a:lnTo>
                    <a:pt x="656" y="216"/>
                  </a:lnTo>
                  <a:lnTo>
                    <a:pt x="657" y="220"/>
                  </a:lnTo>
                  <a:lnTo>
                    <a:pt x="657" y="222"/>
                  </a:lnTo>
                  <a:lnTo>
                    <a:pt x="657" y="232"/>
                  </a:lnTo>
                  <a:lnTo>
                    <a:pt x="657" y="236"/>
                  </a:lnTo>
                  <a:lnTo>
                    <a:pt x="656" y="240"/>
                  </a:lnTo>
                  <a:lnTo>
                    <a:pt x="654" y="244"/>
                  </a:lnTo>
                  <a:lnTo>
                    <a:pt x="653" y="246"/>
                  </a:lnTo>
                  <a:lnTo>
                    <a:pt x="651" y="248"/>
                  </a:lnTo>
                  <a:lnTo>
                    <a:pt x="648" y="248"/>
                  </a:lnTo>
                  <a:lnTo>
                    <a:pt x="588" y="248"/>
                  </a:lnTo>
                  <a:lnTo>
                    <a:pt x="588" y="645"/>
                  </a:lnTo>
                  <a:lnTo>
                    <a:pt x="588" y="665"/>
                  </a:lnTo>
                  <a:lnTo>
                    <a:pt x="590" y="681"/>
                  </a:lnTo>
                  <a:lnTo>
                    <a:pt x="593" y="693"/>
                  </a:lnTo>
                  <a:lnTo>
                    <a:pt x="595" y="697"/>
                  </a:lnTo>
                  <a:lnTo>
                    <a:pt x="597" y="701"/>
                  </a:lnTo>
                  <a:lnTo>
                    <a:pt x="599" y="705"/>
                  </a:lnTo>
                  <a:lnTo>
                    <a:pt x="602" y="707"/>
                  </a:lnTo>
                  <a:lnTo>
                    <a:pt x="605" y="711"/>
                  </a:lnTo>
                  <a:lnTo>
                    <a:pt x="608" y="711"/>
                  </a:lnTo>
                  <a:lnTo>
                    <a:pt x="615" y="713"/>
                  </a:lnTo>
                  <a:lnTo>
                    <a:pt x="622" y="713"/>
                  </a:lnTo>
                  <a:lnTo>
                    <a:pt x="647" y="713"/>
                  </a:lnTo>
                  <a:lnTo>
                    <a:pt x="651" y="715"/>
                  </a:lnTo>
                  <a:lnTo>
                    <a:pt x="655" y="717"/>
                  </a:lnTo>
                  <a:lnTo>
                    <a:pt x="656" y="719"/>
                  </a:lnTo>
                  <a:lnTo>
                    <a:pt x="657" y="723"/>
                  </a:lnTo>
                  <a:lnTo>
                    <a:pt x="657" y="725"/>
                  </a:lnTo>
                  <a:lnTo>
                    <a:pt x="657" y="729"/>
                  </a:lnTo>
                  <a:lnTo>
                    <a:pt x="657" y="737"/>
                  </a:lnTo>
                  <a:lnTo>
                    <a:pt x="655" y="743"/>
                  </a:lnTo>
                  <a:lnTo>
                    <a:pt x="654" y="747"/>
                  </a:lnTo>
                  <a:lnTo>
                    <a:pt x="653" y="747"/>
                  </a:lnTo>
                  <a:lnTo>
                    <a:pt x="649" y="751"/>
                  </a:lnTo>
                  <a:close/>
                  <a:moveTo>
                    <a:pt x="767" y="20"/>
                  </a:moveTo>
                  <a:lnTo>
                    <a:pt x="743" y="192"/>
                  </a:lnTo>
                  <a:lnTo>
                    <a:pt x="742" y="202"/>
                  </a:lnTo>
                  <a:lnTo>
                    <a:pt x="740" y="208"/>
                  </a:lnTo>
                  <a:lnTo>
                    <a:pt x="737" y="210"/>
                  </a:lnTo>
                  <a:lnTo>
                    <a:pt x="734" y="212"/>
                  </a:lnTo>
                  <a:lnTo>
                    <a:pt x="726" y="212"/>
                  </a:lnTo>
                  <a:lnTo>
                    <a:pt x="724" y="210"/>
                  </a:lnTo>
                  <a:lnTo>
                    <a:pt x="722" y="208"/>
                  </a:lnTo>
                  <a:lnTo>
                    <a:pt x="722" y="206"/>
                  </a:lnTo>
                  <a:lnTo>
                    <a:pt x="722" y="202"/>
                  </a:lnTo>
                  <a:lnTo>
                    <a:pt x="722" y="198"/>
                  </a:lnTo>
                  <a:lnTo>
                    <a:pt x="722" y="192"/>
                  </a:lnTo>
                  <a:lnTo>
                    <a:pt x="743" y="20"/>
                  </a:lnTo>
                  <a:lnTo>
                    <a:pt x="744" y="10"/>
                  </a:lnTo>
                  <a:lnTo>
                    <a:pt x="745" y="6"/>
                  </a:lnTo>
                  <a:lnTo>
                    <a:pt x="746" y="4"/>
                  </a:lnTo>
                  <a:lnTo>
                    <a:pt x="749" y="2"/>
                  </a:lnTo>
                  <a:lnTo>
                    <a:pt x="753" y="0"/>
                  </a:lnTo>
                  <a:lnTo>
                    <a:pt x="762" y="0"/>
                  </a:lnTo>
                  <a:lnTo>
                    <a:pt x="765" y="0"/>
                  </a:lnTo>
                  <a:lnTo>
                    <a:pt x="767" y="2"/>
                  </a:lnTo>
                  <a:lnTo>
                    <a:pt x="768" y="6"/>
                  </a:lnTo>
                  <a:lnTo>
                    <a:pt x="768" y="12"/>
                  </a:lnTo>
                  <a:lnTo>
                    <a:pt x="768" y="14"/>
                  </a:lnTo>
                  <a:lnTo>
                    <a:pt x="767" y="20"/>
                  </a:lnTo>
                  <a:close/>
                  <a:moveTo>
                    <a:pt x="898" y="753"/>
                  </a:moveTo>
                  <a:lnTo>
                    <a:pt x="879" y="753"/>
                  </a:lnTo>
                  <a:lnTo>
                    <a:pt x="859" y="749"/>
                  </a:lnTo>
                  <a:lnTo>
                    <a:pt x="841" y="745"/>
                  </a:lnTo>
                  <a:lnTo>
                    <a:pt x="825" y="739"/>
                  </a:lnTo>
                  <a:lnTo>
                    <a:pt x="820" y="737"/>
                  </a:lnTo>
                  <a:lnTo>
                    <a:pt x="818" y="735"/>
                  </a:lnTo>
                  <a:lnTo>
                    <a:pt x="817" y="735"/>
                  </a:lnTo>
                  <a:lnTo>
                    <a:pt x="815" y="733"/>
                  </a:lnTo>
                  <a:lnTo>
                    <a:pt x="814" y="729"/>
                  </a:lnTo>
                  <a:lnTo>
                    <a:pt x="814" y="727"/>
                  </a:lnTo>
                  <a:lnTo>
                    <a:pt x="814" y="723"/>
                  </a:lnTo>
                  <a:lnTo>
                    <a:pt x="814" y="711"/>
                  </a:lnTo>
                  <a:lnTo>
                    <a:pt x="814" y="707"/>
                  </a:lnTo>
                  <a:lnTo>
                    <a:pt x="814" y="705"/>
                  </a:lnTo>
                  <a:lnTo>
                    <a:pt x="816" y="701"/>
                  </a:lnTo>
                  <a:lnTo>
                    <a:pt x="817" y="699"/>
                  </a:lnTo>
                  <a:lnTo>
                    <a:pt x="819" y="699"/>
                  </a:lnTo>
                  <a:lnTo>
                    <a:pt x="820" y="697"/>
                  </a:lnTo>
                  <a:lnTo>
                    <a:pt x="822" y="697"/>
                  </a:lnTo>
                  <a:lnTo>
                    <a:pt x="825" y="697"/>
                  </a:lnTo>
                  <a:lnTo>
                    <a:pt x="844" y="703"/>
                  </a:lnTo>
                  <a:lnTo>
                    <a:pt x="863" y="709"/>
                  </a:lnTo>
                  <a:lnTo>
                    <a:pt x="873" y="711"/>
                  </a:lnTo>
                  <a:lnTo>
                    <a:pt x="882" y="713"/>
                  </a:lnTo>
                  <a:lnTo>
                    <a:pt x="899" y="713"/>
                  </a:lnTo>
                  <a:lnTo>
                    <a:pt x="912" y="713"/>
                  </a:lnTo>
                  <a:lnTo>
                    <a:pt x="918" y="711"/>
                  </a:lnTo>
                  <a:lnTo>
                    <a:pt x="924" y="709"/>
                  </a:lnTo>
                  <a:lnTo>
                    <a:pt x="930" y="707"/>
                  </a:lnTo>
                  <a:lnTo>
                    <a:pt x="935" y="703"/>
                  </a:lnTo>
                  <a:lnTo>
                    <a:pt x="940" y="699"/>
                  </a:lnTo>
                  <a:lnTo>
                    <a:pt x="944" y="695"/>
                  </a:lnTo>
                  <a:lnTo>
                    <a:pt x="948" y="689"/>
                  </a:lnTo>
                  <a:lnTo>
                    <a:pt x="952" y="681"/>
                  </a:lnTo>
                  <a:lnTo>
                    <a:pt x="955" y="673"/>
                  </a:lnTo>
                  <a:lnTo>
                    <a:pt x="958" y="663"/>
                  </a:lnTo>
                  <a:lnTo>
                    <a:pt x="960" y="653"/>
                  </a:lnTo>
                  <a:lnTo>
                    <a:pt x="961" y="641"/>
                  </a:lnTo>
                  <a:lnTo>
                    <a:pt x="962" y="627"/>
                  </a:lnTo>
                  <a:lnTo>
                    <a:pt x="963" y="613"/>
                  </a:lnTo>
                  <a:lnTo>
                    <a:pt x="962" y="599"/>
                  </a:lnTo>
                  <a:lnTo>
                    <a:pt x="960" y="585"/>
                  </a:lnTo>
                  <a:lnTo>
                    <a:pt x="959" y="579"/>
                  </a:lnTo>
                  <a:lnTo>
                    <a:pt x="957" y="573"/>
                  </a:lnTo>
                  <a:lnTo>
                    <a:pt x="952" y="561"/>
                  </a:lnTo>
                  <a:lnTo>
                    <a:pt x="949" y="555"/>
                  </a:lnTo>
                  <a:lnTo>
                    <a:pt x="945" y="547"/>
                  </a:lnTo>
                  <a:lnTo>
                    <a:pt x="935" y="535"/>
                  </a:lnTo>
                  <a:lnTo>
                    <a:pt x="924" y="519"/>
                  </a:lnTo>
                  <a:lnTo>
                    <a:pt x="909" y="503"/>
                  </a:lnTo>
                  <a:lnTo>
                    <a:pt x="877" y="469"/>
                  </a:lnTo>
                  <a:lnTo>
                    <a:pt x="864" y="453"/>
                  </a:lnTo>
                  <a:lnTo>
                    <a:pt x="852" y="439"/>
                  </a:lnTo>
                  <a:lnTo>
                    <a:pt x="841" y="423"/>
                  </a:lnTo>
                  <a:lnTo>
                    <a:pt x="839" y="419"/>
                  </a:lnTo>
                  <a:lnTo>
                    <a:pt x="837" y="415"/>
                  </a:lnTo>
                  <a:lnTo>
                    <a:pt x="832" y="407"/>
                  </a:lnTo>
                  <a:lnTo>
                    <a:pt x="829" y="399"/>
                  </a:lnTo>
                  <a:lnTo>
                    <a:pt x="825" y="389"/>
                  </a:lnTo>
                  <a:lnTo>
                    <a:pt x="823" y="381"/>
                  </a:lnTo>
                  <a:lnTo>
                    <a:pt x="820" y="371"/>
                  </a:lnTo>
                  <a:lnTo>
                    <a:pt x="819" y="361"/>
                  </a:lnTo>
                  <a:lnTo>
                    <a:pt x="817" y="349"/>
                  </a:lnTo>
                  <a:lnTo>
                    <a:pt x="816" y="337"/>
                  </a:lnTo>
                  <a:lnTo>
                    <a:pt x="816" y="325"/>
                  </a:lnTo>
                  <a:lnTo>
                    <a:pt x="817" y="309"/>
                  </a:lnTo>
                  <a:lnTo>
                    <a:pt x="818" y="294"/>
                  </a:lnTo>
                  <a:lnTo>
                    <a:pt x="820" y="280"/>
                  </a:lnTo>
                  <a:lnTo>
                    <a:pt x="823" y="268"/>
                  </a:lnTo>
                  <a:lnTo>
                    <a:pt x="826" y="256"/>
                  </a:lnTo>
                  <a:lnTo>
                    <a:pt x="830" y="246"/>
                  </a:lnTo>
                  <a:lnTo>
                    <a:pt x="835" y="238"/>
                  </a:lnTo>
                  <a:lnTo>
                    <a:pt x="840" y="230"/>
                  </a:lnTo>
                  <a:lnTo>
                    <a:pt x="845" y="222"/>
                  </a:lnTo>
                  <a:lnTo>
                    <a:pt x="851" y="216"/>
                  </a:lnTo>
                  <a:lnTo>
                    <a:pt x="858" y="212"/>
                  </a:lnTo>
                  <a:lnTo>
                    <a:pt x="864" y="208"/>
                  </a:lnTo>
                  <a:lnTo>
                    <a:pt x="871" y="206"/>
                  </a:lnTo>
                  <a:lnTo>
                    <a:pt x="878" y="204"/>
                  </a:lnTo>
                  <a:lnTo>
                    <a:pt x="893" y="202"/>
                  </a:lnTo>
                  <a:lnTo>
                    <a:pt x="917" y="204"/>
                  </a:lnTo>
                  <a:lnTo>
                    <a:pt x="936" y="206"/>
                  </a:lnTo>
                  <a:lnTo>
                    <a:pt x="965" y="212"/>
                  </a:lnTo>
                  <a:lnTo>
                    <a:pt x="970" y="214"/>
                  </a:lnTo>
                  <a:lnTo>
                    <a:pt x="973" y="216"/>
                  </a:lnTo>
                  <a:lnTo>
                    <a:pt x="974" y="218"/>
                  </a:lnTo>
                  <a:lnTo>
                    <a:pt x="975" y="220"/>
                  </a:lnTo>
                  <a:lnTo>
                    <a:pt x="976" y="224"/>
                  </a:lnTo>
                  <a:lnTo>
                    <a:pt x="976" y="228"/>
                  </a:lnTo>
                  <a:lnTo>
                    <a:pt x="976" y="236"/>
                  </a:lnTo>
                  <a:lnTo>
                    <a:pt x="975" y="246"/>
                  </a:lnTo>
                  <a:lnTo>
                    <a:pt x="973" y="252"/>
                  </a:lnTo>
                  <a:lnTo>
                    <a:pt x="970" y="254"/>
                  </a:lnTo>
                  <a:lnTo>
                    <a:pt x="965" y="252"/>
                  </a:lnTo>
                  <a:lnTo>
                    <a:pt x="953" y="250"/>
                  </a:lnTo>
                  <a:lnTo>
                    <a:pt x="936" y="246"/>
                  </a:lnTo>
                  <a:lnTo>
                    <a:pt x="926" y="244"/>
                  </a:lnTo>
                  <a:lnTo>
                    <a:pt x="916" y="244"/>
                  </a:lnTo>
                  <a:lnTo>
                    <a:pt x="895" y="242"/>
                  </a:lnTo>
                  <a:lnTo>
                    <a:pt x="883" y="242"/>
                  </a:lnTo>
                  <a:lnTo>
                    <a:pt x="873" y="244"/>
                  </a:lnTo>
                  <a:lnTo>
                    <a:pt x="868" y="246"/>
                  </a:lnTo>
                  <a:lnTo>
                    <a:pt x="863" y="250"/>
                  </a:lnTo>
                  <a:lnTo>
                    <a:pt x="859" y="254"/>
                  </a:lnTo>
                  <a:lnTo>
                    <a:pt x="855" y="258"/>
                  </a:lnTo>
                  <a:lnTo>
                    <a:pt x="851" y="262"/>
                  </a:lnTo>
                  <a:lnTo>
                    <a:pt x="848" y="268"/>
                  </a:lnTo>
                  <a:lnTo>
                    <a:pt x="845" y="276"/>
                  </a:lnTo>
                  <a:lnTo>
                    <a:pt x="844" y="278"/>
                  </a:lnTo>
                  <a:lnTo>
                    <a:pt x="843" y="282"/>
                  </a:lnTo>
                  <a:lnTo>
                    <a:pt x="841" y="292"/>
                  </a:lnTo>
                  <a:lnTo>
                    <a:pt x="839" y="301"/>
                  </a:lnTo>
                  <a:lnTo>
                    <a:pt x="839" y="313"/>
                  </a:lnTo>
                  <a:lnTo>
                    <a:pt x="838" y="325"/>
                  </a:lnTo>
                  <a:lnTo>
                    <a:pt x="838" y="333"/>
                  </a:lnTo>
                  <a:lnTo>
                    <a:pt x="839" y="341"/>
                  </a:lnTo>
                  <a:lnTo>
                    <a:pt x="840" y="349"/>
                  </a:lnTo>
                  <a:lnTo>
                    <a:pt x="842" y="355"/>
                  </a:lnTo>
                  <a:lnTo>
                    <a:pt x="843" y="363"/>
                  </a:lnTo>
                  <a:lnTo>
                    <a:pt x="846" y="369"/>
                  </a:lnTo>
                  <a:lnTo>
                    <a:pt x="848" y="375"/>
                  </a:lnTo>
                  <a:lnTo>
                    <a:pt x="851" y="381"/>
                  </a:lnTo>
                  <a:lnTo>
                    <a:pt x="858" y="393"/>
                  </a:lnTo>
                  <a:lnTo>
                    <a:pt x="867" y="405"/>
                  </a:lnTo>
                  <a:lnTo>
                    <a:pt x="876" y="417"/>
                  </a:lnTo>
                  <a:lnTo>
                    <a:pt x="887" y="431"/>
                  </a:lnTo>
                  <a:lnTo>
                    <a:pt x="921" y="467"/>
                  </a:lnTo>
                  <a:lnTo>
                    <a:pt x="936" y="485"/>
                  </a:lnTo>
                  <a:lnTo>
                    <a:pt x="948" y="501"/>
                  </a:lnTo>
                  <a:lnTo>
                    <a:pt x="954" y="509"/>
                  </a:lnTo>
                  <a:lnTo>
                    <a:pt x="959" y="517"/>
                  </a:lnTo>
                  <a:lnTo>
                    <a:pt x="968" y="533"/>
                  </a:lnTo>
                  <a:lnTo>
                    <a:pt x="972" y="541"/>
                  </a:lnTo>
                  <a:lnTo>
                    <a:pt x="976" y="551"/>
                  </a:lnTo>
                  <a:lnTo>
                    <a:pt x="978" y="559"/>
                  </a:lnTo>
                  <a:lnTo>
                    <a:pt x="981" y="569"/>
                  </a:lnTo>
                  <a:lnTo>
                    <a:pt x="982" y="579"/>
                  </a:lnTo>
                  <a:lnTo>
                    <a:pt x="984" y="589"/>
                  </a:lnTo>
                  <a:lnTo>
                    <a:pt x="985" y="601"/>
                  </a:lnTo>
                  <a:lnTo>
                    <a:pt x="985" y="613"/>
                  </a:lnTo>
                  <a:lnTo>
                    <a:pt x="984" y="633"/>
                  </a:lnTo>
                  <a:lnTo>
                    <a:pt x="983" y="651"/>
                  </a:lnTo>
                  <a:lnTo>
                    <a:pt x="982" y="659"/>
                  </a:lnTo>
                  <a:lnTo>
                    <a:pt x="981" y="667"/>
                  </a:lnTo>
                  <a:lnTo>
                    <a:pt x="979" y="673"/>
                  </a:lnTo>
                  <a:lnTo>
                    <a:pt x="978" y="681"/>
                  </a:lnTo>
                  <a:lnTo>
                    <a:pt x="974" y="693"/>
                  </a:lnTo>
                  <a:lnTo>
                    <a:pt x="972" y="699"/>
                  </a:lnTo>
                  <a:lnTo>
                    <a:pt x="970" y="705"/>
                  </a:lnTo>
                  <a:lnTo>
                    <a:pt x="964" y="715"/>
                  </a:lnTo>
                  <a:lnTo>
                    <a:pt x="959" y="723"/>
                  </a:lnTo>
                  <a:lnTo>
                    <a:pt x="953" y="731"/>
                  </a:lnTo>
                  <a:lnTo>
                    <a:pt x="946" y="737"/>
                  </a:lnTo>
                  <a:lnTo>
                    <a:pt x="939" y="743"/>
                  </a:lnTo>
                  <a:lnTo>
                    <a:pt x="931" y="747"/>
                  </a:lnTo>
                  <a:lnTo>
                    <a:pt x="923" y="749"/>
                  </a:lnTo>
                  <a:lnTo>
                    <a:pt x="915" y="751"/>
                  </a:lnTo>
                  <a:lnTo>
                    <a:pt x="906" y="753"/>
                  </a:lnTo>
                  <a:lnTo>
                    <a:pt x="898" y="753"/>
                  </a:lnTo>
                  <a:close/>
                  <a:moveTo>
                    <a:pt x="1357" y="745"/>
                  </a:moveTo>
                  <a:lnTo>
                    <a:pt x="1341" y="747"/>
                  </a:lnTo>
                  <a:lnTo>
                    <a:pt x="1324" y="751"/>
                  </a:lnTo>
                  <a:lnTo>
                    <a:pt x="1309" y="753"/>
                  </a:lnTo>
                  <a:lnTo>
                    <a:pt x="1296" y="753"/>
                  </a:lnTo>
                  <a:lnTo>
                    <a:pt x="1283" y="751"/>
                  </a:lnTo>
                  <a:lnTo>
                    <a:pt x="1277" y="751"/>
                  </a:lnTo>
                  <a:lnTo>
                    <a:pt x="1271" y="749"/>
                  </a:lnTo>
                  <a:lnTo>
                    <a:pt x="1265" y="745"/>
                  </a:lnTo>
                  <a:lnTo>
                    <a:pt x="1260" y="743"/>
                  </a:lnTo>
                  <a:lnTo>
                    <a:pt x="1255" y="739"/>
                  </a:lnTo>
                  <a:lnTo>
                    <a:pt x="1250" y="733"/>
                  </a:lnTo>
                  <a:lnTo>
                    <a:pt x="1245" y="729"/>
                  </a:lnTo>
                  <a:lnTo>
                    <a:pt x="1241" y="723"/>
                  </a:lnTo>
                  <a:lnTo>
                    <a:pt x="1233" y="711"/>
                  </a:lnTo>
                  <a:lnTo>
                    <a:pt x="1225" y="697"/>
                  </a:lnTo>
                  <a:lnTo>
                    <a:pt x="1219" y="681"/>
                  </a:lnTo>
                  <a:lnTo>
                    <a:pt x="1213" y="663"/>
                  </a:lnTo>
                  <a:lnTo>
                    <a:pt x="1209" y="645"/>
                  </a:lnTo>
                  <a:lnTo>
                    <a:pt x="1205" y="625"/>
                  </a:lnTo>
                  <a:lnTo>
                    <a:pt x="1202" y="603"/>
                  </a:lnTo>
                  <a:lnTo>
                    <a:pt x="1199" y="581"/>
                  </a:lnTo>
                  <a:lnTo>
                    <a:pt x="1197" y="557"/>
                  </a:lnTo>
                  <a:lnTo>
                    <a:pt x="1196" y="535"/>
                  </a:lnTo>
                  <a:lnTo>
                    <a:pt x="1196" y="509"/>
                  </a:lnTo>
                  <a:lnTo>
                    <a:pt x="1196" y="443"/>
                  </a:lnTo>
                  <a:lnTo>
                    <a:pt x="1196" y="417"/>
                  </a:lnTo>
                  <a:lnTo>
                    <a:pt x="1197" y="393"/>
                  </a:lnTo>
                  <a:lnTo>
                    <a:pt x="1199" y="371"/>
                  </a:lnTo>
                  <a:lnTo>
                    <a:pt x="1202" y="349"/>
                  </a:lnTo>
                  <a:lnTo>
                    <a:pt x="1205" y="327"/>
                  </a:lnTo>
                  <a:lnTo>
                    <a:pt x="1209" y="307"/>
                  </a:lnTo>
                  <a:lnTo>
                    <a:pt x="1213" y="290"/>
                  </a:lnTo>
                  <a:lnTo>
                    <a:pt x="1219" y="272"/>
                  </a:lnTo>
                  <a:lnTo>
                    <a:pt x="1222" y="264"/>
                  </a:lnTo>
                  <a:lnTo>
                    <a:pt x="1225" y="258"/>
                  </a:lnTo>
                  <a:lnTo>
                    <a:pt x="1233" y="244"/>
                  </a:lnTo>
                  <a:lnTo>
                    <a:pt x="1237" y="238"/>
                  </a:lnTo>
                  <a:lnTo>
                    <a:pt x="1241" y="232"/>
                  </a:lnTo>
                  <a:lnTo>
                    <a:pt x="1250" y="222"/>
                  </a:lnTo>
                  <a:lnTo>
                    <a:pt x="1260" y="214"/>
                  </a:lnTo>
                  <a:lnTo>
                    <a:pt x="1265" y="210"/>
                  </a:lnTo>
                  <a:lnTo>
                    <a:pt x="1271" y="208"/>
                  </a:lnTo>
                  <a:lnTo>
                    <a:pt x="1277" y="206"/>
                  </a:lnTo>
                  <a:lnTo>
                    <a:pt x="1283" y="204"/>
                  </a:lnTo>
                  <a:lnTo>
                    <a:pt x="1289" y="202"/>
                  </a:lnTo>
                  <a:lnTo>
                    <a:pt x="1296" y="202"/>
                  </a:lnTo>
                  <a:lnTo>
                    <a:pt x="1309" y="204"/>
                  </a:lnTo>
                  <a:lnTo>
                    <a:pt x="1324" y="206"/>
                  </a:lnTo>
                  <a:lnTo>
                    <a:pt x="1341" y="208"/>
                  </a:lnTo>
                  <a:lnTo>
                    <a:pt x="1357" y="212"/>
                  </a:lnTo>
                  <a:lnTo>
                    <a:pt x="1361" y="214"/>
                  </a:lnTo>
                  <a:lnTo>
                    <a:pt x="1364" y="218"/>
                  </a:lnTo>
                  <a:lnTo>
                    <a:pt x="1365" y="220"/>
                  </a:lnTo>
                  <a:lnTo>
                    <a:pt x="1366" y="222"/>
                  </a:lnTo>
                  <a:lnTo>
                    <a:pt x="1366" y="230"/>
                  </a:lnTo>
                  <a:lnTo>
                    <a:pt x="1366" y="236"/>
                  </a:lnTo>
                  <a:lnTo>
                    <a:pt x="1365" y="240"/>
                  </a:lnTo>
                  <a:lnTo>
                    <a:pt x="1365" y="244"/>
                  </a:lnTo>
                  <a:lnTo>
                    <a:pt x="1363" y="248"/>
                  </a:lnTo>
                  <a:lnTo>
                    <a:pt x="1362" y="250"/>
                  </a:lnTo>
                  <a:lnTo>
                    <a:pt x="1360" y="250"/>
                  </a:lnTo>
                  <a:lnTo>
                    <a:pt x="1356" y="250"/>
                  </a:lnTo>
                  <a:lnTo>
                    <a:pt x="1339" y="246"/>
                  </a:lnTo>
                  <a:lnTo>
                    <a:pt x="1323" y="244"/>
                  </a:lnTo>
                  <a:lnTo>
                    <a:pt x="1309" y="242"/>
                  </a:lnTo>
                  <a:lnTo>
                    <a:pt x="1296" y="242"/>
                  </a:lnTo>
                  <a:lnTo>
                    <a:pt x="1285" y="242"/>
                  </a:lnTo>
                  <a:lnTo>
                    <a:pt x="1276" y="246"/>
                  </a:lnTo>
                  <a:lnTo>
                    <a:pt x="1272" y="248"/>
                  </a:lnTo>
                  <a:lnTo>
                    <a:pt x="1267" y="250"/>
                  </a:lnTo>
                  <a:lnTo>
                    <a:pt x="1259" y="256"/>
                  </a:lnTo>
                  <a:lnTo>
                    <a:pt x="1252" y="264"/>
                  </a:lnTo>
                  <a:lnTo>
                    <a:pt x="1246" y="274"/>
                  </a:lnTo>
                  <a:lnTo>
                    <a:pt x="1240" y="284"/>
                  </a:lnTo>
                  <a:lnTo>
                    <a:pt x="1236" y="296"/>
                  </a:lnTo>
                  <a:lnTo>
                    <a:pt x="1231" y="309"/>
                  </a:lnTo>
                  <a:lnTo>
                    <a:pt x="1228" y="325"/>
                  </a:lnTo>
                  <a:lnTo>
                    <a:pt x="1225" y="341"/>
                  </a:lnTo>
                  <a:lnTo>
                    <a:pt x="1222" y="359"/>
                  </a:lnTo>
                  <a:lnTo>
                    <a:pt x="1221" y="379"/>
                  </a:lnTo>
                  <a:lnTo>
                    <a:pt x="1219" y="399"/>
                  </a:lnTo>
                  <a:lnTo>
                    <a:pt x="1219" y="419"/>
                  </a:lnTo>
                  <a:lnTo>
                    <a:pt x="1218" y="443"/>
                  </a:lnTo>
                  <a:lnTo>
                    <a:pt x="1218" y="509"/>
                  </a:lnTo>
                  <a:lnTo>
                    <a:pt x="1219" y="531"/>
                  </a:lnTo>
                  <a:lnTo>
                    <a:pt x="1219" y="553"/>
                  </a:lnTo>
                  <a:lnTo>
                    <a:pt x="1221" y="573"/>
                  </a:lnTo>
                  <a:lnTo>
                    <a:pt x="1222" y="593"/>
                  </a:lnTo>
                  <a:lnTo>
                    <a:pt x="1225" y="611"/>
                  </a:lnTo>
                  <a:lnTo>
                    <a:pt x="1228" y="627"/>
                  </a:lnTo>
                  <a:lnTo>
                    <a:pt x="1231" y="643"/>
                  </a:lnTo>
                  <a:lnTo>
                    <a:pt x="1236" y="657"/>
                  </a:lnTo>
                  <a:lnTo>
                    <a:pt x="1240" y="671"/>
                  </a:lnTo>
                  <a:lnTo>
                    <a:pt x="1246" y="681"/>
                  </a:lnTo>
                  <a:lnTo>
                    <a:pt x="1252" y="691"/>
                  </a:lnTo>
                  <a:lnTo>
                    <a:pt x="1259" y="699"/>
                  </a:lnTo>
                  <a:lnTo>
                    <a:pt x="1267" y="705"/>
                  </a:lnTo>
                  <a:lnTo>
                    <a:pt x="1272" y="709"/>
                  </a:lnTo>
                  <a:lnTo>
                    <a:pt x="1276" y="711"/>
                  </a:lnTo>
                  <a:lnTo>
                    <a:pt x="1285" y="713"/>
                  </a:lnTo>
                  <a:lnTo>
                    <a:pt x="1296" y="713"/>
                  </a:lnTo>
                  <a:lnTo>
                    <a:pt x="1309" y="713"/>
                  </a:lnTo>
                  <a:lnTo>
                    <a:pt x="1323" y="711"/>
                  </a:lnTo>
                  <a:lnTo>
                    <a:pt x="1339" y="709"/>
                  </a:lnTo>
                  <a:lnTo>
                    <a:pt x="1356" y="705"/>
                  </a:lnTo>
                  <a:lnTo>
                    <a:pt x="1360" y="705"/>
                  </a:lnTo>
                  <a:lnTo>
                    <a:pt x="1362" y="705"/>
                  </a:lnTo>
                  <a:lnTo>
                    <a:pt x="1363" y="707"/>
                  </a:lnTo>
                  <a:lnTo>
                    <a:pt x="1365" y="709"/>
                  </a:lnTo>
                  <a:lnTo>
                    <a:pt x="1365" y="711"/>
                  </a:lnTo>
                  <a:lnTo>
                    <a:pt x="1366" y="715"/>
                  </a:lnTo>
                  <a:lnTo>
                    <a:pt x="1366" y="719"/>
                  </a:lnTo>
                  <a:lnTo>
                    <a:pt x="1366" y="731"/>
                  </a:lnTo>
                  <a:lnTo>
                    <a:pt x="1365" y="735"/>
                  </a:lnTo>
                  <a:lnTo>
                    <a:pt x="1364" y="737"/>
                  </a:lnTo>
                  <a:lnTo>
                    <a:pt x="1363" y="741"/>
                  </a:lnTo>
                  <a:lnTo>
                    <a:pt x="1361" y="741"/>
                  </a:lnTo>
                  <a:lnTo>
                    <a:pt x="1357" y="745"/>
                  </a:lnTo>
                  <a:close/>
                  <a:moveTo>
                    <a:pt x="1467" y="753"/>
                  </a:moveTo>
                  <a:lnTo>
                    <a:pt x="1462" y="753"/>
                  </a:lnTo>
                  <a:lnTo>
                    <a:pt x="1458" y="751"/>
                  </a:lnTo>
                  <a:lnTo>
                    <a:pt x="1456" y="747"/>
                  </a:lnTo>
                  <a:lnTo>
                    <a:pt x="1454" y="741"/>
                  </a:lnTo>
                  <a:lnTo>
                    <a:pt x="1453" y="735"/>
                  </a:lnTo>
                  <a:lnTo>
                    <a:pt x="1453" y="20"/>
                  </a:lnTo>
                  <a:lnTo>
                    <a:pt x="1454" y="16"/>
                  </a:lnTo>
                  <a:lnTo>
                    <a:pt x="1454" y="12"/>
                  </a:lnTo>
                  <a:lnTo>
                    <a:pt x="1456" y="6"/>
                  </a:lnTo>
                  <a:lnTo>
                    <a:pt x="1457" y="4"/>
                  </a:lnTo>
                  <a:lnTo>
                    <a:pt x="1458" y="2"/>
                  </a:lnTo>
                  <a:lnTo>
                    <a:pt x="1462" y="0"/>
                  </a:lnTo>
                  <a:lnTo>
                    <a:pt x="1467" y="0"/>
                  </a:lnTo>
                  <a:lnTo>
                    <a:pt x="1470" y="2"/>
                  </a:lnTo>
                  <a:lnTo>
                    <a:pt x="1473" y="6"/>
                  </a:lnTo>
                  <a:lnTo>
                    <a:pt x="1475" y="12"/>
                  </a:lnTo>
                  <a:lnTo>
                    <a:pt x="1476" y="20"/>
                  </a:lnTo>
                  <a:lnTo>
                    <a:pt x="1476" y="735"/>
                  </a:lnTo>
                  <a:lnTo>
                    <a:pt x="1475" y="737"/>
                  </a:lnTo>
                  <a:lnTo>
                    <a:pt x="1475" y="741"/>
                  </a:lnTo>
                  <a:lnTo>
                    <a:pt x="1473" y="747"/>
                  </a:lnTo>
                  <a:lnTo>
                    <a:pt x="1472" y="749"/>
                  </a:lnTo>
                  <a:lnTo>
                    <a:pt x="1470" y="751"/>
                  </a:lnTo>
                  <a:lnTo>
                    <a:pt x="1467" y="753"/>
                  </a:lnTo>
                  <a:close/>
                  <a:moveTo>
                    <a:pt x="1761" y="487"/>
                  </a:moveTo>
                  <a:lnTo>
                    <a:pt x="1591" y="487"/>
                  </a:lnTo>
                  <a:lnTo>
                    <a:pt x="1591" y="509"/>
                  </a:lnTo>
                  <a:lnTo>
                    <a:pt x="1591" y="539"/>
                  </a:lnTo>
                  <a:lnTo>
                    <a:pt x="1592" y="553"/>
                  </a:lnTo>
                  <a:lnTo>
                    <a:pt x="1593" y="565"/>
                  </a:lnTo>
                  <a:lnTo>
                    <a:pt x="1594" y="579"/>
                  </a:lnTo>
                  <a:lnTo>
                    <a:pt x="1595" y="591"/>
                  </a:lnTo>
                  <a:lnTo>
                    <a:pt x="1598" y="613"/>
                  </a:lnTo>
                  <a:lnTo>
                    <a:pt x="1602" y="631"/>
                  </a:lnTo>
                  <a:lnTo>
                    <a:pt x="1606" y="647"/>
                  </a:lnTo>
                  <a:lnTo>
                    <a:pt x="1612" y="663"/>
                  </a:lnTo>
                  <a:lnTo>
                    <a:pt x="1614" y="669"/>
                  </a:lnTo>
                  <a:lnTo>
                    <a:pt x="1617" y="675"/>
                  </a:lnTo>
                  <a:lnTo>
                    <a:pt x="1621" y="681"/>
                  </a:lnTo>
                  <a:lnTo>
                    <a:pt x="1624" y="685"/>
                  </a:lnTo>
                  <a:lnTo>
                    <a:pt x="1631" y="693"/>
                  </a:lnTo>
                  <a:lnTo>
                    <a:pt x="1638" y="701"/>
                  </a:lnTo>
                  <a:lnTo>
                    <a:pt x="1646" y="705"/>
                  </a:lnTo>
                  <a:lnTo>
                    <a:pt x="1655" y="709"/>
                  </a:lnTo>
                  <a:lnTo>
                    <a:pt x="1664" y="713"/>
                  </a:lnTo>
                  <a:lnTo>
                    <a:pt x="1673" y="713"/>
                  </a:lnTo>
                  <a:lnTo>
                    <a:pt x="1682" y="713"/>
                  </a:lnTo>
                  <a:lnTo>
                    <a:pt x="1699" y="713"/>
                  </a:lnTo>
                  <a:lnTo>
                    <a:pt x="1718" y="709"/>
                  </a:lnTo>
                  <a:lnTo>
                    <a:pt x="1737" y="703"/>
                  </a:lnTo>
                  <a:lnTo>
                    <a:pt x="1756" y="697"/>
                  </a:lnTo>
                  <a:lnTo>
                    <a:pt x="1758" y="697"/>
                  </a:lnTo>
                  <a:lnTo>
                    <a:pt x="1760" y="697"/>
                  </a:lnTo>
                  <a:lnTo>
                    <a:pt x="1764" y="697"/>
                  </a:lnTo>
                  <a:lnTo>
                    <a:pt x="1765" y="699"/>
                  </a:lnTo>
                  <a:lnTo>
                    <a:pt x="1766" y="703"/>
                  </a:lnTo>
                  <a:lnTo>
                    <a:pt x="1767" y="705"/>
                  </a:lnTo>
                  <a:lnTo>
                    <a:pt x="1767" y="709"/>
                  </a:lnTo>
                  <a:lnTo>
                    <a:pt x="1767" y="721"/>
                  </a:lnTo>
                  <a:lnTo>
                    <a:pt x="1766" y="725"/>
                  </a:lnTo>
                  <a:lnTo>
                    <a:pt x="1765" y="729"/>
                  </a:lnTo>
                  <a:lnTo>
                    <a:pt x="1764" y="731"/>
                  </a:lnTo>
                  <a:lnTo>
                    <a:pt x="1762" y="733"/>
                  </a:lnTo>
                  <a:lnTo>
                    <a:pt x="1757" y="737"/>
                  </a:lnTo>
                  <a:lnTo>
                    <a:pt x="1739" y="743"/>
                  </a:lnTo>
                  <a:lnTo>
                    <a:pt x="1719" y="749"/>
                  </a:lnTo>
                  <a:lnTo>
                    <a:pt x="1700" y="751"/>
                  </a:lnTo>
                  <a:lnTo>
                    <a:pt x="1682" y="753"/>
                  </a:lnTo>
                  <a:lnTo>
                    <a:pt x="1670" y="753"/>
                  </a:lnTo>
                  <a:lnTo>
                    <a:pt x="1659" y="751"/>
                  </a:lnTo>
                  <a:lnTo>
                    <a:pt x="1648" y="747"/>
                  </a:lnTo>
                  <a:lnTo>
                    <a:pt x="1638" y="741"/>
                  </a:lnTo>
                  <a:lnTo>
                    <a:pt x="1628" y="735"/>
                  </a:lnTo>
                  <a:lnTo>
                    <a:pt x="1623" y="731"/>
                  </a:lnTo>
                  <a:lnTo>
                    <a:pt x="1619" y="727"/>
                  </a:lnTo>
                  <a:lnTo>
                    <a:pt x="1610" y="715"/>
                  </a:lnTo>
                  <a:lnTo>
                    <a:pt x="1602" y="703"/>
                  </a:lnTo>
                  <a:lnTo>
                    <a:pt x="1598" y="695"/>
                  </a:lnTo>
                  <a:lnTo>
                    <a:pt x="1595" y="687"/>
                  </a:lnTo>
                  <a:lnTo>
                    <a:pt x="1588" y="669"/>
                  </a:lnTo>
                  <a:lnTo>
                    <a:pt x="1582" y="649"/>
                  </a:lnTo>
                  <a:lnTo>
                    <a:pt x="1578" y="627"/>
                  </a:lnTo>
                  <a:lnTo>
                    <a:pt x="1575" y="615"/>
                  </a:lnTo>
                  <a:lnTo>
                    <a:pt x="1574" y="601"/>
                  </a:lnTo>
                  <a:lnTo>
                    <a:pt x="1571" y="573"/>
                  </a:lnTo>
                  <a:lnTo>
                    <a:pt x="1569" y="543"/>
                  </a:lnTo>
                  <a:lnTo>
                    <a:pt x="1569" y="527"/>
                  </a:lnTo>
                  <a:lnTo>
                    <a:pt x="1569" y="509"/>
                  </a:lnTo>
                  <a:lnTo>
                    <a:pt x="1569" y="443"/>
                  </a:lnTo>
                  <a:lnTo>
                    <a:pt x="1569" y="417"/>
                  </a:lnTo>
                  <a:lnTo>
                    <a:pt x="1570" y="391"/>
                  </a:lnTo>
                  <a:lnTo>
                    <a:pt x="1572" y="369"/>
                  </a:lnTo>
                  <a:lnTo>
                    <a:pt x="1575" y="345"/>
                  </a:lnTo>
                  <a:lnTo>
                    <a:pt x="1577" y="335"/>
                  </a:lnTo>
                  <a:lnTo>
                    <a:pt x="1579" y="325"/>
                  </a:lnTo>
                  <a:lnTo>
                    <a:pt x="1581" y="315"/>
                  </a:lnTo>
                  <a:lnTo>
                    <a:pt x="1583" y="305"/>
                  </a:lnTo>
                  <a:lnTo>
                    <a:pt x="1586" y="296"/>
                  </a:lnTo>
                  <a:lnTo>
                    <a:pt x="1589" y="288"/>
                  </a:lnTo>
                  <a:lnTo>
                    <a:pt x="1595" y="270"/>
                  </a:lnTo>
                  <a:lnTo>
                    <a:pt x="1601" y="256"/>
                  </a:lnTo>
                  <a:lnTo>
                    <a:pt x="1609" y="242"/>
                  </a:lnTo>
                  <a:lnTo>
                    <a:pt x="1617" y="230"/>
                  </a:lnTo>
                  <a:lnTo>
                    <a:pt x="1626" y="220"/>
                  </a:lnTo>
                  <a:lnTo>
                    <a:pt x="1636" y="212"/>
                  </a:lnTo>
                  <a:lnTo>
                    <a:pt x="1647" y="208"/>
                  </a:lnTo>
                  <a:lnTo>
                    <a:pt x="1658" y="204"/>
                  </a:lnTo>
                  <a:lnTo>
                    <a:pt x="1664" y="202"/>
                  </a:lnTo>
                  <a:lnTo>
                    <a:pt x="1670" y="202"/>
                  </a:lnTo>
                  <a:lnTo>
                    <a:pt x="1683" y="204"/>
                  </a:lnTo>
                  <a:lnTo>
                    <a:pt x="1689" y="204"/>
                  </a:lnTo>
                  <a:lnTo>
                    <a:pt x="1695" y="206"/>
                  </a:lnTo>
                  <a:lnTo>
                    <a:pt x="1705" y="212"/>
                  </a:lnTo>
                  <a:lnTo>
                    <a:pt x="1710" y="216"/>
                  </a:lnTo>
                  <a:lnTo>
                    <a:pt x="1715" y="220"/>
                  </a:lnTo>
                  <a:lnTo>
                    <a:pt x="1724" y="230"/>
                  </a:lnTo>
                  <a:lnTo>
                    <a:pt x="1733" y="240"/>
                  </a:lnTo>
                  <a:lnTo>
                    <a:pt x="1740" y="254"/>
                  </a:lnTo>
                  <a:lnTo>
                    <a:pt x="1743" y="260"/>
                  </a:lnTo>
                  <a:lnTo>
                    <a:pt x="1746" y="268"/>
                  </a:lnTo>
                  <a:lnTo>
                    <a:pt x="1752" y="286"/>
                  </a:lnTo>
                  <a:lnTo>
                    <a:pt x="1757" y="303"/>
                  </a:lnTo>
                  <a:lnTo>
                    <a:pt x="1761" y="323"/>
                  </a:lnTo>
                  <a:lnTo>
                    <a:pt x="1765" y="343"/>
                  </a:lnTo>
                  <a:lnTo>
                    <a:pt x="1767" y="365"/>
                  </a:lnTo>
                  <a:lnTo>
                    <a:pt x="1769" y="389"/>
                  </a:lnTo>
                  <a:lnTo>
                    <a:pt x="1770" y="415"/>
                  </a:lnTo>
                  <a:lnTo>
                    <a:pt x="1770" y="441"/>
                  </a:lnTo>
                  <a:lnTo>
                    <a:pt x="1770" y="469"/>
                  </a:lnTo>
                  <a:lnTo>
                    <a:pt x="1770" y="473"/>
                  </a:lnTo>
                  <a:lnTo>
                    <a:pt x="1770" y="475"/>
                  </a:lnTo>
                  <a:lnTo>
                    <a:pt x="1768" y="483"/>
                  </a:lnTo>
                  <a:lnTo>
                    <a:pt x="1765" y="487"/>
                  </a:lnTo>
                  <a:lnTo>
                    <a:pt x="1761" y="487"/>
                  </a:lnTo>
                  <a:close/>
                  <a:moveTo>
                    <a:pt x="1748" y="441"/>
                  </a:moveTo>
                  <a:lnTo>
                    <a:pt x="1748" y="417"/>
                  </a:lnTo>
                  <a:lnTo>
                    <a:pt x="1747" y="397"/>
                  </a:lnTo>
                  <a:lnTo>
                    <a:pt x="1746" y="375"/>
                  </a:lnTo>
                  <a:lnTo>
                    <a:pt x="1744" y="357"/>
                  </a:lnTo>
                  <a:lnTo>
                    <a:pt x="1742" y="339"/>
                  </a:lnTo>
                  <a:lnTo>
                    <a:pt x="1739" y="321"/>
                  </a:lnTo>
                  <a:lnTo>
                    <a:pt x="1737" y="315"/>
                  </a:lnTo>
                  <a:lnTo>
                    <a:pt x="1735" y="307"/>
                  </a:lnTo>
                  <a:lnTo>
                    <a:pt x="1731" y="294"/>
                  </a:lnTo>
                  <a:lnTo>
                    <a:pt x="1728" y="288"/>
                  </a:lnTo>
                  <a:lnTo>
                    <a:pt x="1726" y="282"/>
                  </a:lnTo>
                  <a:lnTo>
                    <a:pt x="1723" y="276"/>
                  </a:lnTo>
                  <a:lnTo>
                    <a:pt x="1720" y="272"/>
                  </a:lnTo>
                  <a:lnTo>
                    <a:pt x="1717" y="266"/>
                  </a:lnTo>
                  <a:lnTo>
                    <a:pt x="1714" y="262"/>
                  </a:lnTo>
                  <a:lnTo>
                    <a:pt x="1706" y="256"/>
                  </a:lnTo>
                  <a:lnTo>
                    <a:pt x="1699" y="250"/>
                  </a:lnTo>
                  <a:lnTo>
                    <a:pt x="1690" y="246"/>
                  </a:lnTo>
                  <a:lnTo>
                    <a:pt x="1681" y="242"/>
                  </a:lnTo>
                  <a:lnTo>
                    <a:pt x="1670" y="242"/>
                  </a:lnTo>
                  <a:lnTo>
                    <a:pt x="1660" y="242"/>
                  </a:lnTo>
                  <a:lnTo>
                    <a:pt x="1655" y="244"/>
                  </a:lnTo>
                  <a:lnTo>
                    <a:pt x="1651" y="246"/>
                  </a:lnTo>
                  <a:lnTo>
                    <a:pt x="1642" y="250"/>
                  </a:lnTo>
                  <a:lnTo>
                    <a:pt x="1634" y="256"/>
                  </a:lnTo>
                  <a:lnTo>
                    <a:pt x="1627" y="264"/>
                  </a:lnTo>
                  <a:lnTo>
                    <a:pt x="1621" y="274"/>
                  </a:lnTo>
                  <a:lnTo>
                    <a:pt x="1615" y="284"/>
                  </a:lnTo>
                  <a:lnTo>
                    <a:pt x="1610" y="298"/>
                  </a:lnTo>
                  <a:lnTo>
                    <a:pt x="1605" y="311"/>
                  </a:lnTo>
                  <a:lnTo>
                    <a:pt x="1603" y="317"/>
                  </a:lnTo>
                  <a:lnTo>
                    <a:pt x="1601" y="325"/>
                  </a:lnTo>
                  <a:lnTo>
                    <a:pt x="1598" y="343"/>
                  </a:lnTo>
                  <a:lnTo>
                    <a:pt x="1595" y="361"/>
                  </a:lnTo>
                  <a:lnTo>
                    <a:pt x="1593" y="379"/>
                  </a:lnTo>
                  <a:lnTo>
                    <a:pt x="1592" y="399"/>
                  </a:lnTo>
                  <a:lnTo>
                    <a:pt x="1591" y="421"/>
                  </a:lnTo>
                  <a:lnTo>
                    <a:pt x="1591" y="443"/>
                  </a:lnTo>
                  <a:lnTo>
                    <a:pt x="1748" y="447"/>
                  </a:lnTo>
                  <a:lnTo>
                    <a:pt x="1748" y="441"/>
                  </a:lnTo>
                  <a:close/>
                  <a:moveTo>
                    <a:pt x="2024" y="747"/>
                  </a:moveTo>
                  <a:lnTo>
                    <a:pt x="2021" y="747"/>
                  </a:lnTo>
                  <a:lnTo>
                    <a:pt x="2019" y="745"/>
                  </a:lnTo>
                  <a:lnTo>
                    <a:pt x="2017" y="743"/>
                  </a:lnTo>
                  <a:lnTo>
                    <a:pt x="2015" y="741"/>
                  </a:lnTo>
                  <a:lnTo>
                    <a:pt x="2013" y="739"/>
                  </a:lnTo>
                  <a:lnTo>
                    <a:pt x="2012" y="735"/>
                  </a:lnTo>
                  <a:lnTo>
                    <a:pt x="2012" y="731"/>
                  </a:lnTo>
                  <a:lnTo>
                    <a:pt x="2012" y="727"/>
                  </a:lnTo>
                  <a:lnTo>
                    <a:pt x="2012" y="701"/>
                  </a:lnTo>
                  <a:lnTo>
                    <a:pt x="2002" y="711"/>
                  </a:lnTo>
                  <a:lnTo>
                    <a:pt x="1992" y="721"/>
                  </a:lnTo>
                  <a:lnTo>
                    <a:pt x="1982" y="731"/>
                  </a:lnTo>
                  <a:lnTo>
                    <a:pt x="1977" y="735"/>
                  </a:lnTo>
                  <a:lnTo>
                    <a:pt x="1971" y="737"/>
                  </a:lnTo>
                  <a:lnTo>
                    <a:pt x="1960" y="745"/>
                  </a:lnTo>
                  <a:lnTo>
                    <a:pt x="1949" y="749"/>
                  </a:lnTo>
                  <a:lnTo>
                    <a:pt x="1943" y="751"/>
                  </a:lnTo>
                  <a:lnTo>
                    <a:pt x="1938" y="753"/>
                  </a:lnTo>
                  <a:lnTo>
                    <a:pt x="1926" y="753"/>
                  </a:lnTo>
                  <a:lnTo>
                    <a:pt x="1919" y="753"/>
                  </a:lnTo>
                  <a:lnTo>
                    <a:pt x="1912" y="751"/>
                  </a:lnTo>
                  <a:lnTo>
                    <a:pt x="1905" y="749"/>
                  </a:lnTo>
                  <a:lnTo>
                    <a:pt x="1898" y="745"/>
                  </a:lnTo>
                  <a:lnTo>
                    <a:pt x="1891" y="741"/>
                  </a:lnTo>
                  <a:lnTo>
                    <a:pt x="1888" y="739"/>
                  </a:lnTo>
                  <a:lnTo>
                    <a:pt x="1885" y="735"/>
                  </a:lnTo>
                  <a:lnTo>
                    <a:pt x="1879" y="727"/>
                  </a:lnTo>
                  <a:lnTo>
                    <a:pt x="1873" y="719"/>
                  </a:lnTo>
                  <a:lnTo>
                    <a:pt x="1868" y="709"/>
                  </a:lnTo>
                  <a:lnTo>
                    <a:pt x="1863" y="697"/>
                  </a:lnTo>
                  <a:lnTo>
                    <a:pt x="1859" y="685"/>
                  </a:lnTo>
                  <a:lnTo>
                    <a:pt x="1856" y="669"/>
                  </a:lnTo>
                  <a:lnTo>
                    <a:pt x="1853" y="653"/>
                  </a:lnTo>
                  <a:lnTo>
                    <a:pt x="1851" y="635"/>
                  </a:lnTo>
                  <a:lnTo>
                    <a:pt x="1849" y="613"/>
                  </a:lnTo>
                  <a:lnTo>
                    <a:pt x="1849" y="591"/>
                  </a:lnTo>
                  <a:lnTo>
                    <a:pt x="1849" y="579"/>
                  </a:lnTo>
                  <a:lnTo>
                    <a:pt x="1849" y="559"/>
                  </a:lnTo>
                  <a:lnTo>
                    <a:pt x="1851" y="541"/>
                  </a:lnTo>
                  <a:lnTo>
                    <a:pt x="1853" y="525"/>
                  </a:lnTo>
                  <a:lnTo>
                    <a:pt x="1854" y="517"/>
                  </a:lnTo>
                  <a:lnTo>
                    <a:pt x="1855" y="511"/>
                  </a:lnTo>
                  <a:lnTo>
                    <a:pt x="1859" y="497"/>
                  </a:lnTo>
                  <a:lnTo>
                    <a:pt x="1864" y="483"/>
                  </a:lnTo>
                  <a:lnTo>
                    <a:pt x="1870" y="471"/>
                  </a:lnTo>
                  <a:lnTo>
                    <a:pt x="1877" y="461"/>
                  </a:lnTo>
                  <a:lnTo>
                    <a:pt x="1885" y="453"/>
                  </a:lnTo>
                  <a:lnTo>
                    <a:pt x="1894" y="445"/>
                  </a:lnTo>
                  <a:lnTo>
                    <a:pt x="1904" y="439"/>
                  </a:lnTo>
                  <a:lnTo>
                    <a:pt x="1915" y="433"/>
                  </a:lnTo>
                  <a:lnTo>
                    <a:pt x="1928" y="429"/>
                  </a:lnTo>
                  <a:lnTo>
                    <a:pt x="1942" y="425"/>
                  </a:lnTo>
                  <a:lnTo>
                    <a:pt x="1957" y="423"/>
                  </a:lnTo>
                  <a:lnTo>
                    <a:pt x="1973" y="423"/>
                  </a:lnTo>
                  <a:lnTo>
                    <a:pt x="2012" y="423"/>
                  </a:lnTo>
                  <a:lnTo>
                    <a:pt x="2012" y="387"/>
                  </a:lnTo>
                  <a:lnTo>
                    <a:pt x="2012" y="367"/>
                  </a:lnTo>
                  <a:lnTo>
                    <a:pt x="2011" y="351"/>
                  </a:lnTo>
                  <a:lnTo>
                    <a:pt x="2010" y="335"/>
                  </a:lnTo>
                  <a:lnTo>
                    <a:pt x="2010" y="327"/>
                  </a:lnTo>
                  <a:lnTo>
                    <a:pt x="2009" y="319"/>
                  </a:lnTo>
                  <a:lnTo>
                    <a:pt x="2007" y="307"/>
                  </a:lnTo>
                  <a:lnTo>
                    <a:pt x="2005" y="296"/>
                  </a:lnTo>
                  <a:lnTo>
                    <a:pt x="2002" y="284"/>
                  </a:lnTo>
                  <a:lnTo>
                    <a:pt x="1999" y="276"/>
                  </a:lnTo>
                  <a:lnTo>
                    <a:pt x="1995" y="268"/>
                  </a:lnTo>
                  <a:lnTo>
                    <a:pt x="1990" y="260"/>
                  </a:lnTo>
                  <a:lnTo>
                    <a:pt x="1985" y="254"/>
                  </a:lnTo>
                  <a:lnTo>
                    <a:pt x="1979" y="250"/>
                  </a:lnTo>
                  <a:lnTo>
                    <a:pt x="1973" y="246"/>
                  </a:lnTo>
                  <a:lnTo>
                    <a:pt x="1965" y="244"/>
                  </a:lnTo>
                  <a:lnTo>
                    <a:pt x="1957" y="242"/>
                  </a:lnTo>
                  <a:lnTo>
                    <a:pt x="1949" y="242"/>
                  </a:lnTo>
                  <a:lnTo>
                    <a:pt x="1927" y="242"/>
                  </a:lnTo>
                  <a:lnTo>
                    <a:pt x="1909" y="244"/>
                  </a:lnTo>
                  <a:lnTo>
                    <a:pt x="1894" y="248"/>
                  </a:lnTo>
                  <a:lnTo>
                    <a:pt x="1877" y="250"/>
                  </a:lnTo>
                  <a:lnTo>
                    <a:pt x="1873" y="250"/>
                  </a:lnTo>
                  <a:lnTo>
                    <a:pt x="1869" y="250"/>
                  </a:lnTo>
                  <a:lnTo>
                    <a:pt x="1868" y="248"/>
                  </a:lnTo>
                  <a:lnTo>
                    <a:pt x="1867" y="246"/>
                  </a:lnTo>
                  <a:lnTo>
                    <a:pt x="1867" y="244"/>
                  </a:lnTo>
                  <a:lnTo>
                    <a:pt x="1866" y="240"/>
                  </a:lnTo>
                  <a:lnTo>
                    <a:pt x="1866" y="236"/>
                  </a:lnTo>
                  <a:lnTo>
                    <a:pt x="1866" y="230"/>
                  </a:lnTo>
                  <a:lnTo>
                    <a:pt x="1866" y="224"/>
                  </a:lnTo>
                  <a:lnTo>
                    <a:pt x="1867" y="220"/>
                  </a:lnTo>
                  <a:lnTo>
                    <a:pt x="1869" y="218"/>
                  </a:lnTo>
                  <a:lnTo>
                    <a:pt x="1870" y="216"/>
                  </a:lnTo>
                  <a:lnTo>
                    <a:pt x="1872" y="214"/>
                  </a:lnTo>
                  <a:lnTo>
                    <a:pt x="1877" y="212"/>
                  </a:lnTo>
                  <a:lnTo>
                    <a:pt x="1893" y="208"/>
                  </a:lnTo>
                  <a:lnTo>
                    <a:pt x="1908" y="206"/>
                  </a:lnTo>
                  <a:lnTo>
                    <a:pt x="1926" y="204"/>
                  </a:lnTo>
                  <a:lnTo>
                    <a:pt x="1949" y="202"/>
                  </a:lnTo>
                  <a:lnTo>
                    <a:pt x="1961" y="204"/>
                  </a:lnTo>
                  <a:lnTo>
                    <a:pt x="1972" y="206"/>
                  </a:lnTo>
                  <a:lnTo>
                    <a:pt x="1977" y="208"/>
                  </a:lnTo>
                  <a:lnTo>
                    <a:pt x="1982" y="210"/>
                  </a:lnTo>
                  <a:lnTo>
                    <a:pt x="1986" y="212"/>
                  </a:lnTo>
                  <a:lnTo>
                    <a:pt x="1991" y="216"/>
                  </a:lnTo>
                  <a:lnTo>
                    <a:pt x="1995" y="220"/>
                  </a:lnTo>
                  <a:lnTo>
                    <a:pt x="1999" y="224"/>
                  </a:lnTo>
                  <a:lnTo>
                    <a:pt x="2002" y="228"/>
                  </a:lnTo>
                  <a:lnTo>
                    <a:pt x="2006" y="232"/>
                  </a:lnTo>
                  <a:lnTo>
                    <a:pt x="2009" y="238"/>
                  </a:lnTo>
                  <a:lnTo>
                    <a:pt x="2012" y="242"/>
                  </a:lnTo>
                  <a:lnTo>
                    <a:pt x="2014" y="248"/>
                  </a:lnTo>
                  <a:lnTo>
                    <a:pt x="2017" y="254"/>
                  </a:lnTo>
                  <a:lnTo>
                    <a:pt x="2021" y="268"/>
                  </a:lnTo>
                  <a:lnTo>
                    <a:pt x="2025" y="282"/>
                  </a:lnTo>
                  <a:lnTo>
                    <a:pt x="2028" y="296"/>
                  </a:lnTo>
                  <a:lnTo>
                    <a:pt x="2029" y="303"/>
                  </a:lnTo>
                  <a:lnTo>
                    <a:pt x="2030" y="311"/>
                  </a:lnTo>
                  <a:lnTo>
                    <a:pt x="2032" y="329"/>
                  </a:lnTo>
                  <a:lnTo>
                    <a:pt x="2033" y="347"/>
                  </a:lnTo>
                  <a:lnTo>
                    <a:pt x="2034" y="367"/>
                  </a:lnTo>
                  <a:lnTo>
                    <a:pt x="2034" y="387"/>
                  </a:lnTo>
                  <a:lnTo>
                    <a:pt x="2034" y="727"/>
                  </a:lnTo>
                  <a:lnTo>
                    <a:pt x="2034" y="731"/>
                  </a:lnTo>
                  <a:lnTo>
                    <a:pt x="2033" y="735"/>
                  </a:lnTo>
                  <a:lnTo>
                    <a:pt x="2032" y="739"/>
                  </a:lnTo>
                  <a:lnTo>
                    <a:pt x="2031" y="741"/>
                  </a:lnTo>
                  <a:lnTo>
                    <a:pt x="2030" y="743"/>
                  </a:lnTo>
                  <a:lnTo>
                    <a:pt x="2028" y="745"/>
                  </a:lnTo>
                  <a:lnTo>
                    <a:pt x="2024" y="747"/>
                  </a:lnTo>
                  <a:close/>
                  <a:moveTo>
                    <a:pt x="2012" y="463"/>
                  </a:moveTo>
                  <a:lnTo>
                    <a:pt x="1973" y="463"/>
                  </a:lnTo>
                  <a:lnTo>
                    <a:pt x="1960" y="463"/>
                  </a:lnTo>
                  <a:lnTo>
                    <a:pt x="1947" y="463"/>
                  </a:lnTo>
                  <a:lnTo>
                    <a:pt x="1936" y="465"/>
                  </a:lnTo>
                  <a:lnTo>
                    <a:pt x="1925" y="469"/>
                  </a:lnTo>
                  <a:lnTo>
                    <a:pt x="1916" y="471"/>
                  </a:lnTo>
                  <a:lnTo>
                    <a:pt x="1908" y="477"/>
                  </a:lnTo>
                  <a:lnTo>
                    <a:pt x="1900" y="481"/>
                  </a:lnTo>
                  <a:lnTo>
                    <a:pt x="1894" y="489"/>
                  </a:lnTo>
                  <a:lnTo>
                    <a:pt x="1888" y="495"/>
                  </a:lnTo>
                  <a:lnTo>
                    <a:pt x="1883" y="503"/>
                  </a:lnTo>
                  <a:lnTo>
                    <a:pt x="1879" y="513"/>
                  </a:lnTo>
                  <a:lnTo>
                    <a:pt x="1876" y="523"/>
                  </a:lnTo>
                  <a:lnTo>
                    <a:pt x="1875" y="529"/>
                  </a:lnTo>
                  <a:lnTo>
                    <a:pt x="1874" y="535"/>
                  </a:lnTo>
                  <a:lnTo>
                    <a:pt x="1872" y="549"/>
                  </a:lnTo>
                  <a:lnTo>
                    <a:pt x="1871" y="563"/>
                  </a:lnTo>
                  <a:lnTo>
                    <a:pt x="1871" y="579"/>
                  </a:lnTo>
                  <a:lnTo>
                    <a:pt x="1871" y="591"/>
                  </a:lnTo>
                  <a:lnTo>
                    <a:pt x="1871" y="607"/>
                  </a:lnTo>
                  <a:lnTo>
                    <a:pt x="1872" y="623"/>
                  </a:lnTo>
                  <a:lnTo>
                    <a:pt x="1874" y="637"/>
                  </a:lnTo>
                  <a:lnTo>
                    <a:pt x="1875" y="649"/>
                  </a:lnTo>
                  <a:lnTo>
                    <a:pt x="1878" y="661"/>
                  </a:lnTo>
                  <a:lnTo>
                    <a:pt x="1881" y="671"/>
                  </a:lnTo>
                  <a:lnTo>
                    <a:pt x="1884" y="679"/>
                  </a:lnTo>
                  <a:lnTo>
                    <a:pt x="1885" y="683"/>
                  </a:lnTo>
                  <a:lnTo>
                    <a:pt x="1887" y="687"/>
                  </a:lnTo>
                  <a:lnTo>
                    <a:pt x="1891" y="695"/>
                  </a:lnTo>
                  <a:lnTo>
                    <a:pt x="1895" y="699"/>
                  </a:lnTo>
                  <a:lnTo>
                    <a:pt x="1900" y="705"/>
                  </a:lnTo>
                  <a:lnTo>
                    <a:pt x="1905" y="707"/>
                  </a:lnTo>
                  <a:lnTo>
                    <a:pt x="1910" y="711"/>
                  </a:lnTo>
                  <a:lnTo>
                    <a:pt x="1915" y="713"/>
                  </a:lnTo>
                  <a:lnTo>
                    <a:pt x="1926" y="713"/>
                  </a:lnTo>
                  <a:lnTo>
                    <a:pt x="1936" y="713"/>
                  </a:lnTo>
                  <a:lnTo>
                    <a:pt x="1947" y="711"/>
                  </a:lnTo>
                  <a:lnTo>
                    <a:pt x="1952" y="709"/>
                  </a:lnTo>
                  <a:lnTo>
                    <a:pt x="1957" y="707"/>
                  </a:lnTo>
                  <a:lnTo>
                    <a:pt x="1967" y="701"/>
                  </a:lnTo>
                  <a:lnTo>
                    <a:pt x="1977" y="695"/>
                  </a:lnTo>
                  <a:lnTo>
                    <a:pt x="1988" y="685"/>
                  </a:lnTo>
                  <a:lnTo>
                    <a:pt x="2000" y="675"/>
                  </a:lnTo>
                  <a:lnTo>
                    <a:pt x="2012" y="663"/>
                  </a:lnTo>
                  <a:lnTo>
                    <a:pt x="2012" y="463"/>
                  </a:lnTo>
                  <a:close/>
                  <a:moveTo>
                    <a:pt x="2313" y="747"/>
                  </a:moveTo>
                  <a:lnTo>
                    <a:pt x="2310" y="747"/>
                  </a:lnTo>
                  <a:lnTo>
                    <a:pt x="2307" y="745"/>
                  </a:lnTo>
                  <a:lnTo>
                    <a:pt x="2303" y="741"/>
                  </a:lnTo>
                  <a:lnTo>
                    <a:pt x="2301" y="735"/>
                  </a:lnTo>
                  <a:lnTo>
                    <a:pt x="2300" y="729"/>
                  </a:lnTo>
                  <a:lnTo>
                    <a:pt x="2300" y="393"/>
                  </a:lnTo>
                  <a:lnTo>
                    <a:pt x="2300" y="373"/>
                  </a:lnTo>
                  <a:lnTo>
                    <a:pt x="2299" y="355"/>
                  </a:lnTo>
                  <a:lnTo>
                    <a:pt x="2297" y="337"/>
                  </a:lnTo>
                  <a:lnTo>
                    <a:pt x="2295" y="321"/>
                  </a:lnTo>
                  <a:lnTo>
                    <a:pt x="2292" y="307"/>
                  </a:lnTo>
                  <a:lnTo>
                    <a:pt x="2288" y="296"/>
                  </a:lnTo>
                  <a:lnTo>
                    <a:pt x="2285" y="284"/>
                  </a:lnTo>
                  <a:lnTo>
                    <a:pt x="2280" y="276"/>
                  </a:lnTo>
                  <a:lnTo>
                    <a:pt x="2275" y="266"/>
                  </a:lnTo>
                  <a:lnTo>
                    <a:pt x="2270" y="260"/>
                  </a:lnTo>
                  <a:lnTo>
                    <a:pt x="2265" y="254"/>
                  </a:lnTo>
                  <a:lnTo>
                    <a:pt x="2259" y="250"/>
                  </a:lnTo>
                  <a:lnTo>
                    <a:pt x="2252" y="246"/>
                  </a:lnTo>
                  <a:lnTo>
                    <a:pt x="2246" y="244"/>
                  </a:lnTo>
                  <a:lnTo>
                    <a:pt x="2239" y="242"/>
                  </a:lnTo>
                  <a:lnTo>
                    <a:pt x="2232" y="242"/>
                  </a:lnTo>
                  <a:lnTo>
                    <a:pt x="2222" y="242"/>
                  </a:lnTo>
                  <a:lnTo>
                    <a:pt x="2212" y="244"/>
                  </a:lnTo>
                  <a:lnTo>
                    <a:pt x="2202" y="248"/>
                  </a:lnTo>
                  <a:lnTo>
                    <a:pt x="2192" y="254"/>
                  </a:lnTo>
                  <a:lnTo>
                    <a:pt x="2182" y="260"/>
                  </a:lnTo>
                  <a:lnTo>
                    <a:pt x="2172" y="266"/>
                  </a:lnTo>
                  <a:lnTo>
                    <a:pt x="2162" y="274"/>
                  </a:lnTo>
                  <a:lnTo>
                    <a:pt x="2152" y="284"/>
                  </a:lnTo>
                  <a:lnTo>
                    <a:pt x="2152" y="729"/>
                  </a:lnTo>
                  <a:lnTo>
                    <a:pt x="2152" y="731"/>
                  </a:lnTo>
                  <a:lnTo>
                    <a:pt x="2152" y="735"/>
                  </a:lnTo>
                  <a:lnTo>
                    <a:pt x="2150" y="741"/>
                  </a:lnTo>
                  <a:lnTo>
                    <a:pt x="2147" y="745"/>
                  </a:lnTo>
                  <a:lnTo>
                    <a:pt x="2142" y="747"/>
                  </a:lnTo>
                  <a:lnTo>
                    <a:pt x="2139" y="747"/>
                  </a:lnTo>
                  <a:lnTo>
                    <a:pt x="2137" y="745"/>
                  </a:lnTo>
                  <a:lnTo>
                    <a:pt x="2133" y="741"/>
                  </a:lnTo>
                  <a:lnTo>
                    <a:pt x="2130" y="735"/>
                  </a:lnTo>
                  <a:lnTo>
                    <a:pt x="2129" y="729"/>
                  </a:lnTo>
                  <a:lnTo>
                    <a:pt x="2129" y="228"/>
                  </a:lnTo>
                  <a:lnTo>
                    <a:pt x="2129" y="224"/>
                  </a:lnTo>
                  <a:lnTo>
                    <a:pt x="2130" y="220"/>
                  </a:lnTo>
                  <a:lnTo>
                    <a:pt x="2132" y="214"/>
                  </a:lnTo>
                  <a:lnTo>
                    <a:pt x="2133" y="210"/>
                  </a:lnTo>
                  <a:lnTo>
                    <a:pt x="2135" y="210"/>
                  </a:lnTo>
                  <a:lnTo>
                    <a:pt x="2136" y="208"/>
                  </a:lnTo>
                  <a:lnTo>
                    <a:pt x="2138" y="208"/>
                  </a:lnTo>
                  <a:lnTo>
                    <a:pt x="2142" y="208"/>
                  </a:lnTo>
                  <a:lnTo>
                    <a:pt x="2144" y="208"/>
                  </a:lnTo>
                  <a:lnTo>
                    <a:pt x="2147" y="210"/>
                  </a:lnTo>
                  <a:lnTo>
                    <a:pt x="2149" y="210"/>
                  </a:lnTo>
                  <a:lnTo>
                    <a:pt x="2150" y="214"/>
                  </a:lnTo>
                  <a:lnTo>
                    <a:pt x="2151" y="216"/>
                  </a:lnTo>
                  <a:lnTo>
                    <a:pt x="2152" y="220"/>
                  </a:lnTo>
                  <a:lnTo>
                    <a:pt x="2152" y="224"/>
                  </a:lnTo>
                  <a:lnTo>
                    <a:pt x="2152" y="228"/>
                  </a:lnTo>
                  <a:lnTo>
                    <a:pt x="2152" y="244"/>
                  </a:lnTo>
                  <a:lnTo>
                    <a:pt x="2162" y="234"/>
                  </a:lnTo>
                  <a:lnTo>
                    <a:pt x="2172" y="226"/>
                  </a:lnTo>
                  <a:lnTo>
                    <a:pt x="2183" y="220"/>
                  </a:lnTo>
                  <a:lnTo>
                    <a:pt x="2193" y="214"/>
                  </a:lnTo>
                  <a:lnTo>
                    <a:pt x="2203" y="208"/>
                  </a:lnTo>
                  <a:lnTo>
                    <a:pt x="2213" y="206"/>
                  </a:lnTo>
                  <a:lnTo>
                    <a:pt x="2224" y="204"/>
                  </a:lnTo>
                  <a:lnTo>
                    <a:pt x="2234" y="202"/>
                  </a:lnTo>
                  <a:lnTo>
                    <a:pt x="2242" y="204"/>
                  </a:lnTo>
                  <a:lnTo>
                    <a:pt x="2251" y="204"/>
                  </a:lnTo>
                  <a:lnTo>
                    <a:pt x="2260" y="208"/>
                  </a:lnTo>
                  <a:lnTo>
                    <a:pt x="2268" y="212"/>
                  </a:lnTo>
                  <a:lnTo>
                    <a:pt x="2275" y="218"/>
                  </a:lnTo>
                  <a:lnTo>
                    <a:pt x="2283" y="226"/>
                  </a:lnTo>
                  <a:lnTo>
                    <a:pt x="2290" y="236"/>
                  </a:lnTo>
                  <a:lnTo>
                    <a:pt x="2296" y="246"/>
                  </a:lnTo>
                  <a:lnTo>
                    <a:pt x="2302" y="258"/>
                  </a:lnTo>
                  <a:lnTo>
                    <a:pt x="2307" y="272"/>
                  </a:lnTo>
                  <a:lnTo>
                    <a:pt x="2311" y="288"/>
                  </a:lnTo>
                  <a:lnTo>
                    <a:pt x="2313" y="296"/>
                  </a:lnTo>
                  <a:lnTo>
                    <a:pt x="2315" y="305"/>
                  </a:lnTo>
                  <a:lnTo>
                    <a:pt x="2317" y="315"/>
                  </a:lnTo>
                  <a:lnTo>
                    <a:pt x="2318" y="325"/>
                  </a:lnTo>
                  <a:lnTo>
                    <a:pt x="2320" y="345"/>
                  </a:lnTo>
                  <a:lnTo>
                    <a:pt x="2322" y="369"/>
                  </a:lnTo>
                  <a:lnTo>
                    <a:pt x="2322" y="393"/>
                  </a:lnTo>
                  <a:lnTo>
                    <a:pt x="2322" y="729"/>
                  </a:lnTo>
                  <a:lnTo>
                    <a:pt x="2322" y="731"/>
                  </a:lnTo>
                  <a:lnTo>
                    <a:pt x="2321" y="735"/>
                  </a:lnTo>
                  <a:lnTo>
                    <a:pt x="2319" y="741"/>
                  </a:lnTo>
                  <a:lnTo>
                    <a:pt x="2318" y="743"/>
                  </a:lnTo>
                  <a:lnTo>
                    <a:pt x="2316" y="745"/>
                  </a:lnTo>
                  <a:lnTo>
                    <a:pt x="2313" y="747"/>
                  </a:lnTo>
                  <a:close/>
                  <a:moveTo>
                    <a:pt x="2678" y="751"/>
                  </a:moveTo>
                  <a:lnTo>
                    <a:pt x="2665" y="753"/>
                  </a:lnTo>
                  <a:lnTo>
                    <a:pt x="2652" y="753"/>
                  </a:lnTo>
                  <a:lnTo>
                    <a:pt x="2639" y="753"/>
                  </a:lnTo>
                  <a:lnTo>
                    <a:pt x="2628" y="749"/>
                  </a:lnTo>
                  <a:lnTo>
                    <a:pt x="2623" y="745"/>
                  </a:lnTo>
                  <a:lnTo>
                    <a:pt x="2618" y="741"/>
                  </a:lnTo>
                  <a:lnTo>
                    <a:pt x="2614" y="737"/>
                  </a:lnTo>
                  <a:lnTo>
                    <a:pt x="2610" y="731"/>
                  </a:lnTo>
                  <a:lnTo>
                    <a:pt x="2606" y="725"/>
                  </a:lnTo>
                  <a:lnTo>
                    <a:pt x="2603" y="717"/>
                  </a:lnTo>
                  <a:lnTo>
                    <a:pt x="2601" y="709"/>
                  </a:lnTo>
                  <a:lnTo>
                    <a:pt x="2599" y="699"/>
                  </a:lnTo>
                  <a:lnTo>
                    <a:pt x="2597" y="687"/>
                  </a:lnTo>
                  <a:lnTo>
                    <a:pt x="2596" y="675"/>
                  </a:lnTo>
                  <a:lnTo>
                    <a:pt x="2595" y="659"/>
                  </a:lnTo>
                  <a:lnTo>
                    <a:pt x="2595" y="645"/>
                  </a:lnTo>
                  <a:lnTo>
                    <a:pt x="2595" y="248"/>
                  </a:lnTo>
                  <a:lnTo>
                    <a:pt x="2545" y="248"/>
                  </a:lnTo>
                  <a:lnTo>
                    <a:pt x="2541" y="248"/>
                  </a:lnTo>
                  <a:lnTo>
                    <a:pt x="2540" y="246"/>
                  </a:lnTo>
                  <a:lnTo>
                    <a:pt x="2538" y="244"/>
                  </a:lnTo>
                  <a:lnTo>
                    <a:pt x="2536" y="240"/>
                  </a:lnTo>
                  <a:lnTo>
                    <a:pt x="2536" y="236"/>
                  </a:lnTo>
                  <a:lnTo>
                    <a:pt x="2535" y="232"/>
                  </a:lnTo>
                  <a:lnTo>
                    <a:pt x="2535" y="222"/>
                  </a:lnTo>
                  <a:lnTo>
                    <a:pt x="2536" y="220"/>
                  </a:lnTo>
                  <a:lnTo>
                    <a:pt x="2536" y="216"/>
                  </a:lnTo>
                  <a:lnTo>
                    <a:pt x="2537" y="214"/>
                  </a:lnTo>
                  <a:lnTo>
                    <a:pt x="2538" y="212"/>
                  </a:lnTo>
                  <a:lnTo>
                    <a:pt x="2540" y="210"/>
                  </a:lnTo>
                  <a:lnTo>
                    <a:pt x="2541" y="208"/>
                  </a:lnTo>
                  <a:lnTo>
                    <a:pt x="2545" y="208"/>
                  </a:lnTo>
                  <a:lnTo>
                    <a:pt x="2595" y="208"/>
                  </a:lnTo>
                  <a:lnTo>
                    <a:pt x="2595" y="104"/>
                  </a:lnTo>
                  <a:lnTo>
                    <a:pt x="2595" y="96"/>
                  </a:lnTo>
                  <a:lnTo>
                    <a:pt x="2596" y="94"/>
                  </a:lnTo>
                  <a:lnTo>
                    <a:pt x="2597" y="90"/>
                  </a:lnTo>
                  <a:lnTo>
                    <a:pt x="2598" y="88"/>
                  </a:lnTo>
                  <a:lnTo>
                    <a:pt x="2600" y="86"/>
                  </a:lnTo>
                  <a:lnTo>
                    <a:pt x="2602" y="86"/>
                  </a:lnTo>
                  <a:lnTo>
                    <a:pt x="2603" y="84"/>
                  </a:lnTo>
                  <a:lnTo>
                    <a:pt x="2609" y="84"/>
                  </a:lnTo>
                  <a:lnTo>
                    <a:pt x="2612" y="86"/>
                  </a:lnTo>
                  <a:lnTo>
                    <a:pt x="2615" y="90"/>
                  </a:lnTo>
                  <a:lnTo>
                    <a:pt x="2617" y="96"/>
                  </a:lnTo>
                  <a:lnTo>
                    <a:pt x="2617" y="104"/>
                  </a:lnTo>
                  <a:lnTo>
                    <a:pt x="2617" y="208"/>
                  </a:lnTo>
                  <a:lnTo>
                    <a:pt x="2677" y="208"/>
                  </a:lnTo>
                  <a:lnTo>
                    <a:pt x="2681" y="208"/>
                  </a:lnTo>
                  <a:lnTo>
                    <a:pt x="2682" y="210"/>
                  </a:lnTo>
                  <a:lnTo>
                    <a:pt x="2684" y="212"/>
                  </a:lnTo>
                  <a:lnTo>
                    <a:pt x="2686" y="216"/>
                  </a:lnTo>
                  <a:lnTo>
                    <a:pt x="2686" y="220"/>
                  </a:lnTo>
                  <a:lnTo>
                    <a:pt x="2687" y="222"/>
                  </a:lnTo>
                  <a:lnTo>
                    <a:pt x="2687" y="232"/>
                  </a:lnTo>
                  <a:lnTo>
                    <a:pt x="2686" y="236"/>
                  </a:lnTo>
                  <a:lnTo>
                    <a:pt x="2686" y="240"/>
                  </a:lnTo>
                  <a:lnTo>
                    <a:pt x="2684" y="244"/>
                  </a:lnTo>
                  <a:lnTo>
                    <a:pt x="2682" y="246"/>
                  </a:lnTo>
                  <a:lnTo>
                    <a:pt x="2681" y="248"/>
                  </a:lnTo>
                  <a:lnTo>
                    <a:pt x="2677" y="248"/>
                  </a:lnTo>
                  <a:lnTo>
                    <a:pt x="2617" y="248"/>
                  </a:lnTo>
                  <a:lnTo>
                    <a:pt x="2617" y="645"/>
                  </a:lnTo>
                  <a:lnTo>
                    <a:pt x="2618" y="665"/>
                  </a:lnTo>
                  <a:lnTo>
                    <a:pt x="2619" y="681"/>
                  </a:lnTo>
                  <a:lnTo>
                    <a:pt x="2622" y="693"/>
                  </a:lnTo>
                  <a:lnTo>
                    <a:pt x="2624" y="697"/>
                  </a:lnTo>
                  <a:lnTo>
                    <a:pt x="2626" y="701"/>
                  </a:lnTo>
                  <a:lnTo>
                    <a:pt x="2628" y="705"/>
                  </a:lnTo>
                  <a:lnTo>
                    <a:pt x="2631" y="707"/>
                  </a:lnTo>
                  <a:lnTo>
                    <a:pt x="2634" y="711"/>
                  </a:lnTo>
                  <a:lnTo>
                    <a:pt x="2637" y="711"/>
                  </a:lnTo>
                  <a:lnTo>
                    <a:pt x="2644" y="713"/>
                  </a:lnTo>
                  <a:lnTo>
                    <a:pt x="2652" y="713"/>
                  </a:lnTo>
                  <a:lnTo>
                    <a:pt x="2676" y="713"/>
                  </a:lnTo>
                  <a:lnTo>
                    <a:pt x="2681" y="715"/>
                  </a:lnTo>
                  <a:lnTo>
                    <a:pt x="2684" y="717"/>
                  </a:lnTo>
                  <a:lnTo>
                    <a:pt x="2685" y="719"/>
                  </a:lnTo>
                  <a:lnTo>
                    <a:pt x="2686" y="723"/>
                  </a:lnTo>
                  <a:lnTo>
                    <a:pt x="2686" y="725"/>
                  </a:lnTo>
                  <a:lnTo>
                    <a:pt x="2687" y="729"/>
                  </a:lnTo>
                  <a:lnTo>
                    <a:pt x="2686" y="737"/>
                  </a:lnTo>
                  <a:lnTo>
                    <a:pt x="2685" y="743"/>
                  </a:lnTo>
                  <a:lnTo>
                    <a:pt x="2684" y="747"/>
                  </a:lnTo>
                  <a:lnTo>
                    <a:pt x="2682" y="747"/>
                  </a:lnTo>
                  <a:lnTo>
                    <a:pt x="2678" y="751"/>
                  </a:lnTo>
                  <a:close/>
                  <a:moveTo>
                    <a:pt x="2945" y="753"/>
                  </a:moveTo>
                  <a:lnTo>
                    <a:pt x="2940" y="753"/>
                  </a:lnTo>
                  <a:lnTo>
                    <a:pt x="2937" y="751"/>
                  </a:lnTo>
                  <a:lnTo>
                    <a:pt x="2934" y="747"/>
                  </a:lnTo>
                  <a:lnTo>
                    <a:pt x="2933" y="741"/>
                  </a:lnTo>
                  <a:lnTo>
                    <a:pt x="2932" y="735"/>
                  </a:lnTo>
                  <a:lnTo>
                    <a:pt x="2932" y="395"/>
                  </a:lnTo>
                  <a:lnTo>
                    <a:pt x="2932" y="377"/>
                  </a:lnTo>
                  <a:lnTo>
                    <a:pt x="2931" y="359"/>
                  </a:lnTo>
                  <a:lnTo>
                    <a:pt x="2930" y="343"/>
                  </a:lnTo>
                  <a:lnTo>
                    <a:pt x="2928" y="329"/>
                  </a:lnTo>
                  <a:lnTo>
                    <a:pt x="2926" y="315"/>
                  </a:lnTo>
                  <a:lnTo>
                    <a:pt x="2923" y="303"/>
                  </a:lnTo>
                  <a:lnTo>
                    <a:pt x="2919" y="292"/>
                  </a:lnTo>
                  <a:lnTo>
                    <a:pt x="2915" y="282"/>
                  </a:lnTo>
                  <a:lnTo>
                    <a:pt x="2913" y="276"/>
                  </a:lnTo>
                  <a:lnTo>
                    <a:pt x="2910" y="272"/>
                  </a:lnTo>
                  <a:lnTo>
                    <a:pt x="2905" y="264"/>
                  </a:lnTo>
                  <a:lnTo>
                    <a:pt x="2899" y="258"/>
                  </a:lnTo>
                  <a:lnTo>
                    <a:pt x="2892" y="252"/>
                  </a:lnTo>
                  <a:lnTo>
                    <a:pt x="2885" y="248"/>
                  </a:lnTo>
                  <a:lnTo>
                    <a:pt x="2881" y="246"/>
                  </a:lnTo>
                  <a:lnTo>
                    <a:pt x="2876" y="244"/>
                  </a:lnTo>
                  <a:lnTo>
                    <a:pt x="2867" y="242"/>
                  </a:lnTo>
                  <a:lnTo>
                    <a:pt x="2858" y="242"/>
                  </a:lnTo>
                  <a:lnTo>
                    <a:pt x="2841" y="244"/>
                  </a:lnTo>
                  <a:lnTo>
                    <a:pt x="2823" y="246"/>
                  </a:lnTo>
                  <a:lnTo>
                    <a:pt x="2804" y="252"/>
                  </a:lnTo>
                  <a:lnTo>
                    <a:pt x="2796" y="256"/>
                  </a:lnTo>
                  <a:lnTo>
                    <a:pt x="2789" y="260"/>
                  </a:lnTo>
                  <a:lnTo>
                    <a:pt x="2789" y="735"/>
                  </a:lnTo>
                  <a:lnTo>
                    <a:pt x="2789" y="737"/>
                  </a:lnTo>
                  <a:lnTo>
                    <a:pt x="2788" y="741"/>
                  </a:lnTo>
                  <a:lnTo>
                    <a:pt x="2786" y="747"/>
                  </a:lnTo>
                  <a:lnTo>
                    <a:pt x="2785" y="749"/>
                  </a:lnTo>
                  <a:lnTo>
                    <a:pt x="2784" y="751"/>
                  </a:lnTo>
                  <a:lnTo>
                    <a:pt x="2780" y="753"/>
                  </a:lnTo>
                  <a:lnTo>
                    <a:pt x="2775" y="753"/>
                  </a:lnTo>
                  <a:lnTo>
                    <a:pt x="2772" y="751"/>
                  </a:lnTo>
                  <a:lnTo>
                    <a:pt x="2769" y="747"/>
                  </a:lnTo>
                  <a:lnTo>
                    <a:pt x="2767" y="741"/>
                  </a:lnTo>
                  <a:lnTo>
                    <a:pt x="2767" y="735"/>
                  </a:lnTo>
                  <a:lnTo>
                    <a:pt x="2767" y="20"/>
                  </a:lnTo>
                  <a:lnTo>
                    <a:pt x="2767" y="16"/>
                  </a:lnTo>
                  <a:lnTo>
                    <a:pt x="2767" y="12"/>
                  </a:lnTo>
                  <a:lnTo>
                    <a:pt x="2769" y="6"/>
                  </a:lnTo>
                  <a:lnTo>
                    <a:pt x="2770" y="4"/>
                  </a:lnTo>
                  <a:lnTo>
                    <a:pt x="2772" y="2"/>
                  </a:lnTo>
                  <a:lnTo>
                    <a:pt x="2775" y="0"/>
                  </a:lnTo>
                  <a:lnTo>
                    <a:pt x="2780" y="0"/>
                  </a:lnTo>
                  <a:lnTo>
                    <a:pt x="2784" y="2"/>
                  </a:lnTo>
                  <a:lnTo>
                    <a:pt x="2786" y="6"/>
                  </a:lnTo>
                  <a:lnTo>
                    <a:pt x="2788" y="12"/>
                  </a:lnTo>
                  <a:lnTo>
                    <a:pt x="2789" y="20"/>
                  </a:lnTo>
                  <a:lnTo>
                    <a:pt x="2789" y="220"/>
                  </a:lnTo>
                  <a:lnTo>
                    <a:pt x="2804" y="214"/>
                  </a:lnTo>
                  <a:lnTo>
                    <a:pt x="2823" y="208"/>
                  </a:lnTo>
                  <a:lnTo>
                    <a:pt x="2840" y="204"/>
                  </a:lnTo>
                  <a:lnTo>
                    <a:pt x="2858" y="202"/>
                  </a:lnTo>
                  <a:lnTo>
                    <a:pt x="2870" y="204"/>
                  </a:lnTo>
                  <a:lnTo>
                    <a:pt x="2882" y="206"/>
                  </a:lnTo>
                  <a:lnTo>
                    <a:pt x="2887" y="208"/>
                  </a:lnTo>
                  <a:lnTo>
                    <a:pt x="2892" y="210"/>
                  </a:lnTo>
                  <a:lnTo>
                    <a:pt x="2902" y="216"/>
                  </a:lnTo>
                  <a:lnTo>
                    <a:pt x="2911" y="224"/>
                  </a:lnTo>
                  <a:lnTo>
                    <a:pt x="2915" y="230"/>
                  </a:lnTo>
                  <a:lnTo>
                    <a:pt x="2919" y="234"/>
                  </a:lnTo>
                  <a:lnTo>
                    <a:pt x="2926" y="244"/>
                  </a:lnTo>
                  <a:lnTo>
                    <a:pt x="2932" y="256"/>
                  </a:lnTo>
                  <a:lnTo>
                    <a:pt x="2937" y="270"/>
                  </a:lnTo>
                  <a:lnTo>
                    <a:pt x="2940" y="278"/>
                  </a:lnTo>
                  <a:lnTo>
                    <a:pt x="2942" y="286"/>
                  </a:lnTo>
                  <a:lnTo>
                    <a:pt x="2944" y="292"/>
                  </a:lnTo>
                  <a:lnTo>
                    <a:pt x="2946" y="300"/>
                  </a:lnTo>
                  <a:lnTo>
                    <a:pt x="2947" y="309"/>
                  </a:lnTo>
                  <a:lnTo>
                    <a:pt x="2949" y="317"/>
                  </a:lnTo>
                  <a:lnTo>
                    <a:pt x="2951" y="335"/>
                  </a:lnTo>
                  <a:lnTo>
                    <a:pt x="2952" y="345"/>
                  </a:lnTo>
                  <a:lnTo>
                    <a:pt x="2953" y="355"/>
                  </a:lnTo>
                  <a:lnTo>
                    <a:pt x="2953" y="375"/>
                  </a:lnTo>
                  <a:lnTo>
                    <a:pt x="2954" y="395"/>
                  </a:lnTo>
                  <a:lnTo>
                    <a:pt x="2954" y="735"/>
                  </a:lnTo>
                  <a:lnTo>
                    <a:pt x="2953" y="741"/>
                  </a:lnTo>
                  <a:lnTo>
                    <a:pt x="2953" y="745"/>
                  </a:lnTo>
                  <a:lnTo>
                    <a:pt x="2952" y="747"/>
                  </a:lnTo>
                  <a:lnTo>
                    <a:pt x="2950" y="749"/>
                  </a:lnTo>
                  <a:lnTo>
                    <a:pt x="2949" y="751"/>
                  </a:lnTo>
                  <a:lnTo>
                    <a:pt x="2947" y="753"/>
                  </a:lnTo>
                  <a:lnTo>
                    <a:pt x="2945" y="753"/>
                  </a:lnTo>
                  <a:close/>
                  <a:moveTo>
                    <a:pt x="3232" y="487"/>
                  </a:moveTo>
                  <a:lnTo>
                    <a:pt x="3061" y="487"/>
                  </a:lnTo>
                  <a:lnTo>
                    <a:pt x="3061" y="509"/>
                  </a:lnTo>
                  <a:lnTo>
                    <a:pt x="3061" y="539"/>
                  </a:lnTo>
                  <a:lnTo>
                    <a:pt x="3062" y="553"/>
                  </a:lnTo>
                  <a:lnTo>
                    <a:pt x="3063" y="565"/>
                  </a:lnTo>
                  <a:lnTo>
                    <a:pt x="3064" y="579"/>
                  </a:lnTo>
                  <a:lnTo>
                    <a:pt x="3065" y="591"/>
                  </a:lnTo>
                  <a:lnTo>
                    <a:pt x="3068" y="613"/>
                  </a:lnTo>
                  <a:lnTo>
                    <a:pt x="3072" y="631"/>
                  </a:lnTo>
                  <a:lnTo>
                    <a:pt x="3077" y="647"/>
                  </a:lnTo>
                  <a:lnTo>
                    <a:pt x="3082" y="663"/>
                  </a:lnTo>
                  <a:lnTo>
                    <a:pt x="3085" y="669"/>
                  </a:lnTo>
                  <a:lnTo>
                    <a:pt x="3088" y="675"/>
                  </a:lnTo>
                  <a:lnTo>
                    <a:pt x="3091" y="681"/>
                  </a:lnTo>
                  <a:lnTo>
                    <a:pt x="3094" y="685"/>
                  </a:lnTo>
                  <a:lnTo>
                    <a:pt x="3101" y="693"/>
                  </a:lnTo>
                  <a:lnTo>
                    <a:pt x="3109" y="701"/>
                  </a:lnTo>
                  <a:lnTo>
                    <a:pt x="3117" y="705"/>
                  </a:lnTo>
                  <a:lnTo>
                    <a:pt x="3125" y="709"/>
                  </a:lnTo>
                  <a:lnTo>
                    <a:pt x="3134" y="713"/>
                  </a:lnTo>
                  <a:lnTo>
                    <a:pt x="3143" y="713"/>
                  </a:lnTo>
                  <a:lnTo>
                    <a:pt x="3153" y="713"/>
                  </a:lnTo>
                  <a:lnTo>
                    <a:pt x="3171" y="713"/>
                  </a:lnTo>
                  <a:lnTo>
                    <a:pt x="3189" y="709"/>
                  </a:lnTo>
                  <a:lnTo>
                    <a:pt x="3209" y="703"/>
                  </a:lnTo>
                  <a:lnTo>
                    <a:pt x="3228" y="697"/>
                  </a:lnTo>
                  <a:lnTo>
                    <a:pt x="3229" y="697"/>
                  </a:lnTo>
                  <a:lnTo>
                    <a:pt x="3231" y="697"/>
                  </a:lnTo>
                  <a:lnTo>
                    <a:pt x="3235" y="697"/>
                  </a:lnTo>
                  <a:lnTo>
                    <a:pt x="3236" y="699"/>
                  </a:lnTo>
                  <a:lnTo>
                    <a:pt x="3237" y="703"/>
                  </a:lnTo>
                  <a:lnTo>
                    <a:pt x="3238" y="705"/>
                  </a:lnTo>
                  <a:lnTo>
                    <a:pt x="3238" y="709"/>
                  </a:lnTo>
                  <a:lnTo>
                    <a:pt x="3238" y="721"/>
                  </a:lnTo>
                  <a:lnTo>
                    <a:pt x="3237" y="725"/>
                  </a:lnTo>
                  <a:lnTo>
                    <a:pt x="3236" y="729"/>
                  </a:lnTo>
                  <a:lnTo>
                    <a:pt x="3235" y="731"/>
                  </a:lnTo>
                  <a:lnTo>
                    <a:pt x="3233" y="733"/>
                  </a:lnTo>
                  <a:lnTo>
                    <a:pt x="3229" y="737"/>
                  </a:lnTo>
                  <a:lnTo>
                    <a:pt x="3210" y="743"/>
                  </a:lnTo>
                  <a:lnTo>
                    <a:pt x="3190" y="749"/>
                  </a:lnTo>
                  <a:lnTo>
                    <a:pt x="3171" y="751"/>
                  </a:lnTo>
                  <a:lnTo>
                    <a:pt x="3153" y="753"/>
                  </a:lnTo>
                  <a:lnTo>
                    <a:pt x="3141" y="753"/>
                  </a:lnTo>
                  <a:lnTo>
                    <a:pt x="3129" y="751"/>
                  </a:lnTo>
                  <a:lnTo>
                    <a:pt x="3118" y="747"/>
                  </a:lnTo>
                  <a:lnTo>
                    <a:pt x="3108" y="741"/>
                  </a:lnTo>
                  <a:lnTo>
                    <a:pt x="3098" y="735"/>
                  </a:lnTo>
                  <a:lnTo>
                    <a:pt x="3093" y="731"/>
                  </a:lnTo>
                  <a:lnTo>
                    <a:pt x="3089" y="727"/>
                  </a:lnTo>
                  <a:lnTo>
                    <a:pt x="3080" y="715"/>
                  </a:lnTo>
                  <a:lnTo>
                    <a:pt x="3072" y="703"/>
                  </a:lnTo>
                  <a:lnTo>
                    <a:pt x="3068" y="695"/>
                  </a:lnTo>
                  <a:lnTo>
                    <a:pt x="3065" y="687"/>
                  </a:lnTo>
                  <a:lnTo>
                    <a:pt x="3058" y="669"/>
                  </a:lnTo>
                  <a:lnTo>
                    <a:pt x="3053" y="649"/>
                  </a:lnTo>
                  <a:lnTo>
                    <a:pt x="3048" y="627"/>
                  </a:lnTo>
                  <a:lnTo>
                    <a:pt x="3046" y="615"/>
                  </a:lnTo>
                  <a:lnTo>
                    <a:pt x="3044" y="601"/>
                  </a:lnTo>
                  <a:lnTo>
                    <a:pt x="3041" y="573"/>
                  </a:lnTo>
                  <a:lnTo>
                    <a:pt x="3039" y="543"/>
                  </a:lnTo>
                  <a:lnTo>
                    <a:pt x="3039" y="527"/>
                  </a:lnTo>
                  <a:lnTo>
                    <a:pt x="3039" y="509"/>
                  </a:lnTo>
                  <a:lnTo>
                    <a:pt x="3039" y="443"/>
                  </a:lnTo>
                  <a:lnTo>
                    <a:pt x="3039" y="417"/>
                  </a:lnTo>
                  <a:lnTo>
                    <a:pt x="3040" y="391"/>
                  </a:lnTo>
                  <a:lnTo>
                    <a:pt x="3043" y="369"/>
                  </a:lnTo>
                  <a:lnTo>
                    <a:pt x="3045" y="345"/>
                  </a:lnTo>
                  <a:lnTo>
                    <a:pt x="3047" y="335"/>
                  </a:lnTo>
                  <a:lnTo>
                    <a:pt x="3049" y="325"/>
                  </a:lnTo>
                  <a:lnTo>
                    <a:pt x="3051" y="315"/>
                  </a:lnTo>
                  <a:lnTo>
                    <a:pt x="3053" y="305"/>
                  </a:lnTo>
                  <a:lnTo>
                    <a:pt x="3056" y="296"/>
                  </a:lnTo>
                  <a:lnTo>
                    <a:pt x="3059" y="288"/>
                  </a:lnTo>
                  <a:lnTo>
                    <a:pt x="3065" y="270"/>
                  </a:lnTo>
                  <a:lnTo>
                    <a:pt x="3072" y="256"/>
                  </a:lnTo>
                  <a:lnTo>
                    <a:pt x="3079" y="242"/>
                  </a:lnTo>
                  <a:lnTo>
                    <a:pt x="3087" y="230"/>
                  </a:lnTo>
                  <a:lnTo>
                    <a:pt x="3097" y="220"/>
                  </a:lnTo>
                  <a:lnTo>
                    <a:pt x="3106" y="212"/>
                  </a:lnTo>
                  <a:lnTo>
                    <a:pt x="3117" y="208"/>
                  </a:lnTo>
                  <a:lnTo>
                    <a:pt x="3128" y="204"/>
                  </a:lnTo>
                  <a:lnTo>
                    <a:pt x="3134" y="202"/>
                  </a:lnTo>
                  <a:lnTo>
                    <a:pt x="3141" y="202"/>
                  </a:lnTo>
                  <a:lnTo>
                    <a:pt x="3154" y="204"/>
                  </a:lnTo>
                  <a:lnTo>
                    <a:pt x="3160" y="204"/>
                  </a:lnTo>
                  <a:lnTo>
                    <a:pt x="3166" y="206"/>
                  </a:lnTo>
                  <a:lnTo>
                    <a:pt x="3177" y="212"/>
                  </a:lnTo>
                  <a:lnTo>
                    <a:pt x="3182" y="216"/>
                  </a:lnTo>
                  <a:lnTo>
                    <a:pt x="3186" y="220"/>
                  </a:lnTo>
                  <a:lnTo>
                    <a:pt x="3196" y="230"/>
                  </a:lnTo>
                  <a:lnTo>
                    <a:pt x="3204" y="240"/>
                  </a:lnTo>
                  <a:lnTo>
                    <a:pt x="3211" y="254"/>
                  </a:lnTo>
                  <a:lnTo>
                    <a:pt x="3214" y="260"/>
                  </a:lnTo>
                  <a:lnTo>
                    <a:pt x="3218" y="268"/>
                  </a:lnTo>
                  <a:lnTo>
                    <a:pt x="3223" y="286"/>
                  </a:lnTo>
                  <a:lnTo>
                    <a:pt x="3228" y="303"/>
                  </a:lnTo>
                  <a:lnTo>
                    <a:pt x="3232" y="323"/>
                  </a:lnTo>
                  <a:lnTo>
                    <a:pt x="3236" y="343"/>
                  </a:lnTo>
                  <a:lnTo>
                    <a:pt x="3238" y="365"/>
                  </a:lnTo>
                  <a:lnTo>
                    <a:pt x="3240" y="389"/>
                  </a:lnTo>
                  <a:lnTo>
                    <a:pt x="3241" y="415"/>
                  </a:lnTo>
                  <a:lnTo>
                    <a:pt x="3242" y="441"/>
                  </a:lnTo>
                  <a:lnTo>
                    <a:pt x="3242" y="469"/>
                  </a:lnTo>
                  <a:lnTo>
                    <a:pt x="3241" y="473"/>
                  </a:lnTo>
                  <a:lnTo>
                    <a:pt x="3241" y="475"/>
                  </a:lnTo>
                  <a:lnTo>
                    <a:pt x="3239" y="483"/>
                  </a:lnTo>
                  <a:lnTo>
                    <a:pt x="3236" y="487"/>
                  </a:lnTo>
                  <a:lnTo>
                    <a:pt x="3232" y="487"/>
                  </a:lnTo>
                  <a:close/>
                  <a:moveTo>
                    <a:pt x="3220" y="441"/>
                  </a:moveTo>
                  <a:lnTo>
                    <a:pt x="3219" y="417"/>
                  </a:lnTo>
                  <a:lnTo>
                    <a:pt x="3219" y="397"/>
                  </a:lnTo>
                  <a:lnTo>
                    <a:pt x="3217" y="375"/>
                  </a:lnTo>
                  <a:lnTo>
                    <a:pt x="3215" y="357"/>
                  </a:lnTo>
                  <a:lnTo>
                    <a:pt x="3213" y="339"/>
                  </a:lnTo>
                  <a:lnTo>
                    <a:pt x="3210" y="321"/>
                  </a:lnTo>
                  <a:lnTo>
                    <a:pt x="3208" y="315"/>
                  </a:lnTo>
                  <a:lnTo>
                    <a:pt x="3206" y="307"/>
                  </a:lnTo>
                  <a:lnTo>
                    <a:pt x="3202" y="294"/>
                  </a:lnTo>
                  <a:lnTo>
                    <a:pt x="3199" y="288"/>
                  </a:lnTo>
                  <a:lnTo>
                    <a:pt x="3197" y="282"/>
                  </a:lnTo>
                  <a:lnTo>
                    <a:pt x="3194" y="276"/>
                  </a:lnTo>
                  <a:lnTo>
                    <a:pt x="3191" y="272"/>
                  </a:lnTo>
                  <a:lnTo>
                    <a:pt x="3188" y="266"/>
                  </a:lnTo>
                  <a:lnTo>
                    <a:pt x="3185" y="262"/>
                  </a:lnTo>
                  <a:lnTo>
                    <a:pt x="3178" y="256"/>
                  </a:lnTo>
                  <a:lnTo>
                    <a:pt x="3170" y="250"/>
                  </a:lnTo>
                  <a:lnTo>
                    <a:pt x="3161" y="246"/>
                  </a:lnTo>
                  <a:lnTo>
                    <a:pt x="3152" y="242"/>
                  </a:lnTo>
                  <a:lnTo>
                    <a:pt x="3141" y="242"/>
                  </a:lnTo>
                  <a:lnTo>
                    <a:pt x="3130" y="242"/>
                  </a:lnTo>
                  <a:lnTo>
                    <a:pt x="3126" y="244"/>
                  </a:lnTo>
                  <a:lnTo>
                    <a:pt x="3121" y="246"/>
                  </a:lnTo>
                  <a:lnTo>
                    <a:pt x="3112" y="250"/>
                  </a:lnTo>
                  <a:lnTo>
                    <a:pt x="3105" y="256"/>
                  </a:lnTo>
                  <a:lnTo>
                    <a:pt x="3097" y="264"/>
                  </a:lnTo>
                  <a:lnTo>
                    <a:pt x="3091" y="274"/>
                  </a:lnTo>
                  <a:lnTo>
                    <a:pt x="3085" y="284"/>
                  </a:lnTo>
                  <a:lnTo>
                    <a:pt x="3080" y="298"/>
                  </a:lnTo>
                  <a:lnTo>
                    <a:pt x="3075" y="311"/>
                  </a:lnTo>
                  <a:lnTo>
                    <a:pt x="3073" y="317"/>
                  </a:lnTo>
                  <a:lnTo>
                    <a:pt x="3071" y="325"/>
                  </a:lnTo>
                  <a:lnTo>
                    <a:pt x="3068" y="343"/>
                  </a:lnTo>
                  <a:lnTo>
                    <a:pt x="3066" y="361"/>
                  </a:lnTo>
                  <a:lnTo>
                    <a:pt x="3064" y="379"/>
                  </a:lnTo>
                  <a:lnTo>
                    <a:pt x="3062" y="399"/>
                  </a:lnTo>
                  <a:lnTo>
                    <a:pt x="3061" y="421"/>
                  </a:lnTo>
                  <a:lnTo>
                    <a:pt x="3061" y="443"/>
                  </a:lnTo>
                  <a:lnTo>
                    <a:pt x="3220" y="447"/>
                  </a:lnTo>
                  <a:lnTo>
                    <a:pt x="3220" y="441"/>
                  </a:lnTo>
                  <a:close/>
                  <a:moveTo>
                    <a:pt x="3726" y="699"/>
                  </a:moveTo>
                  <a:lnTo>
                    <a:pt x="3724" y="713"/>
                  </a:lnTo>
                  <a:lnTo>
                    <a:pt x="3722" y="723"/>
                  </a:lnTo>
                  <a:lnTo>
                    <a:pt x="3720" y="733"/>
                  </a:lnTo>
                  <a:lnTo>
                    <a:pt x="3718" y="737"/>
                  </a:lnTo>
                  <a:lnTo>
                    <a:pt x="3717" y="741"/>
                  </a:lnTo>
                  <a:lnTo>
                    <a:pt x="3714" y="747"/>
                  </a:lnTo>
                  <a:lnTo>
                    <a:pt x="3710" y="751"/>
                  </a:lnTo>
                  <a:lnTo>
                    <a:pt x="3705" y="753"/>
                  </a:lnTo>
                  <a:lnTo>
                    <a:pt x="3700" y="753"/>
                  </a:lnTo>
                  <a:lnTo>
                    <a:pt x="3694" y="753"/>
                  </a:lnTo>
                  <a:lnTo>
                    <a:pt x="3692" y="751"/>
                  </a:lnTo>
                  <a:lnTo>
                    <a:pt x="3690" y="749"/>
                  </a:lnTo>
                  <a:lnTo>
                    <a:pt x="3688" y="747"/>
                  </a:lnTo>
                  <a:lnTo>
                    <a:pt x="3686" y="745"/>
                  </a:lnTo>
                  <a:lnTo>
                    <a:pt x="3684" y="741"/>
                  </a:lnTo>
                  <a:lnTo>
                    <a:pt x="3683" y="739"/>
                  </a:lnTo>
                  <a:lnTo>
                    <a:pt x="3680" y="731"/>
                  </a:lnTo>
                  <a:lnTo>
                    <a:pt x="3678" y="721"/>
                  </a:lnTo>
                  <a:lnTo>
                    <a:pt x="3676" y="709"/>
                  </a:lnTo>
                  <a:lnTo>
                    <a:pt x="3674" y="695"/>
                  </a:lnTo>
                  <a:lnTo>
                    <a:pt x="3621" y="313"/>
                  </a:lnTo>
                  <a:lnTo>
                    <a:pt x="3619" y="305"/>
                  </a:lnTo>
                  <a:lnTo>
                    <a:pt x="3618" y="305"/>
                  </a:lnTo>
                  <a:lnTo>
                    <a:pt x="3617" y="305"/>
                  </a:lnTo>
                  <a:lnTo>
                    <a:pt x="3615" y="305"/>
                  </a:lnTo>
                  <a:lnTo>
                    <a:pt x="3614" y="313"/>
                  </a:lnTo>
                  <a:lnTo>
                    <a:pt x="3560" y="695"/>
                  </a:lnTo>
                  <a:lnTo>
                    <a:pt x="3556" y="721"/>
                  </a:lnTo>
                  <a:lnTo>
                    <a:pt x="3554" y="731"/>
                  </a:lnTo>
                  <a:lnTo>
                    <a:pt x="3552" y="739"/>
                  </a:lnTo>
                  <a:lnTo>
                    <a:pt x="3548" y="745"/>
                  </a:lnTo>
                  <a:lnTo>
                    <a:pt x="3545" y="749"/>
                  </a:lnTo>
                  <a:lnTo>
                    <a:pt x="3540" y="753"/>
                  </a:lnTo>
                  <a:lnTo>
                    <a:pt x="3535" y="753"/>
                  </a:lnTo>
                  <a:lnTo>
                    <a:pt x="3529" y="753"/>
                  </a:lnTo>
                  <a:lnTo>
                    <a:pt x="3525" y="751"/>
                  </a:lnTo>
                  <a:lnTo>
                    <a:pt x="3521" y="747"/>
                  </a:lnTo>
                  <a:lnTo>
                    <a:pt x="3517" y="741"/>
                  </a:lnTo>
                  <a:lnTo>
                    <a:pt x="3516" y="737"/>
                  </a:lnTo>
                  <a:lnTo>
                    <a:pt x="3515" y="733"/>
                  </a:lnTo>
                  <a:lnTo>
                    <a:pt x="3513" y="729"/>
                  </a:lnTo>
                  <a:lnTo>
                    <a:pt x="3512" y="723"/>
                  </a:lnTo>
                  <a:lnTo>
                    <a:pt x="3510" y="713"/>
                  </a:lnTo>
                  <a:lnTo>
                    <a:pt x="3508" y="699"/>
                  </a:lnTo>
                  <a:lnTo>
                    <a:pt x="3452" y="232"/>
                  </a:lnTo>
                  <a:lnTo>
                    <a:pt x="3452" y="228"/>
                  </a:lnTo>
                  <a:lnTo>
                    <a:pt x="3452" y="222"/>
                  </a:lnTo>
                  <a:lnTo>
                    <a:pt x="3452" y="218"/>
                  </a:lnTo>
                  <a:lnTo>
                    <a:pt x="3453" y="216"/>
                  </a:lnTo>
                  <a:lnTo>
                    <a:pt x="3454" y="212"/>
                  </a:lnTo>
                  <a:lnTo>
                    <a:pt x="3456" y="210"/>
                  </a:lnTo>
                  <a:lnTo>
                    <a:pt x="3458" y="208"/>
                  </a:lnTo>
                  <a:lnTo>
                    <a:pt x="3461" y="208"/>
                  </a:lnTo>
                  <a:lnTo>
                    <a:pt x="3467" y="208"/>
                  </a:lnTo>
                  <a:lnTo>
                    <a:pt x="3470" y="212"/>
                  </a:lnTo>
                  <a:lnTo>
                    <a:pt x="3471" y="216"/>
                  </a:lnTo>
                  <a:lnTo>
                    <a:pt x="3472" y="222"/>
                  </a:lnTo>
                  <a:lnTo>
                    <a:pt x="3528" y="689"/>
                  </a:lnTo>
                  <a:lnTo>
                    <a:pt x="3530" y="703"/>
                  </a:lnTo>
                  <a:lnTo>
                    <a:pt x="3531" y="711"/>
                  </a:lnTo>
                  <a:lnTo>
                    <a:pt x="3533" y="713"/>
                  </a:lnTo>
                  <a:lnTo>
                    <a:pt x="3535" y="713"/>
                  </a:lnTo>
                  <a:lnTo>
                    <a:pt x="3536" y="713"/>
                  </a:lnTo>
                  <a:lnTo>
                    <a:pt x="3538" y="709"/>
                  </a:lnTo>
                  <a:lnTo>
                    <a:pt x="3539" y="703"/>
                  </a:lnTo>
                  <a:lnTo>
                    <a:pt x="3541" y="689"/>
                  </a:lnTo>
                  <a:lnTo>
                    <a:pt x="3596" y="301"/>
                  </a:lnTo>
                  <a:lnTo>
                    <a:pt x="3597" y="294"/>
                  </a:lnTo>
                  <a:lnTo>
                    <a:pt x="3599" y="286"/>
                  </a:lnTo>
                  <a:lnTo>
                    <a:pt x="3601" y="280"/>
                  </a:lnTo>
                  <a:lnTo>
                    <a:pt x="3604" y="274"/>
                  </a:lnTo>
                  <a:lnTo>
                    <a:pt x="3607" y="270"/>
                  </a:lnTo>
                  <a:lnTo>
                    <a:pt x="3610" y="268"/>
                  </a:lnTo>
                  <a:lnTo>
                    <a:pt x="3614" y="266"/>
                  </a:lnTo>
                  <a:lnTo>
                    <a:pt x="3617" y="266"/>
                  </a:lnTo>
                  <a:lnTo>
                    <a:pt x="3621" y="266"/>
                  </a:lnTo>
                  <a:lnTo>
                    <a:pt x="3624" y="268"/>
                  </a:lnTo>
                  <a:lnTo>
                    <a:pt x="3627" y="270"/>
                  </a:lnTo>
                  <a:lnTo>
                    <a:pt x="3630" y="274"/>
                  </a:lnTo>
                  <a:lnTo>
                    <a:pt x="3633" y="280"/>
                  </a:lnTo>
                  <a:lnTo>
                    <a:pt x="3634" y="282"/>
                  </a:lnTo>
                  <a:lnTo>
                    <a:pt x="3635" y="286"/>
                  </a:lnTo>
                  <a:lnTo>
                    <a:pt x="3637" y="294"/>
                  </a:lnTo>
                  <a:lnTo>
                    <a:pt x="3639" y="301"/>
                  </a:lnTo>
                  <a:lnTo>
                    <a:pt x="3693" y="689"/>
                  </a:lnTo>
                  <a:lnTo>
                    <a:pt x="3695" y="703"/>
                  </a:lnTo>
                  <a:lnTo>
                    <a:pt x="3696" y="707"/>
                  </a:lnTo>
                  <a:lnTo>
                    <a:pt x="3697" y="709"/>
                  </a:lnTo>
                  <a:lnTo>
                    <a:pt x="3698" y="713"/>
                  </a:lnTo>
                  <a:lnTo>
                    <a:pt x="3700" y="713"/>
                  </a:lnTo>
                  <a:lnTo>
                    <a:pt x="3701" y="713"/>
                  </a:lnTo>
                  <a:lnTo>
                    <a:pt x="3702" y="713"/>
                  </a:lnTo>
                  <a:lnTo>
                    <a:pt x="3703" y="711"/>
                  </a:lnTo>
                  <a:lnTo>
                    <a:pt x="3704" y="707"/>
                  </a:lnTo>
                  <a:lnTo>
                    <a:pt x="3705" y="703"/>
                  </a:lnTo>
                  <a:lnTo>
                    <a:pt x="3707" y="689"/>
                  </a:lnTo>
                  <a:lnTo>
                    <a:pt x="3761" y="222"/>
                  </a:lnTo>
                  <a:lnTo>
                    <a:pt x="3762" y="216"/>
                  </a:lnTo>
                  <a:lnTo>
                    <a:pt x="3763" y="212"/>
                  </a:lnTo>
                  <a:lnTo>
                    <a:pt x="3764" y="210"/>
                  </a:lnTo>
                  <a:lnTo>
                    <a:pt x="3766" y="208"/>
                  </a:lnTo>
                  <a:lnTo>
                    <a:pt x="3767" y="208"/>
                  </a:lnTo>
                  <a:lnTo>
                    <a:pt x="3769" y="208"/>
                  </a:lnTo>
                  <a:lnTo>
                    <a:pt x="3773" y="208"/>
                  </a:lnTo>
                  <a:lnTo>
                    <a:pt x="3777" y="210"/>
                  </a:lnTo>
                  <a:lnTo>
                    <a:pt x="3779" y="212"/>
                  </a:lnTo>
                  <a:lnTo>
                    <a:pt x="3781" y="214"/>
                  </a:lnTo>
                  <a:lnTo>
                    <a:pt x="3782" y="218"/>
                  </a:lnTo>
                  <a:lnTo>
                    <a:pt x="3782" y="222"/>
                  </a:lnTo>
                  <a:lnTo>
                    <a:pt x="3781" y="232"/>
                  </a:lnTo>
                  <a:lnTo>
                    <a:pt x="3726" y="699"/>
                  </a:lnTo>
                  <a:close/>
                  <a:moveTo>
                    <a:pt x="3953" y="753"/>
                  </a:moveTo>
                  <a:lnTo>
                    <a:pt x="3940" y="753"/>
                  </a:lnTo>
                  <a:lnTo>
                    <a:pt x="3934" y="751"/>
                  </a:lnTo>
                  <a:lnTo>
                    <a:pt x="3929" y="749"/>
                  </a:lnTo>
                  <a:lnTo>
                    <a:pt x="3918" y="745"/>
                  </a:lnTo>
                  <a:lnTo>
                    <a:pt x="3908" y="737"/>
                  </a:lnTo>
                  <a:lnTo>
                    <a:pt x="3903" y="733"/>
                  </a:lnTo>
                  <a:lnTo>
                    <a:pt x="3898" y="729"/>
                  </a:lnTo>
                  <a:lnTo>
                    <a:pt x="3890" y="717"/>
                  </a:lnTo>
                  <a:lnTo>
                    <a:pt x="3882" y="705"/>
                  </a:lnTo>
                  <a:lnTo>
                    <a:pt x="3875" y="689"/>
                  </a:lnTo>
                  <a:lnTo>
                    <a:pt x="3872" y="683"/>
                  </a:lnTo>
                  <a:lnTo>
                    <a:pt x="3869" y="673"/>
                  </a:lnTo>
                  <a:lnTo>
                    <a:pt x="3866" y="665"/>
                  </a:lnTo>
                  <a:lnTo>
                    <a:pt x="3864" y="655"/>
                  </a:lnTo>
                  <a:lnTo>
                    <a:pt x="3859" y="635"/>
                  </a:lnTo>
                  <a:lnTo>
                    <a:pt x="3856" y="615"/>
                  </a:lnTo>
                  <a:lnTo>
                    <a:pt x="3853" y="591"/>
                  </a:lnTo>
                  <a:lnTo>
                    <a:pt x="3851" y="567"/>
                  </a:lnTo>
                  <a:lnTo>
                    <a:pt x="3850" y="541"/>
                  </a:lnTo>
                  <a:lnTo>
                    <a:pt x="3849" y="513"/>
                  </a:lnTo>
                  <a:lnTo>
                    <a:pt x="3849" y="443"/>
                  </a:lnTo>
                  <a:lnTo>
                    <a:pt x="3850" y="415"/>
                  </a:lnTo>
                  <a:lnTo>
                    <a:pt x="3851" y="389"/>
                  </a:lnTo>
                  <a:lnTo>
                    <a:pt x="3853" y="363"/>
                  </a:lnTo>
                  <a:lnTo>
                    <a:pt x="3856" y="341"/>
                  </a:lnTo>
                  <a:lnTo>
                    <a:pt x="3857" y="329"/>
                  </a:lnTo>
                  <a:lnTo>
                    <a:pt x="3859" y="319"/>
                  </a:lnTo>
                  <a:lnTo>
                    <a:pt x="3861" y="309"/>
                  </a:lnTo>
                  <a:lnTo>
                    <a:pt x="3864" y="300"/>
                  </a:lnTo>
                  <a:lnTo>
                    <a:pt x="3866" y="290"/>
                  </a:lnTo>
                  <a:lnTo>
                    <a:pt x="3869" y="282"/>
                  </a:lnTo>
                  <a:lnTo>
                    <a:pt x="3875" y="266"/>
                  </a:lnTo>
                  <a:lnTo>
                    <a:pt x="3882" y="252"/>
                  </a:lnTo>
                  <a:lnTo>
                    <a:pt x="3886" y="244"/>
                  </a:lnTo>
                  <a:lnTo>
                    <a:pt x="3890" y="238"/>
                  </a:lnTo>
                  <a:lnTo>
                    <a:pt x="3898" y="228"/>
                  </a:lnTo>
                  <a:lnTo>
                    <a:pt x="3903" y="222"/>
                  </a:lnTo>
                  <a:lnTo>
                    <a:pt x="3908" y="218"/>
                  </a:lnTo>
                  <a:lnTo>
                    <a:pt x="3918" y="212"/>
                  </a:lnTo>
                  <a:lnTo>
                    <a:pt x="3929" y="206"/>
                  </a:lnTo>
                  <a:lnTo>
                    <a:pt x="3934" y="204"/>
                  </a:lnTo>
                  <a:lnTo>
                    <a:pt x="3940" y="204"/>
                  </a:lnTo>
                  <a:lnTo>
                    <a:pt x="3953" y="202"/>
                  </a:lnTo>
                  <a:lnTo>
                    <a:pt x="3965" y="204"/>
                  </a:lnTo>
                  <a:lnTo>
                    <a:pt x="3971" y="204"/>
                  </a:lnTo>
                  <a:lnTo>
                    <a:pt x="3977" y="206"/>
                  </a:lnTo>
                  <a:lnTo>
                    <a:pt x="3988" y="212"/>
                  </a:lnTo>
                  <a:lnTo>
                    <a:pt x="3998" y="218"/>
                  </a:lnTo>
                  <a:lnTo>
                    <a:pt x="4003" y="222"/>
                  </a:lnTo>
                  <a:lnTo>
                    <a:pt x="4007" y="228"/>
                  </a:lnTo>
                  <a:lnTo>
                    <a:pt x="4016" y="238"/>
                  </a:lnTo>
                  <a:lnTo>
                    <a:pt x="4024" y="252"/>
                  </a:lnTo>
                  <a:lnTo>
                    <a:pt x="4031" y="266"/>
                  </a:lnTo>
                  <a:lnTo>
                    <a:pt x="4034" y="274"/>
                  </a:lnTo>
                  <a:lnTo>
                    <a:pt x="4037" y="282"/>
                  </a:lnTo>
                  <a:lnTo>
                    <a:pt x="4039" y="290"/>
                  </a:lnTo>
                  <a:lnTo>
                    <a:pt x="4042" y="300"/>
                  </a:lnTo>
                  <a:lnTo>
                    <a:pt x="4046" y="319"/>
                  </a:lnTo>
                  <a:lnTo>
                    <a:pt x="4050" y="341"/>
                  </a:lnTo>
                  <a:lnTo>
                    <a:pt x="4053" y="363"/>
                  </a:lnTo>
                  <a:lnTo>
                    <a:pt x="4055" y="389"/>
                  </a:lnTo>
                  <a:lnTo>
                    <a:pt x="4056" y="415"/>
                  </a:lnTo>
                  <a:lnTo>
                    <a:pt x="4057" y="443"/>
                  </a:lnTo>
                  <a:lnTo>
                    <a:pt x="4057" y="513"/>
                  </a:lnTo>
                  <a:lnTo>
                    <a:pt x="4056" y="541"/>
                  </a:lnTo>
                  <a:lnTo>
                    <a:pt x="4055" y="567"/>
                  </a:lnTo>
                  <a:lnTo>
                    <a:pt x="4053" y="591"/>
                  </a:lnTo>
                  <a:lnTo>
                    <a:pt x="4050" y="615"/>
                  </a:lnTo>
                  <a:lnTo>
                    <a:pt x="4048" y="625"/>
                  </a:lnTo>
                  <a:lnTo>
                    <a:pt x="4046" y="635"/>
                  </a:lnTo>
                  <a:lnTo>
                    <a:pt x="4044" y="645"/>
                  </a:lnTo>
                  <a:lnTo>
                    <a:pt x="4042" y="655"/>
                  </a:lnTo>
                  <a:lnTo>
                    <a:pt x="4039" y="665"/>
                  </a:lnTo>
                  <a:lnTo>
                    <a:pt x="4037" y="673"/>
                  </a:lnTo>
                  <a:lnTo>
                    <a:pt x="4031" y="689"/>
                  </a:lnTo>
                  <a:lnTo>
                    <a:pt x="4024" y="705"/>
                  </a:lnTo>
                  <a:lnTo>
                    <a:pt x="4020" y="711"/>
                  </a:lnTo>
                  <a:lnTo>
                    <a:pt x="4016" y="717"/>
                  </a:lnTo>
                  <a:lnTo>
                    <a:pt x="4007" y="729"/>
                  </a:lnTo>
                  <a:lnTo>
                    <a:pt x="4003" y="733"/>
                  </a:lnTo>
                  <a:lnTo>
                    <a:pt x="3998" y="737"/>
                  </a:lnTo>
                  <a:lnTo>
                    <a:pt x="3988" y="745"/>
                  </a:lnTo>
                  <a:lnTo>
                    <a:pt x="3977" y="749"/>
                  </a:lnTo>
                  <a:lnTo>
                    <a:pt x="3971" y="751"/>
                  </a:lnTo>
                  <a:lnTo>
                    <a:pt x="3965" y="753"/>
                  </a:lnTo>
                  <a:lnTo>
                    <a:pt x="3953" y="753"/>
                  </a:lnTo>
                  <a:close/>
                  <a:moveTo>
                    <a:pt x="4034" y="443"/>
                  </a:moveTo>
                  <a:lnTo>
                    <a:pt x="4034" y="419"/>
                  </a:lnTo>
                  <a:lnTo>
                    <a:pt x="4033" y="397"/>
                  </a:lnTo>
                  <a:lnTo>
                    <a:pt x="4033" y="387"/>
                  </a:lnTo>
                  <a:lnTo>
                    <a:pt x="4032" y="377"/>
                  </a:lnTo>
                  <a:lnTo>
                    <a:pt x="4030" y="359"/>
                  </a:lnTo>
                  <a:lnTo>
                    <a:pt x="4027" y="341"/>
                  </a:lnTo>
                  <a:lnTo>
                    <a:pt x="4024" y="323"/>
                  </a:lnTo>
                  <a:lnTo>
                    <a:pt x="4020" y="309"/>
                  </a:lnTo>
                  <a:lnTo>
                    <a:pt x="4016" y="296"/>
                  </a:lnTo>
                  <a:lnTo>
                    <a:pt x="4011" y="284"/>
                  </a:lnTo>
                  <a:lnTo>
                    <a:pt x="4008" y="278"/>
                  </a:lnTo>
                  <a:lnTo>
                    <a:pt x="4005" y="272"/>
                  </a:lnTo>
                  <a:lnTo>
                    <a:pt x="3998" y="264"/>
                  </a:lnTo>
                  <a:lnTo>
                    <a:pt x="3994" y="260"/>
                  </a:lnTo>
                  <a:lnTo>
                    <a:pt x="3990" y="256"/>
                  </a:lnTo>
                  <a:lnTo>
                    <a:pt x="3986" y="252"/>
                  </a:lnTo>
                  <a:lnTo>
                    <a:pt x="3982" y="250"/>
                  </a:lnTo>
                  <a:lnTo>
                    <a:pt x="3973" y="246"/>
                  </a:lnTo>
                  <a:lnTo>
                    <a:pt x="3963" y="242"/>
                  </a:lnTo>
                  <a:lnTo>
                    <a:pt x="3953" y="242"/>
                  </a:lnTo>
                  <a:lnTo>
                    <a:pt x="3942" y="242"/>
                  </a:lnTo>
                  <a:lnTo>
                    <a:pt x="3932" y="246"/>
                  </a:lnTo>
                  <a:lnTo>
                    <a:pt x="3928" y="248"/>
                  </a:lnTo>
                  <a:lnTo>
                    <a:pt x="3923" y="250"/>
                  </a:lnTo>
                  <a:lnTo>
                    <a:pt x="3915" y="256"/>
                  </a:lnTo>
                  <a:lnTo>
                    <a:pt x="3908" y="264"/>
                  </a:lnTo>
                  <a:lnTo>
                    <a:pt x="3901" y="272"/>
                  </a:lnTo>
                  <a:lnTo>
                    <a:pt x="3895" y="284"/>
                  </a:lnTo>
                  <a:lnTo>
                    <a:pt x="3890" y="296"/>
                  </a:lnTo>
                  <a:lnTo>
                    <a:pt x="3888" y="301"/>
                  </a:lnTo>
                  <a:lnTo>
                    <a:pt x="3885" y="309"/>
                  </a:lnTo>
                  <a:lnTo>
                    <a:pt x="3882" y="323"/>
                  </a:lnTo>
                  <a:lnTo>
                    <a:pt x="3878" y="341"/>
                  </a:lnTo>
                  <a:lnTo>
                    <a:pt x="3876" y="359"/>
                  </a:lnTo>
                  <a:lnTo>
                    <a:pt x="3874" y="377"/>
                  </a:lnTo>
                  <a:lnTo>
                    <a:pt x="3872" y="397"/>
                  </a:lnTo>
                  <a:lnTo>
                    <a:pt x="3872" y="409"/>
                  </a:lnTo>
                  <a:lnTo>
                    <a:pt x="3872" y="419"/>
                  </a:lnTo>
                  <a:lnTo>
                    <a:pt x="3871" y="443"/>
                  </a:lnTo>
                  <a:lnTo>
                    <a:pt x="3871" y="513"/>
                  </a:lnTo>
                  <a:lnTo>
                    <a:pt x="3872" y="535"/>
                  </a:lnTo>
                  <a:lnTo>
                    <a:pt x="3872" y="557"/>
                  </a:lnTo>
                  <a:lnTo>
                    <a:pt x="3873" y="567"/>
                  </a:lnTo>
                  <a:lnTo>
                    <a:pt x="3874" y="577"/>
                  </a:lnTo>
                  <a:lnTo>
                    <a:pt x="3876" y="597"/>
                  </a:lnTo>
                  <a:lnTo>
                    <a:pt x="3878" y="615"/>
                  </a:lnTo>
                  <a:lnTo>
                    <a:pt x="3882" y="631"/>
                  </a:lnTo>
                  <a:lnTo>
                    <a:pt x="3885" y="645"/>
                  </a:lnTo>
                  <a:lnTo>
                    <a:pt x="3890" y="659"/>
                  </a:lnTo>
                  <a:lnTo>
                    <a:pt x="3895" y="673"/>
                  </a:lnTo>
                  <a:lnTo>
                    <a:pt x="3898" y="677"/>
                  </a:lnTo>
                  <a:lnTo>
                    <a:pt x="3901" y="683"/>
                  </a:lnTo>
                  <a:lnTo>
                    <a:pt x="3908" y="693"/>
                  </a:lnTo>
                  <a:lnTo>
                    <a:pt x="3911" y="697"/>
                  </a:lnTo>
                  <a:lnTo>
                    <a:pt x="3915" y="699"/>
                  </a:lnTo>
                  <a:lnTo>
                    <a:pt x="3919" y="703"/>
                  </a:lnTo>
                  <a:lnTo>
                    <a:pt x="3923" y="707"/>
                  </a:lnTo>
                  <a:lnTo>
                    <a:pt x="3932" y="711"/>
                  </a:lnTo>
                  <a:lnTo>
                    <a:pt x="3942" y="713"/>
                  </a:lnTo>
                  <a:lnTo>
                    <a:pt x="3953" y="713"/>
                  </a:lnTo>
                  <a:lnTo>
                    <a:pt x="3963" y="713"/>
                  </a:lnTo>
                  <a:lnTo>
                    <a:pt x="3973" y="711"/>
                  </a:lnTo>
                  <a:lnTo>
                    <a:pt x="3978" y="709"/>
                  </a:lnTo>
                  <a:lnTo>
                    <a:pt x="3982" y="707"/>
                  </a:lnTo>
                  <a:lnTo>
                    <a:pt x="3990" y="699"/>
                  </a:lnTo>
                  <a:lnTo>
                    <a:pt x="3998" y="693"/>
                  </a:lnTo>
                  <a:lnTo>
                    <a:pt x="4005" y="683"/>
                  </a:lnTo>
                  <a:lnTo>
                    <a:pt x="4011" y="673"/>
                  </a:lnTo>
                  <a:lnTo>
                    <a:pt x="4016" y="659"/>
                  </a:lnTo>
                  <a:lnTo>
                    <a:pt x="4018" y="653"/>
                  </a:lnTo>
                  <a:lnTo>
                    <a:pt x="4020" y="645"/>
                  </a:lnTo>
                  <a:lnTo>
                    <a:pt x="4024" y="631"/>
                  </a:lnTo>
                  <a:lnTo>
                    <a:pt x="4027" y="615"/>
                  </a:lnTo>
                  <a:lnTo>
                    <a:pt x="4030" y="597"/>
                  </a:lnTo>
                  <a:lnTo>
                    <a:pt x="4032" y="577"/>
                  </a:lnTo>
                  <a:lnTo>
                    <a:pt x="4033" y="557"/>
                  </a:lnTo>
                  <a:lnTo>
                    <a:pt x="4034" y="547"/>
                  </a:lnTo>
                  <a:lnTo>
                    <a:pt x="4034" y="535"/>
                  </a:lnTo>
                  <a:lnTo>
                    <a:pt x="4034" y="513"/>
                  </a:lnTo>
                  <a:lnTo>
                    <a:pt x="4034" y="443"/>
                  </a:lnTo>
                  <a:close/>
                  <a:moveTo>
                    <a:pt x="4237" y="242"/>
                  </a:moveTo>
                  <a:lnTo>
                    <a:pt x="4230" y="242"/>
                  </a:lnTo>
                  <a:lnTo>
                    <a:pt x="4222" y="244"/>
                  </a:lnTo>
                  <a:lnTo>
                    <a:pt x="4215" y="246"/>
                  </a:lnTo>
                  <a:lnTo>
                    <a:pt x="4206" y="250"/>
                  </a:lnTo>
                  <a:lnTo>
                    <a:pt x="4197" y="258"/>
                  </a:lnTo>
                  <a:lnTo>
                    <a:pt x="4188" y="266"/>
                  </a:lnTo>
                  <a:lnTo>
                    <a:pt x="4178" y="276"/>
                  </a:lnTo>
                  <a:lnTo>
                    <a:pt x="4167" y="288"/>
                  </a:lnTo>
                  <a:lnTo>
                    <a:pt x="4167" y="729"/>
                  </a:lnTo>
                  <a:lnTo>
                    <a:pt x="4167" y="731"/>
                  </a:lnTo>
                  <a:lnTo>
                    <a:pt x="4167" y="735"/>
                  </a:lnTo>
                  <a:lnTo>
                    <a:pt x="4164" y="741"/>
                  </a:lnTo>
                  <a:lnTo>
                    <a:pt x="4161" y="745"/>
                  </a:lnTo>
                  <a:lnTo>
                    <a:pt x="4158" y="747"/>
                  </a:lnTo>
                  <a:lnTo>
                    <a:pt x="4155" y="747"/>
                  </a:lnTo>
                  <a:lnTo>
                    <a:pt x="4152" y="745"/>
                  </a:lnTo>
                  <a:lnTo>
                    <a:pt x="4147" y="741"/>
                  </a:lnTo>
                  <a:lnTo>
                    <a:pt x="4145" y="735"/>
                  </a:lnTo>
                  <a:lnTo>
                    <a:pt x="4144" y="729"/>
                  </a:lnTo>
                  <a:lnTo>
                    <a:pt x="4144" y="228"/>
                  </a:lnTo>
                  <a:lnTo>
                    <a:pt x="4144" y="224"/>
                  </a:lnTo>
                  <a:lnTo>
                    <a:pt x="4145" y="220"/>
                  </a:lnTo>
                  <a:lnTo>
                    <a:pt x="4147" y="214"/>
                  </a:lnTo>
                  <a:lnTo>
                    <a:pt x="4149" y="210"/>
                  </a:lnTo>
                  <a:lnTo>
                    <a:pt x="4150" y="210"/>
                  </a:lnTo>
                  <a:lnTo>
                    <a:pt x="4152" y="208"/>
                  </a:lnTo>
                  <a:lnTo>
                    <a:pt x="4154" y="208"/>
                  </a:lnTo>
                  <a:lnTo>
                    <a:pt x="4158" y="208"/>
                  </a:lnTo>
                  <a:lnTo>
                    <a:pt x="4160" y="208"/>
                  </a:lnTo>
                  <a:lnTo>
                    <a:pt x="4162" y="210"/>
                  </a:lnTo>
                  <a:lnTo>
                    <a:pt x="4164" y="210"/>
                  </a:lnTo>
                  <a:lnTo>
                    <a:pt x="4165" y="214"/>
                  </a:lnTo>
                  <a:lnTo>
                    <a:pt x="4166" y="216"/>
                  </a:lnTo>
                  <a:lnTo>
                    <a:pt x="4167" y="220"/>
                  </a:lnTo>
                  <a:lnTo>
                    <a:pt x="4167" y="224"/>
                  </a:lnTo>
                  <a:lnTo>
                    <a:pt x="4167" y="228"/>
                  </a:lnTo>
                  <a:lnTo>
                    <a:pt x="4167" y="248"/>
                  </a:lnTo>
                  <a:lnTo>
                    <a:pt x="4177" y="238"/>
                  </a:lnTo>
                  <a:lnTo>
                    <a:pt x="4181" y="232"/>
                  </a:lnTo>
                  <a:lnTo>
                    <a:pt x="4186" y="228"/>
                  </a:lnTo>
                  <a:lnTo>
                    <a:pt x="4194" y="220"/>
                  </a:lnTo>
                  <a:lnTo>
                    <a:pt x="4203" y="214"/>
                  </a:lnTo>
                  <a:lnTo>
                    <a:pt x="4211" y="208"/>
                  </a:lnTo>
                  <a:lnTo>
                    <a:pt x="4220" y="206"/>
                  </a:lnTo>
                  <a:lnTo>
                    <a:pt x="4228" y="204"/>
                  </a:lnTo>
                  <a:lnTo>
                    <a:pt x="4237" y="202"/>
                  </a:lnTo>
                  <a:lnTo>
                    <a:pt x="4243" y="204"/>
                  </a:lnTo>
                  <a:lnTo>
                    <a:pt x="4245" y="204"/>
                  </a:lnTo>
                  <a:lnTo>
                    <a:pt x="4247" y="206"/>
                  </a:lnTo>
                  <a:lnTo>
                    <a:pt x="4249" y="208"/>
                  </a:lnTo>
                  <a:lnTo>
                    <a:pt x="4250" y="210"/>
                  </a:lnTo>
                  <a:lnTo>
                    <a:pt x="4251" y="214"/>
                  </a:lnTo>
                  <a:lnTo>
                    <a:pt x="4251" y="218"/>
                  </a:lnTo>
                  <a:lnTo>
                    <a:pt x="4251" y="226"/>
                  </a:lnTo>
                  <a:lnTo>
                    <a:pt x="4251" y="230"/>
                  </a:lnTo>
                  <a:lnTo>
                    <a:pt x="4250" y="234"/>
                  </a:lnTo>
                  <a:lnTo>
                    <a:pt x="4249" y="236"/>
                  </a:lnTo>
                  <a:lnTo>
                    <a:pt x="4247" y="238"/>
                  </a:lnTo>
                  <a:lnTo>
                    <a:pt x="4243" y="242"/>
                  </a:lnTo>
                  <a:lnTo>
                    <a:pt x="4237" y="242"/>
                  </a:lnTo>
                  <a:close/>
                  <a:moveTo>
                    <a:pt x="4344" y="753"/>
                  </a:moveTo>
                  <a:lnTo>
                    <a:pt x="4339" y="753"/>
                  </a:lnTo>
                  <a:lnTo>
                    <a:pt x="4335" y="751"/>
                  </a:lnTo>
                  <a:lnTo>
                    <a:pt x="4333" y="747"/>
                  </a:lnTo>
                  <a:lnTo>
                    <a:pt x="4331" y="741"/>
                  </a:lnTo>
                  <a:lnTo>
                    <a:pt x="4330" y="735"/>
                  </a:lnTo>
                  <a:lnTo>
                    <a:pt x="4330" y="20"/>
                  </a:lnTo>
                  <a:lnTo>
                    <a:pt x="4331" y="16"/>
                  </a:lnTo>
                  <a:lnTo>
                    <a:pt x="4331" y="12"/>
                  </a:lnTo>
                  <a:lnTo>
                    <a:pt x="4333" y="6"/>
                  </a:lnTo>
                  <a:lnTo>
                    <a:pt x="4334" y="4"/>
                  </a:lnTo>
                  <a:lnTo>
                    <a:pt x="4335" y="2"/>
                  </a:lnTo>
                  <a:lnTo>
                    <a:pt x="4339" y="0"/>
                  </a:lnTo>
                  <a:lnTo>
                    <a:pt x="4344" y="0"/>
                  </a:lnTo>
                  <a:lnTo>
                    <a:pt x="4347" y="2"/>
                  </a:lnTo>
                  <a:lnTo>
                    <a:pt x="4350" y="6"/>
                  </a:lnTo>
                  <a:lnTo>
                    <a:pt x="4352" y="12"/>
                  </a:lnTo>
                  <a:lnTo>
                    <a:pt x="4353" y="20"/>
                  </a:lnTo>
                  <a:lnTo>
                    <a:pt x="4353" y="735"/>
                  </a:lnTo>
                  <a:lnTo>
                    <a:pt x="4352" y="737"/>
                  </a:lnTo>
                  <a:lnTo>
                    <a:pt x="4352" y="741"/>
                  </a:lnTo>
                  <a:lnTo>
                    <a:pt x="4350" y="747"/>
                  </a:lnTo>
                  <a:lnTo>
                    <a:pt x="4349" y="749"/>
                  </a:lnTo>
                  <a:lnTo>
                    <a:pt x="4347" y="751"/>
                  </a:lnTo>
                  <a:lnTo>
                    <a:pt x="4344" y="75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9" name="Freeform 6">
              <a:extLst>
                <a:ext uri="{FF2B5EF4-FFF2-40B4-BE49-F238E27FC236}">
                  <a16:creationId xmlns:a16="http://schemas.microsoft.com/office/drawing/2014/main" id="{E42D6B06-3804-BC09-9BA8-381F8D5A25C0}"/>
                </a:ext>
              </a:extLst>
            </p:cNvPr>
            <p:cNvSpPr>
              <a:spLocks noEditPoints="1"/>
            </p:cNvSpPr>
            <p:nvPr/>
          </p:nvSpPr>
          <p:spPr bwMode="auto">
            <a:xfrm>
              <a:off x="2389188" y="1992313"/>
              <a:ext cx="7424738" cy="1890713"/>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10" name="Date Placeholder 9">
            <a:extLst>
              <a:ext uri="{FF2B5EF4-FFF2-40B4-BE49-F238E27FC236}">
                <a16:creationId xmlns:a16="http://schemas.microsoft.com/office/drawing/2014/main" id="{4B7E675F-CD0B-B380-9D74-9F6A984A5CBE}"/>
              </a:ext>
            </a:extLst>
          </p:cNvPr>
          <p:cNvSpPr>
            <a:spLocks noGrp="1"/>
          </p:cNvSpPr>
          <p:nvPr>
            <p:ph type="dt" sz="half" idx="10"/>
          </p:nvPr>
        </p:nvSpPr>
        <p:spPr/>
        <p:txBody>
          <a:bodyPr/>
          <a:lstStyle>
            <a:lvl1pPr>
              <a:defRPr>
                <a:noFill/>
              </a:defRPr>
            </a:lvl1pPr>
          </a:lstStyle>
          <a:p>
            <a:fld id="{B0B0DD62-209E-425B-80D6-8D5BC6328449}" type="datetime3">
              <a:rPr lang="en-US" smtClean="0"/>
              <a:t>1 October 2026</a:t>
            </a:fld>
            <a:endParaRPr lang="en-US" dirty="0"/>
          </a:p>
        </p:txBody>
      </p:sp>
      <p:sp>
        <p:nvSpPr>
          <p:cNvPr id="11" name="Footer Placeholder 10">
            <a:extLst>
              <a:ext uri="{FF2B5EF4-FFF2-40B4-BE49-F238E27FC236}">
                <a16:creationId xmlns:a16="http://schemas.microsoft.com/office/drawing/2014/main" id="{6E7AE93F-C253-84DC-4405-57A3849C30EB}"/>
              </a:ext>
            </a:extLst>
          </p:cNvPr>
          <p:cNvSpPr>
            <a:spLocks noGrp="1"/>
          </p:cNvSpPr>
          <p:nvPr>
            <p:ph type="ftr" sz="quarter" idx="11"/>
          </p:nvPr>
        </p:nvSpPr>
        <p:spPr/>
        <p:txBody>
          <a:bodyPr/>
          <a:lstStyle>
            <a:lvl1pPr>
              <a:defRPr>
                <a:noFill/>
              </a:defRPr>
            </a:lvl1pPr>
          </a:lstStyle>
          <a:p>
            <a:endParaRPr lang="en-US" dirty="0"/>
          </a:p>
        </p:txBody>
      </p:sp>
      <p:sp>
        <p:nvSpPr>
          <p:cNvPr id="18" name="Slide Number Placeholder 17">
            <a:extLst>
              <a:ext uri="{FF2B5EF4-FFF2-40B4-BE49-F238E27FC236}">
                <a16:creationId xmlns:a16="http://schemas.microsoft.com/office/drawing/2014/main" id="{54AE54CC-4485-00F8-6865-9D4B1BB595A5}"/>
              </a:ext>
            </a:extLst>
          </p:cNvPr>
          <p:cNvSpPr>
            <a:spLocks noGrp="1"/>
          </p:cNvSpPr>
          <p:nvPr>
            <p:ph type="sldNum" sz="quarter" idx="12"/>
          </p:nvPr>
        </p:nvSpPr>
        <p:spPr>
          <a:solidFill>
            <a:schemeClr val="accent1"/>
          </a:solidFill>
        </p:spPr>
        <p:txBody>
          <a:bodyPr/>
          <a:lstStyle>
            <a:lvl1pPr>
              <a:defRPr>
                <a:noFill/>
              </a:defRPr>
            </a:lvl1pPr>
          </a:lstStyle>
          <a:p>
            <a:fld id="{5B16D1FE-3A35-41BA-8EBE-413702045235}" type="slidenum">
              <a:rPr lang="en-US" smtClean="0"/>
              <a:pPr/>
              <a:t>‹#›</a:t>
            </a:fld>
            <a:endParaRPr lang="en-US" dirty="0"/>
          </a:p>
        </p:txBody>
      </p:sp>
      <p:sp>
        <p:nvSpPr>
          <p:cNvPr id="3" name="Picture Placeholder 4">
            <a:extLst>
              <a:ext uri="{FF2B5EF4-FFF2-40B4-BE49-F238E27FC236}">
                <a16:creationId xmlns:a16="http://schemas.microsoft.com/office/drawing/2014/main" id="{450BC700-0ECE-F0AF-38D7-0264B58D1D6E}"/>
              </a:ext>
            </a:extLst>
          </p:cNvPr>
          <p:cNvSpPr>
            <a:spLocks noGrp="1"/>
          </p:cNvSpPr>
          <p:nvPr>
            <p:ph type="pic" sz="quarter" idx="20"/>
          </p:nvPr>
        </p:nvSpPr>
        <p:spPr>
          <a:xfrm>
            <a:off x="6206870" y="0"/>
            <a:ext cx="5985131" cy="6858000"/>
          </a:xfrm>
          <a:custGeom>
            <a:avLst/>
            <a:gdLst>
              <a:gd name="connsiteX0" fmla="*/ 0 w 5985131"/>
              <a:gd name="connsiteY0" fmla="*/ 0 h 6858000"/>
              <a:gd name="connsiteX1" fmla="*/ 5985131 w 5985131"/>
              <a:gd name="connsiteY1" fmla="*/ 0 h 6858000"/>
              <a:gd name="connsiteX2" fmla="*/ 5985131 w 5985131"/>
              <a:gd name="connsiteY2" fmla="*/ 6858000 h 6858000"/>
              <a:gd name="connsiteX3" fmla="*/ 3519977 w 5985131"/>
              <a:gd name="connsiteY3" fmla="*/ 6858000 h 6858000"/>
              <a:gd name="connsiteX4" fmla="*/ 3079682 w 5985131"/>
              <a:gd name="connsiteY4" fmla="*/ 5999657 h 6858000"/>
              <a:gd name="connsiteX5" fmla="*/ 2639387 w 5985131"/>
              <a:gd name="connsiteY5" fmla="*/ 5142904 h 6858000"/>
              <a:gd name="connsiteX6" fmla="*/ 2199091 w 5985131"/>
              <a:gd name="connsiteY6" fmla="*/ 4286151 h 6858000"/>
              <a:gd name="connsiteX7" fmla="*/ 1759591 w 5985131"/>
              <a:gd name="connsiteY7" fmla="*/ 3428603 h 6858000"/>
              <a:gd name="connsiteX8" fmla="*/ 1319296 w 5985131"/>
              <a:gd name="connsiteY8" fmla="*/ 2570260 h 6858000"/>
              <a:gd name="connsiteX9" fmla="*/ 879001 w 5985131"/>
              <a:gd name="connsiteY9" fmla="*/ 1713507 h 6858000"/>
              <a:gd name="connsiteX10" fmla="*/ 438705 w 5985131"/>
              <a:gd name="connsiteY10" fmla="*/ 85675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985131" h="6858000">
                <a:moveTo>
                  <a:pt x="0" y="0"/>
                </a:moveTo>
                <a:lnTo>
                  <a:pt x="5985131" y="0"/>
                </a:lnTo>
                <a:lnTo>
                  <a:pt x="5985131" y="6858000"/>
                </a:lnTo>
                <a:lnTo>
                  <a:pt x="3519977" y="6858000"/>
                </a:lnTo>
                <a:lnTo>
                  <a:pt x="3079682" y="5999657"/>
                </a:lnTo>
                <a:lnTo>
                  <a:pt x="2639387" y="5142904"/>
                </a:lnTo>
                <a:lnTo>
                  <a:pt x="2199091" y="4286151"/>
                </a:lnTo>
                <a:lnTo>
                  <a:pt x="1759591" y="3428603"/>
                </a:lnTo>
                <a:lnTo>
                  <a:pt x="1319296" y="2570260"/>
                </a:lnTo>
                <a:lnTo>
                  <a:pt x="879001" y="1713507"/>
                </a:lnTo>
                <a:lnTo>
                  <a:pt x="438705" y="856753"/>
                </a:lnTo>
                <a:close/>
              </a:path>
            </a:pathLst>
          </a:custGeom>
          <a:solidFill>
            <a:schemeClr val="bg2"/>
          </a:solidFill>
        </p:spPr>
        <p:txBody>
          <a:bodyPr wrap="square" bIns="648000" anchor="ctr" anchorCtr="0">
            <a:noAutofit/>
          </a:bodyPr>
          <a:lstStyle>
            <a:lvl1pPr algn="ctr">
              <a:defRPr sz="1000"/>
            </a:lvl1pPr>
          </a:lstStyle>
          <a:p>
            <a:r>
              <a:rPr lang="en-US"/>
              <a:t>Click icon to add picture</a:t>
            </a:r>
            <a:endParaRPr lang="en-GB"/>
          </a:p>
        </p:txBody>
      </p:sp>
    </p:spTree>
    <p:extLst>
      <p:ext uri="{BB962C8B-B14F-4D97-AF65-F5344CB8AC3E}">
        <p14:creationId xmlns:p14="http://schemas.microsoft.com/office/powerpoint/2010/main" val="587545390"/>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Thank You Picture Blu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919D8-4647-F6A6-4F8F-664F998F80FC}"/>
              </a:ext>
            </a:extLst>
          </p:cNvPr>
          <p:cNvSpPr>
            <a:spLocks noGrp="1"/>
          </p:cNvSpPr>
          <p:nvPr>
            <p:ph type="title" hasCustomPrompt="1"/>
          </p:nvPr>
        </p:nvSpPr>
        <p:spPr>
          <a:xfrm>
            <a:off x="407988" y="1412876"/>
            <a:ext cx="5543996" cy="3024238"/>
          </a:xfrm>
        </p:spPr>
        <p:txBody>
          <a:bodyPr anchor="t" anchorCtr="0"/>
          <a:lstStyle>
            <a:lvl1pPr>
              <a:defRPr sz="4800">
                <a:solidFill>
                  <a:schemeClr val="bg1"/>
                </a:solidFill>
              </a:defRPr>
            </a:lvl1pPr>
          </a:lstStyle>
          <a:p>
            <a:r>
              <a:rPr lang="en-US" dirty="0"/>
              <a:t>Add thank you message.</a:t>
            </a:r>
          </a:p>
        </p:txBody>
      </p:sp>
      <p:sp>
        <p:nvSpPr>
          <p:cNvPr id="12" name="Subtitle 2">
            <a:extLst>
              <a:ext uri="{FF2B5EF4-FFF2-40B4-BE49-F238E27FC236}">
                <a16:creationId xmlns:a16="http://schemas.microsoft.com/office/drawing/2014/main" id="{42A9CFB3-2DB2-039B-17A5-C50A5777B960}"/>
              </a:ext>
            </a:extLst>
          </p:cNvPr>
          <p:cNvSpPr>
            <a:spLocks noGrp="1"/>
          </p:cNvSpPr>
          <p:nvPr>
            <p:ph type="subTitle" idx="1" hasCustomPrompt="1"/>
          </p:nvPr>
        </p:nvSpPr>
        <p:spPr>
          <a:xfrm>
            <a:off x="407988" y="4581128"/>
            <a:ext cx="5543996" cy="1440260"/>
          </a:xfrm>
        </p:spPr>
        <p:txBody>
          <a:bodyPr anchor="b" anchorCtr="0">
            <a:noAutofit/>
          </a:bodyPr>
          <a:lstStyle>
            <a:lvl1pPr marL="0" indent="0" algn="l">
              <a:lnSpc>
                <a:spcPct val="100000"/>
              </a:lnSpc>
              <a:spcBef>
                <a:spcPts val="200"/>
              </a:spcBef>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Contact details</a:t>
            </a:r>
          </a:p>
        </p:txBody>
      </p:sp>
      <p:grpSp>
        <p:nvGrpSpPr>
          <p:cNvPr id="6" name="Group 5">
            <a:extLst>
              <a:ext uri="{FF2B5EF4-FFF2-40B4-BE49-F238E27FC236}">
                <a16:creationId xmlns:a16="http://schemas.microsoft.com/office/drawing/2014/main" id="{A5294374-980A-7525-7E71-40EF6F0AF9B3}"/>
              </a:ext>
            </a:extLst>
          </p:cNvPr>
          <p:cNvGrpSpPr>
            <a:grpSpLocks noChangeAspect="1"/>
          </p:cNvGrpSpPr>
          <p:nvPr/>
        </p:nvGrpSpPr>
        <p:grpSpPr>
          <a:xfrm>
            <a:off x="407988" y="576000"/>
            <a:ext cx="1130400" cy="437949"/>
            <a:chOff x="2389188" y="1992313"/>
            <a:chExt cx="7424738" cy="2876551"/>
          </a:xfrm>
          <a:solidFill>
            <a:schemeClr val="bg1"/>
          </a:solidFill>
        </p:grpSpPr>
        <p:sp>
          <p:nvSpPr>
            <p:cNvPr id="7" name="Freeform 5">
              <a:extLst>
                <a:ext uri="{FF2B5EF4-FFF2-40B4-BE49-F238E27FC236}">
                  <a16:creationId xmlns:a16="http://schemas.microsoft.com/office/drawing/2014/main" id="{C0324067-CF15-5490-4558-F90AFFF0CBD7}"/>
                </a:ext>
              </a:extLst>
            </p:cNvPr>
            <p:cNvSpPr>
              <a:spLocks noEditPoints="1"/>
            </p:cNvSpPr>
            <p:nvPr/>
          </p:nvSpPr>
          <p:spPr bwMode="auto">
            <a:xfrm>
              <a:off x="2424113" y="4270376"/>
              <a:ext cx="7361238" cy="598488"/>
            </a:xfrm>
            <a:custGeom>
              <a:avLst/>
              <a:gdLst>
                <a:gd name="T0" fmla="*/ 4474 w 4637"/>
                <a:gd name="T1" fmla="*/ 613 h 753"/>
                <a:gd name="T2" fmla="*/ 4500 w 4637"/>
                <a:gd name="T3" fmla="*/ 735 h 753"/>
                <a:gd name="T4" fmla="*/ 4506 w 4637"/>
                <a:gd name="T5" fmla="*/ 214 h 753"/>
                <a:gd name="T6" fmla="*/ 61 w 4637"/>
                <a:gd name="T7" fmla="*/ 747 h 753"/>
                <a:gd name="T8" fmla="*/ 22 w 4637"/>
                <a:gd name="T9" fmla="*/ 20 h 753"/>
                <a:gd name="T10" fmla="*/ 263 w 4637"/>
                <a:gd name="T11" fmla="*/ 487 h 753"/>
                <a:gd name="T12" fmla="*/ 437 w 4637"/>
                <a:gd name="T13" fmla="*/ 699 h 753"/>
                <a:gd name="T14" fmla="*/ 246 w 4637"/>
                <a:gd name="T15" fmla="*/ 601 h 753"/>
                <a:gd name="T16" fmla="*/ 378 w 4637"/>
                <a:gd name="T17" fmla="*/ 212 h 753"/>
                <a:gd name="T18" fmla="*/ 409 w 4637"/>
                <a:gd name="T19" fmla="*/ 315 h 753"/>
                <a:gd name="T20" fmla="*/ 264 w 4637"/>
                <a:gd name="T21" fmla="*/ 399 h 753"/>
                <a:gd name="T22" fmla="*/ 506 w 4637"/>
                <a:gd name="T23" fmla="*/ 232 h 753"/>
                <a:gd name="T24" fmla="*/ 657 w 4637"/>
                <a:gd name="T25" fmla="*/ 220 h 753"/>
                <a:gd name="T26" fmla="*/ 657 w 4637"/>
                <a:gd name="T27" fmla="*/ 737 h 753"/>
                <a:gd name="T28" fmla="*/ 768 w 4637"/>
                <a:gd name="T29" fmla="*/ 14 h 753"/>
                <a:gd name="T30" fmla="*/ 918 w 4637"/>
                <a:gd name="T31" fmla="*/ 711 h 753"/>
                <a:gd name="T32" fmla="*/ 837 w 4637"/>
                <a:gd name="T33" fmla="*/ 415 h 753"/>
                <a:gd name="T34" fmla="*/ 973 w 4637"/>
                <a:gd name="T35" fmla="*/ 216 h 753"/>
                <a:gd name="T36" fmla="*/ 838 w 4637"/>
                <a:gd name="T37" fmla="*/ 325 h 753"/>
                <a:gd name="T38" fmla="*/ 982 w 4637"/>
                <a:gd name="T39" fmla="*/ 659 h 753"/>
                <a:gd name="T40" fmla="*/ 1245 w 4637"/>
                <a:gd name="T41" fmla="*/ 729 h 753"/>
                <a:gd name="T42" fmla="*/ 1265 w 4637"/>
                <a:gd name="T43" fmla="*/ 210 h 753"/>
                <a:gd name="T44" fmla="*/ 1267 w 4637"/>
                <a:gd name="T45" fmla="*/ 250 h 753"/>
                <a:gd name="T46" fmla="*/ 1276 w 4637"/>
                <a:gd name="T47" fmla="*/ 711 h 753"/>
                <a:gd name="T48" fmla="*/ 1456 w 4637"/>
                <a:gd name="T49" fmla="*/ 6 h 753"/>
                <a:gd name="T50" fmla="*/ 1617 w 4637"/>
                <a:gd name="T51" fmla="*/ 675 h 753"/>
                <a:gd name="T52" fmla="*/ 1700 w 4637"/>
                <a:gd name="T53" fmla="*/ 751 h 753"/>
                <a:gd name="T54" fmla="*/ 1581 w 4637"/>
                <a:gd name="T55" fmla="*/ 315 h 753"/>
                <a:gd name="T56" fmla="*/ 1767 w 4637"/>
                <a:gd name="T57" fmla="*/ 365 h 753"/>
                <a:gd name="T58" fmla="*/ 1681 w 4637"/>
                <a:gd name="T59" fmla="*/ 242 h 753"/>
                <a:gd name="T60" fmla="*/ 2012 w 4637"/>
                <a:gd name="T61" fmla="*/ 731 h 753"/>
                <a:gd name="T62" fmla="*/ 1849 w 4637"/>
                <a:gd name="T63" fmla="*/ 591 h 753"/>
                <a:gd name="T64" fmla="*/ 1999 w 4637"/>
                <a:gd name="T65" fmla="*/ 276 h 753"/>
                <a:gd name="T66" fmla="*/ 1926 w 4637"/>
                <a:gd name="T67" fmla="*/ 204 h 753"/>
                <a:gd name="T68" fmla="*/ 2031 w 4637"/>
                <a:gd name="T69" fmla="*/ 741 h 753"/>
                <a:gd name="T70" fmla="*/ 1881 w 4637"/>
                <a:gd name="T71" fmla="*/ 671 h 753"/>
                <a:gd name="T72" fmla="*/ 2299 w 4637"/>
                <a:gd name="T73" fmla="*/ 355 h 753"/>
                <a:gd name="T74" fmla="*/ 2139 w 4637"/>
                <a:gd name="T75" fmla="*/ 747 h 753"/>
                <a:gd name="T76" fmla="*/ 2224 w 4637"/>
                <a:gd name="T77" fmla="*/ 204 h 753"/>
                <a:gd name="T78" fmla="*/ 2652 w 4637"/>
                <a:gd name="T79" fmla="*/ 753 h 753"/>
                <a:gd name="T80" fmla="*/ 2541 w 4637"/>
                <a:gd name="T81" fmla="*/ 208 h 753"/>
                <a:gd name="T82" fmla="*/ 2681 w 4637"/>
                <a:gd name="T83" fmla="*/ 248 h 753"/>
                <a:gd name="T84" fmla="*/ 2937 w 4637"/>
                <a:gd name="T85" fmla="*/ 751 h 753"/>
                <a:gd name="T86" fmla="*/ 2789 w 4637"/>
                <a:gd name="T87" fmla="*/ 737 h 753"/>
                <a:gd name="T88" fmla="*/ 2882 w 4637"/>
                <a:gd name="T89" fmla="*/ 206 h 753"/>
                <a:gd name="T90" fmla="*/ 3232 w 4637"/>
                <a:gd name="T91" fmla="*/ 487 h 753"/>
                <a:gd name="T92" fmla="*/ 3235 w 4637"/>
                <a:gd name="T93" fmla="*/ 697 h 753"/>
                <a:gd name="T94" fmla="*/ 3046 w 4637"/>
                <a:gd name="T95" fmla="*/ 615 h 753"/>
                <a:gd name="T96" fmla="*/ 3166 w 4637"/>
                <a:gd name="T97" fmla="*/ 206 h 753"/>
                <a:gd name="T98" fmla="*/ 3210 w 4637"/>
                <a:gd name="T99" fmla="*/ 321 h 753"/>
                <a:gd name="T100" fmla="*/ 3064 w 4637"/>
                <a:gd name="T101" fmla="*/ 379 h 753"/>
                <a:gd name="T102" fmla="*/ 3618 w 4637"/>
                <a:gd name="T103" fmla="*/ 305 h 753"/>
                <a:gd name="T104" fmla="*/ 3458 w 4637"/>
                <a:gd name="T105" fmla="*/ 208 h 753"/>
                <a:gd name="T106" fmla="*/ 3634 w 4637"/>
                <a:gd name="T107" fmla="*/ 282 h 753"/>
                <a:gd name="T108" fmla="*/ 3781 w 4637"/>
                <a:gd name="T109" fmla="*/ 232 h 753"/>
                <a:gd name="T110" fmla="*/ 3859 w 4637"/>
                <a:gd name="T111" fmla="*/ 319 h 753"/>
                <a:gd name="T112" fmla="*/ 4039 w 4637"/>
                <a:gd name="T113" fmla="*/ 290 h 753"/>
                <a:gd name="T114" fmla="*/ 3965 w 4637"/>
                <a:gd name="T115" fmla="*/ 753 h 753"/>
                <a:gd name="T116" fmla="*/ 3901 w 4637"/>
                <a:gd name="T117" fmla="*/ 272 h 753"/>
                <a:gd name="T118" fmla="*/ 3919 w 4637"/>
                <a:gd name="T119" fmla="*/ 703 h 753"/>
                <a:gd name="T120" fmla="*/ 4206 w 4637"/>
                <a:gd name="T121" fmla="*/ 250 h 753"/>
                <a:gd name="T122" fmla="*/ 4166 w 4637"/>
                <a:gd name="T123" fmla="*/ 216 h 753"/>
                <a:gd name="T124" fmla="*/ 4339 w 4637"/>
                <a:gd name="T125" fmla="*/ 753 h 7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37" h="753">
                  <a:moveTo>
                    <a:pt x="4615" y="254"/>
                  </a:moveTo>
                  <a:lnTo>
                    <a:pt x="4599" y="250"/>
                  </a:lnTo>
                  <a:lnTo>
                    <a:pt x="4580" y="246"/>
                  </a:lnTo>
                  <a:lnTo>
                    <a:pt x="4561" y="242"/>
                  </a:lnTo>
                  <a:lnTo>
                    <a:pt x="4545" y="242"/>
                  </a:lnTo>
                  <a:lnTo>
                    <a:pt x="4535" y="242"/>
                  </a:lnTo>
                  <a:lnTo>
                    <a:pt x="4526" y="244"/>
                  </a:lnTo>
                  <a:lnTo>
                    <a:pt x="4517" y="248"/>
                  </a:lnTo>
                  <a:lnTo>
                    <a:pt x="4509" y="254"/>
                  </a:lnTo>
                  <a:lnTo>
                    <a:pt x="4503" y="262"/>
                  </a:lnTo>
                  <a:lnTo>
                    <a:pt x="4496" y="270"/>
                  </a:lnTo>
                  <a:lnTo>
                    <a:pt x="4493" y="276"/>
                  </a:lnTo>
                  <a:lnTo>
                    <a:pt x="4491" y="280"/>
                  </a:lnTo>
                  <a:lnTo>
                    <a:pt x="4488" y="286"/>
                  </a:lnTo>
                  <a:lnTo>
                    <a:pt x="4486" y="292"/>
                  </a:lnTo>
                  <a:lnTo>
                    <a:pt x="4482" y="305"/>
                  </a:lnTo>
                  <a:lnTo>
                    <a:pt x="4477" y="319"/>
                  </a:lnTo>
                  <a:lnTo>
                    <a:pt x="4474" y="337"/>
                  </a:lnTo>
                  <a:lnTo>
                    <a:pt x="4471" y="355"/>
                  </a:lnTo>
                  <a:lnTo>
                    <a:pt x="4470" y="375"/>
                  </a:lnTo>
                  <a:lnTo>
                    <a:pt x="4468" y="395"/>
                  </a:lnTo>
                  <a:lnTo>
                    <a:pt x="4468" y="417"/>
                  </a:lnTo>
                  <a:lnTo>
                    <a:pt x="4467" y="443"/>
                  </a:lnTo>
                  <a:lnTo>
                    <a:pt x="4467" y="509"/>
                  </a:lnTo>
                  <a:lnTo>
                    <a:pt x="4468" y="533"/>
                  </a:lnTo>
                  <a:lnTo>
                    <a:pt x="4468" y="555"/>
                  </a:lnTo>
                  <a:lnTo>
                    <a:pt x="4470" y="575"/>
                  </a:lnTo>
                  <a:lnTo>
                    <a:pt x="4471" y="595"/>
                  </a:lnTo>
                  <a:lnTo>
                    <a:pt x="4474" y="613"/>
                  </a:lnTo>
                  <a:lnTo>
                    <a:pt x="4477" y="631"/>
                  </a:lnTo>
                  <a:lnTo>
                    <a:pt x="4480" y="647"/>
                  </a:lnTo>
                  <a:lnTo>
                    <a:pt x="4485" y="659"/>
                  </a:lnTo>
                  <a:lnTo>
                    <a:pt x="4490" y="673"/>
                  </a:lnTo>
                  <a:lnTo>
                    <a:pt x="4496" y="683"/>
                  </a:lnTo>
                  <a:lnTo>
                    <a:pt x="4502" y="693"/>
                  </a:lnTo>
                  <a:lnTo>
                    <a:pt x="4505" y="697"/>
                  </a:lnTo>
                  <a:lnTo>
                    <a:pt x="4509" y="701"/>
                  </a:lnTo>
                  <a:lnTo>
                    <a:pt x="4513" y="703"/>
                  </a:lnTo>
                  <a:lnTo>
                    <a:pt x="4517" y="707"/>
                  </a:lnTo>
                  <a:lnTo>
                    <a:pt x="4525" y="711"/>
                  </a:lnTo>
                  <a:lnTo>
                    <a:pt x="4535" y="713"/>
                  </a:lnTo>
                  <a:lnTo>
                    <a:pt x="4545" y="713"/>
                  </a:lnTo>
                  <a:lnTo>
                    <a:pt x="4563" y="713"/>
                  </a:lnTo>
                  <a:lnTo>
                    <a:pt x="4582" y="709"/>
                  </a:lnTo>
                  <a:lnTo>
                    <a:pt x="4600" y="705"/>
                  </a:lnTo>
                  <a:lnTo>
                    <a:pt x="4615" y="701"/>
                  </a:lnTo>
                  <a:lnTo>
                    <a:pt x="4615" y="254"/>
                  </a:lnTo>
                  <a:close/>
                  <a:moveTo>
                    <a:pt x="4629" y="735"/>
                  </a:moveTo>
                  <a:lnTo>
                    <a:pt x="4611" y="741"/>
                  </a:lnTo>
                  <a:lnTo>
                    <a:pt x="4600" y="745"/>
                  </a:lnTo>
                  <a:lnTo>
                    <a:pt x="4590" y="747"/>
                  </a:lnTo>
                  <a:lnTo>
                    <a:pt x="4567" y="751"/>
                  </a:lnTo>
                  <a:lnTo>
                    <a:pt x="4545" y="753"/>
                  </a:lnTo>
                  <a:lnTo>
                    <a:pt x="4532" y="753"/>
                  </a:lnTo>
                  <a:lnTo>
                    <a:pt x="4521" y="749"/>
                  </a:lnTo>
                  <a:lnTo>
                    <a:pt x="4510" y="743"/>
                  </a:lnTo>
                  <a:lnTo>
                    <a:pt x="4505" y="739"/>
                  </a:lnTo>
                  <a:lnTo>
                    <a:pt x="4500" y="735"/>
                  </a:lnTo>
                  <a:lnTo>
                    <a:pt x="4491" y="725"/>
                  </a:lnTo>
                  <a:lnTo>
                    <a:pt x="4483" y="715"/>
                  </a:lnTo>
                  <a:lnTo>
                    <a:pt x="4478" y="707"/>
                  </a:lnTo>
                  <a:lnTo>
                    <a:pt x="4475" y="701"/>
                  </a:lnTo>
                  <a:lnTo>
                    <a:pt x="4468" y="685"/>
                  </a:lnTo>
                  <a:lnTo>
                    <a:pt x="4463" y="669"/>
                  </a:lnTo>
                  <a:lnTo>
                    <a:pt x="4458" y="649"/>
                  </a:lnTo>
                  <a:lnTo>
                    <a:pt x="4454" y="629"/>
                  </a:lnTo>
                  <a:lnTo>
                    <a:pt x="4451" y="607"/>
                  </a:lnTo>
                  <a:lnTo>
                    <a:pt x="4448" y="585"/>
                  </a:lnTo>
                  <a:lnTo>
                    <a:pt x="4447" y="561"/>
                  </a:lnTo>
                  <a:lnTo>
                    <a:pt x="4445" y="535"/>
                  </a:lnTo>
                  <a:lnTo>
                    <a:pt x="4445" y="509"/>
                  </a:lnTo>
                  <a:lnTo>
                    <a:pt x="4445" y="443"/>
                  </a:lnTo>
                  <a:lnTo>
                    <a:pt x="4446" y="413"/>
                  </a:lnTo>
                  <a:lnTo>
                    <a:pt x="4447" y="387"/>
                  </a:lnTo>
                  <a:lnTo>
                    <a:pt x="4449" y="361"/>
                  </a:lnTo>
                  <a:lnTo>
                    <a:pt x="4451" y="337"/>
                  </a:lnTo>
                  <a:lnTo>
                    <a:pt x="4455" y="315"/>
                  </a:lnTo>
                  <a:lnTo>
                    <a:pt x="4459" y="298"/>
                  </a:lnTo>
                  <a:lnTo>
                    <a:pt x="4464" y="280"/>
                  </a:lnTo>
                  <a:lnTo>
                    <a:pt x="4470" y="264"/>
                  </a:lnTo>
                  <a:lnTo>
                    <a:pt x="4473" y="256"/>
                  </a:lnTo>
                  <a:lnTo>
                    <a:pt x="4476" y="248"/>
                  </a:lnTo>
                  <a:lnTo>
                    <a:pt x="4485" y="236"/>
                  </a:lnTo>
                  <a:lnTo>
                    <a:pt x="4489" y="232"/>
                  </a:lnTo>
                  <a:lnTo>
                    <a:pt x="4493" y="226"/>
                  </a:lnTo>
                  <a:lnTo>
                    <a:pt x="4502" y="218"/>
                  </a:lnTo>
                  <a:lnTo>
                    <a:pt x="4506" y="214"/>
                  </a:lnTo>
                  <a:lnTo>
                    <a:pt x="4511" y="212"/>
                  </a:lnTo>
                  <a:lnTo>
                    <a:pt x="4522" y="206"/>
                  </a:lnTo>
                  <a:lnTo>
                    <a:pt x="4527" y="204"/>
                  </a:lnTo>
                  <a:lnTo>
                    <a:pt x="4533" y="204"/>
                  </a:lnTo>
                  <a:lnTo>
                    <a:pt x="4545" y="202"/>
                  </a:lnTo>
                  <a:lnTo>
                    <a:pt x="4561" y="204"/>
                  </a:lnTo>
                  <a:lnTo>
                    <a:pt x="4580" y="206"/>
                  </a:lnTo>
                  <a:lnTo>
                    <a:pt x="4598" y="212"/>
                  </a:lnTo>
                  <a:lnTo>
                    <a:pt x="4615" y="218"/>
                  </a:lnTo>
                  <a:lnTo>
                    <a:pt x="4615" y="20"/>
                  </a:lnTo>
                  <a:lnTo>
                    <a:pt x="4615" y="16"/>
                  </a:lnTo>
                  <a:lnTo>
                    <a:pt x="4615" y="12"/>
                  </a:lnTo>
                  <a:lnTo>
                    <a:pt x="4617" y="6"/>
                  </a:lnTo>
                  <a:lnTo>
                    <a:pt x="4618" y="4"/>
                  </a:lnTo>
                  <a:lnTo>
                    <a:pt x="4620" y="2"/>
                  </a:lnTo>
                  <a:lnTo>
                    <a:pt x="4623" y="0"/>
                  </a:lnTo>
                  <a:lnTo>
                    <a:pt x="4628" y="0"/>
                  </a:lnTo>
                  <a:lnTo>
                    <a:pt x="4632" y="2"/>
                  </a:lnTo>
                  <a:lnTo>
                    <a:pt x="4635" y="6"/>
                  </a:lnTo>
                  <a:lnTo>
                    <a:pt x="4636" y="12"/>
                  </a:lnTo>
                  <a:lnTo>
                    <a:pt x="4637" y="20"/>
                  </a:lnTo>
                  <a:lnTo>
                    <a:pt x="4637" y="715"/>
                  </a:lnTo>
                  <a:lnTo>
                    <a:pt x="4637" y="723"/>
                  </a:lnTo>
                  <a:lnTo>
                    <a:pt x="4636" y="725"/>
                  </a:lnTo>
                  <a:lnTo>
                    <a:pt x="4635" y="727"/>
                  </a:lnTo>
                  <a:lnTo>
                    <a:pt x="4633" y="731"/>
                  </a:lnTo>
                  <a:lnTo>
                    <a:pt x="4629" y="735"/>
                  </a:lnTo>
                  <a:close/>
                  <a:moveTo>
                    <a:pt x="177" y="747"/>
                  </a:moveTo>
                  <a:lnTo>
                    <a:pt x="61" y="747"/>
                  </a:lnTo>
                  <a:lnTo>
                    <a:pt x="54" y="747"/>
                  </a:lnTo>
                  <a:lnTo>
                    <a:pt x="48" y="745"/>
                  </a:lnTo>
                  <a:lnTo>
                    <a:pt x="41" y="745"/>
                  </a:lnTo>
                  <a:lnTo>
                    <a:pt x="36" y="741"/>
                  </a:lnTo>
                  <a:lnTo>
                    <a:pt x="30" y="739"/>
                  </a:lnTo>
                  <a:lnTo>
                    <a:pt x="28" y="737"/>
                  </a:lnTo>
                  <a:lnTo>
                    <a:pt x="25" y="733"/>
                  </a:lnTo>
                  <a:lnTo>
                    <a:pt x="21" y="729"/>
                  </a:lnTo>
                  <a:lnTo>
                    <a:pt x="16" y="723"/>
                  </a:lnTo>
                  <a:lnTo>
                    <a:pt x="13" y="715"/>
                  </a:lnTo>
                  <a:lnTo>
                    <a:pt x="9" y="707"/>
                  </a:lnTo>
                  <a:lnTo>
                    <a:pt x="7" y="699"/>
                  </a:lnTo>
                  <a:lnTo>
                    <a:pt x="4" y="687"/>
                  </a:lnTo>
                  <a:lnTo>
                    <a:pt x="3" y="677"/>
                  </a:lnTo>
                  <a:lnTo>
                    <a:pt x="1" y="663"/>
                  </a:lnTo>
                  <a:lnTo>
                    <a:pt x="1" y="649"/>
                  </a:lnTo>
                  <a:lnTo>
                    <a:pt x="0" y="635"/>
                  </a:lnTo>
                  <a:lnTo>
                    <a:pt x="0" y="20"/>
                  </a:lnTo>
                  <a:lnTo>
                    <a:pt x="0" y="16"/>
                  </a:lnTo>
                  <a:lnTo>
                    <a:pt x="1" y="12"/>
                  </a:lnTo>
                  <a:lnTo>
                    <a:pt x="3" y="6"/>
                  </a:lnTo>
                  <a:lnTo>
                    <a:pt x="4" y="4"/>
                  </a:lnTo>
                  <a:lnTo>
                    <a:pt x="5" y="2"/>
                  </a:lnTo>
                  <a:lnTo>
                    <a:pt x="9" y="0"/>
                  </a:lnTo>
                  <a:lnTo>
                    <a:pt x="14" y="0"/>
                  </a:lnTo>
                  <a:lnTo>
                    <a:pt x="17" y="2"/>
                  </a:lnTo>
                  <a:lnTo>
                    <a:pt x="20" y="6"/>
                  </a:lnTo>
                  <a:lnTo>
                    <a:pt x="22" y="12"/>
                  </a:lnTo>
                  <a:lnTo>
                    <a:pt x="22" y="20"/>
                  </a:lnTo>
                  <a:lnTo>
                    <a:pt x="22" y="635"/>
                  </a:lnTo>
                  <a:lnTo>
                    <a:pt x="23" y="645"/>
                  </a:lnTo>
                  <a:lnTo>
                    <a:pt x="23" y="655"/>
                  </a:lnTo>
                  <a:lnTo>
                    <a:pt x="24" y="665"/>
                  </a:lnTo>
                  <a:lnTo>
                    <a:pt x="25" y="671"/>
                  </a:lnTo>
                  <a:lnTo>
                    <a:pt x="27" y="679"/>
                  </a:lnTo>
                  <a:lnTo>
                    <a:pt x="28" y="685"/>
                  </a:lnTo>
                  <a:lnTo>
                    <a:pt x="30" y="689"/>
                  </a:lnTo>
                  <a:lnTo>
                    <a:pt x="33" y="693"/>
                  </a:lnTo>
                  <a:lnTo>
                    <a:pt x="35" y="697"/>
                  </a:lnTo>
                  <a:lnTo>
                    <a:pt x="38" y="699"/>
                  </a:lnTo>
                  <a:lnTo>
                    <a:pt x="45" y="703"/>
                  </a:lnTo>
                  <a:lnTo>
                    <a:pt x="53" y="705"/>
                  </a:lnTo>
                  <a:lnTo>
                    <a:pt x="61" y="705"/>
                  </a:lnTo>
                  <a:lnTo>
                    <a:pt x="177" y="705"/>
                  </a:lnTo>
                  <a:lnTo>
                    <a:pt x="181" y="707"/>
                  </a:lnTo>
                  <a:lnTo>
                    <a:pt x="182" y="709"/>
                  </a:lnTo>
                  <a:lnTo>
                    <a:pt x="184" y="711"/>
                  </a:lnTo>
                  <a:lnTo>
                    <a:pt x="186" y="715"/>
                  </a:lnTo>
                  <a:lnTo>
                    <a:pt x="186" y="719"/>
                  </a:lnTo>
                  <a:lnTo>
                    <a:pt x="187" y="723"/>
                  </a:lnTo>
                  <a:lnTo>
                    <a:pt x="187" y="731"/>
                  </a:lnTo>
                  <a:lnTo>
                    <a:pt x="186" y="733"/>
                  </a:lnTo>
                  <a:lnTo>
                    <a:pt x="186" y="737"/>
                  </a:lnTo>
                  <a:lnTo>
                    <a:pt x="184" y="743"/>
                  </a:lnTo>
                  <a:lnTo>
                    <a:pt x="181" y="745"/>
                  </a:lnTo>
                  <a:lnTo>
                    <a:pt x="177" y="747"/>
                  </a:lnTo>
                  <a:close/>
                  <a:moveTo>
                    <a:pt x="433" y="487"/>
                  </a:moveTo>
                  <a:lnTo>
                    <a:pt x="263" y="487"/>
                  </a:lnTo>
                  <a:lnTo>
                    <a:pt x="263" y="509"/>
                  </a:lnTo>
                  <a:lnTo>
                    <a:pt x="263" y="539"/>
                  </a:lnTo>
                  <a:lnTo>
                    <a:pt x="264" y="553"/>
                  </a:lnTo>
                  <a:lnTo>
                    <a:pt x="265" y="565"/>
                  </a:lnTo>
                  <a:lnTo>
                    <a:pt x="266" y="579"/>
                  </a:lnTo>
                  <a:lnTo>
                    <a:pt x="267" y="591"/>
                  </a:lnTo>
                  <a:lnTo>
                    <a:pt x="270" y="613"/>
                  </a:lnTo>
                  <a:lnTo>
                    <a:pt x="274" y="631"/>
                  </a:lnTo>
                  <a:lnTo>
                    <a:pt x="279" y="647"/>
                  </a:lnTo>
                  <a:lnTo>
                    <a:pt x="284" y="663"/>
                  </a:lnTo>
                  <a:lnTo>
                    <a:pt x="287" y="669"/>
                  </a:lnTo>
                  <a:lnTo>
                    <a:pt x="290" y="675"/>
                  </a:lnTo>
                  <a:lnTo>
                    <a:pt x="293" y="681"/>
                  </a:lnTo>
                  <a:lnTo>
                    <a:pt x="296" y="685"/>
                  </a:lnTo>
                  <a:lnTo>
                    <a:pt x="303" y="693"/>
                  </a:lnTo>
                  <a:lnTo>
                    <a:pt x="311" y="701"/>
                  </a:lnTo>
                  <a:lnTo>
                    <a:pt x="319" y="705"/>
                  </a:lnTo>
                  <a:lnTo>
                    <a:pt x="327" y="709"/>
                  </a:lnTo>
                  <a:lnTo>
                    <a:pt x="336" y="713"/>
                  </a:lnTo>
                  <a:lnTo>
                    <a:pt x="345" y="713"/>
                  </a:lnTo>
                  <a:lnTo>
                    <a:pt x="354" y="713"/>
                  </a:lnTo>
                  <a:lnTo>
                    <a:pt x="372" y="713"/>
                  </a:lnTo>
                  <a:lnTo>
                    <a:pt x="390" y="709"/>
                  </a:lnTo>
                  <a:lnTo>
                    <a:pt x="410" y="703"/>
                  </a:lnTo>
                  <a:lnTo>
                    <a:pt x="429" y="697"/>
                  </a:lnTo>
                  <a:lnTo>
                    <a:pt x="431" y="697"/>
                  </a:lnTo>
                  <a:lnTo>
                    <a:pt x="432" y="697"/>
                  </a:lnTo>
                  <a:lnTo>
                    <a:pt x="436" y="697"/>
                  </a:lnTo>
                  <a:lnTo>
                    <a:pt x="437" y="699"/>
                  </a:lnTo>
                  <a:lnTo>
                    <a:pt x="438" y="703"/>
                  </a:lnTo>
                  <a:lnTo>
                    <a:pt x="439" y="705"/>
                  </a:lnTo>
                  <a:lnTo>
                    <a:pt x="439" y="709"/>
                  </a:lnTo>
                  <a:lnTo>
                    <a:pt x="439" y="721"/>
                  </a:lnTo>
                  <a:lnTo>
                    <a:pt x="438" y="725"/>
                  </a:lnTo>
                  <a:lnTo>
                    <a:pt x="437" y="729"/>
                  </a:lnTo>
                  <a:lnTo>
                    <a:pt x="436" y="731"/>
                  </a:lnTo>
                  <a:lnTo>
                    <a:pt x="434" y="733"/>
                  </a:lnTo>
                  <a:lnTo>
                    <a:pt x="430" y="737"/>
                  </a:lnTo>
                  <a:lnTo>
                    <a:pt x="411" y="743"/>
                  </a:lnTo>
                  <a:lnTo>
                    <a:pt x="391" y="749"/>
                  </a:lnTo>
                  <a:lnTo>
                    <a:pt x="372" y="751"/>
                  </a:lnTo>
                  <a:lnTo>
                    <a:pt x="354" y="753"/>
                  </a:lnTo>
                  <a:lnTo>
                    <a:pt x="343" y="753"/>
                  </a:lnTo>
                  <a:lnTo>
                    <a:pt x="331" y="751"/>
                  </a:lnTo>
                  <a:lnTo>
                    <a:pt x="320" y="747"/>
                  </a:lnTo>
                  <a:lnTo>
                    <a:pt x="310" y="741"/>
                  </a:lnTo>
                  <a:lnTo>
                    <a:pt x="300" y="735"/>
                  </a:lnTo>
                  <a:lnTo>
                    <a:pt x="295" y="731"/>
                  </a:lnTo>
                  <a:lnTo>
                    <a:pt x="291" y="727"/>
                  </a:lnTo>
                  <a:lnTo>
                    <a:pt x="282" y="715"/>
                  </a:lnTo>
                  <a:lnTo>
                    <a:pt x="274" y="703"/>
                  </a:lnTo>
                  <a:lnTo>
                    <a:pt x="270" y="695"/>
                  </a:lnTo>
                  <a:lnTo>
                    <a:pt x="267" y="687"/>
                  </a:lnTo>
                  <a:lnTo>
                    <a:pt x="260" y="669"/>
                  </a:lnTo>
                  <a:lnTo>
                    <a:pt x="255" y="649"/>
                  </a:lnTo>
                  <a:lnTo>
                    <a:pt x="250" y="627"/>
                  </a:lnTo>
                  <a:lnTo>
                    <a:pt x="248" y="615"/>
                  </a:lnTo>
                  <a:lnTo>
                    <a:pt x="246" y="601"/>
                  </a:lnTo>
                  <a:lnTo>
                    <a:pt x="243" y="573"/>
                  </a:lnTo>
                  <a:lnTo>
                    <a:pt x="241" y="543"/>
                  </a:lnTo>
                  <a:lnTo>
                    <a:pt x="241" y="527"/>
                  </a:lnTo>
                  <a:lnTo>
                    <a:pt x="241" y="509"/>
                  </a:lnTo>
                  <a:lnTo>
                    <a:pt x="241" y="443"/>
                  </a:lnTo>
                  <a:lnTo>
                    <a:pt x="241" y="417"/>
                  </a:lnTo>
                  <a:lnTo>
                    <a:pt x="242" y="391"/>
                  </a:lnTo>
                  <a:lnTo>
                    <a:pt x="245" y="369"/>
                  </a:lnTo>
                  <a:lnTo>
                    <a:pt x="247" y="345"/>
                  </a:lnTo>
                  <a:lnTo>
                    <a:pt x="249" y="335"/>
                  </a:lnTo>
                  <a:lnTo>
                    <a:pt x="251" y="325"/>
                  </a:lnTo>
                  <a:lnTo>
                    <a:pt x="253" y="315"/>
                  </a:lnTo>
                  <a:lnTo>
                    <a:pt x="255" y="305"/>
                  </a:lnTo>
                  <a:lnTo>
                    <a:pt x="258" y="296"/>
                  </a:lnTo>
                  <a:lnTo>
                    <a:pt x="261" y="288"/>
                  </a:lnTo>
                  <a:lnTo>
                    <a:pt x="267" y="270"/>
                  </a:lnTo>
                  <a:lnTo>
                    <a:pt x="274" y="256"/>
                  </a:lnTo>
                  <a:lnTo>
                    <a:pt x="281" y="242"/>
                  </a:lnTo>
                  <a:lnTo>
                    <a:pt x="289" y="230"/>
                  </a:lnTo>
                  <a:lnTo>
                    <a:pt x="299" y="220"/>
                  </a:lnTo>
                  <a:lnTo>
                    <a:pt x="308" y="212"/>
                  </a:lnTo>
                  <a:lnTo>
                    <a:pt x="319" y="208"/>
                  </a:lnTo>
                  <a:lnTo>
                    <a:pt x="330" y="204"/>
                  </a:lnTo>
                  <a:lnTo>
                    <a:pt x="336" y="202"/>
                  </a:lnTo>
                  <a:lnTo>
                    <a:pt x="343" y="202"/>
                  </a:lnTo>
                  <a:lnTo>
                    <a:pt x="355" y="204"/>
                  </a:lnTo>
                  <a:lnTo>
                    <a:pt x="361" y="204"/>
                  </a:lnTo>
                  <a:lnTo>
                    <a:pt x="367" y="206"/>
                  </a:lnTo>
                  <a:lnTo>
                    <a:pt x="378" y="212"/>
                  </a:lnTo>
                  <a:lnTo>
                    <a:pt x="383" y="216"/>
                  </a:lnTo>
                  <a:lnTo>
                    <a:pt x="387" y="220"/>
                  </a:lnTo>
                  <a:lnTo>
                    <a:pt x="397" y="230"/>
                  </a:lnTo>
                  <a:lnTo>
                    <a:pt x="405" y="240"/>
                  </a:lnTo>
                  <a:lnTo>
                    <a:pt x="412" y="254"/>
                  </a:lnTo>
                  <a:lnTo>
                    <a:pt x="416" y="260"/>
                  </a:lnTo>
                  <a:lnTo>
                    <a:pt x="419" y="268"/>
                  </a:lnTo>
                  <a:lnTo>
                    <a:pt x="424" y="286"/>
                  </a:lnTo>
                  <a:lnTo>
                    <a:pt x="429" y="303"/>
                  </a:lnTo>
                  <a:lnTo>
                    <a:pt x="433" y="323"/>
                  </a:lnTo>
                  <a:lnTo>
                    <a:pt x="437" y="343"/>
                  </a:lnTo>
                  <a:lnTo>
                    <a:pt x="439" y="365"/>
                  </a:lnTo>
                  <a:lnTo>
                    <a:pt x="441" y="389"/>
                  </a:lnTo>
                  <a:lnTo>
                    <a:pt x="442" y="415"/>
                  </a:lnTo>
                  <a:lnTo>
                    <a:pt x="443" y="441"/>
                  </a:lnTo>
                  <a:lnTo>
                    <a:pt x="443" y="469"/>
                  </a:lnTo>
                  <a:lnTo>
                    <a:pt x="443" y="473"/>
                  </a:lnTo>
                  <a:lnTo>
                    <a:pt x="442" y="475"/>
                  </a:lnTo>
                  <a:lnTo>
                    <a:pt x="440" y="483"/>
                  </a:lnTo>
                  <a:lnTo>
                    <a:pt x="437" y="487"/>
                  </a:lnTo>
                  <a:lnTo>
                    <a:pt x="433" y="487"/>
                  </a:lnTo>
                  <a:close/>
                  <a:moveTo>
                    <a:pt x="421" y="441"/>
                  </a:moveTo>
                  <a:lnTo>
                    <a:pt x="420" y="417"/>
                  </a:lnTo>
                  <a:lnTo>
                    <a:pt x="420" y="397"/>
                  </a:lnTo>
                  <a:lnTo>
                    <a:pt x="418" y="375"/>
                  </a:lnTo>
                  <a:lnTo>
                    <a:pt x="416" y="357"/>
                  </a:lnTo>
                  <a:lnTo>
                    <a:pt x="414" y="339"/>
                  </a:lnTo>
                  <a:lnTo>
                    <a:pt x="411" y="321"/>
                  </a:lnTo>
                  <a:lnTo>
                    <a:pt x="409" y="315"/>
                  </a:lnTo>
                  <a:lnTo>
                    <a:pt x="407" y="307"/>
                  </a:lnTo>
                  <a:lnTo>
                    <a:pt x="403" y="294"/>
                  </a:lnTo>
                  <a:lnTo>
                    <a:pt x="400" y="288"/>
                  </a:lnTo>
                  <a:lnTo>
                    <a:pt x="398" y="282"/>
                  </a:lnTo>
                  <a:lnTo>
                    <a:pt x="395" y="276"/>
                  </a:lnTo>
                  <a:lnTo>
                    <a:pt x="392" y="272"/>
                  </a:lnTo>
                  <a:lnTo>
                    <a:pt x="389" y="266"/>
                  </a:lnTo>
                  <a:lnTo>
                    <a:pt x="386" y="262"/>
                  </a:lnTo>
                  <a:lnTo>
                    <a:pt x="379" y="256"/>
                  </a:lnTo>
                  <a:lnTo>
                    <a:pt x="371" y="250"/>
                  </a:lnTo>
                  <a:lnTo>
                    <a:pt x="362" y="246"/>
                  </a:lnTo>
                  <a:lnTo>
                    <a:pt x="353" y="242"/>
                  </a:lnTo>
                  <a:lnTo>
                    <a:pt x="343" y="242"/>
                  </a:lnTo>
                  <a:lnTo>
                    <a:pt x="332" y="242"/>
                  </a:lnTo>
                  <a:lnTo>
                    <a:pt x="328" y="244"/>
                  </a:lnTo>
                  <a:lnTo>
                    <a:pt x="323" y="246"/>
                  </a:lnTo>
                  <a:lnTo>
                    <a:pt x="314" y="250"/>
                  </a:lnTo>
                  <a:lnTo>
                    <a:pt x="307" y="256"/>
                  </a:lnTo>
                  <a:lnTo>
                    <a:pt x="299" y="264"/>
                  </a:lnTo>
                  <a:lnTo>
                    <a:pt x="293" y="274"/>
                  </a:lnTo>
                  <a:lnTo>
                    <a:pt x="287" y="284"/>
                  </a:lnTo>
                  <a:lnTo>
                    <a:pt x="282" y="298"/>
                  </a:lnTo>
                  <a:lnTo>
                    <a:pt x="277" y="311"/>
                  </a:lnTo>
                  <a:lnTo>
                    <a:pt x="275" y="317"/>
                  </a:lnTo>
                  <a:lnTo>
                    <a:pt x="273" y="325"/>
                  </a:lnTo>
                  <a:lnTo>
                    <a:pt x="270" y="343"/>
                  </a:lnTo>
                  <a:lnTo>
                    <a:pt x="268" y="361"/>
                  </a:lnTo>
                  <a:lnTo>
                    <a:pt x="266" y="379"/>
                  </a:lnTo>
                  <a:lnTo>
                    <a:pt x="264" y="399"/>
                  </a:lnTo>
                  <a:lnTo>
                    <a:pt x="263" y="421"/>
                  </a:lnTo>
                  <a:lnTo>
                    <a:pt x="263" y="443"/>
                  </a:lnTo>
                  <a:lnTo>
                    <a:pt x="421" y="447"/>
                  </a:lnTo>
                  <a:lnTo>
                    <a:pt x="421" y="441"/>
                  </a:lnTo>
                  <a:close/>
                  <a:moveTo>
                    <a:pt x="649" y="751"/>
                  </a:moveTo>
                  <a:lnTo>
                    <a:pt x="636" y="753"/>
                  </a:lnTo>
                  <a:lnTo>
                    <a:pt x="622" y="753"/>
                  </a:lnTo>
                  <a:lnTo>
                    <a:pt x="610" y="753"/>
                  </a:lnTo>
                  <a:lnTo>
                    <a:pt x="598" y="749"/>
                  </a:lnTo>
                  <a:lnTo>
                    <a:pt x="593" y="745"/>
                  </a:lnTo>
                  <a:lnTo>
                    <a:pt x="589" y="741"/>
                  </a:lnTo>
                  <a:lnTo>
                    <a:pt x="584" y="737"/>
                  </a:lnTo>
                  <a:lnTo>
                    <a:pt x="581" y="731"/>
                  </a:lnTo>
                  <a:lnTo>
                    <a:pt x="577" y="725"/>
                  </a:lnTo>
                  <a:lnTo>
                    <a:pt x="574" y="717"/>
                  </a:lnTo>
                  <a:lnTo>
                    <a:pt x="571" y="709"/>
                  </a:lnTo>
                  <a:lnTo>
                    <a:pt x="569" y="699"/>
                  </a:lnTo>
                  <a:lnTo>
                    <a:pt x="568" y="687"/>
                  </a:lnTo>
                  <a:lnTo>
                    <a:pt x="566" y="675"/>
                  </a:lnTo>
                  <a:lnTo>
                    <a:pt x="566" y="659"/>
                  </a:lnTo>
                  <a:lnTo>
                    <a:pt x="565" y="645"/>
                  </a:lnTo>
                  <a:lnTo>
                    <a:pt x="565" y="248"/>
                  </a:lnTo>
                  <a:lnTo>
                    <a:pt x="516" y="248"/>
                  </a:lnTo>
                  <a:lnTo>
                    <a:pt x="512" y="248"/>
                  </a:lnTo>
                  <a:lnTo>
                    <a:pt x="510" y="246"/>
                  </a:lnTo>
                  <a:lnTo>
                    <a:pt x="509" y="244"/>
                  </a:lnTo>
                  <a:lnTo>
                    <a:pt x="507" y="240"/>
                  </a:lnTo>
                  <a:lnTo>
                    <a:pt x="506" y="236"/>
                  </a:lnTo>
                  <a:lnTo>
                    <a:pt x="506" y="232"/>
                  </a:lnTo>
                  <a:lnTo>
                    <a:pt x="506" y="222"/>
                  </a:lnTo>
                  <a:lnTo>
                    <a:pt x="506" y="220"/>
                  </a:lnTo>
                  <a:lnTo>
                    <a:pt x="507" y="216"/>
                  </a:lnTo>
                  <a:lnTo>
                    <a:pt x="508" y="214"/>
                  </a:lnTo>
                  <a:lnTo>
                    <a:pt x="509" y="212"/>
                  </a:lnTo>
                  <a:lnTo>
                    <a:pt x="510" y="210"/>
                  </a:lnTo>
                  <a:lnTo>
                    <a:pt x="512" y="208"/>
                  </a:lnTo>
                  <a:lnTo>
                    <a:pt x="516" y="208"/>
                  </a:lnTo>
                  <a:lnTo>
                    <a:pt x="565" y="208"/>
                  </a:lnTo>
                  <a:lnTo>
                    <a:pt x="565" y="104"/>
                  </a:lnTo>
                  <a:lnTo>
                    <a:pt x="566" y="96"/>
                  </a:lnTo>
                  <a:lnTo>
                    <a:pt x="567" y="94"/>
                  </a:lnTo>
                  <a:lnTo>
                    <a:pt x="568" y="90"/>
                  </a:lnTo>
                  <a:lnTo>
                    <a:pt x="569" y="88"/>
                  </a:lnTo>
                  <a:lnTo>
                    <a:pt x="570" y="86"/>
                  </a:lnTo>
                  <a:lnTo>
                    <a:pt x="572" y="86"/>
                  </a:lnTo>
                  <a:lnTo>
                    <a:pt x="574" y="84"/>
                  </a:lnTo>
                  <a:lnTo>
                    <a:pt x="580" y="84"/>
                  </a:lnTo>
                  <a:lnTo>
                    <a:pt x="583" y="86"/>
                  </a:lnTo>
                  <a:lnTo>
                    <a:pt x="585" y="90"/>
                  </a:lnTo>
                  <a:lnTo>
                    <a:pt x="587" y="96"/>
                  </a:lnTo>
                  <a:lnTo>
                    <a:pt x="588" y="104"/>
                  </a:lnTo>
                  <a:lnTo>
                    <a:pt x="588" y="208"/>
                  </a:lnTo>
                  <a:lnTo>
                    <a:pt x="648" y="208"/>
                  </a:lnTo>
                  <a:lnTo>
                    <a:pt x="651" y="208"/>
                  </a:lnTo>
                  <a:lnTo>
                    <a:pt x="653" y="210"/>
                  </a:lnTo>
                  <a:lnTo>
                    <a:pt x="654" y="212"/>
                  </a:lnTo>
                  <a:lnTo>
                    <a:pt x="656" y="216"/>
                  </a:lnTo>
                  <a:lnTo>
                    <a:pt x="657" y="220"/>
                  </a:lnTo>
                  <a:lnTo>
                    <a:pt x="657" y="222"/>
                  </a:lnTo>
                  <a:lnTo>
                    <a:pt x="657" y="232"/>
                  </a:lnTo>
                  <a:lnTo>
                    <a:pt x="657" y="236"/>
                  </a:lnTo>
                  <a:lnTo>
                    <a:pt x="656" y="240"/>
                  </a:lnTo>
                  <a:lnTo>
                    <a:pt x="654" y="244"/>
                  </a:lnTo>
                  <a:lnTo>
                    <a:pt x="653" y="246"/>
                  </a:lnTo>
                  <a:lnTo>
                    <a:pt x="651" y="248"/>
                  </a:lnTo>
                  <a:lnTo>
                    <a:pt x="648" y="248"/>
                  </a:lnTo>
                  <a:lnTo>
                    <a:pt x="588" y="248"/>
                  </a:lnTo>
                  <a:lnTo>
                    <a:pt x="588" y="645"/>
                  </a:lnTo>
                  <a:lnTo>
                    <a:pt x="588" y="665"/>
                  </a:lnTo>
                  <a:lnTo>
                    <a:pt x="590" y="681"/>
                  </a:lnTo>
                  <a:lnTo>
                    <a:pt x="593" y="693"/>
                  </a:lnTo>
                  <a:lnTo>
                    <a:pt x="595" y="697"/>
                  </a:lnTo>
                  <a:lnTo>
                    <a:pt x="597" y="701"/>
                  </a:lnTo>
                  <a:lnTo>
                    <a:pt x="599" y="705"/>
                  </a:lnTo>
                  <a:lnTo>
                    <a:pt x="602" y="707"/>
                  </a:lnTo>
                  <a:lnTo>
                    <a:pt x="605" y="711"/>
                  </a:lnTo>
                  <a:lnTo>
                    <a:pt x="608" y="711"/>
                  </a:lnTo>
                  <a:lnTo>
                    <a:pt x="615" y="713"/>
                  </a:lnTo>
                  <a:lnTo>
                    <a:pt x="622" y="713"/>
                  </a:lnTo>
                  <a:lnTo>
                    <a:pt x="647" y="713"/>
                  </a:lnTo>
                  <a:lnTo>
                    <a:pt x="651" y="715"/>
                  </a:lnTo>
                  <a:lnTo>
                    <a:pt x="655" y="717"/>
                  </a:lnTo>
                  <a:lnTo>
                    <a:pt x="656" y="719"/>
                  </a:lnTo>
                  <a:lnTo>
                    <a:pt x="657" y="723"/>
                  </a:lnTo>
                  <a:lnTo>
                    <a:pt x="657" y="725"/>
                  </a:lnTo>
                  <a:lnTo>
                    <a:pt x="657" y="729"/>
                  </a:lnTo>
                  <a:lnTo>
                    <a:pt x="657" y="737"/>
                  </a:lnTo>
                  <a:lnTo>
                    <a:pt x="655" y="743"/>
                  </a:lnTo>
                  <a:lnTo>
                    <a:pt x="654" y="747"/>
                  </a:lnTo>
                  <a:lnTo>
                    <a:pt x="653" y="747"/>
                  </a:lnTo>
                  <a:lnTo>
                    <a:pt x="649" y="751"/>
                  </a:lnTo>
                  <a:close/>
                  <a:moveTo>
                    <a:pt x="767" y="20"/>
                  </a:moveTo>
                  <a:lnTo>
                    <a:pt x="743" y="192"/>
                  </a:lnTo>
                  <a:lnTo>
                    <a:pt x="742" y="202"/>
                  </a:lnTo>
                  <a:lnTo>
                    <a:pt x="740" y="208"/>
                  </a:lnTo>
                  <a:lnTo>
                    <a:pt x="737" y="210"/>
                  </a:lnTo>
                  <a:lnTo>
                    <a:pt x="734" y="212"/>
                  </a:lnTo>
                  <a:lnTo>
                    <a:pt x="726" y="212"/>
                  </a:lnTo>
                  <a:lnTo>
                    <a:pt x="724" y="210"/>
                  </a:lnTo>
                  <a:lnTo>
                    <a:pt x="722" y="208"/>
                  </a:lnTo>
                  <a:lnTo>
                    <a:pt x="722" y="206"/>
                  </a:lnTo>
                  <a:lnTo>
                    <a:pt x="722" y="202"/>
                  </a:lnTo>
                  <a:lnTo>
                    <a:pt x="722" y="198"/>
                  </a:lnTo>
                  <a:lnTo>
                    <a:pt x="722" y="192"/>
                  </a:lnTo>
                  <a:lnTo>
                    <a:pt x="743" y="20"/>
                  </a:lnTo>
                  <a:lnTo>
                    <a:pt x="744" y="10"/>
                  </a:lnTo>
                  <a:lnTo>
                    <a:pt x="745" y="6"/>
                  </a:lnTo>
                  <a:lnTo>
                    <a:pt x="746" y="4"/>
                  </a:lnTo>
                  <a:lnTo>
                    <a:pt x="749" y="2"/>
                  </a:lnTo>
                  <a:lnTo>
                    <a:pt x="753" y="0"/>
                  </a:lnTo>
                  <a:lnTo>
                    <a:pt x="762" y="0"/>
                  </a:lnTo>
                  <a:lnTo>
                    <a:pt x="765" y="0"/>
                  </a:lnTo>
                  <a:lnTo>
                    <a:pt x="767" y="2"/>
                  </a:lnTo>
                  <a:lnTo>
                    <a:pt x="768" y="6"/>
                  </a:lnTo>
                  <a:lnTo>
                    <a:pt x="768" y="12"/>
                  </a:lnTo>
                  <a:lnTo>
                    <a:pt x="768" y="14"/>
                  </a:lnTo>
                  <a:lnTo>
                    <a:pt x="767" y="20"/>
                  </a:lnTo>
                  <a:close/>
                  <a:moveTo>
                    <a:pt x="898" y="753"/>
                  </a:moveTo>
                  <a:lnTo>
                    <a:pt x="879" y="753"/>
                  </a:lnTo>
                  <a:lnTo>
                    <a:pt x="859" y="749"/>
                  </a:lnTo>
                  <a:lnTo>
                    <a:pt x="841" y="745"/>
                  </a:lnTo>
                  <a:lnTo>
                    <a:pt x="825" y="739"/>
                  </a:lnTo>
                  <a:lnTo>
                    <a:pt x="820" y="737"/>
                  </a:lnTo>
                  <a:lnTo>
                    <a:pt x="818" y="735"/>
                  </a:lnTo>
                  <a:lnTo>
                    <a:pt x="817" y="735"/>
                  </a:lnTo>
                  <a:lnTo>
                    <a:pt x="815" y="733"/>
                  </a:lnTo>
                  <a:lnTo>
                    <a:pt x="814" y="729"/>
                  </a:lnTo>
                  <a:lnTo>
                    <a:pt x="814" y="727"/>
                  </a:lnTo>
                  <a:lnTo>
                    <a:pt x="814" y="723"/>
                  </a:lnTo>
                  <a:lnTo>
                    <a:pt x="814" y="711"/>
                  </a:lnTo>
                  <a:lnTo>
                    <a:pt x="814" y="707"/>
                  </a:lnTo>
                  <a:lnTo>
                    <a:pt x="814" y="705"/>
                  </a:lnTo>
                  <a:lnTo>
                    <a:pt x="816" y="701"/>
                  </a:lnTo>
                  <a:lnTo>
                    <a:pt x="817" y="699"/>
                  </a:lnTo>
                  <a:lnTo>
                    <a:pt x="819" y="699"/>
                  </a:lnTo>
                  <a:lnTo>
                    <a:pt x="820" y="697"/>
                  </a:lnTo>
                  <a:lnTo>
                    <a:pt x="822" y="697"/>
                  </a:lnTo>
                  <a:lnTo>
                    <a:pt x="825" y="697"/>
                  </a:lnTo>
                  <a:lnTo>
                    <a:pt x="844" y="703"/>
                  </a:lnTo>
                  <a:lnTo>
                    <a:pt x="863" y="709"/>
                  </a:lnTo>
                  <a:lnTo>
                    <a:pt x="873" y="711"/>
                  </a:lnTo>
                  <a:lnTo>
                    <a:pt x="882" y="713"/>
                  </a:lnTo>
                  <a:lnTo>
                    <a:pt x="899" y="713"/>
                  </a:lnTo>
                  <a:lnTo>
                    <a:pt x="912" y="713"/>
                  </a:lnTo>
                  <a:lnTo>
                    <a:pt x="918" y="711"/>
                  </a:lnTo>
                  <a:lnTo>
                    <a:pt x="924" y="709"/>
                  </a:lnTo>
                  <a:lnTo>
                    <a:pt x="930" y="707"/>
                  </a:lnTo>
                  <a:lnTo>
                    <a:pt x="935" y="703"/>
                  </a:lnTo>
                  <a:lnTo>
                    <a:pt x="940" y="699"/>
                  </a:lnTo>
                  <a:lnTo>
                    <a:pt x="944" y="695"/>
                  </a:lnTo>
                  <a:lnTo>
                    <a:pt x="948" y="689"/>
                  </a:lnTo>
                  <a:lnTo>
                    <a:pt x="952" y="681"/>
                  </a:lnTo>
                  <a:lnTo>
                    <a:pt x="955" y="673"/>
                  </a:lnTo>
                  <a:lnTo>
                    <a:pt x="958" y="663"/>
                  </a:lnTo>
                  <a:lnTo>
                    <a:pt x="960" y="653"/>
                  </a:lnTo>
                  <a:lnTo>
                    <a:pt x="961" y="641"/>
                  </a:lnTo>
                  <a:lnTo>
                    <a:pt x="962" y="627"/>
                  </a:lnTo>
                  <a:lnTo>
                    <a:pt x="963" y="613"/>
                  </a:lnTo>
                  <a:lnTo>
                    <a:pt x="962" y="599"/>
                  </a:lnTo>
                  <a:lnTo>
                    <a:pt x="960" y="585"/>
                  </a:lnTo>
                  <a:lnTo>
                    <a:pt x="959" y="579"/>
                  </a:lnTo>
                  <a:lnTo>
                    <a:pt x="957" y="573"/>
                  </a:lnTo>
                  <a:lnTo>
                    <a:pt x="952" y="561"/>
                  </a:lnTo>
                  <a:lnTo>
                    <a:pt x="949" y="555"/>
                  </a:lnTo>
                  <a:lnTo>
                    <a:pt x="945" y="547"/>
                  </a:lnTo>
                  <a:lnTo>
                    <a:pt x="935" y="535"/>
                  </a:lnTo>
                  <a:lnTo>
                    <a:pt x="924" y="519"/>
                  </a:lnTo>
                  <a:lnTo>
                    <a:pt x="909" y="503"/>
                  </a:lnTo>
                  <a:lnTo>
                    <a:pt x="877" y="469"/>
                  </a:lnTo>
                  <a:lnTo>
                    <a:pt x="864" y="453"/>
                  </a:lnTo>
                  <a:lnTo>
                    <a:pt x="852" y="439"/>
                  </a:lnTo>
                  <a:lnTo>
                    <a:pt x="841" y="423"/>
                  </a:lnTo>
                  <a:lnTo>
                    <a:pt x="839" y="419"/>
                  </a:lnTo>
                  <a:lnTo>
                    <a:pt x="837" y="415"/>
                  </a:lnTo>
                  <a:lnTo>
                    <a:pt x="832" y="407"/>
                  </a:lnTo>
                  <a:lnTo>
                    <a:pt x="829" y="399"/>
                  </a:lnTo>
                  <a:lnTo>
                    <a:pt x="825" y="389"/>
                  </a:lnTo>
                  <a:lnTo>
                    <a:pt x="823" y="381"/>
                  </a:lnTo>
                  <a:lnTo>
                    <a:pt x="820" y="371"/>
                  </a:lnTo>
                  <a:lnTo>
                    <a:pt x="819" y="361"/>
                  </a:lnTo>
                  <a:lnTo>
                    <a:pt x="817" y="349"/>
                  </a:lnTo>
                  <a:lnTo>
                    <a:pt x="816" y="337"/>
                  </a:lnTo>
                  <a:lnTo>
                    <a:pt x="816" y="325"/>
                  </a:lnTo>
                  <a:lnTo>
                    <a:pt x="817" y="309"/>
                  </a:lnTo>
                  <a:lnTo>
                    <a:pt x="818" y="294"/>
                  </a:lnTo>
                  <a:lnTo>
                    <a:pt x="820" y="280"/>
                  </a:lnTo>
                  <a:lnTo>
                    <a:pt x="823" y="268"/>
                  </a:lnTo>
                  <a:lnTo>
                    <a:pt x="826" y="256"/>
                  </a:lnTo>
                  <a:lnTo>
                    <a:pt x="830" y="246"/>
                  </a:lnTo>
                  <a:lnTo>
                    <a:pt x="835" y="238"/>
                  </a:lnTo>
                  <a:lnTo>
                    <a:pt x="840" y="230"/>
                  </a:lnTo>
                  <a:lnTo>
                    <a:pt x="845" y="222"/>
                  </a:lnTo>
                  <a:lnTo>
                    <a:pt x="851" y="216"/>
                  </a:lnTo>
                  <a:lnTo>
                    <a:pt x="858" y="212"/>
                  </a:lnTo>
                  <a:lnTo>
                    <a:pt x="864" y="208"/>
                  </a:lnTo>
                  <a:lnTo>
                    <a:pt x="871" y="206"/>
                  </a:lnTo>
                  <a:lnTo>
                    <a:pt x="878" y="204"/>
                  </a:lnTo>
                  <a:lnTo>
                    <a:pt x="893" y="202"/>
                  </a:lnTo>
                  <a:lnTo>
                    <a:pt x="917" y="204"/>
                  </a:lnTo>
                  <a:lnTo>
                    <a:pt x="936" y="206"/>
                  </a:lnTo>
                  <a:lnTo>
                    <a:pt x="965" y="212"/>
                  </a:lnTo>
                  <a:lnTo>
                    <a:pt x="970" y="214"/>
                  </a:lnTo>
                  <a:lnTo>
                    <a:pt x="973" y="216"/>
                  </a:lnTo>
                  <a:lnTo>
                    <a:pt x="974" y="218"/>
                  </a:lnTo>
                  <a:lnTo>
                    <a:pt x="975" y="220"/>
                  </a:lnTo>
                  <a:lnTo>
                    <a:pt x="976" y="224"/>
                  </a:lnTo>
                  <a:lnTo>
                    <a:pt x="976" y="228"/>
                  </a:lnTo>
                  <a:lnTo>
                    <a:pt x="976" y="236"/>
                  </a:lnTo>
                  <a:lnTo>
                    <a:pt x="975" y="246"/>
                  </a:lnTo>
                  <a:lnTo>
                    <a:pt x="973" y="252"/>
                  </a:lnTo>
                  <a:lnTo>
                    <a:pt x="970" y="254"/>
                  </a:lnTo>
                  <a:lnTo>
                    <a:pt x="965" y="252"/>
                  </a:lnTo>
                  <a:lnTo>
                    <a:pt x="953" y="250"/>
                  </a:lnTo>
                  <a:lnTo>
                    <a:pt x="936" y="246"/>
                  </a:lnTo>
                  <a:lnTo>
                    <a:pt x="926" y="244"/>
                  </a:lnTo>
                  <a:lnTo>
                    <a:pt x="916" y="244"/>
                  </a:lnTo>
                  <a:lnTo>
                    <a:pt x="895" y="242"/>
                  </a:lnTo>
                  <a:lnTo>
                    <a:pt x="883" y="242"/>
                  </a:lnTo>
                  <a:lnTo>
                    <a:pt x="873" y="244"/>
                  </a:lnTo>
                  <a:lnTo>
                    <a:pt x="868" y="246"/>
                  </a:lnTo>
                  <a:lnTo>
                    <a:pt x="863" y="250"/>
                  </a:lnTo>
                  <a:lnTo>
                    <a:pt x="859" y="254"/>
                  </a:lnTo>
                  <a:lnTo>
                    <a:pt x="855" y="258"/>
                  </a:lnTo>
                  <a:lnTo>
                    <a:pt x="851" y="262"/>
                  </a:lnTo>
                  <a:lnTo>
                    <a:pt x="848" y="268"/>
                  </a:lnTo>
                  <a:lnTo>
                    <a:pt x="845" y="276"/>
                  </a:lnTo>
                  <a:lnTo>
                    <a:pt x="844" y="278"/>
                  </a:lnTo>
                  <a:lnTo>
                    <a:pt x="843" y="282"/>
                  </a:lnTo>
                  <a:lnTo>
                    <a:pt x="841" y="292"/>
                  </a:lnTo>
                  <a:lnTo>
                    <a:pt x="839" y="301"/>
                  </a:lnTo>
                  <a:lnTo>
                    <a:pt x="839" y="313"/>
                  </a:lnTo>
                  <a:lnTo>
                    <a:pt x="838" y="325"/>
                  </a:lnTo>
                  <a:lnTo>
                    <a:pt x="838" y="333"/>
                  </a:lnTo>
                  <a:lnTo>
                    <a:pt x="839" y="341"/>
                  </a:lnTo>
                  <a:lnTo>
                    <a:pt x="840" y="349"/>
                  </a:lnTo>
                  <a:lnTo>
                    <a:pt x="842" y="355"/>
                  </a:lnTo>
                  <a:lnTo>
                    <a:pt x="843" y="363"/>
                  </a:lnTo>
                  <a:lnTo>
                    <a:pt x="846" y="369"/>
                  </a:lnTo>
                  <a:lnTo>
                    <a:pt x="848" y="375"/>
                  </a:lnTo>
                  <a:lnTo>
                    <a:pt x="851" y="381"/>
                  </a:lnTo>
                  <a:lnTo>
                    <a:pt x="858" y="393"/>
                  </a:lnTo>
                  <a:lnTo>
                    <a:pt x="867" y="405"/>
                  </a:lnTo>
                  <a:lnTo>
                    <a:pt x="876" y="417"/>
                  </a:lnTo>
                  <a:lnTo>
                    <a:pt x="887" y="431"/>
                  </a:lnTo>
                  <a:lnTo>
                    <a:pt x="921" y="467"/>
                  </a:lnTo>
                  <a:lnTo>
                    <a:pt x="936" y="485"/>
                  </a:lnTo>
                  <a:lnTo>
                    <a:pt x="948" y="501"/>
                  </a:lnTo>
                  <a:lnTo>
                    <a:pt x="954" y="509"/>
                  </a:lnTo>
                  <a:lnTo>
                    <a:pt x="959" y="517"/>
                  </a:lnTo>
                  <a:lnTo>
                    <a:pt x="968" y="533"/>
                  </a:lnTo>
                  <a:lnTo>
                    <a:pt x="972" y="541"/>
                  </a:lnTo>
                  <a:lnTo>
                    <a:pt x="976" y="551"/>
                  </a:lnTo>
                  <a:lnTo>
                    <a:pt x="978" y="559"/>
                  </a:lnTo>
                  <a:lnTo>
                    <a:pt x="981" y="569"/>
                  </a:lnTo>
                  <a:lnTo>
                    <a:pt x="982" y="579"/>
                  </a:lnTo>
                  <a:lnTo>
                    <a:pt x="984" y="589"/>
                  </a:lnTo>
                  <a:lnTo>
                    <a:pt x="985" y="601"/>
                  </a:lnTo>
                  <a:lnTo>
                    <a:pt x="985" y="613"/>
                  </a:lnTo>
                  <a:lnTo>
                    <a:pt x="984" y="633"/>
                  </a:lnTo>
                  <a:lnTo>
                    <a:pt x="983" y="651"/>
                  </a:lnTo>
                  <a:lnTo>
                    <a:pt x="982" y="659"/>
                  </a:lnTo>
                  <a:lnTo>
                    <a:pt x="981" y="667"/>
                  </a:lnTo>
                  <a:lnTo>
                    <a:pt x="979" y="673"/>
                  </a:lnTo>
                  <a:lnTo>
                    <a:pt x="978" y="681"/>
                  </a:lnTo>
                  <a:lnTo>
                    <a:pt x="974" y="693"/>
                  </a:lnTo>
                  <a:lnTo>
                    <a:pt x="972" y="699"/>
                  </a:lnTo>
                  <a:lnTo>
                    <a:pt x="970" y="705"/>
                  </a:lnTo>
                  <a:lnTo>
                    <a:pt x="964" y="715"/>
                  </a:lnTo>
                  <a:lnTo>
                    <a:pt x="959" y="723"/>
                  </a:lnTo>
                  <a:lnTo>
                    <a:pt x="953" y="731"/>
                  </a:lnTo>
                  <a:lnTo>
                    <a:pt x="946" y="737"/>
                  </a:lnTo>
                  <a:lnTo>
                    <a:pt x="939" y="743"/>
                  </a:lnTo>
                  <a:lnTo>
                    <a:pt x="931" y="747"/>
                  </a:lnTo>
                  <a:lnTo>
                    <a:pt x="923" y="749"/>
                  </a:lnTo>
                  <a:lnTo>
                    <a:pt x="915" y="751"/>
                  </a:lnTo>
                  <a:lnTo>
                    <a:pt x="906" y="753"/>
                  </a:lnTo>
                  <a:lnTo>
                    <a:pt x="898" y="753"/>
                  </a:lnTo>
                  <a:close/>
                  <a:moveTo>
                    <a:pt x="1357" y="745"/>
                  </a:moveTo>
                  <a:lnTo>
                    <a:pt x="1341" y="747"/>
                  </a:lnTo>
                  <a:lnTo>
                    <a:pt x="1324" y="751"/>
                  </a:lnTo>
                  <a:lnTo>
                    <a:pt x="1309" y="753"/>
                  </a:lnTo>
                  <a:lnTo>
                    <a:pt x="1296" y="753"/>
                  </a:lnTo>
                  <a:lnTo>
                    <a:pt x="1283" y="751"/>
                  </a:lnTo>
                  <a:lnTo>
                    <a:pt x="1277" y="751"/>
                  </a:lnTo>
                  <a:lnTo>
                    <a:pt x="1271" y="749"/>
                  </a:lnTo>
                  <a:lnTo>
                    <a:pt x="1265" y="745"/>
                  </a:lnTo>
                  <a:lnTo>
                    <a:pt x="1260" y="743"/>
                  </a:lnTo>
                  <a:lnTo>
                    <a:pt x="1255" y="739"/>
                  </a:lnTo>
                  <a:lnTo>
                    <a:pt x="1250" y="733"/>
                  </a:lnTo>
                  <a:lnTo>
                    <a:pt x="1245" y="729"/>
                  </a:lnTo>
                  <a:lnTo>
                    <a:pt x="1241" y="723"/>
                  </a:lnTo>
                  <a:lnTo>
                    <a:pt x="1233" y="711"/>
                  </a:lnTo>
                  <a:lnTo>
                    <a:pt x="1225" y="697"/>
                  </a:lnTo>
                  <a:lnTo>
                    <a:pt x="1219" y="681"/>
                  </a:lnTo>
                  <a:lnTo>
                    <a:pt x="1213" y="663"/>
                  </a:lnTo>
                  <a:lnTo>
                    <a:pt x="1209" y="645"/>
                  </a:lnTo>
                  <a:lnTo>
                    <a:pt x="1205" y="625"/>
                  </a:lnTo>
                  <a:lnTo>
                    <a:pt x="1202" y="603"/>
                  </a:lnTo>
                  <a:lnTo>
                    <a:pt x="1199" y="581"/>
                  </a:lnTo>
                  <a:lnTo>
                    <a:pt x="1197" y="557"/>
                  </a:lnTo>
                  <a:lnTo>
                    <a:pt x="1196" y="535"/>
                  </a:lnTo>
                  <a:lnTo>
                    <a:pt x="1196" y="509"/>
                  </a:lnTo>
                  <a:lnTo>
                    <a:pt x="1196" y="443"/>
                  </a:lnTo>
                  <a:lnTo>
                    <a:pt x="1196" y="417"/>
                  </a:lnTo>
                  <a:lnTo>
                    <a:pt x="1197" y="393"/>
                  </a:lnTo>
                  <a:lnTo>
                    <a:pt x="1199" y="371"/>
                  </a:lnTo>
                  <a:lnTo>
                    <a:pt x="1202" y="349"/>
                  </a:lnTo>
                  <a:lnTo>
                    <a:pt x="1205" y="327"/>
                  </a:lnTo>
                  <a:lnTo>
                    <a:pt x="1209" y="307"/>
                  </a:lnTo>
                  <a:lnTo>
                    <a:pt x="1213" y="290"/>
                  </a:lnTo>
                  <a:lnTo>
                    <a:pt x="1219" y="272"/>
                  </a:lnTo>
                  <a:lnTo>
                    <a:pt x="1222" y="264"/>
                  </a:lnTo>
                  <a:lnTo>
                    <a:pt x="1225" y="258"/>
                  </a:lnTo>
                  <a:lnTo>
                    <a:pt x="1233" y="244"/>
                  </a:lnTo>
                  <a:lnTo>
                    <a:pt x="1237" y="238"/>
                  </a:lnTo>
                  <a:lnTo>
                    <a:pt x="1241" y="232"/>
                  </a:lnTo>
                  <a:lnTo>
                    <a:pt x="1250" y="222"/>
                  </a:lnTo>
                  <a:lnTo>
                    <a:pt x="1260" y="214"/>
                  </a:lnTo>
                  <a:lnTo>
                    <a:pt x="1265" y="210"/>
                  </a:lnTo>
                  <a:lnTo>
                    <a:pt x="1271" y="208"/>
                  </a:lnTo>
                  <a:lnTo>
                    <a:pt x="1277" y="206"/>
                  </a:lnTo>
                  <a:lnTo>
                    <a:pt x="1283" y="204"/>
                  </a:lnTo>
                  <a:lnTo>
                    <a:pt x="1289" y="202"/>
                  </a:lnTo>
                  <a:lnTo>
                    <a:pt x="1296" y="202"/>
                  </a:lnTo>
                  <a:lnTo>
                    <a:pt x="1309" y="204"/>
                  </a:lnTo>
                  <a:lnTo>
                    <a:pt x="1324" y="206"/>
                  </a:lnTo>
                  <a:lnTo>
                    <a:pt x="1341" y="208"/>
                  </a:lnTo>
                  <a:lnTo>
                    <a:pt x="1357" y="212"/>
                  </a:lnTo>
                  <a:lnTo>
                    <a:pt x="1361" y="214"/>
                  </a:lnTo>
                  <a:lnTo>
                    <a:pt x="1364" y="218"/>
                  </a:lnTo>
                  <a:lnTo>
                    <a:pt x="1365" y="220"/>
                  </a:lnTo>
                  <a:lnTo>
                    <a:pt x="1366" y="222"/>
                  </a:lnTo>
                  <a:lnTo>
                    <a:pt x="1366" y="230"/>
                  </a:lnTo>
                  <a:lnTo>
                    <a:pt x="1366" y="236"/>
                  </a:lnTo>
                  <a:lnTo>
                    <a:pt x="1365" y="240"/>
                  </a:lnTo>
                  <a:lnTo>
                    <a:pt x="1365" y="244"/>
                  </a:lnTo>
                  <a:lnTo>
                    <a:pt x="1363" y="248"/>
                  </a:lnTo>
                  <a:lnTo>
                    <a:pt x="1362" y="250"/>
                  </a:lnTo>
                  <a:lnTo>
                    <a:pt x="1360" y="250"/>
                  </a:lnTo>
                  <a:lnTo>
                    <a:pt x="1356" y="250"/>
                  </a:lnTo>
                  <a:lnTo>
                    <a:pt x="1339" y="246"/>
                  </a:lnTo>
                  <a:lnTo>
                    <a:pt x="1323" y="244"/>
                  </a:lnTo>
                  <a:lnTo>
                    <a:pt x="1309" y="242"/>
                  </a:lnTo>
                  <a:lnTo>
                    <a:pt x="1296" y="242"/>
                  </a:lnTo>
                  <a:lnTo>
                    <a:pt x="1285" y="242"/>
                  </a:lnTo>
                  <a:lnTo>
                    <a:pt x="1276" y="246"/>
                  </a:lnTo>
                  <a:lnTo>
                    <a:pt x="1272" y="248"/>
                  </a:lnTo>
                  <a:lnTo>
                    <a:pt x="1267" y="250"/>
                  </a:lnTo>
                  <a:lnTo>
                    <a:pt x="1259" y="256"/>
                  </a:lnTo>
                  <a:lnTo>
                    <a:pt x="1252" y="264"/>
                  </a:lnTo>
                  <a:lnTo>
                    <a:pt x="1246" y="274"/>
                  </a:lnTo>
                  <a:lnTo>
                    <a:pt x="1240" y="284"/>
                  </a:lnTo>
                  <a:lnTo>
                    <a:pt x="1236" y="296"/>
                  </a:lnTo>
                  <a:lnTo>
                    <a:pt x="1231" y="309"/>
                  </a:lnTo>
                  <a:lnTo>
                    <a:pt x="1228" y="325"/>
                  </a:lnTo>
                  <a:lnTo>
                    <a:pt x="1225" y="341"/>
                  </a:lnTo>
                  <a:lnTo>
                    <a:pt x="1222" y="359"/>
                  </a:lnTo>
                  <a:lnTo>
                    <a:pt x="1221" y="379"/>
                  </a:lnTo>
                  <a:lnTo>
                    <a:pt x="1219" y="399"/>
                  </a:lnTo>
                  <a:lnTo>
                    <a:pt x="1219" y="419"/>
                  </a:lnTo>
                  <a:lnTo>
                    <a:pt x="1218" y="443"/>
                  </a:lnTo>
                  <a:lnTo>
                    <a:pt x="1218" y="509"/>
                  </a:lnTo>
                  <a:lnTo>
                    <a:pt x="1219" y="531"/>
                  </a:lnTo>
                  <a:lnTo>
                    <a:pt x="1219" y="553"/>
                  </a:lnTo>
                  <a:lnTo>
                    <a:pt x="1221" y="573"/>
                  </a:lnTo>
                  <a:lnTo>
                    <a:pt x="1222" y="593"/>
                  </a:lnTo>
                  <a:lnTo>
                    <a:pt x="1225" y="611"/>
                  </a:lnTo>
                  <a:lnTo>
                    <a:pt x="1228" y="627"/>
                  </a:lnTo>
                  <a:lnTo>
                    <a:pt x="1231" y="643"/>
                  </a:lnTo>
                  <a:lnTo>
                    <a:pt x="1236" y="657"/>
                  </a:lnTo>
                  <a:lnTo>
                    <a:pt x="1240" y="671"/>
                  </a:lnTo>
                  <a:lnTo>
                    <a:pt x="1246" y="681"/>
                  </a:lnTo>
                  <a:lnTo>
                    <a:pt x="1252" y="691"/>
                  </a:lnTo>
                  <a:lnTo>
                    <a:pt x="1259" y="699"/>
                  </a:lnTo>
                  <a:lnTo>
                    <a:pt x="1267" y="705"/>
                  </a:lnTo>
                  <a:lnTo>
                    <a:pt x="1272" y="709"/>
                  </a:lnTo>
                  <a:lnTo>
                    <a:pt x="1276" y="711"/>
                  </a:lnTo>
                  <a:lnTo>
                    <a:pt x="1285" y="713"/>
                  </a:lnTo>
                  <a:lnTo>
                    <a:pt x="1296" y="713"/>
                  </a:lnTo>
                  <a:lnTo>
                    <a:pt x="1309" y="713"/>
                  </a:lnTo>
                  <a:lnTo>
                    <a:pt x="1323" y="711"/>
                  </a:lnTo>
                  <a:lnTo>
                    <a:pt x="1339" y="709"/>
                  </a:lnTo>
                  <a:lnTo>
                    <a:pt x="1356" y="705"/>
                  </a:lnTo>
                  <a:lnTo>
                    <a:pt x="1360" y="705"/>
                  </a:lnTo>
                  <a:lnTo>
                    <a:pt x="1362" y="705"/>
                  </a:lnTo>
                  <a:lnTo>
                    <a:pt x="1363" y="707"/>
                  </a:lnTo>
                  <a:lnTo>
                    <a:pt x="1365" y="709"/>
                  </a:lnTo>
                  <a:lnTo>
                    <a:pt x="1365" y="711"/>
                  </a:lnTo>
                  <a:lnTo>
                    <a:pt x="1366" y="715"/>
                  </a:lnTo>
                  <a:lnTo>
                    <a:pt x="1366" y="719"/>
                  </a:lnTo>
                  <a:lnTo>
                    <a:pt x="1366" y="731"/>
                  </a:lnTo>
                  <a:lnTo>
                    <a:pt x="1365" y="735"/>
                  </a:lnTo>
                  <a:lnTo>
                    <a:pt x="1364" y="737"/>
                  </a:lnTo>
                  <a:lnTo>
                    <a:pt x="1363" y="741"/>
                  </a:lnTo>
                  <a:lnTo>
                    <a:pt x="1361" y="741"/>
                  </a:lnTo>
                  <a:lnTo>
                    <a:pt x="1357" y="745"/>
                  </a:lnTo>
                  <a:close/>
                  <a:moveTo>
                    <a:pt x="1467" y="753"/>
                  </a:moveTo>
                  <a:lnTo>
                    <a:pt x="1462" y="753"/>
                  </a:lnTo>
                  <a:lnTo>
                    <a:pt x="1458" y="751"/>
                  </a:lnTo>
                  <a:lnTo>
                    <a:pt x="1456" y="747"/>
                  </a:lnTo>
                  <a:lnTo>
                    <a:pt x="1454" y="741"/>
                  </a:lnTo>
                  <a:lnTo>
                    <a:pt x="1453" y="735"/>
                  </a:lnTo>
                  <a:lnTo>
                    <a:pt x="1453" y="20"/>
                  </a:lnTo>
                  <a:lnTo>
                    <a:pt x="1454" y="16"/>
                  </a:lnTo>
                  <a:lnTo>
                    <a:pt x="1454" y="12"/>
                  </a:lnTo>
                  <a:lnTo>
                    <a:pt x="1456" y="6"/>
                  </a:lnTo>
                  <a:lnTo>
                    <a:pt x="1457" y="4"/>
                  </a:lnTo>
                  <a:lnTo>
                    <a:pt x="1458" y="2"/>
                  </a:lnTo>
                  <a:lnTo>
                    <a:pt x="1462" y="0"/>
                  </a:lnTo>
                  <a:lnTo>
                    <a:pt x="1467" y="0"/>
                  </a:lnTo>
                  <a:lnTo>
                    <a:pt x="1470" y="2"/>
                  </a:lnTo>
                  <a:lnTo>
                    <a:pt x="1473" y="6"/>
                  </a:lnTo>
                  <a:lnTo>
                    <a:pt x="1475" y="12"/>
                  </a:lnTo>
                  <a:lnTo>
                    <a:pt x="1476" y="20"/>
                  </a:lnTo>
                  <a:lnTo>
                    <a:pt x="1476" y="735"/>
                  </a:lnTo>
                  <a:lnTo>
                    <a:pt x="1475" y="737"/>
                  </a:lnTo>
                  <a:lnTo>
                    <a:pt x="1475" y="741"/>
                  </a:lnTo>
                  <a:lnTo>
                    <a:pt x="1473" y="747"/>
                  </a:lnTo>
                  <a:lnTo>
                    <a:pt x="1472" y="749"/>
                  </a:lnTo>
                  <a:lnTo>
                    <a:pt x="1470" y="751"/>
                  </a:lnTo>
                  <a:lnTo>
                    <a:pt x="1467" y="753"/>
                  </a:lnTo>
                  <a:close/>
                  <a:moveTo>
                    <a:pt x="1761" y="487"/>
                  </a:moveTo>
                  <a:lnTo>
                    <a:pt x="1591" y="487"/>
                  </a:lnTo>
                  <a:lnTo>
                    <a:pt x="1591" y="509"/>
                  </a:lnTo>
                  <a:lnTo>
                    <a:pt x="1591" y="539"/>
                  </a:lnTo>
                  <a:lnTo>
                    <a:pt x="1592" y="553"/>
                  </a:lnTo>
                  <a:lnTo>
                    <a:pt x="1593" y="565"/>
                  </a:lnTo>
                  <a:lnTo>
                    <a:pt x="1594" y="579"/>
                  </a:lnTo>
                  <a:lnTo>
                    <a:pt x="1595" y="591"/>
                  </a:lnTo>
                  <a:lnTo>
                    <a:pt x="1598" y="613"/>
                  </a:lnTo>
                  <a:lnTo>
                    <a:pt x="1602" y="631"/>
                  </a:lnTo>
                  <a:lnTo>
                    <a:pt x="1606" y="647"/>
                  </a:lnTo>
                  <a:lnTo>
                    <a:pt x="1612" y="663"/>
                  </a:lnTo>
                  <a:lnTo>
                    <a:pt x="1614" y="669"/>
                  </a:lnTo>
                  <a:lnTo>
                    <a:pt x="1617" y="675"/>
                  </a:lnTo>
                  <a:lnTo>
                    <a:pt x="1621" y="681"/>
                  </a:lnTo>
                  <a:lnTo>
                    <a:pt x="1624" y="685"/>
                  </a:lnTo>
                  <a:lnTo>
                    <a:pt x="1631" y="693"/>
                  </a:lnTo>
                  <a:lnTo>
                    <a:pt x="1638" y="701"/>
                  </a:lnTo>
                  <a:lnTo>
                    <a:pt x="1646" y="705"/>
                  </a:lnTo>
                  <a:lnTo>
                    <a:pt x="1655" y="709"/>
                  </a:lnTo>
                  <a:lnTo>
                    <a:pt x="1664" y="713"/>
                  </a:lnTo>
                  <a:lnTo>
                    <a:pt x="1673" y="713"/>
                  </a:lnTo>
                  <a:lnTo>
                    <a:pt x="1682" y="713"/>
                  </a:lnTo>
                  <a:lnTo>
                    <a:pt x="1699" y="713"/>
                  </a:lnTo>
                  <a:lnTo>
                    <a:pt x="1718" y="709"/>
                  </a:lnTo>
                  <a:lnTo>
                    <a:pt x="1737" y="703"/>
                  </a:lnTo>
                  <a:lnTo>
                    <a:pt x="1756" y="697"/>
                  </a:lnTo>
                  <a:lnTo>
                    <a:pt x="1758" y="697"/>
                  </a:lnTo>
                  <a:lnTo>
                    <a:pt x="1760" y="697"/>
                  </a:lnTo>
                  <a:lnTo>
                    <a:pt x="1764" y="697"/>
                  </a:lnTo>
                  <a:lnTo>
                    <a:pt x="1765" y="699"/>
                  </a:lnTo>
                  <a:lnTo>
                    <a:pt x="1766" y="703"/>
                  </a:lnTo>
                  <a:lnTo>
                    <a:pt x="1767" y="705"/>
                  </a:lnTo>
                  <a:lnTo>
                    <a:pt x="1767" y="709"/>
                  </a:lnTo>
                  <a:lnTo>
                    <a:pt x="1767" y="721"/>
                  </a:lnTo>
                  <a:lnTo>
                    <a:pt x="1766" y="725"/>
                  </a:lnTo>
                  <a:lnTo>
                    <a:pt x="1765" y="729"/>
                  </a:lnTo>
                  <a:lnTo>
                    <a:pt x="1764" y="731"/>
                  </a:lnTo>
                  <a:lnTo>
                    <a:pt x="1762" y="733"/>
                  </a:lnTo>
                  <a:lnTo>
                    <a:pt x="1757" y="737"/>
                  </a:lnTo>
                  <a:lnTo>
                    <a:pt x="1739" y="743"/>
                  </a:lnTo>
                  <a:lnTo>
                    <a:pt x="1719" y="749"/>
                  </a:lnTo>
                  <a:lnTo>
                    <a:pt x="1700" y="751"/>
                  </a:lnTo>
                  <a:lnTo>
                    <a:pt x="1682" y="753"/>
                  </a:lnTo>
                  <a:lnTo>
                    <a:pt x="1670" y="753"/>
                  </a:lnTo>
                  <a:lnTo>
                    <a:pt x="1659" y="751"/>
                  </a:lnTo>
                  <a:lnTo>
                    <a:pt x="1648" y="747"/>
                  </a:lnTo>
                  <a:lnTo>
                    <a:pt x="1638" y="741"/>
                  </a:lnTo>
                  <a:lnTo>
                    <a:pt x="1628" y="735"/>
                  </a:lnTo>
                  <a:lnTo>
                    <a:pt x="1623" y="731"/>
                  </a:lnTo>
                  <a:lnTo>
                    <a:pt x="1619" y="727"/>
                  </a:lnTo>
                  <a:lnTo>
                    <a:pt x="1610" y="715"/>
                  </a:lnTo>
                  <a:lnTo>
                    <a:pt x="1602" y="703"/>
                  </a:lnTo>
                  <a:lnTo>
                    <a:pt x="1598" y="695"/>
                  </a:lnTo>
                  <a:lnTo>
                    <a:pt x="1595" y="687"/>
                  </a:lnTo>
                  <a:lnTo>
                    <a:pt x="1588" y="669"/>
                  </a:lnTo>
                  <a:lnTo>
                    <a:pt x="1582" y="649"/>
                  </a:lnTo>
                  <a:lnTo>
                    <a:pt x="1578" y="627"/>
                  </a:lnTo>
                  <a:lnTo>
                    <a:pt x="1575" y="615"/>
                  </a:lnTo>
                  <a:lnTo>
                    <a:pt x="1574" y="601"/>
                  </a:lnTo>
                  <a:lnTo>
                    <a:pt x="1571" y="573"/>
                  </a:lnTo>
                  <a:lnTo>
                    <a:pt x="1569" y="543"/>
                  </a:lnTo>
                  <a:lnTo>
                    <a:pt x="1569" y="527"/>
                  </a:lnTo>
                  <a:lnTo>
                    <a:pt x="1569" y="509"/>
                  </a:lnTo>
                  <a:lnTo>
                    <a:pt x="1569" y="443"/>
                  </a:lnTo>
                  <a:lnTo>
                    <a:pt x="1569" y="417"/>
                  </a:lnTo>
                  <a:lnTo>
                    <a:pt x="1570" y="391"/>
                  </a:lnTo>
                  <a:lnTo>
                    <a:pt x="1572" y="369"/>
                  </a:lnTo>
                  <a:lnTo>
                    <a:pt x="1575" y="345"/>
                  </a:lnTo>
                  <a:lnTo>
                    <a:pt x="1577" y="335"/>
                  </a:lnTo>
                  <a:lnTo>
                    <a:pt x="1579" y="325"/>
                  </a:lnTo>
                  <a:lnTo>
                    <a:pt x="1581" y="315"/>
                  </a:lnTo>
                  <a:lnTo>
                    <a:pt x="1583" y="305"/>
                  </a:lnTo>
                  <a:lnTo>
                    <a:pt x="1586" y="296"/>
                  </a:lnTo>
                  <a:lnTo>
                    <a:pt x="1589" y="288"/>
                  </a:lnTo>
                  <a:lnTo>
                    <a:pt x="1595" y="270"/>
                  </a:lnTo>
                  <a:lnTo>
                    <a:pt x="1601" y="256"/>
                  </a:lnTo>
                  <a:lnTo>
                    <a:pt x="1609" y="242"/>
                  </a:lnTo>
                  <a:lnTo>
                    <a:pt x="1617" y="230"/>
                  </a:lnTo>
                  <a:lnTo>
                    <a:pt x="1626" y="220"/>
                  </a:lnTo>
                  <a:lnTo>
                    <a:pt x="1636" y="212"/>
                  </a:lnTo>
                  <a:lnTo>
                    <a:pt x="1647" y="208"/>
                  </a:lnTo>
                  <a:lnTo>
                    <a:pt x="1658" y="204"/>
                  </a:lnTo>
                  <a:lnTo>
                    <a:pt x="1664" y="202"/>
                  </a:lnTo>
                  <a:lnTo>
                    <a:pt x="1670" y="202"/>
                  </a:lnTo>
                  <a:lnTo>
                    <a:pt x="1683" y="204"/>
                  </a:lnTo>
                  <a:lnTo>
                    <a:pt x="1689" y="204"/>
                  </a:lnTo>
                  <a:lnTo>
                    <a:pt x="1695" y="206"/>
                  </a:lnTo>
                  <a:lnTo>
                    <a:pt x="1705" y="212"/>
                  </a:lnTo>
                  <a:lnTo>
                    <a:pt x="1710" y="216"/>
                  </a:lnTo>
                  <a:lnTo>
                    <a:pt x="1715" y="220"/>
                  </a:lnTo>
                  <a:lnTo>
                    <a:pt x="1724" y="230"/>
                  </a:lnTo>
                  <a:lnTo>
                    <a:pt x="1733" y="240"/>
                  </a:lnTo>
                  <a:lnTo>
                    <a:pt x="1740" y="254"/>
                  </a:lnTo>
                  <a:lnTo>
                    <a:pt x="1743" y="260"/>
                  </a:lnTo>
                  <a:lnTo>
                    <a:pt x="1746" y="268"/>
                  </a:lnTo>
                  <a:lnTo>
                    <a:pt x="1752" y="286"/>
                  </a:lnTo>
                  <a:lnTo>
                    <a:pt x="1757" y="303"/>
                  </a:lnTo>
                  <a:lnTo>
                    <a:pt x="1761" y="323"/>
                  </a:lnTo>
                  <a:lnTo>
                    <a:pt x="1765" y="343"/>
                  </a:lnTo>
                  <a:lnTo>
                    <a:pt x="1767" y="365"/>
                  </a:lnTo>
                  <a:lnTo>
                    <a:pt x="1769" y="389"/>
                  </a:lnTo>
                  <a:lnTo>
                    <a:pt x="1770" y="415"/>
                  </a:lnTo>
                  <a:lnTo>
                    <a:pt x="1770" y="441"/>
                  </a:lnTo>
                  <a:lnTo>
                    <a:pt x="1770" y="469"/>
                  </a:lnTo>
                  <a:lnTo>
                    <a:pt x="1770" y="473"/>
                  </a:lnTo>
                  <a:lnTo>
                    <a:pt x="1770" y="475"/>
                  </a:lnTo>
                  <a:lnTo>
                    <a:pt x="1768" y="483"/>
                  </a:lnTo>
                  <a:lnTo>
                    <a:pt x="1765" y="487"/>
                  </a:lnTo>
                  <a:lnTo>
                    <a:pt x="1761" y="487"/>
                  </a:lnTo>
                  <a:close/>
                  <a:moveTo>
                    <a:pt x="1748" y="441"/>
                  </a:moveTo>
                  <a:lnTo>
                    <a:pt x="1748" y="417"/>
                  </a:lnTo>
                  <a:lnTo>
                    <a:pt x="1747" y="397"/>
                  </a:lnTo>
                  <a:lnTo>
                    <a:pt x="1746" y="375"/>
                  </a:lnTo>
                  <a:lnTo>
                    <a:pt x="1744" y="357"/>
                  </a:lnTo>
                  <a:lnTo>
                    <a:pt x="1742" y="339"/>
                  </a:lnTo>
                  <a:lnTo>
                    <a:pt x="1739" y="321"/>
                  </a:lnTo>
                  <a:lnTo>
                    <a:pt x="1737" y="315"/>
                  </a:lnTo>
                  <a:lnTo>
                    <a:pt x="1735" y="307"/>
                  </a:lnTo>
                  <a:lnTo>
                    <a:pt x="1731" y="294"/>
                  </a:lnTo>
                  <a:lnTo>
                    <a:pt x="1728" y="288"/>
                  </a:lnTo>
                  <a:lnTo>
                    <a:pt x="1726" y="282"/>
                  </a:lnTo>
                  <a:lnTo>
                    <a:pt x="1723" y="276"/>
                  </a:lnTo>
                  <a:lnTo>
                    <a:pt x="1720" y="272"/>
                  </a:lnTo>
                  <a:lnTo>
                    <a:pt x="1717" y="266"/>
                  </a:lnTo>
                  <a:lnTo>
                    <a:pt x="1714" y="262"/>
                  </a:lnTo>
                  <a:lnTo>
                    <a:pt x="1706" y="256"/>
                  </a:lnTo>
                  <a:lnTo>
                    <a:pt x="1699" y="250"/>
                  </a:lnTo>
                  <a:lnTo>
                    <a:pt x="1690" y="246"/>
                  </a:lnTo>
                  <a:lnTo>
                    <a:pt x="1681" y="242"/>
                  </a:lnTo>
                  <a:lnTo>
                    <a:pt x="1670" y="242"/>
                  </a:lnTo>
                  <a:lnTo>
                    <a:pt x="1660" y="242"/>
                  </a:lnTo>
                  <a:lnTo>
                    <a:pt x="1655" y="244"/>
                  </a:lnTo>
                  <a:lnTo>
                    <a:pt x="1651" y="246"/>
                  </a:lnTo>
                  <a:lnTo>
                    <a:pt x="1642" y="250"/>
                  </a:lnTo>
                  <a:lnTo>
                    <a:pt x="1634" y="256"/>
                  </a:lnTo>
                  <a:lnTo>
                    <a:pt x="1627" y="264"/>
                  </a:lnTo>
                  <a:lnTo>
                    <a:pt x="1621" y="274"/>
                  </a:lnTo>
                  <a:lnTo>
                    <a:pt x="1615" y="284"/>
                  </a:lnTo>
                  <a:lnTo>
                    <a:pt x="1610" y="298"/>
                  </a:lnTo>
                  <a:lnTo>
                    <a:pt x="1605" y="311"/>
                  </a:lnTo>
                  <a:lnTo>
                    <a:pt x="1603" y="317"/>
                  </a:lnTo>
                  <a:lnTo>
                    <a:pt x="1601" y="325"/>
                  </a:lnTo>
                  <a:lnTo>
                    <a:pt x="1598" y="343"/>
                  </a:lnTo>
                  <a:lnTo>
                    <a:pt x="1595" y="361"/>
                  </a:lnTo>
                  <a:lnTo>
                    <a:pt x="1593" y="379"/>
                  </a:lnTo>
                  <a:lnTo>
                    <a:pt x="1592" y="399"/>
                  </a:lnTo>
                  <a:lnTo>
                    <a:pt x="1591" y="421"/>
                  </a:lnTo>
                  <a:lnTo>
                    <a:pt x="1591" y="443"/>
                  </a:lnTo>
                  <a:lnTo>
                    <a:pt x="1748" y="447"/>
                  </a:lnTo>
                  <a:lnTo>
                    <a:pt x="1748" y="441"/>
                  </a:lnTo>
                  <a:close/>
                  <a:moveTo>
                    <a:pt x="2024" y="747"/>
                  </a:moveTo>
                  <a:lnTo>
                    <a:pt x="2021" y="747"/>
                  </a:lnTo>
                  <a:lnTo>
                    <a:pt x="2019" y="745"/>
                  </a:lnTo>
                  <a:lnTo>
                    <a:pt x="2017" y="743"/>
                  </a:lnTo>
                  <a:lnTo>
                    <a:pt x="2015" y="741"/>
                  </a:lnTo>
                  <a:lnTo>
                    <a:pt x="2013" y="739"/>
                  </a:lnTo>
                  <a:lnTo>
                    <a:pt x="2012" y="735"/>
                  </a:lnTo>
                  <a:lnTo>
                    <a:pt x="2012" y="731"/>
                  </a:lnTo>
                  <a:lnTo>
                    <a:pt x="2012" y="727"/>
                  </a:lnTo>
                  <a:lnTo>
                    <a:pt x="2012" y="701"/>
                  </a:lnTo>
                  <a:lnTo>
                    <a:pt x="2002" y="711"/>
                  </a:lnTo>
                  <a:lnTo>
                    <a:pt x="1992" y="721"/>
                  </a:lnTo>
                  <a:lnTo>
                    <a:pt x="1982" y="731"/>
                  </a:lnTo>
                  <a:lnTo>
                    <a:pt x="1977" y="735"/>
                  </a:lnTo>
                  <a:lnTo>
                    <a:pt x="1971" y="737"/>
                  </a:lnTo>
                  <a:lnTo>
                    <a:pt x="1960" y="745"/>
                  </a:lnTo>
                  <a:lnTo>
                    <a:pt x="1949" y="749"/>
                  </a:lnTo>
                  <a:lnTo>
                    <a:pt x="1943" y="751"/>
                  </a:lnTo>
                  <a:lnTo>
                    <a:pt x="1938" y="753"/>
                  </a:lnTo>
                  <a:lnTo>
                    <a:pt x="1926" y="753"/>
                  </a:lnTo>
                  <a:lnTo>
                    <a:pt x="1919" y="753"/>
                  </a:lnTo>
                  <a:lnTo>
                    <a:pt x="1912" y="751"/>
                  </a:lnTo>
                  <a:lnTo>
                    <a:pt x="1905" y="749"/>
                  </a:lnTo>
                  <a:lnTo>
                    <a:pt x="1898" y="745"/>
                  </a:lnTo>
                  <a:lnTo>
                    <a:pt x="1891" y="741"/>
                  </a:lnTo>
                  <a:lnTo>
                    <a:pt x="1888" y="739"/>
                  </a:lnTo>
                  <a:lnTo>
                    <a:pt x="1885" y="735"/>
                  </a:lnTo>
                  <a:lnTo>
                    <a:pt x="1879" y="727"/>
                  </a:lnTo>
                  <a:lnTo>
                    <a:pt x="1873" y="719"/>
                  </a:lnTo>
                  <a:lnTo>
                    <a:pt x="1868" y="709"/>
                  </a:lnTo>
                  <a:lnTo>
                    <a:pt x="1863" y="697"/>
                  </a:lnTo>
                  <a:lnTo>
                    <a:pt x="1859" y="685"/>
                  </a:lnTo>
                  <a:lnTo>
                    <a:pt x="1856" y="669"/>
                  </a:lnTo>
                  <a:lnTo>
                    <a:pt x="1853" y="653"/>
                  </a:lnTo>
                  <a:lnTo>
                    <a:pt x="1851" y="635"/>
                  </a:lnTo>
                  <a:lnTo>
                    <a:pt x="1849" y="613"/>
                  </a:lnTo>
                  <a:lnTo>
                    <a:pt x="1849" y="591"/>
                  </a:lnTo>
                  <a:lnTo>
                    <a:pt x="1849" y="579"/>
                  </a:lnTo>
                  <a:lnTo>
                    <a:pt x="1849" y="559"/>
                  </a:lnTo>
                  <a:lnTo>
                    <a:pt x="1851" y="541"/>
                  </a:lnTo>
                  <a:lnTo>
                    <a:pt x="1853" y="525"/>
                  </a:lnTo>
                  <a:lnTo>
                    <a:pt x="1854" y="517"/>
                  </a:lnTo>
                  <a:lnTo>
                    <a:pt x="1855" y="511"/>
                  </a:lnTo>
                  <a:lnTo>
                    <a:pt x="1859" y="497"/>
                  </a:lnTo>
                  <a:lnTo>
                    <a:pt x="1864" y="483"/>
                  </a:lnTo>
                  <a:lnTo>
                    <a:pt x="1870" y="471"/>
                  </a:lnTo>
                  <a:lnTo>
                    <a:pt x="1877" y="461"/>
                  </a:lnTo>
                  <a:lnTo>
                    <a:pt x="1885" y="453"/>
                  </a:lnTo>
                  <a:lnTo>
                    <a:pt x="1894" y="445"/>
                  </a:lnTo>
                  <a:lnTo>
                    <a:pt x="1904" y="439"/>
                  </a:lnTo>
                  <a:lnTo>
                    <a:pt x="1915" y="433"/>
                  </a:lnTo>
                  <a:lnTo>
                    <a:pt x="1928" y="429"/>
                  </a:lnTo>
                  <a:lnTo>
                    <a:pt x="1942" y="425"/>
                  </a:lnTo>
                  <a:lnTo>
                    <a:pt x="1957" y="423"/>
                  </a:lnTo>
                  <a:lnTo>
                    <a:pt x="1973" y="423"/>
                  </a:lnTo>
                  <a:lnTo>
                    <a:pt x="2012" y="423"/>
                  </a:lnTo>
                  <a:lnTo>
                    <a:pt x="2012" y="387"/>
                  </a:lnTo>
                  <a:lnTo>
                    <a:pt x="2012" y="367"/>
                  </a:lnTo>
                  <a:lnTo>
                    <a:pt x="2011" y="351"/>
                  </a:lnTo>
                  <a:lnTo>
                    <a:pt x="2010" y="335"/>
                  </a:lnTo>
                  <a:lnTo>
                    <a:pt x="2010" y="327"/>
                  </a:lnTo>
                  <a:lnTo>
                    <a:pt x="2009" y="319"/>
                  </a:lnTo>
                  <a:lnTo>
                    <a:pt x="2007" y="307"/>
                  </a:lnTo>
                  <a:lnTo>
                    <a:pt x="2005" y="296"/>
                  </a:lnTo>
                  <a:lnTo>
                    <a:pt x="2002" y="284"/>
                  </a:lnTo>
                  <a:lnTo>
                    <a:pt x="1999" y="276"/>
                  </a:lnTo>
                  <a:lnTo>
                    <a:pt x="1995" y="268"/>
                  </a:lnTo>
                  <a:lnTo>
                    <a:pt x="1990" y="260"/>
                  </a:lnTo>
                  <a:lnTo>
                    <a:pt x="1985" y="254"/>
                  </a:lnTo>
                  <a:lnTo>
                    <a:pt x="1979" y="250"/>
                  </a:lnTo>
                  <a:lnTo>
                    <a:pt x="1973" y="246"/>
                  </a:lnTo>
                  <a:lnTo>
                    <a:pt x="1965" y="244"/>
                  </a:lnTo>
                  <a:lnTo>
                    <a:pt x="1957" y="242"/>
                  </a:lnTo>
                  <a:lnTo>
                    <a:pt x="1949" y="242"/>
                  </a:lnTo>
                  <a:lnTo>
                    <a:pt x="1927" y="242"/>
                  </a:lnTo>
                  <a:lnTo>
                    <a:pt x="1909" y="244"/>
                  </a:lnTo>
                  <a:lnTo>
                    <a:pt x="1894" y="248"/>
                  </a:lnTo>
                  <a:lnTo>
                    <a:pt x="1877" y="250"/>
                  </a:lnTo>
                  <a:lnTo>
                    <a:pt x="1873" y="250"/>
                  </a:lnTo>
                  <a:lnTo>
                    <a:pt x="1869" y="250"/>
                  </a:lnTo>
                  <a:lnTo>
                    <a:pt x="1868" y="248"/>
                  </a:lnTo>
                  <a:lnTo>
                    <a:pt x="1867" y="246"/>
                  </a:lnTo>
                  <a:lnTo>
                    <a:pt x="1867" y="244"/>
                  </a:lnTo>
                  <a:lnTo>
                    <a:pt x="1866" y="240"/>
                  </a:lnTo>
                  <a:lnTo>
                    <a:pt x="1866" y="236"/>
                  </a:lnTo>
                  <a:lnTo>
                    <a:pt x="1866" y="230"/>
                  </a:lnTo>
                  <a:lnTo>
                    <a:pt x="1866" y="224"/>
                  </a:lnTo>
                  <a:lnTo>
                    <a:pt x="1867" y="220"/>
                  </a:lnTo>
                  <a:lnTo>
                    <a:pt x="1869" y="218"/>
                  </a:lnTo>
                  <a:lnTo>
                    <a:pt x="1870" y="216"/>
                  </a:lnTo>
                  <a:lnTo>
                    <a:pt x="1872" y="214"/>
                  </a:lnTo>
                  <a:lnTo>
                    <a:pt x="1877" y="212"/>
                  </a:lnTo>
                  <a:lnTo>
                    <a:pt x="1893" y="208"/>
                  </a:lnTo>
                  <a:lnTo>
                    <a:pt x="1908" y="206"/>
                  </a:lnTo>
                  <a:lnTo>
                    <a:pt x="1926" y="204"/>
                  </a:lnTo>
                  <a:lnTo>
                    <a:pt x="1949" y="202"/>
                  </a:lnTo>
                  <a:lnTo>
                    <a:pt x="1961" y="204"/>
                  </a:lnTo>
                  <a:lnTo>
                    <a:pt x="1972" y="206"/>
                  </a:lnTo>
                  <a:lnTo>
                    <a:pt x="1977" y="208"/>
                  </a:lnTo>
                  <a:lnTo>
                    <a:pt x="1982" y="210"/>
                  </a:lnTo>
                  <a:lnTo>
                    <a:pt x="1986" y="212"/>
                  </a:lnTo>
                  <a:lnTo>
                    <a:pt x="1991" y="216"/>
                  </a:lnTo>
                  <a:lnTo>
                    <a:pt x="1995" y="220"/>
                  </a:lnTo>
                  <a:lnTo>
                    <a:pt x="1999" y="224"/>
                  </a:lnTo>
                  <a:lnTo>
                    <a:pt x="2002" y="228"/>
                  </a:lnTo>
                  <a:lnTo>
                    <a:pt x="2006" y="232"/>
                  </a:lnTo>
                  <a:lnTo>
                    <a:pt x="2009" y="238"/>
                  </a:lnTo>
                  <a:lnTo>
                    <a:pt x="2012" y="242"/>
                  </a:lnTo>
                  <a:lnTo>
                    <a:pt x="2014" y="248"/>
                  </a:lnTo>
                  <a:lnTo>
                    <a:pt x="2017" y="254"/>
                  </a:lnTo>
                  <a:lnTo>
                    <a:pt x="2021" y="268"/>
                  </a:lnTo>
                  <a:lnTo>
                    <a:pt x="2025" y="282"/>
                  </a:lnTo>
                  <a:lnTo>
                    <a:pt x="2028" y="296"/>
                  </a:lnTo>
                  <a:lnTo>
                    <a:pt x="2029" y="303"/>
                  </a:lnTo>
                  <a:lnTo>
                    <a:pt x="2030" y="311"/>
                  </a:lnTo>
                  <a:lnTo>
                    <a:pt x="2032" y="329"/>
                  </a:lnTo>
                  <a:lnTo>
                    <a:pt x="2033" y="347"/>
                  </a:lnTo>
                  <a:lnTo>
                    <a:pt x="2034" y="367"/>
                  </a:lnTo>
                  <a:lnTo>
                    <a:pt x="2034" y="387"/>
                  </a:lnTo>
                  <a:lnTo>
                    <a:pt x="2034" y="727"/>
                  </a:lnTo>
                  <a:lnTo>
                    <a:pt x="2034" y="731"/>
                  </a:lnTo>
                  <a:lnTo>
                    <a:pt x="2033" y="735"/>
                  </a:lnTo>
                  <a:lnTo>
                    <a:pt x="2032" y="739"/>
                  </a:lnTo>
                  <a:lnTo>
                    <a:pt x="2031" y="741"/>
                  </a:lnTo>
                  <a:lnTo>
                    <a:pt x="2030" y="743"/>
                  </a:lnTo>
                  <a:lnTo>
                    <a:pt x="2028" y="745"/>
                  </a:lnTo>
                  <a:lnTo>
                    <a:pt x="2024" y="747"/>
                  </a:lnTo>
                  <a:close/>
                  <a:moveTo>
                    <a:pt x="2012" y="463"/>
                  </a:moveTo>
                  <a:lnTo>
                    <a:pt x="1973" y="463"/>
                  </a:lnTo>
                  <a:lnTo>
                    <a:pt x="1960" y="463"/>
                  </a:lnTo>
                  <a:lnTo>
                    <a:pt x="1947" y="463"/>
                  </a:lnTo>
                  <a:lnTo>
                    <a:pt x="1936" y="465"/>
                  </a:lnTo>
                  <a:lnTo>
                    <a:pt x="1925" y="469"/>
                  </a:lnTo>
                  <a:lnTo>
                    <a:pt x="1916" y="471"/>
                  </a:lnTo>
                  <a:lnTo>
                    <a:pt x="1908" y="477"/>
                  </a:lnTo>
                  <a:lnTo>
                    <a:pt x="1900" y="481"/>
                  </a:lnTo>
                  <a:lnTo>
                    <a:pt x="1894" y="489"/>
                  </a:lnTo>
                  <a:lnTo>
                    <a:pt x="1888" y="495"/>
                  </a:lnTo>
                  <a:lnTo>
                    <a:pt x="1883" y="503"/>
                  </a:lnTo>
                  <a:lnTo>
                    <a:pt x="1879" y="513"/>
                  </a:lnTo>
                  <a:lnTo>
                    <a:pt x="1876" y="523"/>
                  </a:lnTo>
                  <a:lnTo>
                    <a:pt x="1875" y="529"/>
                  </a:lnTo>
                  <a:lnTo>
                    <a:pt x="1874" y="535"/>
                  </a:lnTo>
                  <a:lnTo>
                    <a:pt x="1872" y="549"/>
                  </a:lnTo>
                  <a:lnTo>
                    <a:pt x="1871" y="563"/>
                  </a:lnTo>
                  <a:lnTo>
                    <a:pt x="1871" y="579"/>
                  </a:lnTo>
                  <a:lnTo>
                    <a:pt x="1871" y="591"/>
                  </a:lnTo>
                  <a:lnTo>
                    <a:pt x="1871" y="607"/>
                  </a:lnTo>
                  <a:lnTo>
                    <a:pt x="1872" y="623"/>
                  </a:lnTo>
                  <a:lnTo>
                    <a:pt x="1874" y="637"/>
                  </a:lnTo>
                  <a:lnTo>
                    <a:pt x="1875" y="649"/>
                  </a:lnTo>
                  <a:lnTo>
                    <a:pt x="1878" y="661"/>
                  </a:lnTo>
                  <a:lnTo>
                    <a:pt x="1881" y="671"/>
                  </a:lnTo>
                  <a:lnTo>
                    <a:pt x="1884" y="679"/>
                  </a:lnTo>
                  <a:lnTo>
                    <a:pt x="1885" y="683"/>
                  </a:lnTo>
                  <a:lnTo>
                    <a:pt x="1887" y="687"/>
                  </a:lnTo>
                  <a:lnTo>
                    <a:pt x="1891" y="695"/>
                  </a:lnTo>
                  <a:lnTo>
                    <a:pt x="1895" y="699"/>
                  </a:lnTo>
                  <a:lnTo>
                    <a:pt x="1900" y="705"/>
                  </a:lnTo>
                  <a:lnTo>
                    <a:pt x="1905" y="707"/>
                  </a:lnTo>
                  <a:lnTo>
                    <a:pt x="1910" y="711"/>
                  </a:lnTo>
                  <a:lnTo>
                    <a:pt x="1915" y="713"/>
                  </a:lnTo>
                  <a:lnTo>
                    <a:pt x="1926" y="713"/>
                  </a:lnTo>
                  <a:lnTo>
                    <a:pt x="1936" y="713"/>
                  </a:lnTo>
                  <a:lnTo>
                    <a:pt x="1947" y="711"/>
                  </a:lnTo>
                  <a:lnTo>
                    <a:pt x="1952" y="709"/>
                  </a:lnTo>
                  <a:lnTo>
                    <a:pt x="1957" y="707"/>
                  </a:lnTo>
                  <a:lnTo>
                    <a:pt x="1967" y="701"/>
                  </a:lnTo>
                  <a:lnTo>
                    <a:pt x="1977" y="695"/>
                  </a:lnTo>
                  <a:lnTo>
                    <a:pt x="1988" y="685"/>
                  </a:lnTo>
                  <a:lnTo>
                    <a:pt x="2000" y="675"/>
                  </a:lnTo>
                  <a:lnTo>
                    <a:pt x="2012" y="663"/>
                  </a:lnTo>
                  <a:lnTo>
                    <a:pt x="2012" y="463"/>
                  </a:lnTo>
                  <a:close/>
                  <a:moveTo>
                    <a:pt x="2313" y="747"/>
                  </a:moveTo>
                  <a:lnTo>
                    <a:pt x="2310" y="747"/>
                  </a:lnTo>
                  <a:lnTo>
                    <a:pt x="2307" y="745"/>
                  </a:lnTo>
                  <a:lnTo>
                    <a:pt x="2303" y="741"/>
                  </a:lnTo>
                  <a:lnTo>
                    <a:pt x="2301" y="735"/>
                  </a:lnTo>
                  <a:lnTo>
                    <a:pt x="2300" y="729"/>
                  </a:lnTo>
                  <a:lnTo>
                    <a:pt x="2300" y="393"/>
                  </a:lnTo>
                  <a:lnTo>
                    <a:pt x="2300" y="373"/>
                  </a:lnTo>
                  <a:lnTo>
                    <a:pt x="2299" y="355"/>
                  </a:lnTo>
                  <a:lnTo>
                    <a:pt x="2297" y="337"/>
                  </a:lnTo>
                  <a:lnTo>
                    <a:pt x="2295" y="321"/>
                  </a:lnTo>
                  <a:lnTo>
                    <a:pt x="2292" y="307"/>
                  </a:lnTo>
                  <a:lnTo>
                    <a:pt x="2288" y="296"/>
                  </a:lnTo>
                  <a:lnTo>
                    <a:pt x="2285" y="284"/>
                  </a:lnTo>
                  <a:lnTo>
                    <a:pt x="2280" y="276"/>
                  </a:lnTo>
                  <a:lnTo>
                    <a:pt x="2275" y="266"/>
                  </a:lnTo>
                  <a:lnTo>
                    <a:pt x="2270" y="260"/>
                  </a:lnTo>
                  <a:lnTo>
                    <a:pt x="2265" y="254"/>
                  </a:lnTo>
                  <a:lnTo>
                    <a:pt x="2259" y="250"/>
                  </a:lnTo>
                  <a:lnTo>
                    <a:pt x="2252" y="246"/>
                  </a:lnTo>
                  <a:lnTo>
                    <a:pt x="2246" y="244"/>
                  </a:lnTo>
                  <a:lnTo>
                    <a:pt x="2239" y="242"/>
                  </a:lnTo>
                  <a:lnTo>
                    <a:pt x="2232" y="242"/>
                  </a:lnTo>
                  <a:lnTo>
                    <a:pt x="2222" y="242"/>
                  </a:lnTo>
                  <a:lnTo>
                    <a:pt x="2212" y="244"/>
                  </a:lnTo>
                  <a:lnTo>
                    <a:pt x="2202" y="248"/>
                  </a:lnTo>
                  <a:lnTo>
                    <a:pt x="2192" y="254"/>
                  </a:lnTo>
                  <a:lnTo>
                    <a:pt x="2182" y="260"/>
                  </a:lnTo>
                  <a:lnTo>
                    <a:pt x="2172" y="266"/>
                  </a:lnTo>
                  <a:lnTo>
                    <a:pt x="2162" y="274"/>
                  </a:lnTo>
                  <a:lnTo>
                    <a:pt x="2152" y="284"/>
                  </a:lnTo>
                  <a:lnTo>
                    <a:pt x="2152" y="729"/>
                  </a:lnTo>
                  <a:lnTo>
                    <a:pt x="2152" y="731"/>
                  </a:lnTo>
                  <a:lnTo>
                    <a:pt x="2152" y="735"/>
                  </a:lnTo>
                  <a:lnTo>
                    <a:pt x="2150" y="741"/>
                  </a:lnTo>
                  <a:lnTo>
                    <a:pt x="2147" y="745"/>
                  </a:lnTo>
                  <a:lnTo>
                    <a:pt x="2142" y="747"/>
                  </a:lnTo>
                  <a:lnTo>
                    <a:pt x="2139" y="747"/>
                  </a:lnTo>
                  <a:lnTo>
                    <a:pt x="2137" y="745"/>
                  </a:lnTo>
                  <a:lnTo>
                    <a:pt x="2133" y="741"/>
                  </a:lnTo>
                  <a:lnTo>
                    <a:pt x="2130" y="735"/>
                  </a:lnTo>
                  <a:lnTo>
                    <a:pt x="2129" y="729"/>
                  </a:lnTo>
                  <a:lnTo>
                    <a:pt x="2129" y="228"/>
                  </a:lnTo>
                  <a:lnTo>
                    <a:pt x="2129" y="224"/>
                  </a:lnTo>
                  <a:lnTo>
                    <a:pt x="2130" y="220"/>
                  </a:lnTo>
                  <a:lnTo>
                    <a:pt x="2132" y="214"/>
                  </a:lnTo>
                  <a:lnTo>
                    <a:pt x="2133" y="210"/>
                  </a:lnTo>
                  <a:lnTo>
                    <a:pt x="2135" y="210"/>
                  </a:lnTo>
                  <a:lnTo>
                    <a:pt x="2136" y="208"/>
                  </a:lnTo>
                  <a:lnTo>
                    <a:pt x="2138" y="208"/>
                  </a:lnTo>
                  <a:lnTo>
                    <a:pt x="2142" y="208"/>
                  </a:lnTo>
                  <a:lnTo>
                    <a:pt x="2144" y="208"/>
                  </a:lnTo>
                  <a:lnTo>
                    <a:pt x="2147" y="210"/>
                  </a:lnTo>
                  <a:lnTo>
                    <a:pt x="2149" y="210"/>
                  </a:lnTo>
                  <a:lnTo>
                    <a:pt x="2150" y="214"/>
                  </a:lnTo>
                  <a:lnTo>
                    <a:pt x="2151" y="216"/>
                  </a:lnTo>
                  <a:lnTo>
                    <a:pt x="2152" y="220"/>
                  </a:lnTo>
                  <a:lnTo>
                    <a:pt x="2152" y="224"/>
                  </a:lnTo>
                  <a:lnTo>
                    <a:pt x="2152" y="228"/>
                  </a:lnTo>
                  <a:lnTo>
                    <a:pt x="2152" y="244"/>
                  </a:lnTo>
                  <a:lnTo>
                    <a:pt x="2162" y="234"/>
                  </a:lnTo>
                  <a:lnTo>
                    <a:pt x="2172" y="226"/>
                  </a:lnTo>
                  <a:lnTo>
                    <a:pt x="2183" y="220"/>
                  </a:lnTo>
                  <a:lnTo>
                    <a:pt x="2193" y="214"/>
                  </a:lnTo>
                  <a:lnTo>
                    <a:pt x="2203" y="208"/>
                  </a:lnTo>
                  <a:lnTo>
                    <a:pt x="2213" y="206"/>
                  </a:lnTo>
                  <a:lnTo>
                    <a:pt x="2224" y="204"/>
                  </a:lnTo>
                  <a:lnTo>
                    <a:pt x="2234" y="202"/>
                  </a:lnTo>
                  <a:lnTo>
                    <a:pt x="2242" y="204"/>
                  </a:lnTo>
                  <a:lnTo>
                    <a:pt x="2251" y="204"/>
                  </a:lnTo>
                  <a:lnTo>
                    <a:pt x="2260" y="208"/>
                  </a:lnTo>
                  <a:lnTo>
                    <a:pt x="2268" y="212"/>
                  </a:lnTo>
                  <a:lnTo>
                    <a:pt x="2275" y="218"/>
                  </a:lnTo>
                  <a:lnTo>
                    <a:pt x="2283" y="226"/>
                  </a:lnTo>
                  <a:lnTo>
                    <a:pt x="2290" y="236"/>
                  </a:lnTo>
                  <a:lnTo>
                    <a:pt x="2296" y="246"/>
                  </a:lnTo>
                  <a:lnTo>
                    <a:pt x="2302" y="258"/>
                  </a:lnTo>
                  <a:lnTo>
                    <a:pt x="2307" y="272"/>
                  </a:lnTo>
                  <a:lnTo>
                    <a:pt x="2311" y="288"/>
                  </a:lnTo>
                  <a:lnTo>
                    <a:pt x="2313" y="296"/>
                  </a:lnTo>
                  <a:lnTo>
                    <a:pt x="2315" y="305"/>
                  </a:lnTo>
                  <a:lnTo>
                    <a:pt x="2317" y="315"/>
                  </a:lnTo>
                  <a:lnTo>
                    <a:pt x="2318" y="325"/>
                  </a:lnTo>
                  <a:lnTo>
                    <a:pt x="2320" y="345"/>
                  </a:lnTo>
                  <a:lnTo>
                    <a:pt x="2322" y="369"/>
                  </a:lnTo>
                  <a:lnTo>
                    <a:pt x="2322" y="393"/>
                  </a:lnTo>
                  <a:lnTo>
                    <a:pt x="2322" y="729"/>
                  </a:lnTo>
                  <a:lnTo>
                    <a:pt x="2322" y="731"/>
                  </a:lnTo>
                  <a:lnTo>
                    <a:pt x="2321" y="735"/>
                  </a:lnTo>
                  <a:lnTo>
                    <a:pt x="2319" y="741"/>
                  </a:lnTo>
                  <a:lnTo>
                    <a:pt x="2318" y="743"/>
                  </a:lnTo>
                  <a:lnTo>
                    <a:pt x="2316" y="745"/>
                  </a:lnTo>
                  <a:lnTo>
                    <a:pt x="2313" y="747"/>
                  </a:lnTo>
                  <a:close/>
                  <a:moveTo>
                    <a:pt x="2678" y="751"/>
                  </a:moveTo>
                  <a:lnTo>
                    <a:pt x="2665" y="753"/>
                  </a:lnTo>
                  <a:lnTo>
                    <a:pt x="2652" y="753"/>
                  </a:lnTo>
                  <a:lnTo>
                    <a:pt x="2639" y="753"/>
                  </a:lnTo>
                  <a:lnTo>
                    <a:pt x="2628" y="749"/>
                  </a:lnTo>
                  <a:lnTo>
                    <a:pt x="2623" y="745"/>
                  </a:lnTo>
                  <a:lnTo>
                    <a:pt x="2618" y="741"/>
                  </a:lnTo>
                  <a:lnTo>
                    <a:pt x="2614" y="737"/>
                  </a:lnTo>
                  <a:lnTo>
                    <a:pt x="2610" y="731"/>
                  </a:lnTo>
                  <a:lnTo>
                    <a:pt x="2606" y="725"/>
                  </a:lnTo>
                  <a:lnTo>
                    <a:pt x="2603" y="717"/>
                  </a:lnTo>
                  <a:lnTo>
                    <a:pt x="2601" y="709"/>
                  </a:lnTo>
                  <a:lnTo>
                    <a:pt x="2599" y="699"/>
                  </a:lnTo>
                  <a:lnTo>
                    <a:pt x="2597" y="687"/>
                  </a:lnTo>
                  <a:lnTo>
                    <a:pt x="2596" y="675"/>
                  </a:lnTo>
                  <a:lnTo>
                    <a:pt x="2595" y="659"/>
                  </a:lnTo>
                  <a:lnTo>
                    <a:pt x="2595" y="645"/>
                  </a:lnTo>
                  <a:lnTo>
                    <a:pt x="2595" y="248"/>
                  </a:lnTo>
                  <a:lnTo>
                    <a:pt x="2545" y="248"/>
                  </a:lnTo>
                  <a:lnTo>
                    <a:pt x="2541" y="248"/>
                  </a:lnTo>
                  <a:lnTo>
                    <a:pt x="2540" y="246"/>
                  </a:lnTo>
                  <a:lnTo>
                    <a:pt x="2538" y="244"/>
                  </a:lnTo>
                  <a:lnTo>
                    <a:pt x="2536" y="240"/>
                  </a:lnTo>
                  <a:lnTo>
                    <a:pt x="2536" y="236"/>
                  </a:lnTo>
                  <a:lnTo>
                    <a:pt x="2535" y="232"/>
                  </a:lnTo>
                  <a:lnTo>
                    <a:pt x="2535" y="222"/>
                  </a:lnTo>
                  <a:lnTo>
                    <a:pt x="2536" y="220"/>
                  </a:lnTo>
                  <a:lnTo>
                    <a:pt x="2536" y="216"/>
                  </a:lnTo>
                  <a:lnTo>
                    <a:pt x="2537" y="214"/>
                  </a:lnTo>
                  <a:lnTo>
                    <a:pt x="2538" y="212"/>
                  </a:lnTo>
                  <a:lnTo>
                    <a:pt x="2540" y="210"/>
                  </a:lnTo>
                  <a:lnTo>
                    <a:pt x="2541" y="208"/>
                  </a:lnTo>
                  <a:lnTo>
                    <a:pt x="2545" y="208"/>
                  </a:lnTo>
                  <a:lnTo>
                    <a:pt x="2595" y="208"/>
                  </a:lnTo>
                  <a:lnTo>
                    <a:pt x="2595" y="104"/>
                  </a:lnTo>
                  <a:lnTo>
                    <a:pt x="2595" y="96"/>
                  </a:lnTo>
                  <a:lnTo>
                    <a:pt x="2596" y="94"/>
                  </a:lnTo>
                  <a:lnTo>
                    <a:pt x="2597" y="90"/>
                  </a:lnTo>
                  <a:lnTo>
                    <a:pt x="2598" y="88"/>
                  </a:lnTo>
                  <a:lnTo>
                    <a:pt x="2600" y="86"/>
                  </a:lnTo>
                  <a:lnTo>
                    <a:pt x="2602" y="86"/>
                  </a:lnTo>
                  <a:lnTo>
                    <a:pt x="2603" y="84"/>
                  </a:lnTo>
                  <a:lnTo>
                    <a:pt x="2609" y="84"/>
                  </a:lnTo>
                  <a:lnTo>
                    <a:pt x="2612" y="86"/>
                  </a:lnTo>
                  <a:lnTo>
                    <a:pt x="2615" y="90"/>
                  </a:lnTo>
                  <a:lnTo>
                    <a:pt x="2617" y="96"/>
                  </a:lnTo>
                  <a:lnTo>
                    <a:pt x="2617" y="104"/>
                  </a:lnTo>
                  <a:lnTo>
                    <a:pt x="2617" y="208"/>
                  </a:lnTo>
                  <a:lnTo>
                    <a:pt x="2677" y="208"/>
                  </a:lnTo>
                  <a:lnTo>
                    <a:pt x="2681" y="208"/>
                  </a:lnTo>
                  <a:lnTo>
                    <a:pt x="2682" y="210"/>
                  </a:lnTo>
                  <a:lnTo>
                    <a:pt x="2684" y="212"/>
                  </a:lnTo>
                  <a:lnTo>
                    <a:pt x="2686" y="216"/>
                  </a:lnTo>
                  <a:lnTo>
                    <a:pt x="2686" y="220"/>
                  </a:lnTo>
                  <a:lnTo>
                    <a:pt x="2687" y="222"/>
                  </a:lnTo>
                  <a:lnTo>
                    <a:pt x="2687" y="232"/>
                  </a:lnTo>
                  <a:lnTo>
                    <a:pt x="2686" y="236"/>
                  </a:lnTo>
                  <a:lnTo>
                    <a:pt x="2686" y="240"/>
                  </a:lnTo>
                  <a:lnTo>
                    <a:pt x="2684" y="244"/>
                  </a:lnTo>
                  <a:lnTo>
                    <a:pt x="2682" y="246"/>
                  </a:lnTo>
                  <a:lnTo>
                    <a:pt x="2681" y="248"/>
                  </a:lnTo>
                  <a:lnTo>
                    <a:pt x="2677" y="248"/>
                  </a:lnTo>
                  <a:lnTo>
                    <a:pt x="2617" y="248"/>
                  </a:lnTo>
                  <a:lnTo>
                    <a:pt x="2617" y="645"/>
                  </a:lnTo>
                  <a:lnTo>
                    <a:pt x="2618" y="665"/>
                  </a:lnTo>
                  <a:lnTo>
                    <a:pt x="2619" y="681"/>
                  </a:lnTo>
                  <a:lnTo>
                    <a:pt x="2622" y="693"/>
                  </a:lnTo>
                  <a:lnTo>
                    <a:pt x="2624" y="697"/>
                  </a:lnTo>
                  <a:lnTo>
                    <a:pt x="2626" y="701"/>
                  </a:lnTo>
                  <a:lnTo>
                    <a:pt x="2628" y="705"/>
                  </a:lnTo>
                  <a:lnTo>
                    <a:pt x="2631" y="707"/>
                  </a:lnTo>
                  <a:lnTo>
                    <a:pt x="2634" y="711"/>
                  </a:lnTo>
                  <a:lnTo>
                    <a:pt x="2637" y="711"/>
                  </a:lnTo>
                  <a:lnTo>
                    <a:pt x="2644" y="713"/>
                  </a:lnTo>
                  <a:lnTo>
                    <a:pt x="2652" y="713"/>
                  </a:lnTo>
                  <a:lnTo>
                    <a:pt x="2676" y="713"/>
                  </a:lnTo>
                  <a:lnTo>
                    <a:pt x="2681" y="715"/>
                  </a:lnTo>
                  <a:lnTo>
                    <a:pt x="2684" y="717"/>
                  </a:lnTo>
                  <a:lnTo>
                    <a:pt x="2685" y="719"/>
                  </a:lnTo>
                  <a:lnTo>
                    <a:pt x="2686" y="723"/>
                  </a:lnTo>
                  <a:lnTo>
                    <a:pt x="2686" y="725"/>
                  </a:lnTo>
                  <a:lnTo>
                    <a:pt x="2687" y="729"/>
                  </a:lnTo>
                  <a:lnTo>
                    <a:pt x="2686" y="737"/>
                  </a:lnTo>
                  <a:lnTo>
                    <a:pt x="2685" y="743"/>
                  </a:lnTo>
                  <a:lnTo>
                    <a:pt x="2684" y="747"/>
                  </a:lnTo>
                  <a:lnTo>
                    <a:pt x="2682" y="747"/>
                  </a:lnTo>
                  <a:lnTo>
                    <a:pt x="2678" y="751"/>
                  </a:lnTo>
                  <a:close/>
                  <a:moveTo>
                    <a:pt x="2945" y="753"/>
                  </a:moveTo>
                  <a:lnTo>
                    <a:pt x="2940" y="753"/>
                  </a:lnTo>
                  <a:lnTo>
                    <a:pt x="2937" y="751"/>
                  </a:lnTo>
                  <a:lnTo>
                    <a:pt x="2934" y="747"/>
                  </a:lnTo>
                  <a:lnTo>
                    <a:pt x="2933" y="741"/>
                  </a:lnTo>
                  <a:lnTo>
                    <a:pt x="2932" y="735"/>
                  </a:lnTo>
                  <a:lnTo>
                    <a:pt x="2932" y="395"/>
                  </a:lnTo>
                  <a:lnTo>
                    <a:pt x="2932" y="377"/>
                  </a:lnTo>
                  <a:lnTo>
                    <a:pt x="2931" y="359"/>
                  </a:lnTo>
                  <a:lnTo>
                    <a:pt x="2930" y="343"/>
                  </a:lnTo>
                  <a:lnTo>
                    <a:pt x="2928" y="329"/>
                  </a:lnTo>
                  <a:lnTo>
                    <a:pt x="2926" y="315"/>
                  </a:lnTo>
                  <a:lnTo>
                    <a:pt x="2923" y="303"/>
                  </a:lnTo>
                  <a:lnTo>
                    <a:pt x="2919" y="292"/>
                  </a:lnTo>
                  <a:lnTo>
                    <a:pt x="2915" y="282"/>
                  </a:lnTo>
                  <a:lnTo>
                    <a:pt x="2913" y="276"/>
                  </a:lnTo>
                  <a:lnTo>
                    <a:pt x="2910" y="272"/>
                  </a:lnTo>
                  <a:lnTo>
                    <a:pt x="2905" y="264"/>
                  </a:lnTo>
                  <a:lnTo>
                    <a:pt x="2899" y="258"/>
                  </a:lnTo>
                  <a:lnTo>
                    <a:pt x="2892" y="252"/>
                  </a:lnTo>
                  <a:lnTo>
                    <a:pt x="2885" y="248"/>
                  </a:lnTo>
                  <a:lnTo>
                    <a:pt x="2881" y="246"/>
                  </a:lnTo>
                  <a:lnTo>
                    <a:pt x="2876" y="244"/>
                  </a:lnTo>
                  <a:lnTo>
                    <a:pt x="2867" y="242"/>
                  </a:lnTo>
                  <a:lnTo>
                    <a:pt x="2858" y="242"/>
                  </a:lnTo>
                  <a:lnTo>
                    <a:pt x="2841" y="244"/>
                  </a:lnTo>
                  <a:lnTo>
                    <a:pt x="2823" y="246"/>
                  </a:lnTo>
                  <a:lnTo>
                    <a:pt x="2804" y="252"/>
                  </a:lnTo>
                  <a:lnTo>
                    <a:pt x="2796" y="256"/>
                  </a:lnTo>
                  <a:lnTo>
                    <a:pt x="2789" y="260"/>
                  </a:lnTo>
                  <a:lnTo>
                    <a:pt x="2789" y="735"/>
                  </a:lnTo>
                  <a:lnTo>
                    <a:pt x="2789" y="737"/>
                  </a:lnTo>
                  <a:lnTo>
                    <a:pt x="2788" y="741"/>
                  </a:lnTo>
                  <a:lnTo>
                    <a:pt x="2786" y="747"/>
                  </a:lnTo>
                  <a:lnTo>
                    <a:pt x="2785" y="749"/>
                  </a:lnTo>
                  <a:lnTo>
                    <a:pt x="2784" y="751"/>
                  </a:lnTo>
                  <a:lnTo>
                    <a:pt x="2780" y="753"/>
                  </a:lnTo>
                  <a:lnTo>
                    <a:pt x="2775" y="753"/>
                  </a:lnTo>
                  <a:lnTo>
                    <a:pt x="2772" y="751"/>
                  </a:lnTo>
                  <a:lnTo>
                    <a:pt x="2769" y="747"/>
                  </a:lnTo>
                  <a:lnTo>
                    <a:pt x="2767" y="741"/>
                  </a:lnTo>
                  <a:lnTo>
                    <a:pt x="2767" y="735"/>
                  </a:lnTo>
                  <a:lnTo>
                    <a:pt x="2767" y="20"/>
                  </a:lnTo>
                  <a:lnTo>
                    <a:pt x="2767" y="16"/>
                  </a:lnTo>
                  <a:lnTo>
                    <a:pt x="2767" y="12"/>
                  </a:lnTo>
                  <a:lnTo>
                    <a:pt x="2769" y="6"/>
                  </a:lnTo>
                  <a:lnTo>
                    <a:pt x="2770" y="4"/>
                  </a:lnTo>
                  <a:lnTo>
                    <a:pt x="2772" y="2"/>
                  </a:lnTo>
                  <a:lnTo>
                    <a:pt x="2775" y="0"/>
                  </a:lnTo>
                  <a:lnTo>
                    <a:pt x="2780" y="0"/>
                  </a:lnTo>
                  <a:lnTo>
                    <a:pt x="2784" y="2"/>
                  </a:lnTo>
                  <a:lnTo>
                    <a:pt x="2786" y="6"/>
                  </a:lnTo>
                  <a:lnTo>
                    <a:pt x="2788" y="12"/>
                  </a:lnTo>
                  <a:lnTo>
                    <a:pt x="2789" y="20"/>
                  </a:lnTo>
                  <a:lnTo>
                    <a:pt x="2789" y="220"/>
                  </a:lnTo>
                  <a:lnTo>
                    <a:pt x="2804" y="214"/>
                  </a:lnTo>
                  <a:lnTo>
                    <a:pt x="2823" y="208"/>
                  </a:lnTo>
                  <a:lnTo>
                    <a:pt x="2840" y="204"/>
                  </a:lnTo>
                  <a:lnTo>
                    <a:pt x="2858" y="202"/>
                  </a:lnTo>
                  <a:lnTo>
                    <a:pt x="2870" y="204"/>
                  </a:lnTo>
                  <a:lnTo>
                    <a:pt x="2882" y="206"/>
                  </a:lnTo>
                  <a:lnTo>
                    <a:pt x="2887" y="208"/>
                  </a:lnTo>
                  <a:lnTo>
                    <a:pt x="2892" y="210"/>
                  </a:lnTo>
                  <a:lnTo>
                    <a:pt x="2902" y="216"/>
                  </a:lnTo>
                  <a:lnTo>
                    <a:pt x="2911" y="224"/>
                  </a:lnTo>
                  <a:lnTo>
                    <a:pt x="2915" y="230"/>
                  </a:lnTo>
                  <a:lnTo>
                    <a:pt x="2919" y="234"/>
                  </a:lnTo>
                  <a:lnTo>
                    <a:pt x="2926" y="244"/>
                  </a:lnTo>
                  <a:lnTo>
                    <a:pt x="2932" y="256"/>
                  </a:lnTo>
                  <a:lnTo>
                    <a:pt x="2937" y="270"/>
                  </a:lnTo>
                  <a:lnTo>
                    <a:pt x="2940" y="278"/>
                  </a:lnTo>
                  <a:lnTo>
                    <a:pt x="2942" y="286"/>
                  </a:lnTo>
                  <a:lnTo>
                    <a:pt x="2944" y="292"/>
                  </a:lnTo>
                  <a:lnTo>
                    <a:pt x="2946" y="300"/>
                  </a:lnTo>
                  <a:lnTo>
                    <a:pt x="2947" y="309"/>
                  </a:lnTo>
                  <a:lnTo>
                    <a:pt x="2949" y="317"/>
                  </a:lnTo>
                  <a:lnTo>
                    <a:pt x="2951" y="335"/>
                  </a:lnTo>
                  <a:lnTo>
                    <a:pt x="2952" y="345"/>
                  </a:lnTo>
                  <a:lnTo>
                    <a:pt x="2953" y="355"/>
                  </a:lnTo>
                  <a:lnTo>
                    <a:pt x="2953" y="375"/>
                  </a:lnTo>
                  <a:lnTo>
                    <a:pt x="2954" y="395"/>
                  </a:lnTo>
                  <a:lnTo>
                    <a:pt x="2954" y="735"/>
                  </a:lnTo>
                  <a:lnTo>
                    <a:pt x="2953" y="741"/>
                  </a:lnTo>
                  <a:lnTo>
                    <a:pt x="2953" y="745"/>
                  </a:lnTo>
                  <a:lnTo>
                    <a:pt x="2952" y="747"/>
                  </a:lnTo>
                  <a:lnTo>
                    <a:pt x="2950" y="749"/>
                  </a:lnTo>
                  <a:lnTo>
                    <a:pt x="2949" y="751"/>
                  </a:lnTo>
                  <a:lnTo>
                    <a:pt x="2947" y="753"/>
                  </a:lnTo>
                  <a:lnTo>
                    <a:pt x="2945" y="753"/>
                  </a:lnTo>
                  <a:close/>
                  <a:moveTo>
                    <a:pt x="3232" y="487"/>
                  </a:moveTo>
                  <a:lnTo>
                    <a:pt x="3061" y="487"/>
                  </a:lnTo>
                  <a:lnTo>
                    <a:pt x="3061" y="509"/>
                  </a:lnTo>
                  <a:lnTo>
                    <a:pt x="3061" y="539"/>
                  </a:lnTo>
                  <a:lnTo>
                    <a:pt x="3062" y="553"/>
                  </a:lnTo>
                  <a:lnTo>
                    <a:pt x="3063" y="565"/>
                  </a:lnTo>
                  <a:lnTo>
                    <a:pt x="3064" y="579"/>
                  </a:lnTo>
                  <a:lnTo>
                    <a:pt x="3065" y="591"/>
                  </a:lnTo>
                  <a:lnTo>
                    <a:pt x="3068" y="613"/>
                  </a:lnTo>
                  <a:lnTo>
                    <a:pt x="3072" y="631"/>
                  </a:lnTo>
                  <a:lnTo>
                    <a:pt x="3077" y="647"/>
                  </a:lnTo>
                  <a:lnTo>
                    <a:pt x="3082" y="663"/>
                  </a:lnTo>
                  <a:lnTo>
                    <a:pt x="3085" y="669"/>
                  </a:lnTo>
                  <a:lnTo>
                    <a:pt x="3088" y="675"/>
                  </a:lnTo>
                  <a:lnTo>
                    <a:pt x="3091" y="681"/>
                  </a:lnTo>
                  <a:lnTo>
                    <a:pt x="3094" y="685"/>
                  </a:lnTo>
                  <a:lnTo>
                    <a:pt x="3101" y="693"/>
                  </a:lnTo>
                  <a:lnTo>
                    <a:pt x="3109" y="701"/>
                  </a:lnTo>
                  <a:lnTo>
                    <a:pt x="3117" y="705"/>
                  </a:lnTo>
                  <a:lnTo>
                    <a:pt x="3125" y="709"/>
                  </a:lnTo>
                  <a:lnTo>
                    <a:pt x="3134" y="713"/>
                  </a:lnTo>
                  <a:lnTo>
                    <a:pt x="3143" y="713"/>
                  </a:lnTo>
                  <a:lnTo>
                    <a:pt x="3153" y="713"/>
                  </a:lnTo>
                  <a:lnTo>
                    <a:pt x="3171" y="713"/>
                  </a:lnTo>
                  <a:lnTo>
                    <a:pt x="3189" y="709"/>
                  </a:lnTo>
                  <a:lnTo>
                    <a:pt x="3209" y="703"/>
                  </a:lnTo>
                  <a:lnTo>
                    <a:pt x="3228" y="697"/>
                  </a:lnTo>
                  <a:lnTo>
                    <a:pt x="3229" y="697"/>
                  </a:lnTo>
                  <a:lnTo>
                    <a:pt x="3231" y="697"/>
                  </a:lnTo>
                  <a:lnTo>
                    <a:pt x="3235" y="697"/>
                  </a:lnTo>
                  <a:lnTo>
                    <a:pt x="3236" y="699"/>
                  </a:lnTo>
                  <a:lnTo>
                    <a:pt x="3237" y="703"/>
                  </a:lnTo>
                  <a:lnTo>
                    <a:pt x="3238" y="705"/>
                  </a:lnTo>
                  <a:lnTo>
                    <a:pt x="3238" y="709"/>
                  </a:lnTo>
                  <a:lnTo>
                    <a:pt x="3238" y="721"/>
                  </a:lnTo>
                  <a:lnTo>
                    <a:pt x="3237" y="725"/>
                  </a:lnTo>
                  <a:lnTo>
                    <a:pt x="3236" y="729"/>
                  </a:lnTo>
                  <a:lnTo>
                    <a:pt x="3235" y="731"/>
                  </a:lnTo>
                  <a:lnTo>
                    <a:pt x="3233" y="733"/>
                  </a:lnTo>
                  <a:lnTo>
                    <a:pt x="3229" y="737"/>
                  </a:lnTo>
                  <a:lnTo>
                    <a:pt x="3210" y="743"/>
                  </a:lnTo>
                  <a:lnTo>
                    <a:pt x="3190" y="749"/>
                  </a:lnTo>
                  <a:lnTo>
                    <a:pt x="3171" y="751"/>
                  </a:lnTo>
                  <a:lnTo>
                    <a:pt x="3153" y="753"/>
                  </a:lnTo>
                  <a:lnTo>
                    <a:pt x="3141" y="753"/>
                  </a:lnTo>
                  <a:lnTo>
                    <a:pt x="3129" y="751"/>
                  </a:lnTo>
                  <a:lnTo>
                    <a:pt x="3118" y="747"/>
                  </a:lnTo>
                  <a:lnTo>
                    <a:pt x="3108" y="741"/>
                  </a:lnTo>
                  <a:lnTo>
                    <a:pt x="3098" y="735"/>
                  </a:lnTo>
                  <a:lnTo>
                    <a:pt x="3093" y="731"/>
                  </a:lnTo>
                  <a:lnTo>
                    <a:pt x="3089" y="727"/>
                  </a:lnTo>
                  <a:lnTo>
                    <a:pt x="3080" y="715"/>
                  </a:lnTo>
                  <a:lnTo>
                    <a:pt x="3072" y="703"/>
                  </a:lnTo>
                  <a:lnTo>
                    <a:pt x="3068" y="695"/>
                  </a:lnTo>
                  <a:lnTo>
                    <a:pt x="3065" y="687"/>
                  </a:lnTo>
                  <a:lnTo>
                    <a:pt x="3058" y="669"/>
                  </a:lnTo>
                  <a:lnTo>
                    <a:pt x="3053" y="649"/>
                  </a:lnTo>
                  <a:lnTo>
                    <a:pt x="3048" y="627"/>
                  </a:lnTo>
                  <a:lnTo>
                    <a:pt x="3046" y="615"/>
                  </a:lnTo>
                  <a:lnTo>
                    <a:pt x="3044" y="601"/>
                  </a:lnTo>
                  <a:lnTo>
                    <a:pt x="3041" y="573"/>
                  </a:lnTo>
                  <a:lnTo>
                    <a:pt x="3039" y="543"/>
                  </a:lnTo>
                  <a:lnTo>
                    <a:pt x="3039" y="527"/>
                  </a:lnTo>
                  <a:lnTo>
                    <a:pt x="3039" y="509"/>
                  </a:lnTo>
                  <a:lnTo>
                    <a:pt x="3039" y="443"/>
                  </a:lnTo>
                  <a:lnTo>
                    <a:pt x="3039" y="417"/>
                  </a:lnTo>
                  <a:lnTo>
                    <a:pt x="3040" y="391"/>
                  </a:lnTo>
                  <a:lnTo>
                    <a:pt x="3043" y="369"/>
                  </a:lnTo>
                  <a:lnTo>
                    <a:pt x="3045" y="345"/>
                  </a:lnTo>
                  <a:lnTo>
                    <a:pt x="3047" y="335"/>
                  </a:lnTo>
                  <a:lnTo>
                    <a:pt x="3049" y="325"/>
                  </a:lnTo>
                  <a:lnTo>
                    <a:pt x="3051" y="315"/>
                  </a:lnTo>
                  <a:lnTo>
                    <a:pt x="3053" y="305"/>
                  </a:lnTo>
                  <a:lnTo>
                    <a:pt x="3056" y="296"/>
                  </a:lnTo>
                  <a:lnTo>
                    <a:pt x="3059" y="288"/>
                  </a:lnTo>
                  <a:lnTo>
                    <a:pt x="3065" y="270"/>
                  </a:lnTo>
                  <a:lnTo>
                    <a:pt x="3072" y="256"/>
                  </a:lnTo>
                  <a:lnTo>
                    <a:pt x="3079" y="242"/>
                  </a:lnTo>
                  <a:lnTo>
                    <a:pt x="3087" y="230"/>
                  </a:lnTo>
                  <a:lnTo>
                    <a:pt x="3097" y="220"/>
                  </a:lnTo>
                  <a:lnTo>
                    <a:pt x="3106" y="212"/>
                  </a:lnTo>
                  <a:lnTo>
                    <a:pt x="3117" y="208"/>
                  </a:lnTo>
                  <a:lnTo>
                    <a:pt x="3128" y="204"/>
                  </a:lnTo>
                  <a:lnTo>
                    <a:pt x="3134" y="202"/>
                  </a:lnTo>
                  <a:lnTo>
                    <a:pt x="3141" y="202"/>
                  </a:lnTo>
                  <a:lnTo>
                    <a:pt x="3154" y="204"/>
                  </a:lnTo>
                  <a:lnTo>
                    <a:pt x="3160" y="204"/>
                  </a:lnTo>
                  <a:lnTo>
                    <a:pt x="3166" y="206"/>
                  </a:lnTo>
                  <a:lnTo>
                    <a:pt x="3177" y="212"/>
                  </a:lnTo>
                  <a:lnTo>
                    <a:pt x="3182" y="216"/>
                  </a:lnTo>
                  <a:lnTo>
                    <a:pt x="3186" y="220"/>
                  </a:lnTo>
                  <a:lnTo>
                    <a:pt x="3196" y="230"/>
                  </a:lnTo>
                  <a:lnTo>
                    <a:pt x="3204" y="240"/>
                  </a:lnTo>
                  <a:lnTo>
                    <a:pt x="3211" y="254"/>
                  </a:lnTo>
                  <a:lnTo>
                    <a:pt x="3214" y="260"/>
                  </a:lnTo>
                  <a:lnTo>
                    <a:pt x="3218" y="268"/>
                  </a:lnTo>
                  <a:lnTo>
                    <a:pt x="3223" y="286"/>
                  </a:lnTo>
                  <a:lnTo>
                    <a:pt x="3228" y="303"/>
                  </a:lnTo>
                  <a:lnTo>
                    <a:pt x="3232" y="323"/>
                  </a:lnTo>
                  <a:lnTo>
                    <a:pt x="3236" y="343"/>
                  </a:lnTo>
                  <a:lnTo>
                    <a:pt x="3238" y="365"/>
                  </a:lnTo>
                  <a:lnTo>
                    <a:pt x="3240" y="389"/>
                  </a:lnTo>
                  <a:lnTo>
                    <a:pt x="3241" y="415"/>
                  </a:lnTo>
                  <a:lnTo>
                    <a:pt x="3242" y="441"/>
                  </a:lnTo>
                  <a:lnTo>
                    <a:pt x="3242" y="469"/>
                  </a:lnTo>
                  <a:lnTo>
                    <a:pt x="3241" y="473"/>
                  </a:lnTo>
                  <a:lnTo>
                    <a:pt x="3241" y="475"/>
                  </a:lnTo>
                  <a:lnTo>
                    <a:pt x="3239" y="483"/>
                  </a:lnTo>
                  <a:lnTo>
                    <a:pt x="3236" y="487"/>
                  </a:lnTo>
                  <a:lnTo>
                    <a:pt x="3232" y="487"/>
                  </a:lnTo>
                  <a:close/>
                  <a:moveTo>
                    <a:pt x="3220" y="441"/>
                  </a:moveTo>
                  <a:lnTo>
                    <a:pt x="3219" y="417"/>
                  </a:lnTo>
                  <a:lnTo>
                    <a:pt x="3219" y="397"/>
                  </a:lnTo>
                  <a:lnTo>
                    <a:pt x="3217" y="375"/>
                  </a:lnTo>
                  <a:lnTo>
                    <a:pt x="3215" y="357"/>
                  </a:lnTo>
                  <a:lnTo>
                    <a:pt x="3213" y="339"/>
                  </a:lnTo>
                  <a:lnTo>
                    <a:pt x="3210" y="321"/>
                  </a:lnTo>
                  <a:lnTo>
                    <a:pt x="3208" y="315"/>
                  </a:lnTo>
                  <a:lnTo>
                    <a:pt x="3206" y="307"/>
                  </a:lnTo>
                  <a:lnTo>
                    <a:pt x="3202" y="294"/>
                  </a:lnTo>
                  <a:lnTo>
                    <a:pt x="3199" y="288"/>
                  </a:lnTo>
                  <a:lnTo>
                    <a:pt x="3197" y="282"/>
                  </a:lnTo>
                  <a:lnTo>
                    <a:pt x="3194" y="276"/>
                  </a:lnTo>
                  <a:lnTo>
                    <a:pt x="3191" y="272"/>
                  </a:lnTo>
                  <a:lnTo>
                    <a:pt x="3188" y="266"/>
                  </a:lnTo>
                  <a:lnTo>
                    <a:pt x="3185" y="262"/>
                  </a:lnTo>
                  <a:lnTo>
                    <a:pt x="3178" y="256"/>
                  </a:lnTo>
                  <a:lnTo>
                    <a:pt x="3170" y="250"/>
                  </a:lnTo>
                  <a:lnTo>
                    <a:pt x="3161" y="246"/>
                  </a:lnTo>
                  <a:lnTo>
                    <a:pt x="3152" y="242"/>
                  </a:lnTo>
                  <a:lnTo>
                    <a:pt x="3141" y="242"/>
                  </a:lnTo>
                  <a:lnTo>
                    <a:pt x="3130" y="242"/>
                  </a:lnTo>
                  <a:lnTo>
                    <a:pt x="3126" y="244"/>
                  </a:lnTo>
                  <a:lnTo>
                    <a:pt x="3121" y="246"/>
                  </a:lnTo>
                  <a:lnTo>
                    <a:pt x="3112" y="250"/>
                  </a:lnTo>
                  <a:lnTo>
                    <a:pt x="3105" y="256"/>
                  </a:lnTo>
                  <a:lnTo>
                    <a:pt x="3097" y="264"/>
                  </a:lnTo>
                  <a:lnTo>
                    <a:pt x="3091" y="274"/>
                  </a:lnTo>
                  <a:lnTo>
                    <a:pt x="3085" y="284"/>
                  </a:lnTo>
                  <a:lnTo>
                    <a:pt x="3080" y="298"/>
                  </a:lnTo>
                  <a:lnTo>
                    <a:pt x="3075" y="311"/>
                  </a:lnTo>
                  <a:lnTo>
                    <a:pt x="3073" y="317"/>
                  </a:lnTo>
                  <a:lnTo>
                    <a:pt x="3071" y="325"/>
                  </a:lnTo>
                  <a:lnTo>
                    <a:pt x="3068" y="343"/>
                  </a:lnTo>
                  <a:lnTo>
                    <a:pt x="3066" y="361"/>
                  </a:lnTo>
                  <a:lnTo>
                    <a:pt x="3064" y="379"/>
                  </a:lnTo>
                  <a:lnTo>
                    <a:pt x="3062" y="399"/>
                  </a:lnTo>
                  <a:lnTo>
                    <a:pt x="3061" y="421"/>
                  </a:lnTo>
                  <a:lnTo>
                    <a:pt x="3061" y="443"/>
                  </a:lnTo>
                  <a:lnTo>
                    <a:pt x="3220" y="447"/>
                  </a:lnTo>
                  <a:lnTo>
                    <a:pt x="3220" y="441"/>
                  </a:lnTo>
                  <a:close/>
                  <a:moveTo>
                    <a:pt x="3726" y="699"/>
                  </a:moveTo>
                  <a:lnTo>
                    <a:pt x="3724" y="713"/>
                  </a:lnTo>
                  <a:lnTo>
                    <a:pt x="3722" y="723"/>
                  </a:lnTo>
                  <a:lnTo>
                    <a:pt x="3720" y="733"/>
                  </a:lnTo>
                  <a:lnTo>
                    <a:pt x="3718" y="737"/>
                  </a:lnTo>
                  <a:lnTo>
                    <a:pt x="3717" y="741"/>
                  </a:lnTo>
                  <a:lnTo>
                    <a:pt x="3714" y="747"/>
                  </a:lnTo>
                  <a:lnTo>
                    <a:pt x="3710" y="751"/>
                  </a:lnTo>
                  <a:lnTo>
                    <a:pt x="3705" y="753"/>
                  </a:lnTo>
                  <a:lnTo>
                    <a:pt x="3700" y="753"/>
                  </a:lnTo>
                  <a:lnTo>
                    <a:pt x="3694" y="753"/>
                  </a:lnTo>
                  <a:lnTo>
                    <a:pt x="3692" y="751"/>
                  </a:lnTo>
                  <a:lnTo>
                    <a:pt x="3690" y="749"/>
                  </a:lnTo>
                  <a:lnTo>
                    <a:pt x="3688" y="747"/>
                  </a:lnTo>
                  <a:lnTo>
                    <a:pt x="3686" y="745"/>
                  </a:lnTo>
                  <a:lnTo>
                    <a:pt x="3684" y="741"/>
                  </a:lnTo>
                  <a:lnTo>
                    <a:pt x="3683" y="739"/>
                  </a:lnTo>
                  <a:lnTo>
                    <a:pt x="3680" y="731"/>
                  </a:lnTo>
                  <a:lnTo>
                    <a:pt x="3678" y="721"/>
                  </a:lnTo>
                  <a:lnTo>
                    <a:pt x="3676" y="709"/>
                  </a:lnTo>
                  <a:lnTo>
                    <a:pt x="3674" y="695"/>
                  </a:lnTo>
                  <a:lnTo>
                    <a:pt x="3621" y="313"/>
                  </a:lnTo>
                  <a:lnTo>
                    <a:pt x="3619" y="305"/>
                  </a:lnTo>
                  <a:lnTo>
                    <a:pt x="3618" y="305"/>
                  </a:lnTo>
                  <a:lnTo>
                    <a:pt x="3617" y="305"/>
                  </a:lnTo>
                  <a:lnTo>
                    <a:pt x="3615" y="305"/>
                  </a:lnTo>
                  <a:lnTo>
                    <a:pt x="3614" y="313"/>
                  </a:lnTo>
                  <a:lnTo>
                    <a:pt x="3560" y="695"/>
                  </a:lnTo>
                  <a:lnTo>
                    <a:pt x="3556" y="721"/>
                  </a:lnTo>
                  <a:lnTo>
                    <a:pt x="3554" y="731"/>
                  </a:lnTo>
                  <a:lnTo>
                    <a:pt x="3552" y="739"/>
                  </a:lnTo>
                  <a:lnTo>
                    <a:pt x="3548" y="745"/>
                  </a:lnTo>
                  <a:lnTo>
                    <a:pt x="3545" y="749"/>
                  </a:lnTo>
                  <a:lnTo>
                    <a:pt x="3540" y="753"/>
                  </a:lnTo>
                  <a:lnTo>
                    <a:pt x="3535" y="753"/>
                  </a:lnTo>
                  <a:lnTo>
                    <a:pt x="3529" y="753"/>
                  </a:lnTo>
                  <a:lnTo>
                    <a:pt x="3525" y="751"/>
                  </a:lnTo>
                  <a:lnTo>
                    <a:pt x="3521" y="747"/>
                  </a:lnTo>
                  <a:lnTo>
                    <a:pt x="3517" y="741"/>
                  </a:lnTo>
                  <a:lnTo>
                    <a:pt x="3516" y="737"/>
                  </a:lnTo>
                  <a:lnTo>
                    <a:pt x="3515" y="733"/>
                  </a:lnTo>
                  <a:lnTo>
                    <a:pt x="3513" y="729"/>
                  </a:lnTo>
                  <a:lnTo>
                    <a:pt x="3512" y="723"/>
                  </a:lnTo>
                  <a:lnTo>
                    <a:pt x="3510" y="713"/>
                  </a:lnTo>
                  <a:lnTo>
                    <a:pt x="3508" y="699"/>
                  </a:lnTo>
                  <a:lnTo>
                    <a:pt x="3452" y="232"/>
                  </a:lnTo>
                  <a:lnTo>
                    <a:pt x="3452" y="228"/>
                  </a:lnTo>
                  <a:lnTo>
                    <a:pt x="3452" y="222"/>
                  </a:lnTo>
                  <a:lnTo>
                    <a:pt x="3452" y="218"/>
                  </a:lnTo>
                  <a:lnTo>
                    <a:pt x="3453" y="216"/>
                  </a:lnTo>
                  <a:lnTo>
                    <a:pt x="3454" y="212"/>
                  </a:lnTo>
                  <a:lnTo>
                    <a:pt x="3456" y="210"/>
                  </a:lnTo>
                  <a:lnTo>
                    <a:pt x="3458" y="208"/>
                  </a:lnTo>
                  <a:lnTo>
                    <a:pt x="3461" y="208"/>
                  </a:lnTo>
                  <a:lnTo>
                    <a:pt x="3467" y="208"/>
                  </a:lnTo>
                  <a:lnTo>
                    <a:pt x="3470" y="212"/>
                  </a:lnTo>
                  <a:lnTo>
                    <a:pt x="3471" y="216"/>
                  </a:lnTo>
                  <a:lnTo>
                    <a:pt x="3472" y="222"/>
                  </a:lnTo>
                  <a:lnTo>
                    <a:pt x="3528" y="689"/>
                  </a:lnTo>
                  <a:lnTo>
                    <a:pt x="3530" y="703"/>
                  </a:lnTo>
                  <a:lnTo>
                    <a:pt x="3531" y="711"/>
                  </a:lnTo>
                  <a:lnTo>
                    <a:pt x="3533" y="713"/>
                  </a:lnTo>
                  <a:lnTo>
                    <a:pt x="3535" y="713"/>
                  </a:lnTo>
                  <a:lnTo>
                    <a:pt x="3536" y="713"/>
                  </a:lnTo>
                  <a:lnTo>
                    <a:pt x="3538" y="709"/>
                  </a:lnTo>
                  <a:lnTo>
                    <a:pt x="3539" y="703"/>
                  </a:lnTo>
                  <a:lnTo>
                    <a:pt x="3541" y="689"/>
                  </a:lnTo>
                  <a:lnTo>
                    <a:pt x="3596" y="301"/>
                  </a:lnTo>
                  <a:lnTo>
                    <a:pt x="3597" y="294"/>
                  </a:lnTo>
                  <a:lnTo>
                    <a:pt x="3599" y="286"/>
                  </a:lnTo>
                  <a:lnTo>
                    <a:pt x="3601" y="280"/>
                  </a:lnTo>
                  <a:lnTo>
                    <a:pt x="3604" y="274"/>
                  </a:lnTo>
                  <a:lnTo>
                    <a:pt x="3607" y="270"/>
                  </a:lnTo>
                  <a:lnTo>
                    <a:pt x="3610" y="268"/>
                  </a:lnTo>
                  <a:lnTo>
                    <a:pt x="3614" y="266"/>
                  </a:lnTo>
                  <a:lnTo>
                    <a:pt x="3617" y="266"/>
                  </a:lnTo>
                  <a:lnTo>
                    <a:pt x="3621" y="266"/>
                  </a:lnTo>
                  <a:lnTo>
                    <a:pt x="3624" y="268"/>
                  </a:lnTo>
                  <a:lnTo>
                    <a:pt x="3627" y="270"/>
                  </a:lnTo>
                  <a:lnTo>
                    <a:pt x="3630" y="274"/>
                  </a:lnTo>
                  <a:lnTo>
                    <a:pt x="3633" y="280"/>
                  </a:lnTo>
                  <a:lnTo>
                    <a:pt x="3634" y="282"/>
                  </a:lnTo>
                  <a:lnTo>
                    <a:pt x="3635" y="286"/>
                  </a:lnTo>
                  <a:lnTo>
                    <a:pt x="3637" y="294"/>
                  </a:lnTo>
                  <a:lnTo>
                    <a:pt x="3639" y="301"/>
                  </a:lnTo>
                  <a:lnTo>
                    <a:pt x="3693" y="689"/>
                  </a:lnTo>
                  <a:lnTo>
                    <a:pt x="3695" y="703"/>
                  </a:lnTo>
                  <a:lnTo>
                    <a:pt x="3696" y="707"/>
                  </a:lnTo>
                  <a:lnTo>
                    <a:pt x="3697" y="709"/>
                  </a:lnTo>
                  <a:lnTo>
                    <a:pt x="3698" y="713"/>
                  </a:lnTo>
                  <a:lnTo>
                    <a:pt x="3700" y="713"/>
                  </a:lnTo>
                  <a:lnTo>
                    <a:pt x="3701" y="713"/>
                  </a:lnTo>
                  <a:lnTo>
                    <a:pt x="3702" y="713"/>
                  </a:lnTo>
                  <a:lnTo>
                    <a:pt x="3703" y="711"/>
                  </a:lnTo>
                  <a:lnTo>
                    <a:pt x="3704" y="707"/>
                  </a:lnTo>
                  <a:lnTo>
                    <a:pt x="3705" y="703"/>
                  </a:lnTo>
                  <a:lnTo>
                    <a:pt x="3707" y="689"/>
                  </a:lnTo>
                  <a:lnTo>
                    <a:pt x="3761" y="222"/>
                  </a:lnTo>
                  <a:lnTo>
                    <a:pt x="3762" y="216"/>
                  </a:lnTo>
                  <a:lnTo>
                    <a:pt x="3763" y="212"/>
                  </a:lnTo>
                  <a:lnTo>
                    <a:pt x="3764" y="210"/>
                  </a:lnTo>
                  <a:lnTo>
                    <a:pt x="3766" y="208"/>
                  </a:lnTo>
                  <a:lnTo>
                    <a:pt x="3767" y="208"/>
                  </a:lnTo>
                  <a:lnTo>
                    <a:pt x="3769" y="208"/>
                  </a:lnTo>
                  <a:lnTo>
                    <a:pt x="3773" y="208"/>
                  </a:lnTo>
                  <a:lnTo>
                    <a:pt x="3777" y="210"/>
                  </a:lnTo>
                  <a:lnTo>
                    <a:pt x="3779" y="212"/>
                  </a:lnTo>
                  <a:lnTo>
                    <a:pt x="3781" y="214"/>
                  </a:lnTo>
                  <a:lnTo>
                    <a:pt x="3782" y="218"/>
                  </a:lnTo>
                  <a:lnTo>
                    <a:pt x="3782" y="222"/>
                  </a:lnTo>
                  <a:lnTo>
                    <a:pt x="3781" y="232"/>
                  </a:lnTo>
                  <a:lnTo>
                    <a:pt x="3726" y="699"/>
                  </a:lnTo>
                  <a:close/>
                  <a:moveTo>
                    <a:pt x="3953" y="753"/>
                  </a:moveTo>
                  <a:lnTo>
                    <a:pt x="3940" y="753"/>
                  </a:lnTo>
                  <a:lnTo>
                    <a:pt x="3934" y="751"/>
                  </a:lnTo>
                  <a:lnTo>
                    <a:pt x="3929" y="749"/>
                  </a:lnTo>
                  <a:lnTo>
                    <a:pt x="3918" y="745"/>
                  </a:lnTo>
                  <a:lnTo>
                    <a:pt x="3908" y="737"/>
                  </a:lnTo>
                  <a:lnTo>
                    <a:pt x="3903" y="733"/>
                  </a:lnTo>
                  <a:lnTo>
                    <a:pt x="3898" y="729"/>
                  </a:lnTo>
                  <a:lnTo>
                    <a:pt x="3890" y="717"/>
                  </a:lnTo>
                  <a:lnTo>
                    <a:pt x="3882" y="705"/>
                  </a:lnTo>
                  <a:lnTo>
                    <a:pt x="3875" y="689"/>
                  </a:lnTo>
                  <a:lnTo>
                    <a:pt x="3872" y="683"/>
                  </a:lnTo>
                  <a:lnTo>
                    <a:pt x="3869" y="673"/>
                  </a:lnTo>
                  <a:lnTo>
                    <a:pt x="3866" y="665"/>
                  </a:lnTo>
                  <a:lnTo>
                    <a:pt x="3864" y="655"/>
                  </a:lnTo>
                  <a:lnTo>
                    <a:pt x="3859" y="635"/>
                  </a:lnTo>
                  <a:lnTo>
                    <a:pt x="3856" y="615"/>
                  </a:lnTo>
                  <a:lnTo>
                    <a:pt x="3853" y="591"/>
                  </a:lnTo>
                  <a:lnTo>
                    <a:pt x="3851" y="567"/>
                  </a:lnTo>
                  <a:lnTo>
                    <a:pt x="3850" y="541"/>
                  </a:lnTo>
                  <a:lnTo>
                    <a:pt x="3849" y="513"/>
                  </a:lnTo>
                  <a:lnTo>
                    <a:pt x="3849" y="443"/>
                  </a:lnTo>
                  <a:lnTo>
                    <a:pt x="3850" y="415"/>
                  </a:lnTo>
                  <a:lnTo>
                    <a:pt x="3851" y="389"/>
                  </a:lnTo>
                  <a:lnTo>
                    <a:pt x="3853" y="363"/>
                  </a:lnTo>
                  <a:lnTo>
                    <a:pt x="3856" y="341"/>
                  </a:lnTo>
                  <a:lnTo>
                    <a:pt x="3857" y="329"/>
                  </a:lnTo>
                  <a:lnTo>
                    <a:pt x="3859" y="319"/>
                  </a:lnTo>
                  <a:lnTo>
                    <a:pt x="3861" y="309"/>
                  </a:lnTo>
                  <a:lnTo>
                    <a:pt x="3864" y="300"/>
                  </a:lnTo>
                  <a:lnTo>
                    <a:pt x="3866" y="290"/>
                  </a:lnTo>
                  <a:lnTo>
                    <a:pt x="3869" y="282"/>
                  </a:lnTo>
                  <a:lnTo>
                    <a:pt x="3875" y="266"/>
                  </a:lnTo>
                  <a:lnTo>
                    <a:pt x="3882" y="252"/>
                  </a:lnTo>
                  <a:lnTo>
                    <a:pt x="3886" y="244"/>
                  </a:lnTo>
                  <a:lnTo>
                    <a:pt x="3890" y="238"/>
                  </a:lnTo>
                  <a:lnTo>
                    <a:pt x="3898" y="228"/>
                  </a:lnTo>
                  <a:lnTo>
                    <a:pt x="3903" y="222"/>
                  </a:lnTo>
                  <a:lnTo>
                    <a:pt x="3908" y="218"/>
                  </a:lnTo>
                  <a:lnTo>
                    <a:pt x="3918" y="212"/>
                  </a:lnTo>
                  <a:lnTo>
                    <a:pt x="3929" y="206"/>
                  </a:lnTo>
                  <a:lnTo>
                    <a:pt x="3934" y="204"/>
                  </a:lnTo>
                  <a:lnTo>
                    <a:pt x="3940" y="204"/>
                  </a:lnTo>
                  <a:lnTo>
                    <a:pt x="3953" y="202"/>
                  </a:lnTo>
                  <a:lnTo>
                    <a:pt x="3965" y="204"/>
                  </a:lnTo>
                  <a:lnTo>
                    <a:pt x="3971" y="204"/>
                  </a:lnTo>
                  <a:lnTo>
                    <a:pt x="3977" y="206"/>
                  </a:lnTo>
                  <a:lnTo>
                    <a:pt x="3988" y="212"/>
                  </a:lnTo>
                  <a:lnTo>
                    <a:pt x="3998" y="218"/>
                  </a:lnTo>
                  <a:lnTo>
                    <a:pt x="4003" y="222"/>
                  </a:lnTo>
                  <a:lnTo>
                    <a:pt x="4007" y="228"/>
                  </a:lnTo>
                  <a:lnTo>
                    <a:pt x="4016" y="238"/>
                  </a:lnTo>
                  <a:lnTo>
                    <a:pt x="4024" y="252"/>
                  </a:lnTo>
                  <a:lnTo>
                    <a:pt x="4031" y="266"/>
                  </a:lnTo>
                  <a:lnTo>
                    <a:pt x="4034" y="274"/>
                  </a:lnTo>
                  <a:lnTo>
                    <a:pt x="4037" y="282"/>
                  </a:lnTo>
                  <a:lnTo>
                    <a:pt x="4039" y="290"/>
                  </a:lnTo>
                  <a:lnTo>
                    <a:pt x="4042" y="300"/>
                  </a:lnTo>
                  <a:lnTo>
                    <a:pt x="4046" y="319"/>
                  </a:lnTo>
                  <a:lnTo>
                    <a:pt x="4050" y="341"/>
                  </a:lnTo>
                  <a:lnTo>
                    <a:pt x="4053" y="363"/>
                  </a:lnTo>
                  <a:lnTo>
                    <a:pt x="4055" y="389"/>
                  </a:lnTo>
                  <a:lnTo>
                    <a:pt x="4056" y="415"/>
                  </a:lnTo>
                  <a:lnTo>
                    <a:pt x="4057" y="443"/>
                  </a:lnTo>
                  <a:lnTo>
                    <a:pt x="4057" y="513"/>
                  </a:lnTo>
                  <a:lnTo>
                    <a:pt x="4056" y="541"/>
                  </a:lnTo>
                  <a:lnTo>
                    <a:pt x="4055" y="567"/>
                  </a:lnTo>
                  <a:lnTo>
                    <a:pt x="4053" y="591"/>
                  </a:lnTo>
                  <a:lnTo>
                    <a:pt x="4050" y="615"/>
                  </a:lnTo>
                  <a:lnTo>
                    <a:pt x="4048" y="625"/>
                  </a:lnTo>
                  <a:lnTo>
                    <a:pt x="4046" y="635"/>
                  </a:lnTo>
                  <a:lnTo>
                    <a:pt x="4044" y="645"/>
                  </a:lnTo>
                  <a:lnTo>
                    <a:pt x="4042" y="655"/>
                  </a:lnTo>
                  <a:lnTo>
                    <a:pt x="4039" y="665"/>
                  </a:lnTo>
                  <a:lnTo>
                    <a:pt x="4037" y="673"/>
                  </a:lnTo>
                  <a:lnTo>
                    <a:pt x="4031" y="689"/>
                  </a:lnTo>
                  <a:lnTo>
                    <a:pt x="4024" y="705"/>
                  </a:lnTo>
                  <a:lnTo>
                    <a:pt x="4020" y="711"/>
                  </a:lnTo>
                  <a:lnTo>
                    <a:pt x="4016" y="717"/>
                  </a:lnTo>
                  <a:lnTo>
                    <a:pt x="4007" y="729"/>
                  </a:lnTo>
                  <a:lnTo>
                    <a:pt x="4003" y="733"/>
                  </a:lnTo>
                  <a:lnTo>
                    <a:pt x="3998" y="737"/>
                  </a:lnTo>
                  <a:lnTo>
                    <a:pt x="3988" y="745"/>
                  </a:lnTo>
                  <a:lnTo>
                    <a:pt x="3977" y="749"/>
                  </a:lnTo>
                  <a:lnTo>
                    <a:pt x="3971" y="751"/>
                  </a:lnTo>
                  <a:lnTo>
                    <a:pt x="3965" y="753"/>
                  </a:lnTo>
                  <a:lnTo>
                    <a:pt x="3953" y="753"/>
                  </a:lnTo>
                  <a:close/>
                  <a:moveTo>
                    <a:pt x="4034" y="443"/>
                  </a:moveTo>
                  <a:lnTo>
                    <a:pt x="4034" y="419"/>
                  </a:lnTo>
                  <a:lnTo>
                    <a:pt x="4033" y="397"/>
                  </a:lnTo>
                  <a:lnTo>
                    <a:pt x="4033" y="387"/>
                  </a:lnTo>
                  <a:lnTo>
                    <a:pt x="4032" y="377"/>
                  </a:lnTo>
                  <a:lnTo>
                    <a:pt x="4030" y="359"/>
                  </a:lnTo>
                  <a:lnTo>
                    <a:pt x="4027" y="341"/>
                  </a:lnTo>
                  <a:lnTo>
                    <a:pt x="4024" y="323"/>
                  </a:lnTo>
                  <a:lnTo>
                    <a:pt x="4020" y="309"/>
                  </a:lnTo>
                  <a:lnTo>
                    <a:pt x="4016" y="296"/>
                  </a:lnTo>
                  <a:lnTo>
                    <a:pt x="4011" y="284"/>
                  </a:lnTo>
                  <a:lnTo>
                    <a:pt x="4008" y="278"/>
                  </a:lnTo>
                  <a:lnTo>
                    <a:pt x="4005" y="272"/>
                  </a:lnTo>
                  <a:lnTo>
                    <a:pt x="3998" y="264"/>
                  </a:lnTo>
                  <a:lnTo>
                    <a:pt x="3994" y="260"/>
                  </a:lnTo>
                  <a:lnTo>
                    <a:pt x="3990" y="256"/>
                  </a:lnTo>
                  <a:lnTo>
                    <a:pt x="3986" y="252"/>
                  </a:lnTo>
                  <a:lnTo>
                    <a:pt x="3982" y="250"/>
                  </a:lnTo>
                  <a:lnTo>
                    <a:pt x="3973" y="246"/>
                  </a:lnTo>
                  <a:lnTo>
                    <a:pt x="3963" y="242"/>
                  </a:lnTo>
                  <a:lnTo>
                    <a:pt x="3953" y="242"/>
                  </a:lnTo>
                  <a:lnTo>
                    <a:pt x="3942" y="242"/>
                  </a:lnTo>
                  <a:lnTo>
                    <a:pt x="3932" y="246"/>
                  </a:lnTo>
                  <a:lnTo>
                    <a:pt x="3928" y="248"/>
                  </a:lnTo>
                  <a:lnTo>
                    <a:pt x="3923" y="250"/>
                  </a:lnTo>
                  <a:lnTo>
                    <a:pt x="3915" y="256"/>
                  </a:lnTo>
                  <a:lnTo>
                    <a:pt x="3908" y="264"/>
                  </a:lnTo>
                  <a:lnTo>
                    <a:pt x="3901" y="272"/>
                  </a:lnTo>
                  <a:lnTo>
                    <a:pt x="3895" y="284"/>
                  </a:lnTo>
                  <a:lnTo>
                    <a:pt x="3890" y="296"/>
                  </a:lnTo>
                  <a:lnTo>
                    <a:pt x="3888" y="301"/>
                  </a:lnTo>
                  <a:lnTo>
                    <a:pt x="3885" y="309"/>
                  </a:lnTo>
                  <a:lnTo>
                    <a:pt x="3882" y="323"/>
                  </a:lnTo>
                  <a:lnTo>
                    <a:pt x="3878" y="341"/>
                  </a:lnTo>
                  <a:lnTo>
                    <a:pt x="3876" y="359"/>
                  </a:lnTo>
                  <a:lnTo>
                    <a:pt x="3874" y="377"/>
                  </a:lnTo>
                  <a:lnTo>
                    <a:pt x="3872" y="397"/>
                  </a:lnTo>
                  <a:lnTo>
                    <a:pt x="3872" y="409"/>
                  </a:lnTo>
                  <a:lnTo>
                    <a:pt x="3872" y="419"/>
                  </a:lnTo>
                  <a:lnTo>
                    <a:pt x="3871" y="443"/>
                  </a:lnTo>
                  <a:lnTo>
                    <a:pt x="3871" y="513"/>
                  </a:lnTo>
                  <a:lnTo>
                    <a:pt x="3872" y="535"/>
                  </a:lnTo>
                  <a:lnTo>
                    <a:pt x="3872" y="557"/>
                  </a:lnTo>
                  <a:lnTo>
                    <a:pt x="3873" y="567"/>
                  </a:lnTo>
                  <a:lnTo>
                    <a:pt x="3874" y="577"/>
                  </a:lnTo>
                  <a:lnTo>
                    <a:pt x="3876" y="597"/>
                  </a:lnTo>
                  <a:lnTo>
                    <a:pt x="3878" y="615"/>
                  </a:lnTo>
                  <a:lnTo>
                    <a:pt x="3882" y="631"/>
                  </a:lnTo>
                  <a:lnTo>
                    <a:pt x="3885" y="645"/>
                  </a:lnTo>
                  <a:lnTo>
                    <a:pt x="3890" y="659"/>
                  </a:lnTo>
                  <a:lnTo>
                    <a:pt x="3895" y="673"/>
                  </a:lnTo>
                  <a:lnTo>
                    <a:pt x="3898" y="677"/>
                  </a:lnTo>
                  <a:lnTo>
                    <a:pt x="3901" y="683"/>
                  </a:lnTo>
                  <a:lnTo>
                    <a:pt x="3908" y="693"/>
                  </a:lnTo>
                  <a:lnTo>
                    <a:pt x="3911" y="697"/>
                  </a:lnTo>
                  <a:lnTo>
                    <a:pt x="3915" y="699"/>
                  </a:lnTo>
                  <a:lnTo>
                    <a:pt x="3919" y="703"/>
                  </a:lnTo>
                  <a:lnTo>
                    <a:pt x="3923" y="707"/>
                  </a:lnTo>
                  <a:lnTo>
                    <a:pt x="3932" y="711"/>
                  </a:lnTo>
                  <a:lnTo>
                    <a:pt x="3942" y="713"/>
                  </a:lnTo>
                  <a:lnTo>
                    <a:pt x="3953" y="713"/>
                  </a:lnTo>
                  <a:lnTo>
                    <a:pt x="3963" y="713"/>
                  </a:lnTo>
                  <a:lnTo>
                    <a:pt x="3973" y="711"/>
                  </a:lnTo>
                  <a:lnTo>
                    <a:pt x="3978" y="709"/>
                  </a:lnTo>
                  <a:lnTo>
                    <a:pt x="3982" y="707"/>
                  </a:lnTo>
                  <a:lnTo>
                    <a:pt x="3990" y="699"/>
                  </a:lnTo>
                  <a:lnTo>
                    <a:pt x="3998" y="693"/>
                  </a:lnTo>
                  <a:lnTo>
                    <a:pt x="4005" y="683"/>
                  </a:lnTo>
                  <a:lnTo>
                    <a:pt x="4011" y="673"/>
                  </a:lnTo>
                  <a:lnTo>
                    <a:pt x="4016" y="659"/>
                  </a:lnTo>
                  <a:lnTo>
                    <a:pt x="4018" y="653"/>
                  </a:lnTo>
                  <a:lnTo>
                    <a:pt x="4020" y="645"/>
                  </a:lnTo>
                  <a:lnTo>
                    <a:pt x="4024" y="631"/>
                  </a:lnTo>
                  <a:lnTo>
                    <a:pt x="4027" y="615"/>
                  </a:lnTo>
                  <a:lnTo>
                    <a:pt x="4030" y="597"/>
                  </a:lnTo>
                  <a:lnTo>
                    <a:pt x="4032" y="577"/>
                  </a:lnTo>
                  <a:lnTo>
                    <a:pt x="4033" y="557"/>
                  </a:lnTo>
                  <a:lnTo>
                    <a:pt x="4034" y="547"/>
                  </a:lnTo>
                  <a:lnTo>
                    <a:pt x="4034" y="535"/>
                  </a:lnTo>
                  <a:lnTo>
                    <a:pt x="4034" y="513"/>
                  </a:lnTo>
                  <a:lnTo>
                    <a:pt x="4034" y="443"/>
                  </a:lnTo>
                  <a:close/>
                  <a:moveTo>
                    <a:pt x="4237" y="242"/>
                  </a:moveTo>
                  <a:lnTo>
                    <a:pt x="4230" y="242"/>
                  </a:lnTo>
                  <a:lnTo>
                    <a:pt x="4222" y="244"/>
                  </a:lnTo>
                  <a:lnTo>
                    <a:pt x="4215" y="246"/>
                  </a:lnTo>
                  <a:lnTo>
                    <a:pt x="4206" y="250"/>
                  </a:lnTo>
                  <a:lnTo>
                    <a:pt x="4197" y="258"/>
                  </a:lnTo>
                  <a:lnTo>
                    <a:pt x="4188" y="266"/>
                  </a:lnTo>
                  <a:lnTo>
                    <a:pt x="4178" y="276"/>
                  </a:lnTo>
                  <a:lnTo>
                    <a:pt x="4167" y="288"/>
                  </a:lnTo>
                  <a:lnTo>
                    <a:pt x="4167" y="729"/>
                  </a:lnTo>
                  <a:lnTo>
                    <a:pt x="4167" y="731"/>
                  </a:lnTo>
                  <a:lnTo>
                    <a:pt x="4167" y="735"/>
                  </a:lnTo>
                  <a:lnTo>
                    <a:pt x="4164" y="741"/>
                  </a:lnTo>
                  <a:lnTo>
                    <a:pt x="4161" y="745"/>
                  </a:lnTo>
                  <a:lnTo>
                    <a:pt x="4158" y="747"/>
                  </a:lnTo>
                  <a:lnTo>
                    <a:pt x="4155" y="747"/>
                  </a:lnTo>
                  <a:lnTo>
                    <a:pt x="4152" y="745"/>
                  </a:lnTo>
                  <a:lnTo>
                    <a:pt x="4147" y="741"/>
                  </a:lnTo>
                  <a:lnTo>
                    <a:pt x="4145" y="735"/>
                  </a:lnTo>
                  <a:lnTo>
                    <a:pt x="4144" y="729"/>
                  </a:lnTo>
                  <a:lnTo>
                    <a:pt x="4144" y="228"/>
                  </a:lnTo>
                  <a:lnTo>
                    <a:pt x="4144" y="224"/>
                  </a:lnTo>
                  <a:lnTo>
                    <a:pt x="4145" y="220"/>
                  </a:lnTo>
                  <a:lnTo>
                    <a:pt x="4147" y="214"/>
                  </a:lnTo>
                  <a:lnTo>
                    <a:pt x="4149" y="210"/>
                  </a:lnTo>
                  <a:lnTo>
                    <a:pt x="4150" y="210"/>
                  </a:lnTo>
                  <a:lnTo>
                    <a:pt x="4152" y="208"/>
                  </a:lnTo>
                  <a:lnTo>
                    <a:pt x="4154" y="208"/>
                  </a:lnTo>
                  <a:lnTo>
                    <a:pt x="4158" y="208"/>
                  </a:lnTo>
                  <a:lnTo>
                    <a:pt x="4160" y="208"/>
                  </a:lnTo>
                  <a:lnTo>
                    <a:pt x="4162" y="210"/>
                  </a:lnTo>
                  <a:lnTo>
                    <a:pt x="4164" y="210"/>
                  </a:lnTo>
                  <a:lnTo>
                    <a:pt x="4165" y="214"/>
                  </a:lnTo>
                  <a:lnTo>
                    <a:pt x="4166" y="216"/>
                  </a:lnTo>
                  <a:lnTo>
                    <a:pt x="4167" y="220"/>
                  </a:lnTo>
                  <a:lnTo>
                    <a:pt x="4167" y="224"/>
                  </a:lnTo>
                  <a:lnTo>
                    <a:pt x="4167" y="228"/>
                  </a:lnTo>
                  <a:lnTo>
                    <a:pt x="4167" y="248"/>
                  </a:lnTo>
                  <a:lnTo>
                    <a:pt x="4177" y="238"/>
                  </a:lnTo>
                  <a:lnTo>
                    <a:pt x="4181" y="232"/>
                  </a:lnTo>
                  <a:lnTo>
                    <a:pt x="4186" y="228"/>
                  </a:lnTo>
                  <a:lnTo>
                    <a:pt x="4194" y="220"/>
                  </a:lnTo>
                  <a:lnTo>
                    <a:pt x="4203" y="214"/>
                  </a:lnTo>
                  <a:lnTo>
                    <a:pt x="4211" y="208"/>
                  </a:lnTo>
                  <a:lnTo>
                    <a:pt x="4220" y="206"/>
                  </a:lnTo>
                  <a:lnTo>
                    <a:pt x="4228" y="204"/>
                  </a:lnTo>
                  <a:lnTo>
                    <a:pt x="4237" y="202"/>
                  </a:lnTo>
                  <a:lnTo>
                    <a:pt x="4243" y="204"/>
                  </a:lnTo>
                  <a:lnTo>
                    <a:pt x="4245" y="204"/>
                  </a:lnTo>
                  <a:lnTo>
                    <a:pt x="4247" y="206"/>
                  </a:lnTo>
                  <a:lnTo>
                    <a:pt x="4249" y="208"/>
                  </a:lnTo>
                  <a:lnTo>
                    <a:pt x="4250" y="210"/>
                  </a:lnTo>
                  <a:lnTo>
                    <a:pt x="4251" y="214"/>
                  </a:lnTo>
                  <a:lnTo>
                    <a:pt x="4251" y="218"/>
                  </a:lnTo>
                  <a:lnTo>
                    <a:pt x="4251" y="226"/>
                  </a:lnTo>
                  <a:lnTo>
                    <a:pt x="4251" y="230"/>
                  </a:lnTo>
                  <a:lnTo>
                    <a:pt x="4250" y="234"/>
                  </a:lnTo>
                  <a:lnTo>
                    <a:pt x="4249" y="236"/>
                  </a:lnTo>
                  <a:lnTo>
                    <a:pt x="4247" y="238"/>
                  </a:lnTo>
                  <a:lnTo>
                    <a:pt x="4243" y="242"/>
                  </a:lnTo>
                  <a:lnTo>
                    <a:pt x="4237" y="242"/>
                  </a:lnTo>
                  <a:close/>
                  <a:moveTo>
                    <a:pt x="4344" y="753"/>
                  </a:moveTo>
                  <a:lnTo>
                    <a:pt x="4339" y="753"/>
                  </a:lnTo>
                  <a:lnTo>
                    <a:pt x="4335" y="751"/>
                  </a:lnTo>
                  <a:lnTo>
                    <a:pt x="4333" y="747"/>
                  </a:lnTo>
                  <a:lnTo>
                    <a:pt x="4331" y="741"/>
                  </a:lnTo>
                  <a:lnTo>
                    <a:pt x="4330" y="735"/>
                  </a:lnTo>
                  <a:lnTo>
                    <a:pt x="4330" y="20"/>
                  </a:lnTo>
                  <a:lnTo>
                    <a:pt x="4331" y="16"/>
                  </a:lnTo>
                  <a:lnTo>
                    <a:pt x="4331" y="12"/>
                  </a:lnTo>
                  <a:lnTo>
                    <a:pt x="4333" y="6"/>
                  </a:lnTo>
                  <a:lnTo>
                    <a:pt x="4334" y="4"/>
                  </a:lnTo>
                  <a:lnTo>
                    <a:pt x="4335" y="2"/>
                  </a:lnTo>
                  <a:lnTo>
                    <a:pt x="4339" y="0"/>
                  </a:lnTo>
                  <a:lnTo>
                    <a:pt x="4344" y="0"/>
                  </a:lnTo>
                  <a:lnTo>
                    <a:pt x="4347" y="2"/>
                  </a:lnTo>
                  <a:lnTo>
                    <a:pt x="4350" y="6"/>
                  </a:lnTo>
                  <a:lnTo>
                    <a:pt x="4352" y="12"/>
                  </a:lnTo>
                  <a:lnTo>
                    <a:pt x="4353" y="20"/>
                  </a:lnTo>
                  <a:lnTo>
                    <a:pt x="4353" y="735"/>
                  </a:lnTo>
                  <a:lnTo>
                    <a:pt x="4352" y="737"/>
                  </a:lnTo>
                  <a:lnTo>
                    <a:pt x="4352" y="741"/>
                  </a:lnTo>
                  <a:lnTo>
                    <a:pt x="4350" y="747"/>
                  </a:lnTo>
                  <a:lnTo>
                    <a:pt x="4349" y="749"/>
                  </a:lnTo>
                  <a:lnTo>
                    <a:pt x="4347" y="751"/>
                  </a:lnTo>
                  <a:lnTo>
                    <a:pt x="4344" y="75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8" name="Freeform 6">
              <a:extLst>
                <a:ext uri="{FF2B5EF4-FFF2-40B4-BE49-F238E27FC236}">
                  <a16:creationId xmlns:a16="http://schemas.microsoft.com/office/drawing/2014/main" id="{B0983813-A6C0-2384-6958-DDC82E12A621}"/>
                </a:ext>
              </a:extLst>
            </p:cNvPr>
            <p:cNvSpPr>
              <a:spLocks noEditPoints="1"/>
            </p:cNvSpPr>
            <p:nvPr/>
          </p:nvSpPr>
          <p:spPr bwMode="auto">
            <a:xfrm>
              <a:off x="2389188" y="1992313"/>
              <a:ext cx="7424738" cy="1890713"/>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9" name="Date Placeholder 8">
            <a:extLst>
              <a:ext uri="{FF2B5EF4-FFF2-40B4-BE49-F238E27FC236}">
                <a16:creationId xmlns:a16="http://schemas.microsoft.com/office/drawing/2014/main" id="{0C2813E5-55F5-8A94-3DE1-71D49DDAE3B1}"/>
              </a:ext>
            </a:extLst>
          </p:cNvPr>
          <p:cNvSpPr>
            <a:spLocks noGrp="1"/>
          </p:cNvSpPr>
          <p:nvPr>
            <p:ph type="dt" sz="half" idx="10"/>
          </p:nvPr>
        </p:nvSpPr>
        <p:spPr/>
        <p:txBody>
          <a:bodyPr/>
          <a:lstStyle>
            <a:lvl1pPr>
              <a:defRPr>
                <a:noFill/>
              </a:defRPr>
            </a:lvl1pPr>
          </a:lstStyle>
          <a:p>
            <a:fld id="{E203FBB3-C058-4116-A975-F4A059FF88AE}" type="datetime3">
              <a:rPr lang="en-US" smtClean="0"/>
              <a:t>1 October 2026</a:t>
            </a:fld>
            <a:endParaRPr lang="en-US" dirty="0"/>
          </a:p>
        </p:txBody>
      </p:sp>
      <p:sp>
        <p:nvSpPr>
          <p:cNvPr id="10" name="Footer Placeholder 9">
            <a:extLst>
              <a:ext uri="{FF2B5EF4-FFF2-40B4-BE49-F238E27FC236}">
                <a16:creationId xmlns:a16="http://schemas.microsoft.com/office/drawing/2014/main" id="{9D8B47C5-11B1-0904-E798-3D21F88B94FF}"/>
              </a:ext>
            </a:extLst>
          </p:cNvPr>
          <p:cNvSpPr>
            <a:spLocks noGrp="1"/>
          </p:cNvSpPr>
          <p:nvPr>
            <p:ph type="ftr" sz="quarter" idx="11"/>
          </p:nvPr>
        </p:nvSpPr>
        <p:spPr/>
        <p:txBody>
          <a:bodyPr/>
          <a:lstStyle>
            <a:lvl1pPr>
              <a:defRPr>
                <a:noFill/>
              </a:defRPr>
            </a:lvl1pPr>
          </a:lstStyle>
          <a:p>
            <a:endParaRPr lang="en-US" dirty="0"/>
          </a:p>
        </p:txBody>
      </p:sp>
      <p:sp>
        <p:nvSpPr>
          <p:cNvPr id="11" name="Slide Number Placeholder 10">
            <a:extLst>
              <a:ext uri="{FF2B5EF4-FFF2-40B4-BE49-F238E27FC236}">
                <a16:creationId xmlns:a16="http://schemas.microsoft.com/office/drawing/2014/main" id="{C5E8C107-73AF-09B8-3331-EEE2C8E6ADD3}"/>
              </a:ext>
            </a:extLst>
          </p:cNvPr>
          <p:cNvSpPr>
            <a:spLocks noGrp="1"/>
          </p:cNvSpPr>
          <p:nvPr>
            <p:ph type="sldNum" sz="quarter" idx="12"/>
          </p:nvPr>
        </p:nvSpPr>
        <p:spPr/>
        <p:txBody>
          <a:bodyPr/>
          <a:lstStyle>
            <a:lvl1pPr>
              <a:defRPr>
                <a:noFill/>
              </a:defRPr>
            </a:lvl1pPr>
          </a:lstStyle>
          <a:p>
            <a:fld id="{5B16D1FE-3A35-41BA-8EBE-413702045235}" type="slidenum">
              <a:rPr lang="en-US" smtClean="0"/>
              <a:pPr/>
              <a:t>‹#›</a:t>
            </a:fld>
            <a:endParaRPr lang="en-US" dirty="0"/>
          </a:p>
        </p:txBody>
      </p:sp>
      <p:sp>
        <p:nvSpPr>
          <p:cNvPr id="3" name="Picture Placeholder 4">
            <a:extLst>
              <a:ext uri="{FF2B5EF4-FFF2-40B4-BE49-F238E27FC236}">
                <a16:creationId xmlns:a16="http://schemas.microsoft.com/office/drawing/2014/main" id="{E393BD64-6D58-4343-D3B4-7FB7BB2348CE}"/>
              </a:ext>
            </a:extLst>
          </p:cNvPr>
          <p:cNvSpPr>
            <a:spLocks noGrp="1"/>
          </p:cNvSpPr>
          <p:nvPr>
            <p:ph type="pic" sz="quarter" idx="20"/>
          </p:nvPr>
        </p:nvSpPr>
        <p:spPr>
          <a:xfrm>
            <a:off x="6206870" y="0"/>
            <a:ext cx="5985131" cy="6858000"/>
          </a:xfrm>
          <a:custGeom>
            <a:avLst/>
            <a:gdLst>
              <a:gd name="connsiteX0" fmla="*/ 0 w 5985131"/>
              <a:gd name="connsiteY0" fmla="*/ 0 h 6858000"/>
              <a:gd name="connsiteX1" fmla="*/ 5985131 w 5985131"/>
              <a:gd name="connsiteY1" fmla="*/ 0 h 6858000"/>
              <a:gd name="connsiteX2" fmla="*/ 5985131 w 5985131"/>
              <a:gd name="connsiteY2" fmla="*/ 6858000 h 6858000"/>
              <a:gd name="connsiteX3" fmla="*/ 3519977 w 5985131"/>
              <a:gd name="connsiteY3" fmla="*/ 6858000 h 6858000"/>
              <a:gd name="connsiteX4" fmla="*/ 3079682 w 5985131"/>
              <a:gd name="connsiteY4" fmla="*/ 5999657 h 6858000"/>
              <a:gd name="connsiteX5" fmla="*/ 2639387 w 5985131"/>
              <a:gd name="connsiteY5" fmla="*/ 5142904 h 6858000"/>
              <a:gd name="connsiteX6" fmla="*/ 2199091 w 5985131"/>
              <a:gd name="connsiteY6" fmla="*/ 4286151 h 6858000"/>
              <a:gd name="connsiteX7" fmla="*/ 1759591 w 5985131"/>
              <a:gd name="connsiteY7" fmla="*/ 3428603 h 6858000"/>
              <a:gd name="connsiteX8" fmla="*/ 1319296 w 5985131"/>
              <a:gd name="connsiteY8" fmla="*/ 2570260 h 6858000"/>
              <a:gd name="connsiteX9" fmla="*/ 879001 w 5985131"/>
              <a:gd name="connsiteY9" fmla="*/ 1713507 h 6858000"/>
              <a:gd name="connsiteX10" fmla="*/ 438705 w 5985131"/>
              <a:gd name="connsiteY10" fmla="*/ 85675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985131" h="6858000">
                <a:moveTo>
                  <a:pt x="0" y="0"/>
                </a:moveTo>
                <a:lnTo>
                  <a:pt x="5985131" y="0"/>
                </a:lnTo>
                <a:lnTo>
                  <a:pt x="5985131" y="6858000"/>
                </a:lnTo>
                <a:lnTo>
                  <a:pt x="3519977" y="6858000"/>
                </a:lnTo>
                <a:lnTo>
                  <a:pt x="3079682" y="5999657"/>
                </a:lnTo>
                <a:lnTo>
                  <a:pt x="2639387" y="5142904"/>
                </a:lnTo>
                <a:lnTo>
                  <a:pt x="2199091" y="4286151"/>
                </a:lnTo>
                <a:lnTo>
                  <a:pt x="1759591" y="3428603"/>
                </a:lnTo>
                <a:lnTo>
                  <a:pt x="1319296" y="2570260"/>
                </a:lnTo>
                <a:lnTo>
                  <a:pt x="879001" y="1713507"/>
                </a:lnTo>
                <a:lnTo>
                  <a:pt x="438705" y="856753"/>
                </a:lnTo>
                <a:close/>
              </a:path>
            </a:pathLst>
          </a:custGeom>
          <a:solidFill>
            <a:schemeClr val="bg2"/>
          </a:solidFill>
        </p:spPr>
        <p:txBody>
          <a:bodyPr wrap="square" bIns="648000" anchor="ctr" anchorCtr="0">
            <a:noAutofit/>
          </a:bodyPr>
          <a:lstStyle>
            <a:lvl1pPr algn="ctr">
              <a:defRPr sz="1000"/>
            </a:lvl1pPr>
          </a:lstStyle>
          <a:p>
            <a:r>
              <a:rPr lang="en-US"/>
              <a:t>Click icon to add picture</a:t>
            </a:r>
            <a:endParaRPr lang="en-GB"/>
          </a:p>
        </p:txBody>
      </p:sp>
    </p:spTree>
    <p:extLst>
      <p:ext uri="{BB962C8B-B14F-4D97-AF65-F5344CB8AC3E}">
        <p14:creationId xmlns:p14="http://schemas.microsoft.com/office/powerpoint/2010/main" val="525187085"/>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Thank You Picture Light Blue">
    <p:bg>
      <p:bgPr>
        <a:solidFill>
          <a:schemeClr val="accent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919D8-4647-F6A6-4F8F-664F998F80FC}"/>
              </a:ext>
            </a:extLst>
          </p:cNvPr>
          <p:cNvSpPr>
            <a:spLocks noGrp="1"/>
          </p:cNvSpPr>
          <p:nvPr>
            <p:ph type="title" hasCustomPrompt="1"/>
          </p:nvPr>
        </p:nvSpPr>
        <p:spPr>
          <a:xfrm>
            <a:off x="407988" y="1412876"/>
            <a:ext cx="5543996" cy="3024238"/>
          </a:xfrm>
        </p:spPr>
        <p:txBody>
          <a:bodyPr anchor="t" anchorCtr="0"/>
          <a:lstStyle>
            <a:lvl1pPr>
              <a:defRPr sz="4800">
                <a:solidFill>
                  <a:schemeClr val="bg1"/>
                </a:solidFill>
              </a:defRPr>
            </a:lvl1pPr>
          </a:lstStyle>
          <a:p>
            <a:r>
              <a:rPr lang="en-US" dirty="0"/>
              <a:t>Add thank you message.</a:t>
            </a:r>
          </a:p>
        </p:txBody>
      </p:sp>
      <p:sp>
        <p:nvSpPr>
          <p:cNvPr id="12" name="Subtitle 2">
            <a:extLst>
              <a:ext uri="{FF2B5EF4-FFF2-40B4-BE49-F238E27FC236}">
                <a16:creationId xmlns:a16="http://schemas.microsoft.com/office/drawing/2014/main" id="{42A9CFB3-2DB2-039B-17A5-C50A5777B960}"/>
              </a:ext>
            </a:extLst>
          </p:cNvPr>
          <p:cNvSpPr>
            <a:spLocks noGrp="1"/>
          </p:cNvSpPr>
          <p:nvPr>
            <p:ph type="subTitle" idx="1" hasCustomPrompt="1"/>
          </p:nvPr>
        </p:nvSpPr>
        <p:spPr>
          <a:xfrm>
            <a:off x="407988" y="4581128"/>
            <a:ext cx="5543996" cy="1440260"/>
          </a:xfrm>
        </p:spPr>
        <p:txBody>
          <a:bodyPr anchor="b" anchorCtr="0">
            <a:noAutofit/>
          </a:bodyPr>
          <a:lstStyle>
            <a:lvl1pPr marL="0" indent="0" algn="l">
              <a:lnSpc>
                <a:spcPct val="100000"/>
              </a:lnSpc>
              <a:spcBef>
                <a:spcPts val="200"/>
              </a:spcBef>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Contact details</a:t>
            </a:r>
          </a:p>
        </p:txBody>
      </p:sp>
      <p:grpSp>
        <p:nvGrpSpPr>
          <p:cNvPr id="6" name="Group 5">
            <a:extLst>
              <a:ext uri="{FF2B5EF4-FFF2-40B4-BE49-F238E27FC236}">
                <a16:creationId xmlns:a16="http://schemas.microsoft.com/office/drawing/2014/main" id="{A5294374-980A-7525-7E71-40EF6F0AF9B3}"/>
              </a:ext>
            </a:extLst>
          </p:cNvPr>
          <p:cNvGrpSpPr>
            <a:grpSpLocks noChangeAspect="1"/>
          </p:cNvGrpSpPr>
          <p:nvPr/>
        </p:nvGrpSpPr>
        <p:grpSpPr>
          <a:xfrm>
            <a:off x="407988" y="576000"/>
            <a:ext cx="1130400" cy="437949"/>
            <a:chOff x="2389188" y="1992313"/>
            <a:chExt cx="7424738" cy="2876551"/>
          </a:xfrm>
          <a:solidFill>
            <a:schemeClr val="bg1"/>
          </a:solidFill>
        </p:grpSpPr>
        <p:sp>
          <p:nvSpPr>
            <p:cNvPr id="7" name="Freeform 5">
              <a:extLst>
                <a:ext uri="{FF2B5EF4-FFF2-40B4-BE49-F238E27FC236}">
                  <a16:creationId xmlns:a16="http://schemas.microsoft.com/office/drawing/2014/main" id="{C0324067-CF15-5490-4558-F90AFFF0CBD7}"/>
                </a:ext>
              </a:extLst>
            </p:cNvPr>
            <p:cNvSpPr>
              <a:spLocks noEditPoints="1"/>
            </p:cNvSpPr>
            <p:nvPr/>
          </p:nvSpPr>
          <p:spPr bwMode="auto">
            <a:xfrm>
              <a:off x="2424113" y="4270376"/>
              <a:ext cx="7361238" cy="598488"/>
            </a:xfrm>
            <a:custGeom>
              <a:avLst/>
              <a:gdLst>
                <a:gd name="T0" fmla="*/ 4474 w 4637"/>
                <a:gd name="T1" fmla="*/ 613 h 753"/>
                <a:gd name="T2" fmla="*/ 4500 w 4637"/>
                <a:gd name="T3" fmla="*/ 735 h 753"/>
                <a:gd name="T4" fmla="*/ 4506 w 4637"/>
                <a:gd name="T5" fmla="*/ 214 h 753"/>
                <a:gd name="T6" fmla="*/ 61 w 4637"/>
                <a:gd name="T7" fmla="*/ 747 h 753"/>
                <a:gd name="T8" fmla="*/ 22 w 4637"/>
                <a:gd name="T9" fmla="*/ 20 h 753"/>
                <a:gd name="T10" fmla="*/ 263 w 4637"/>
                <a:gd name="T11" fmla="*/ 487 h 753"/>
                <a:gd name="T12" fmla="*/ 437 w 4637"/>
                <a:gd name="T13" fmla="*/ 699 h 753"/>
                <a:gd name="T14" fmla="*/ 246 w 4637"/>
                <a:gd name="T15" fmla="*/ 601 h 753"/>
                <a:gd name="T16" fmla="*/ 378 w 4637"/>
                <a:gd name="T17" fmla="*/ 212 h 753"/>
                <a:gd name="T18" fmla="*/ 409 w 4637"/>
                <a:gd name="T19" fmla="*/ 315 h 753"/>
                <a:gd name="T20" fmla="*/ 264 w 4637"/>
                <a:gd name="T21" fmla="*/ 399 h 753"/>
                <a:gd name="T22" fmla="*/ 506 w 4637"/>
                <a:gd name="T23" fmla="*/ 232 h 753"/>
                <a:gd name="T24" fmla="*/ 657 w 4637"/>
                <a:gd name="T25" fmla="*/ 220 h 753"/>
                <a:gd name="T26" fmla="*/ 657 w 4637"/>
                <a:gd name="T27" fmla="*/ 737 h 753"/>
                <a:gd name="T28" fmla="*/ 768 w 4637"/>
                <a:gd name="T29" fmla="*/ 14 h 753"/>
                <a:gd name="T30" fmla="*/ 918 w 4637"/>
                <a:gd name="T31" fmla="*/ 711 h 753"/>
                <a:gd name="T32" fmla="*/ 837 w 4637"/>
                <a:gd name="T33" fmla="*/ 415 h 753"/>
                <a:gd name="T34" fmla="*/ 973 w 4637"/>
                <a:gd name="T35" fmla="*/ 216 h 753"/>
                <a:gd name="T36" fmla="*/ 838 w 4637"/>
                <a:gd name="T37" fmla="*/ 325 h 753"/>
                <a:gd name="T38" fmla="*/ 982 w 4637"/>
                <a:gd name="T39" fmla="*/ 659 h 753"/>
                <a:gd name="T40" fmla="*/ 1245 w 4637"/>
                <a:gd name="T41" fmla="*/ 729 h 753"/>
                <a:gd name="T42" fmla="*/ 1265 w 4637"/>
                <a:gd name="T43" fmla="*/ 210 h 753"/>
                <a:gd name="T44" fmla="*/ 1267 w 4637"/>
                <a:gd name="T45" fmla="*/ 250 h 753"/>
                <a:gd name="T46" fmla="*/ 1276 w 4637"/>
                <a:gd name="T47" fmla="*/ 711 h 753"/>
                <a:gd name="T48" fmla="*/ 1456 w 4637"/>
                <a:gd name="T49" fmla="*/ 6 h 753"/>
                <a:gd name="T50" fmla="*/ 1617 w 4637"/>
                <a:gd name="T51" fmla="*/ 675 h 753"/>
                <a:gd name="T52" fmla="*/ 1700 w 4637"/>
                <a:gd name="T53" fmla="*/ 751 h 753"/>
                <a:gd name="T54" fmla="*/ 1581 w 4637"/>
                <a:gd name="T55" fmla="*/ 315 h 753"/>
                <a:gd name="T56" fmla="*/ 1767 w 4637"/>
                <a:gd name="T57" fmla="*/ 365 h 753"/>
                <a:gd name="T58" fmla="*/ 1681 w 4637"/>
                <a:gd name="T59" fmla="*/ 242 h 753"/>
                <a:gd name="T60" fmla="*/ 2012 w 4637"/>
                <a:gd name="T61" fmla="*/ 731 h 753"/>
                <a:gd name="T62" fmla="*/ 1849 w 4637"/>
                <a:gd name="T63" fmla="*/ 591 h 753"/>
                <a:gd name="T64" fmla="*/ 1999 w 4637"/>
                <a:gd name="T65" fmla="*/ 276 h 753"/>
                <a:gd name="T66" fmla="*/ 1926 w 4637"/>
                <a:gd name="T67" fmla="*/ 204 h 753"/>
                <a:gd name="T68" fmla="*/ 2031 w 4637"/>
                <a:gd name="T69" fmla="*/ 741 h 753"/>
                <a:gd name="T70" fmla="*/ 1881 w 4637"/>
                <a:gd name="T71" fmla="*/ 671 h 753"/>
                <a:gd name="T72" fmla="*/ 2299 w 4637"/>
                <a:gd name="T73" fmla="*/ 355 h 753"/>
                <a:gd name="T74" fmla="*/ 2139 w 4637"/>
                <a:gd name="T75" fmla="*/ 747 h 753"/>
                <a:gd name="T76" fmla="*/ 2224 w 4637"/>
                <a:gd name="T77" fmla="*/ 204 h 753"/>
                <a:gd name="T78" fmla="*/ 2652 w 4637"/>
                <a:gd name="T79" fmla="*/ 753 h 753"/>
                <a:gd name="T80" fmla="*/ 2541 w 4637"/>
                <a:gd name="T81" fmla="*/ 208 h 753"/>
                <a:gd name="T82" fmla="*/ 2681 w 4637"/>
                <a:gd name="T83" fmla="*/ 248 h 753"/>
                <a:gd name="T84" fmla="*/ 2937 w 4637"/>
                <a:gd name="T85" fmla="*/ 751 h 753"/>
                <a:gd name="T86" fmla="*/ 2789 w 4637"/>
                <a:gd name="T87" fmla="*/ 737 h 753"/>
                <a:gd name="T88" fmla="*/ 2882 w 4637"/>
                <a:gd name="T89" fmla="*/ 206 h 753"/>
                <a:gd name="T90" fmla="*/ 3232 w 4637"/>
                <a:gd name="T91" fmla="*/ 487 h 753"/>
                <a:gd name="T92" fmla="*/ 3235 w 4637"/>
                <a:gd name="T93" fmla="*/ 697 h 753"/>
                <a:gd name="T94" fmla="*/ 3046 w 4637"/>
                <a:gd name="T95" fmla="*/ 615 h 753"/>
                <a:gd name="T96" fmla="*/ 3166 w 4637"/>
                <a:gd name="T97" fmla="*/ 206 h 753"/>
                <a:gd name="T98" fmla="*/ 3210 w 4637"/>
                <a:gd name="T99" fmla="*/ 321 h 753"/>
                <a:gd name="T100" fmla="*/ 3064 w 4637"/>
                <a:gd name="T101" fmla="*/ 379 h 753"/>
                <a:gd name="T102" fmla="*/ 3618 w 4637"/>
                <a:gd name="T103" fmla="*/ 305 h 753"/>
                <a:gd name="T104" fmla="*/ 3458 w 4637"/>
                <a:gd name="T105" fmla="*/ 208 h 753"/>
                <a:gd name="T106" fmla="*/ 3634 w 4637"/>
                <a:gd name="T107" fmla="*/ 282 h 753"/>
                <a:gd name="T108" fmla="*/ 3781 w 4637"/>
                <a:gd name="T109" fmla="*/ 232 h 753"/>
                <a:gd name="T110" fmla="*/ 3859 w 4637"/>
                <a:gd name="T111" fmla="*/ 319 h 753"/>
                <a:gd name="T112" fmla="*/ 4039 w 4637"/>
                <a:gd name="T113" fmla="*/ 290 h 753"/>
                <a:gd name="T114" fmla="*/ 3965 w 4637"/>
                <a:gd name="T115" fmla="*/ 753 h 753"/>
                <a:gd name="T116" fmla="*/ 3901 w 4637"/>
                <a:gd name="T117" fmla="*/ 272 h 753"/>
                <a:gd name="T118" fmla="*/ 3919 w 4637"/>
                <a:gd name="T119" fmla="*/ 703 h 753"/>
                <a:gd name="T120" fmla="*/ 4206 w 4637"/>
                <a:gd name="T121" fmla="*/ 250 h 753"/>
                <a:gd name="T122" fmla="*/ 4166 w 4637"/>
                <a:gd name="T123" fmla="*/ 216 h 753"/>
                <a:gd name="T124" fmla="*/ 4339 w 4637"/>
                <a:gd name="T125" fmla="*/ 753 h 7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37" h="753">
                  <a:moveTo>
                    <a:pt x="4615" y="254"/>
                  </a:moveTo>
                  <a:lnTo>
                    <a:pt x="4599" y="250"/>
                  </a:lnTo>
                  <a:lnTo>
                    <a:pt x="4580" y="246"/>
                  </a:lnTo>
                  <a:lnTo>
                    <a:pt x="4561" y="242"/>
                  </a:lnTo>
                  <a:lnTo>
                    <a:pt x="4545" y="242"/>
                  </a:lnTo>
                  <a:lnTo>
                    <a:pt x="4535" y="242"/>
                  </a:lnTo>
                  <a:lnTo>
                    <a:pt x="4526" y="244"/>
                  </a:lnTo>
                  <a:lnTo>
                    <a:pt x="4517" y="248"/>
                  </a:lnTo>
                  <a:lnTo>
                    <a:pt x="4509" y="254"/>
                  </a:lnTo>
                  <a:lnTo>
                    <a:pt x="4503" y="262"/>
                  </a:lnTo>
                  <a:lnTo>
                    <a:pt x="4496" y="270"/>
                  </a:lnTo>
                  <a:lnTo>
                    <a:pt x="4493" y="276"/>
                  </a:lnTo>
                  <a:lnTo>
                    <a:pt x="4491" y="280"/>
                  </a:lnTo>
                  <a:lnTo>
                    <a:pt x="4488" y="286"/>
                  </a:lnTo>
                  <a:lnTo>
                    <a:pt x="4486" y="292"/>
                  </a:lnTo>
                  <a:lnTo>
                    <a:pt x="4482" y="305"/>
                  </a:lnTo>
                  <a:lnTo>
                    <a:pt x="4477" y="319"/>
                  </a:lnTo>
                  <a:lnTo>
                    <a:pt x="4474" y="337"/>
                  </a:lnTo>
                  <a:lnTo>
                    <a:pt x="4471" y="355"/>
                  </a:lnTo>
                  <a:lnTo>
                    <a:pt x="4470" y="375"/>
                  </a:lnTo>
                  <a:lnTo>
                    <a:pt x="4468" y="395"/>
                  </a:lnTo>
                  <a:lnTo>
                    <a:pt x="4468" y="417"/>
                  </a:lnTo>
                  <a:lnTo>
                    <a:pt x="4467" y="443"/>
                  </a:lnTo>
                  <a:lnTo>
                    <a:pt x="4467" y="509"/>
                  </a:lnTo>
                  <a:lnTo>
                    <a:pt x="4468" y="533"/>
                  </a:lnTo>
                  <a:lnTo>
                    <a:pt x="4468" y="555"/>
                  </a:lnTo>
                  <a:lnTo>
                    <a:pt x="4470" y="575"/>
                  </a:lnTo>
                  <a:lnTo>
                    <a:pt x="4471" y="595"/>
                  </a:lnTo>
                  <a:lnTo>
                    <a:pt x="4474" y="613"/>
                  </a:lnTo>
                  <a:lnTo>
                    <a:pt x="4477" y="631"/>
                  </a:lnTo>
                  <a:lnTo>
                    <a:pt x="4480" y="647"/>
                  </a:lnTo>
                  <a:lnTo>
                    <a:pt x="4485" y="659"/>
                  </a:lnTo>
                  <a:lnTo>
                    <a:pt x="4490" y="673"/>
                  </a:lnTo>
                  <a:lnTo>
                    <a:pt x="4496" y="683"/>
                  </a:lnTo>
                  <a:lnTo>
                    <a:pt x="4502" y="693"/>
                  </a:lnTo>
                  <a:lnTo>
                    <a:pt x="4505" y="697"/>
                  </a:lnTo>
                  <a:lnTo>
                    <a:pt x="4509" y="701"/>
                  </a:lnTo>
                  <a:lnTo>
                    <a:pt x="4513" y="703"/>
                  </a:lnTo>
                  <a:lnTo>
                    <a:pt x="4517" y="707"/>
                  </a:lnTo>
                  <a:lnTo>
                    <a:pt x="4525" y="711"/>
                  </a:lnTo>
                  <a:lnTo>
                    <a:pt x="4535" y="713"/>
                  </a:lnTo>
                  <a:lnTo>
                    <a:pt x="4545" y="713"/>
                  </a:lnTo>
                  <a:lnTo>
                    <a:pt x="4563" y="713"/>
                  </a:lnTo>
                  <a:lnTo>
                    <a:pt x="4582" y="709"/>
                  </a:lnTo>
                  <a:lnTo>
                    <a:pt x="4600" y="705"/>
                  </a:lnTo>
                  <a:lnTo>
                    <a:pt x="4615" y="701"/>
                  </a:lnTo>
                  <a:lnTo>
                    <a:pt x="4615" y="254"/>
                  </a:lnTo>
                  <a:close/>
                  <a:moveTo>
                    <a:pt x="4629" y="735"/>
                  </a:moveTo>
                  <a:lnTo>
                    <a:pt x="4611" y="741"/>
                  </a:lnTo>
                  <a:lnTo>
                    <a:pt x="4600" y="745"/>
                  </a:lnTo>
                  <a:lnTo>
                    <a:pt x="4590" y="747"/>
                  </a:lnTo>
                  <a:lnTo>
                    <a:pt x="4567" y="751"/>
                  </a:lnTo>
                  <a:lnTo>
                    <a:pt x="4545" y="753"/>
                  </a:lnTo>
                  <a:lnTo>
                    <a:pt x="4532" y="753"/>
                  </a:lnTo>
                  <a:lnTo>
                    <a:pt x="4521" y="749"/>
                  </a:lnTo>
                  <a:lnTo>
                    <a:pt x="4510" y="743"/>
                  </a:lnTo>
                  <a:lnTo>
                    <a:pt x="4505" y="739"/>
                  </a:lnTo>
                  <a:lnTo>
                    <a:pt x="4500" y="735"/>
                  </a:lnTo>
                  <a:lnTo>
                    <a:pt x="4491" y="725"/>
                  </a:lnTo>
                  <a:lnTo>
                    <a:pt x="4483" y="715"/>
                  </a:lnTo>
                  <a:lnTo>
                    <a:pt x="4478" y="707"/>
                  </a:lnTo>
                  <a:lnTo>
                    <a:pt x="4475" y="701"/>
                  </a:lnTo>
                  <a:lnTo>
                    <a:pt x="4468" y="685"/>
                  </a:lnTo>
                  <a:lnTo>
                    <a:pt x="4463" y="669"/>
                  </a:lnTo>
                  <a:lnTo>
                    <a:pt x="4458" y="649"/>
                  </a:lnTo>
                  <a:lnTo>
                    <a:pt x="4454" y="629"/>
                  </a:lnTo>
                  <a:lnTo>
                    <a:pt x="4451" y="607"/>
                  </a:lnTo>
                  <a:lnTo>
                    <a:pt x="4448" y="585"/>
                  </a:lnTo>
                  <a:lnTo>
                    <a:pt x="4447" y="561"/>
                  </a:lnTo>
                  <a:lnTo>
                    <a:pt x="4445" y="535"/>
                  </a:lnTo>
                  <a:lnTo>
                    <a:pt x="4445" y="509"/>
                  </a:lnTo>
                  <a:lnTo>
                    <a:pt x="4445" y="443"/>
                  </a:lnTo>
                  <a:lnTo>
                    <a:pt x="4446" y="413"/>
                  </a:lnTo>
                  <a:lnTo>
                    <a:pt x="4447" y="387"/>
                  </a:lnTo>
                  <a:lnTo>
                    <a:pt x="4449" y="361"/>
                  </a:lnTo>
                  <a:lnTo>
                    <a:pt x="4451" y="337"/>
                  </a:lnTo>
                  <a:lnTo>
                    <a:pt x="4455" y="315"/>
                  </a:lnTo>
                  <a:lnTo>
                    <a:pt x="4459" y="298"/>
                  </a:lnTo>
                  <a:lnTo>
                    <a:pt x="4464" y="280"/>
                  </a:lnTo>
                  <a:lnTo>
                    <a:pt x="4470" y="264"/>
                  </a:lnTo>
                  <a:lnTo>
                    <a:pt x="4473" y="256"/>
                  </a:lnTo>
                  <a:lnTo>
                    <a:pt x="4476" y="248"/>
                  </a:lnTo>
                  <a:lnTo>
                    <a:pt x="4485" y="236"/>
                  </a:lnTo>
                  <a:lnTo>
                    <a:pt x="4489" y="232"/>
                  </a:lnTo>
                  <a:lnTo>
                    <a:pt x="4493" y="226"/>
                  </a:lnTo>
                  <a:lnTo>
                    <a:pt x="4502" y="218"/>
                  </a:lnTo>
                  <a:lnTo>
                    <a:pt x="4506" y="214"/>
                  </a:lnTo>
                  <a:lnTo>
                    <a:pt x="4511" y="212"/>
                  </a:lnTo>
                  <a:lnTo>
                    <a:pt x="4522" y="206"/>
                  </a:lnTo>
                  <a:lnTo>
                    <a:pt x="4527" y="204"/>
                  </a:lnTo>
                  <a:lnTo>
                    <a:pt x="4533" y="204"/>
                  </a:lnTo>
                  <a:lnTo>
                    <a:pt x="4545" y="202"/>
                  </a:lnTo>
                  <a:lnTo>
                    <a:pt x="4561" y="204"/>
                  </a:lnTo>
                  <a:lnTo>
                    <a:pt x="4580" y="206"/>
                  </a:lnTo>
                  <a:lnTo>
                    <a:pt x="4598" y="212"/>
                  </a:lnTo>
                  <a:lnTo>
                    <a:pt x="4615" y="218"/>
                  </a:lnTo>
                  <a:lnTo>
                    <a:pt x="4615" y="20"/>
                  </a:lnTo>
                  <a:lnTo>
                    <a:pt x="4615" y="16"/>
                  </a:lnTo>
                  <a:lnTo>
                    <a:pt x="4615" y="12"/>
                  </a:lnTo>
                  <a:lnTo>
                    <a:pt x="4617" y="6"/>
                  </a:lnTo>
                  <a:lnTo>
                    <a:pt x="4618" y="4"/>
                  </a:lnTo>
                  <a:lnTo>
                    <a:pt x="4620" y="2"/>
                  </a:lnTo>
                  <a:lnTo>
                    <a:pt x="4623" y="0"/>
                  </a:lnTo>
                  <a:lnTo>
                    <a:pt x="4628" y="0"/>
                  </a:lnTo>
                  <a:lnTo>
                    <a:pt x="4632" y="2"/>
                  </a:lnTo>
                  <a:lnTo>
                    <a:pt x="4635" y="6"/>
                  </a:lnTo>
                  <a:lnTo>
                    <a:pt x="4636" y="12"/>
                  </a:lnTo>
                  <a:lnTo>
                    <a:pt x="4637" y="20"/>
                  </a:lnTo>
                  <a:lnTo>
                    <a:pt x="4637" y="715"/>
                  </a:lnTo>
                  <a:lnTo>
                    <a:pt x="4637" y="723"/>
                  </a:lnTo>
                  <a:lnTo>
                    <a:pt x="4636" y="725"/>
                  </a:lnTo>
                  <a:lnTo>
                    <a:pt x="4635" y="727"/>
                  </a:lnTo>
                  <a:lnTo>
                    <a:pt x="4633" y="731"/>
                  </a:lnTo>
                  <a:lnTo>
                    <a:pt x="4629" y="735"/>
                  </a:lnTo>
                  <a:close/>
                  <a:moveTo>
                    <a:pt x="177" y="747"/>
                  </a:moveTo>
                  <a:lnTo>
                    <a:pt x="61" y="747"/>
                  </a:lnTo>
                  <a:lnTo>
                    <a:pt x="54" y="747"/>
                  </a:lnTo>
                  <a:lnTo>
                    <a:pt x="48" y="745"/>
                  </a:lnTo>
                  <a:lnTo>
                    <a:pt x="41" y="745"/>
                  </a:lnTo>
                  <a:lnTo>
                    <a:pt x="36" y="741"/>
                  </a:lnTo>
                  <a:lnTo>
                    <a:pt x="30" y="739"/>
                  </a:lnTo>
                  <a:lnTo>
                    <a:pt x="28" y="737"/>
                  </a:lnTo>
                  <a:lnTo>
                    <a:pt x="25" y="733"/>
                  </a:lnTo>
                  <a:lnTo>
                    <a:pt x="21" y="729"/>
                  </a:lnTo>
                  <a:lnTo>
                    <a:pt x="16" y="723"/>
                  </a:lnTo>
                  <a:lnTo>
                    <a:pt x="13" y="715"/>
                  </a:lnTo>
                  <a:lnTo>
                    <a:pt x="9" y="707"/>
                  </a:lnTo>
                  <a:lnTo>
                    <a:pt x="7" y="699"/>
                  </a:lnTo>
                  <a:lnTo>
                    <a:pt x="4" y="687"/>
                  </a:lnTo>
                  <a:lnTo>
                    <a:pt x="3" y="677"/>
                  </a:lnTo>
                  <a:lnTo>
                    <a:pt x="1" y="663"/>
                  </a:lnTo>
                  <a:lnTo>
                    <a:pt x="1" y="649"/>
                  </a:lnTo>
                  <a:lnTo>
                    <a:pt x="0" y="635"/>
                  </a:lnTo>
                  <a:lnTo>
                    <a:pt x="0" y="20"/>
                  </a:lnTo>
                  <a:lnTo>
                    <a:pt x="0" y="16"/>
                  </a:lnTo>
                  <a:lnTo>
                    <a:pt x="1" y="12"/>
                  </a:lnTo>
                  <a:lnTo>
                    <a:pt x="3" y="6"/>
                  </a:lnTo>
                  <a:lnTo>
                    <a:pt x="4" y="4"/>
                  </a:lnTo>
                  <a:lnTo>
                    <a:pt x="5" y="2"/>
                  </a:lnTo>
                  <a:lnTo>
                    <a:pt x="9" y="0"/>
                  </a:lnTo>
                  <a:lnTo>
                    <a:pt x="14" y="0"/>
                  </a:lnTo>
                  <a:lnTo>
                    <a:pt x="17" y="2"/>
                  </a:lnTo>
                  <a:lnTo>
                    <a:pt x="20" y="6"/>
                  </a:lnTo>
                  <a:lnTo>
                    <a:pt x="22" y="12"/>
                  </a:lnTo>
                  <a:lnTo>
                    <a:pt x="22" y="20"/>
                  </a:lnTo>
                  <a:lnTo>
                    <a:pt x="22" y="635"/>
                  </a:lnTo>
                  <a:lnTo>
                    <a:pt x="23" y="645"/>
                  </a:lnTo>
                  <a:lnTo>
                    <a:pt x="23" y="655"/>
                  </a:lnTo>
                  <a:lnTo>
                    <a:pt x="24" y="665"/>
                  </a:lnTo>
                  <a:lnTo>
                    <a:pt x="25" y="671"/>
                  </a:lnTo>
                  <a:lnTo>
                    <a:pt x="27" y="679"/>
                  </a:lnTo>
                  <a:lnTo>
                    <a:pt x="28" y="685"/>
                  </a:lnTo>
                  <a:lnTo>
                    <a:pt x="30" y="689"/>
                  </a:lnTo>
                  <a:lnTo>
                    <a:pt x="33" y="693"/>
                  </a:lnTo>
                  <a:lnTo>
                    <a:pt x="35" y="697"/>
                  </a:lnTo>
                  <a:lnTo>
                    <a:pt x="38" y="699"/>
                  </a:lnTo>
                  <a:lnTo>
                    <a:pt x="45" y="703"/>
                  </a:lnTo>
                  <a:lnTo>
                    <a:pt x="53" y="705"/>
                  </a:lnTo>
                  <a:lnTo>
                    <a:pt x="61" y="705"/>
                  </a:lnTo>
                  <a:lnTo>
                    <a:pt x="177" y="705"/>
                  </a:lnTo>
                  <a:lnTo>
                    <a:pt x="181" y="707"/>
                  </a:lnTo>
                  <a:lnTo>
                    <a:pt x="182" y="709"/>
                  </a:lnTo>
                  <a:lnTo>
                    <a:pt x="184" y="711"/>
                  </a:lnTo>
                  <a:lnTo>
                    <a:pt x="186" y="715"/>
                  </a:lnTo>
                  <a:lnTo>
                    <a:pt x="186" y="719"/>
                  </a:lnTo>
                  <a:lnTo>
                    <a:pt x="187" y="723"/>
                  </a:lnTo>
                  <a:lnTo>
                    <a:pt x="187" y="731"/>
                  </a:lnTo>
                  <a:lnTo>
                    <a:pt x="186" y="733"/>
                  </a:lnTo>
                  <a:lnTo>
                    <a:pt x="186" y="737"/>
                  </a:lnTo>
                  <a:lnTo>
                    <a:pt x="184" y="743"/>
                  </a:lnTo>
                  <a:lnTo>
                    <a:pt x="181" y="745"/>
                  </a:lnTo>
                  <a:lnTo>
                    <a:pt x="177" y="747"/>
                  </a:lnTo>
                  <a:close/>
                  <a:moveTo>
                    <a:pt x="433" y="487"/>
                  </a:moveTo>
                  <a:lnTo>
                    <a:pt x="263" y="487"/>
                  </a:lnTo>
                  <a:lnTo>
                    <a:pt x="263" y="509"/>
                  </a:lnTo>
                  <a:lnTo>
                    <a:pt x="263" y="539"/>
                  </a:lnTo>
                  <a:lnTo>
                    <a:pt x="264" y="553"/>
                  </a:lnTo>
                  <a:lnTo>
                    <a:pt x="265" y="565"/>
                  </a:lnTo>
                  <a:lnTo>
                    <a:pt x="266" y="579"/>
                  </a:lnTo>
                  <a:lnTo>
                    <a:pt x="267" y="591"/>
                  </a:lnTo>
                  <a:lnTo>
                    <a:pt x="270" y="613"/>
                  </a:lnTo>
                  <a:lnTo>
                    <a:pt x="274" y="631"/>
                  </a:lnTo>
                  <a:lnTo>
                    <a:pt x="279" y="647"/>
                  </a:lnTo>
                  <a:lnTo>
                    <a:pt x="284" y="663"/>
                  </a:lnTo>
                  <a:lnTo>
                    <a:pt x="287" y="669"/>
                  </a:lnTo>
                  <a:lnTo>
                    <a:pt x="290" y="675"/>
                  </a:lnTo>
                  <a:lnTo>
                    <a:pt x="293" y="681"/>
                  </a:lnTo>
                  <a:lnTo>
                    <a:pt x="296" y="685"/>
                  </a:lnTo>
                  <a:lnTo>
                    <a:pt x="303" y="693"/>
                  </a:lnTo>
                  <a:lnTo>
                    <a:pt x="311" y="701"/>
                  </a:lnTo>
                  <a:lnTo>
                    <a:pt x="319" y="705"/>
                  </a:lnTo>
                  <a:lnTo>
                    <a:pt x="327" y="709"/>
                  </a:lnTo>
                  <a:lnTo>
                    <a:pt x="336" y="713"/>
                  </a:lnTo>
                  <a:lnTo>
                    <a:pt x="345" y="713"/>
                  </a:lnTo>
                  <a:lnTo>
                    <a:pt x="354" y="713"/>
                  </a:lnTo>
                  <a:lnTo>
                    <a:pt x="372" y="713"/>
                  </a:lnTo>
                  <a:lnTo>
                    <a:pt x="390" y="709"/>
                  </a:lnTo>
                  <a:lnTo>
                    <a:pt x="410" y="703"/>
                  </a:lnTo>
                  <a:lnTo>
                    <a:pt x="429" y="697"/>
                  </a:lnTo>
                  <a:lnTo>
                    <a:pt x="431" y="697"/>
                  </a:lnTo>
                  <a:lnTo>
                    <a:pt x="432" y="697"/>
                  </a:lnTo>
                  <a:lnTo>
                    <a:pt x="436" y="697"/>
                  </a:lnTo>
                  <a:lnTo>
                    <a:pt x="437" y="699"/>
                  </a:lnTo>
                  <a:lnTo>
                    <a:pt x="438" y="703"/>
                  </a:lnTo>
                  <a:lnTo>
                    <a:pt x="439" y="705"/>
                  </a:lnTo>
                  <a:lnTo>
                    <a:pt x="439" y="709"/>
                  </a:lnTo>
                  <a:lnTo>
                    <a:pt x="439" y="721"/>
                  </a:lnTo>
                  <a:lnTo>
                    <a:pt x="438" y="725"/>
                  </a:lnTo>
                  <a:lnTo>
                    <a:pt x="437" y="729"/>
                  </a:lnTo>
                  <a:lnTo>
                    <a:pt x="436" y="731"/>
                  </a:lnTo>
                  <a:lnTo>
                    <a:pt x="434" y="733"/>
                  </a:lnTo>
                  <a:lnTo>
                    <a:pt x="430" y="737"/>
                  </a:lnTo>
                  <a:lnTo>
                    <a:pt x="411" y="743"/>
                  </a:lnTo>
                  <a:lnTo>
                    <a:pt x="391" y="749"/>
                  </a:lnTo>
                  <a:lnTo>
                    <a:pt x="372" y="751"/>
                  </a:lnTo>
                  <a:lnTo>
                    <a:pt x="354" y="753"/>
                  </a:lnTo>
                  <a:lnTo>
                    <a:pt x="343" y="753"/>
                  </a:lnTo>
                  <a:lnTo>
                    <a:pt x="331" y="751"/>
                  </a:lnTo>
                  <a:lnTo>
                    <a:pt x="320" y="747"/>
                  </a:lnTo>
                  <a:lnTo>
                    <a:pt x="310" y="741"/>
                  </a:lnTo>
                  <a:lnTo>
                    <a:pt x="300" y="735"/>
                  </a:lnTo>
                  <a:lnTo>
                    <a:pt x="295" y="731"/>
                  </a:lnTo>
                  <a:lnTo>
                    <a:pt x="291" y="727"/>
                  </a:lnTo>
                  <a:lnTo>
                    <a:pt x="282" y="715"/>
                  </a:lnTo>
                  <a:lnTo>
                    <a:pt x="274" y="703"/>
                  </a:lnTo>
                  <a:lnTo>
                    <a:pt x="270" y="695"/>
                  </a:lnTo>
                  <a:lnTo>
                    <a:pt x="267" y="687"/>
                  </a:lnTo>
                  <a:lnTo>
                    <a:pt x="260" y="669"/>
                  </a:lnTo>
                  <a:lnTo>
                    <a:pt x="255" y="649"/>
                  </a:lnTo>
                  <a:lnTo>
                    <a:pt x="250" y="627"/>
                  </a:lnTo>
                  <a:lnTo>
                    <a:pt x="248" y="615"/>
                  </a:lnTo>
                  <a:lnTo>
                    <a:pt x="246" y="601"/>
                  </a:lnTo>
                  <a:lnTo>
                    <a:pt x="243" y="573"/>
                  </a:lnTo>
                  <a:lnTo>
                    <a:pt x="241" y="543"/>
                  </a:lnTo>
                  <a:lnTo>
                    <a:pt x="241" y="527"/>
                  </a:lnTo>
                  <a:lnTo>
                    <a:pt x="241" y="509"/>
                  </a:lnTo>
                  <a:lnTo>
                    <a:pt x="241" y="443"/>
                  </a:lnTo>
                  <a:lnTo>
                    <a:pt x="241" y="417"/>
                  </a:lnTo>
                  <a:lnTo>
                    <a:pt x="242" y="391"/>
                  </a:lnTo>
                  <a:lnTo>
                    <a:pt x="245" y="369"/>
                  </a:lnTo>
                  <a:lnTo>
                    <a:pt x="247" y="345"/>
                  </a:lnTo>
                  <a:lnTo>
                    <a:pt x="249" y="335"/>
                  </a:lnTo>
                  <a:lnTo>
                    <a:pt x="251" y="325"/>
                  </a:lnTo>
                  <a:lnTo>
                    <a:pt x="253" y="315"/>
                  </a:lnTo>
                  <a:lnTo>
                    <a:pt x="255" y="305"/>
                  </a:lnTo>
                  <a:lnTo>
                    <a:pt x="258" y="296"/>
                  </a:lnTo>
                  <a:lnTo>
                    <a:pt x="261" y="288"/>
                  </a:lnTo>
                  <a:lnTo>
                    <a:pt x="267" y="270"/>
                  </a:lnTo>
                  <a:lnTo>
                    <a:pt x="274" y="256"/>
                  </a:lnTo>
                  <a:lnTo>
                    <a:pt x="281" y="242"/>
                  </a:lnTo>
                  <a:lnTo>
                    <a:pt x="289" y="230"/>
                  </a:lnTo>
                  <a:lnTo>
                    <a:pt x="299" y="220"/>
                  </a:lnTo>
                  <a:lnTo>
                    <a:pt x="308" y="212"/>
                  </a:lnTo>
                  <a:lnTo>
                    <a:pt x="319" y="208"/>
                  </a:lnTo>
                  <a:lnTo>
                    <a:pt x="330" y="204"/>
                  </a:lnTo>
                  <a:lnTo>
                    <a:pt x="336" y="202"/>
                  </a:lnTo>
                  <a:lnTo>
                    <a:pt x="343" y="202"/>
                  </a:lnTo>
                  <a:lnTo>
                    <a:pt x="355" y="204"/>
                  </a:lnTo>
                  <a:lnTo>
                    <a:pt x="361" y="204"/>
                  </a:lnTo>
                  <a:lnTo>
                    <a:pt x="367" y="206"/>
                  </a:lnTo>
                  <a:lnTo>
                    <a:pt x="378" y="212"/>
                  </a:lnTo>
                  <a:lnTo>
                    <a:pt x="383" y="216"/>
                  </a:lnTo>
                  <a:lnTo>
                    <a:pt x="387" y="220"/>
                  </a:lnTo>
                  <a:lnTo>
                    <a:pt x="397" y="230"/>
                  </a:lnTo>
                  <a:lnTo>
                    <a:pt x="405" y="240"/>
                  </a:lnTo>
                  <a:lnTo>
                    <a:pt x="412" y="254"/>
                  </a:lnTo>
                  <a:lnTo>
                    <a:pt x="416" y="260"/>
                  </a:lnTo>
                  <a:lnTo>
                    <a:pt x="419" y="268"/>
                  </a:lnTo>
                  <a:lnTo>
                    <a:pt x="424" y="286"/>
                  </a:lnTo>
                  <a:lnTo>
                    <a:pt x="429" y="303"/>
                  </a:lnTo>
                  <a:lnTo>
                    <a:pt x="433" y="323"/>
                  </a:lnTo>
                  <a:lnTo>
                    <a:pt x="437" y="343"/>
                  </a:lnTo>
                  <a:lnTo>
                    <a:pt x="439" y="365"/>
                  </a:lnTo>
                  <a:lnTo>
                    <a:pt x="441" y="389"/>
                  </a:lnTo>
                  <a:lnTo>
                    <a:pt x="442" y="415"/>
                  </a:lnTo>
                  <a:lnTo>
                    <a:pt x="443" y="441"/>
                  </a:lnTo>
                  <a:lnTo>
                    <a:pt x="443" y="469"/>
                  </a:lnTo>
                  <a:lnTo>
                    <a:pt x="443" y="473"/>
                  </a:lnTo>
                  <a:lnTo>
                    <a:pt x="442" y="475"/>
                  </a:lnTo>
                  <a:lnTo>
                    <a:pt x="440" y="483"/>
                  </a:lnTo>
                  <a:lnTo>
                    <a:pt x="437" y="487"/>
                  </a:lnTo>
                  <a:lnTo>
                    <a:pt x="433" y="487"/>
                  </a:lnTo>
                  <a:close/>
                  <a:moveTo>
                    <a:pt x="421" y="441"/>
                  </a:moveTo>
                  <a:lnTo>
                    <a:pt x="420" y="417"/>
                  </a:lnTo>
                  <a:lnTo>
                    <a:pt x="420" y="397"/>
                  </a:lnTo>
                  <a:lnTo>
                    <a:pt x="418" y="375"/>
                  </a:lnTo>
                  <a:lnTo>
                    <a:pt x="416" y="357"/>
                  </a:lnTo>
                  <a:lnTo>
                    <a:pt x="414" y="339"/>
                  </a:lnTo>
                  <a:lnTo>
                    <a:pt x="411" y="321"/>
                  </a:lnTo>
                  <a:lnTo>
                    <a:pt x="409" y="315"/>
                  </a:lnTo>
                  <a:lnTo>
                    <a:pt x="407" y="307"/>
                  </a:lnTo>
                  <a:lnTo>
                    <a:pt x="403" y="294"/>
                  </a:lnTo>
                  <a:lnTo>
                    <a:pt x="400" y="288"/>
                  </a:lnTo>
                  <a:lnTo>
                    <a:pt x="398" y="282"/>
                  </a:lnTo>
                  <a:lnTo>
                    <a:pt x="395" y="276"/>
                  </a:lnTo>
                  <a:lnTo>
                    <a:pt x="392" y="272"/>
                  </a:lnTo>
                  <a:lnTo>
                    <a:pt x="389" y="266"/>
                  </a:lnTo>
                  <a:lnTo>
                    <a:pt x="386" y="262"/>
                  </a:lnTo>
                  <a:lnTo>
                    <a:pt x="379" y="256"/>
                  </a:lnTo>
                  <a:lnTo>
                    <a:pt x="371" y="250"/>
                  </a:lnTo>
                  <a:lnTo>
                    <a:pt x="362" y="246"/>
                  </a:lnTo>
                  <a:lnTo>
                    <a:pt x="353" y="242"/>
                  </a:lnTo>
                  <a:lnTo>
                    <a:pt x="343" y="242"/>
                  </a:lnTo>
                  <a:lnTo>
                    <a:pt x="332" y="242"/>
                  </a:lnTo>
                  <a:lnTo>
                    <a:pt x="328" y="244"/>
                  </a:lnTo>
                  <a:lnTo>
                    <a:pt x="323" y="246"/>
                  </a:lnTo>
                  <a:lnTo>
                    <a:pt x="314" y="250"/>
                  </a:lnTo>
                  <a:lnTo>
                    <a:pt x="307" y="256"/>
                  </a:lnTo>
                  <a:lnTo>
                    <a:pt x="299" y="264"/>
                  </a:lnTo>
                  <a:lnTo>
                    <a:pt x="293" y="274"/>
                  </a:lnTo>
                  <a:lnTo>
                    <a:pt x="287" y="284"/>
                  </a:lnTo>
                  <a:lnTo>
                    <a:pt x="282" y="298"/>
                  </a:lnTo>
                  <a:lnTo>
                    <a:pt x="277" y="311"/>
                  </a:lnTo>
                  <a:lnTo>
                    <a:pt x="275" y="317"/>
                  </a:lnTo>
                  <a:lnTo>
                    <a:pt x="273" y="325"/>
                  </a:lnTo>
                  <a:lnTo>
                    <a:pt x="270" y="343"/>
                  </a:lnTo>
                  <a:lnTo>
                    <a:pt x="268" y="361"/>
                  </a:lnTo>
                  <a:lnTo>
                    <a:pt x="266" y="379"/>
                  </a:lnTo>
                  <a:lnTo>
                    <a:pt x="264" y="399"/>
                  </a:lnTo>
                  <a:lnTo>
                    <a:pt x="263" y="421"/>
                  </a:lnTo>
                  <a:lnTo>
                    <a:pt x="263" y="443"/>
                  </a:lnTo>
                  <a:lnTo>
                    <a:pt x="421" y="447"/>
                  </a:lnTo>
                  <a:lnTo>
                    <a:pt x="421" y="441"/>
                  </a:lnTo>
                  <a:close/>
                  <a:moveTo>
                    <a:pt x="649" y="751"/>
                  </a:moveTo>
                  <a:lnTo>
                    <a:pt x="636" y="753"/>
                  </a:lnTo>
                  <a:lnTo>
                    <a:pt x="622" y="753"/>
                  </a:lnTo>
                  <a:lnTo>
                    <a:pt x="610" y="753"/>
                  </a:lnTo>
                  <a:lnTo>
                    <a:pt x="598" y="749"/>
                  </a:lnTo>
                  <a:lnTo>
                    <a:pt x="593" y="745"/>
                  </a:lnTo>
                  <a:lnTo>
                    <a:pt x="589" y="741"/>
                  </a:lnTo>
                  <a:lnTo>
                    <a:pt x="584" y="737"/>
                  </a:lnTo>
                  <a:lnTo>
                    <a:pt x="581" y="731"/>
                  </a:lnTo>
                  <a:lnTo>
                    <a:pt x="577" y="725"/>
                  </a:lnTo>
                  <a:lnTo>
                    <a:pt x="574" y="717"/>
                  </a:lnTo>
                  <a:lnTo>
                    <a:pt x="571" y="709"/>
                  </a:lnTo>
                  <a:lnTo>
                    <a:pt x="569" y="699"/>
                  </a:lnTo>
                  <a:lnTo>
                    <a:pt x="568" y="687"/>
                  </a:lnTo>
                  <a:lnTo>
                    <a:pt x="566" y="675"/>
                  </a:lnTo>
                  <a:lnTo>
                    <a:pt x="566" y="659"/>
                  </a:lnTo>
                  <a:lnTo>
                    <a:pt x="565" y="645"/>
                  </a:lnTo>
                  <a:lnTo>
                    <a:pt x="565" y="248"/>
                  </a:lnTo>
                  <a:lnTo>
                    <a:pt x="516" y="248"/>
                  </a:lnTo>
                  <a:lnTo>
                    <a:pt x="512" y="248"/>
                  </a:lnTo>
                  <a:lnTo>
                    <a:pt x="510" y="246"/>
                  </a:lnTo>
                  <a:lnTo>
                    <a:pt x="509" y="244"/>
                  </a:lnTo>
                  <a:lnTo>
                    <a:pt x="507" y="240"/>
                  </a:lnTo>
                  <a:lnTo>
                    <a:pt x="506" y="236"/>
                  </a:lnTo>
                  <a:lnTo>
                    <a:pt x="506" y="232"/>
                  </a:lnTo>
                  <a:lnTo>
                    <a:pt x="506" y="222"/>
                  </a:lnTo>
                  <a:lnTo>
                    <a:pt x="506" y="220"/>
                  </a:lnTo>
                  <a:lnTo>
                    <a:pt x="507" y="216"/>
                  </a:lnTo>
                  <a:lnTo>
                    <a:pt x="508" y="214"/>
                  </a:lnTo>
                  <a:lnTo>
                    <a:pt x="509" y="212"/>
                  </a:lnTo>
                  <a:lnTo>
                    <a:pt x="510" y="210"/>
                  </a:lnTo>
                  <a:lnTo>
                    <a:pt x="512" y="208"/>
                  </a:lnTo>
                  <a:lnTo>
                    <a:pt x="516" y="208"/>
                  </a:lnTo>
                  <a:lnTo>
                    <a:pt x="565" y="208"/>
                  </a:lnTo>
                  <a:lnTo>
                    <a:pt x="565" y="104"/>
                  </a:lnTo>
                  <a:lnTo>
                    <a:pt x="566" y="96"/>
                  </a:lnTo>
                  <a:lnTo>
                    <a:pt x="567" y="94"/>
                  </a:lnTo>
                  <a:lnTo>
                    <a:pt x="568" y="90"/>
                  </a:lnTo>
                  <a:lnTo>
                    <a:pt x="569" y="88"/>
                  </a:lnTo>
                  <a:lnTo>
                    <a:pt x="570" y="86"/>
                  </a:lnTo>
                  <a:lnTo>
                    <a:pt x="572" y="86"/>
                  </a:lnTo>
                  <a:lnTo>
                    <a:pt x="574" y="84"/>
                  </a:lnTo>
                  <a:lnTo>
                    <a:pt x="580" y="84"/>
                  </a:lnTo>
                  <a:lnTo>
                    <a:pt x="583" y="86"/>
                  </a:lnTo>
                  <a:lnTo>
                    <a:pt x="585" y="90"/>
                  </a:lnTo>
                  <a:lnTo>
                    <a:pt x="587" y="96"/>
                  </a:lnTo>
                  <a:lnTo>
                    <a:pt x="588" y="104"/>
                  </a:lnTo>
                  <a:lnTo>
                    <a:pt x="588" y="208"/>
                  </a:lnTo>
                  <a:lnTo>
                    <a:pt x="648" y="208"/>
                  </a:lnTo>
                  <a:lnTo>
                    <a:pt x="651" y="208"/>
                  </a:lnTo>
                  <a:lnTo>
                    <a:pt x="653" y="210"/>
                  </a:lnTo>
                  <a:lnTo>
                    <a:pt x="654" y="212"/>
                  </a:lnTo>
                  <a:lnTo>
                    <a:pt x="656" y="216"/>
                  </a:lnTo>
                  <a:lnTo>
                    <a:pt x="657" y="220"/>
                  </a:lnTo>
                  <a:lnTo>
                    <a:pt x="657" y="222"/>
                  </a:lnTo>
                  <a:lnTo>
                    <a:pt x="657" y="232"/>
                  </a:lnTo>
                  <a:lnTo>
                    <a:pt x="657" y="236"/>
                  </a:lnTo>
                  <a:lnTo>
                    <a:pt x="656" y="240"/>
                  </a:lnTo>
                  <a:lnTo>
                    <a:pt x="654" y="244"/>
                  </a:lnTo>
                  <a:lnTo>
                    <a:pt x="653" y="246"/>
                  </a:lnTo>
                  <a:lnTo>
                    <a:pt x="651" y="248"/>
                  </a:lnTo>
                  <a:lnTo>
                    <a:pt x="648" y="248"/>
                  </a:lnTo>
                  <a:lnTo>
                    <a:pt x="588" y="248"/>
                  </a:lnTo>
                  <a:lnTo>
                    <a:pt x="588" y="645"/>
                  </a:lnTo>
                  <a:lnTo>
                    <a:pt x="588" y="665"/>
                  </a:lnTo>
                  <a:lnTo>
                    <a:pt x="590" y="681"/>
                  </a:lnTo>
                  <a:lnTo>
                    <a:pt x="593" y="693"/>
                  </a:lnTo>
                  <a:lnTo>
                    <a:pt x="595" y="697"/>
                  </a:lnTo>
                  <a:lnTo>
                    <a:pt x="597" y="701"/>
                  </a:lnTo>
                  <a:lnTo>
                    <a:pt x="599" y="705"/>
                  </a:lnTo>
                  <a:lnTo>
                    <a:pt x="602" y="707"/>
                  </a:lnTo>
                  <a:lnTo>
                    <a:pt x="605" y="711"/>
                  </a:lnTo>
                  <a:lnTo>
                    <a:pt x="608" y="711"/>
                  </a:lnTo>
                  <a:lnTo>
                    <a:pt x="615" y="713"/>
                  </a:lnTo>
                  <a:lnTo>
                    <a:pt x="622" y="713"/>
                  </a:lnTo>
                  <a:lnTo>
                    <a:pt x="647" y="713"/>
                  </a:lnTo>
                  <a:lnTo>
                    <a:pt x="651" y="715"/>
                  </a:lnTo>
                  <a:lnTo>
                    <a:pt x="655" y="717"/>
                  </a:lnTo>
                  <a:lnTo>
                    <a:pt x="656" y="719"/>
                  </a:lnTo>
                  <a:lnTo>
                    <a:pt x="657" y="723"/>
                  </a:lnTo>
                  <a:lnTo>
                    <a:pt x="657" y="725"/>
                  </a:lnTo>
                  <a:lnTo>
                    <a:pt x="657" y="729"/>
                  </a:lnTo>
                  <a:lnTo>
                    <a:pt x="657" y="737"/>
                  </a:lnTo>
                  <a:lnTo>
                    <a:pt x="655" y="743"/>
                  </a:lnTo>
                  <a:lnTo>
                    <a:pt x="654" y="747"/>
                  </a:lnTo>
                  <a:lnTo>
                    <a:pt x="653" y="747"/>
                  </a:lnTo>
                  <a:lnTo>
                    <a:pt x="649" y="751"/>
                  </a:lnTo>
                  <a:close/>
                  <a:moveTo>
                    <a:pt x="767" y="20"/>
                  </a:moveTo>
                  <a:lnTo>
                    <a:pt x="743" y="192"/>
                  </a:lnTo>
                  <a:lnTo>
                    <a:pt x="742" y="202"/>
                  </a:lnTo>
                  <a:lnTo>
                    <a:pt x="740" y="208"/>
                  </a:lnTo>
                  <a:lnTo>
                    <a:pt x="737" y="210"/>
                  </a:lnTo>
                  <a:lnTo>
                    <a:pt x="734" y="212"/>
                  </a:lnTo>
                  <a:lnTo>
                    <a:pt x="726" y="212"/>
                  </a:lnTo>
                  <a:lnTo>
                    <a:pt x="724" y="210"/>
                  </a:lnTo>
                  <a:lnTo>
                    <a:pt x="722" y="208"/>
                  </a:lnTo>
                  <a:lnTo>
                    <a:pt x="722" y="206"/>
                  </a:lnTo>
                  <a:lnTo>
                    <a:pt x="722" y="202"/>
                  </a:lnTo>
                  <a:lnTo>
                    <a:pt x="722" y="198"/>
                  </a:lnTo>
                  <a:lnTo>
                    <a:pt x="722" y="192"/>
                  </a:lnTo>
                  <a:lnTo>
                    <a:pt x="743" y="20"/>
                  </a:lnTo>
                  <a:lnTo>
                    <a:pt x="744" y="10"/>
                  </a:lnTo>
                  <a:lnTo>
                    <a:pt x="745" y="6"/>
                  </a:lnTo>
                  <a:lnTo>
                    <a:pt x="746" y="4"/>
                  </a:lnTo>
                  <a:lnTo>
                    <a:pt x="749" y="2"/>
                  </a:lnTo>
                  <a:lnTo>
                    <a:pt x="753" y="0"/>
                  </a:lnTo>
                  <a:lnTo>
                    <a:pt x="762" y="0"/>
                  </a:lnTo>
                  <a:lnTo>
                    <a:pt x="765" y="0"/>
                  </a:lnTo>
                  <a:lnTo>
                    <a:pt x="767" y="2"/>
                  </a:lnTo>
                  <a:lnTo>
                    <a:pt x="768" y="6"/>
                  </a:lnTo>
                  <a:lnTo>
                    <a:pt x="768" y="12"/>
                  </a:lnTo>
                  <a:lnTo>
                    <a:pt x="768" y="14"/>
                  </a:lnTo>
                  <a:lnTo>
                    <a:pt x="767" y="20"/>
                  </a:lnTo>
                  <a:close/>
                  <a:moveTo>
                    <a:pt x="898" y="753"/>
                  </a:moveTo>
                  <a:lnTo>
                    <a:pt x="879" y="753"/>
                  </a:lnTo>
                  <a:lnTo>
                    <a:pt x="859" y="749"/>
                  </a:lnTo>
                  <a:lnTo>
                    <a:pt x="841" y="745"/>
                  </a:lnTo>
                  <a:lnTo>
                    <a:pt x="825" y="739"/>
                  </a:lnTo>
                  <a:lnTo>
                    <a:pt x="820" y="737"/>
                  </a:lnTo>
                  <a:lnTo>
                    <a:pt x="818" y="735"/>
                  </a:lnTo>
                  <a:lnTo>
                    <a:pt x="817" y="735"/>
                  </a:lnTo>
                  <a:lnTo>
                    <a:pt x="815" y="733"/>
                  </a:lnTo>
                  <a:lnTo>
                    <a:pt x="814" y="729"/>
                  </a:lnTo>
                  <a:lnTo>
                    <a:pt x="814" y="727"/>
                  </a:lnTo>
                  <a:lnTo>
                    <a:pt x="814" y="723"/>
                  </a:lnTo>
                  <a:lnTo>
                    <a:pt x="814" y="711"/>
                  </a:lnTo>
                  <a:lnTo>
                    <a:pt x="814" y="707"/>
                  </a:lnTo>
                  <a:lnTo>
                    <a:pt x="814" y="705"/>
                  </a:lnTo>
                  <a:lnTo>
                    <a:pt x="816" y="701"/>
                  </a:lnTo>
                  <a:lnTo>
                    <a:pt x="817" y="699"/>
                  </a:lnTo>
                  <a:lnTo>
                    <a:pt x="819" y="699"/>
                  </a:lnTo>
                  <a:lnTo>
                    <a:pt x="820" y="697"/>
                  </a:lnTo>
                  <a:lnTo>
                    <a:pt x="822" y="697"/>
                  </a:lnTo>
                  <a:lnTo>
                    <a:pt x="825" y="697"/>
                  </a:lnTo>
                  <a:lnTo>
                    <a:pt x="844" y="703"/>
                  </a:lnTo>
                  <a:lnTo>
                    <a:pt x="863" y="709"/>
                  </a:lnTo>
                  <a:lnTo>
                    <a:pt x="873" y="711"/>
                  </a:lnTo>
                  <a:lnTo>
                    <a:pt x="882" y="713"/>
                  </a:lnTo>
                  <a:lnTo>
                    <a:pt x="899" y="713"/>
                  </a:lnTo>
                  <a:lnTo>
                    <a:pt x="912" y="713"/>
                  </a:lnTo>
                  <a:lnTo>
                    <a:pt x="918" y="711"/>
                  </a:lnTo>
                  <a:lnTo>
                    <a:pt x="924" y="709"/>
                  </a:lnTo>
                  <a:lnTo>
                    <a:pt x="930" y="707"/>
                  </a:lnTo>
                  <a:lnTo>
                    <a:pt x="935" y="703"/>
                  </a:lnTo>
                  <a:lnTo>
                    <a:pt x="940" y="699"/>
                  </a:lnTo>
                  <a:lnTo>
                    <a:pt x="944" y="695"/>
                  </a:lnTo>
                  <a:lnTo>
                    <a:pt x="948" y="689"/>
                  </a:lnTo>
                  <a:lnTo>
                    <a:pt x="952" y="681"/>
                  </a:lnTo>
                  <a:lnTo>
                    <a:pt x="955" y="673"/>
                  </a:lnTo>
                  <a:lnTo>
                    <a:pt x="958" y="663"/>
                  </a:lnTo>
                  <a:lnTo>
                    <a:pt x="960" y="653"/>
                  </a:lnTo>
                  <a:lnTo>
                    <a:pt x="961" y="641"/>
                  </a:lnTo>
                  <a:lnTo>
                    <a:pt x="962" y="627"/>
                  </a:lnTo>
                  <a:lnTo>
                    <a:pt x="963" y="613"/>
                  </a:lnTo>
                  <a:lnTo>
                    <a:pt x="962" y="599"/>
                  </a:lnTo>
                  <a:lnTo>
                    <a:pt x="960" y="585"/>
                  </a:lnTo>
                  <a:lnTo>
                    <a:pt x="959" y="579"/>
                  </a:lnTo>
                  <a:lnTo>
                    <a:pt x="957" y="573"/>
                  </a:lnTo>
                  <a:lnTo>
                    <a:pt x="952" y="561"/>
                  </a:lnTo>
                  <a:lnTo>
                    <a:pt x="949" y="555"/>
                  </a:lnTo>
                  <a:lnTo>
                    <a:pt x="945" y="547"/>
                  </a:lnTo>
                  <a:lnTo>
                    <a:pt x="935" y="535"/>
                  </a:lnTo>
                  <a:lnTo>
                    <a:pt x="924" y="519"/>
                  </a:lnTo>
                  <a:lnTo>
                    <a:pt x="909" y="503"/>
                  </a:lnTo>
                  <a:lnTo>
                    <a:pt x="877" y="469"/>
                  </a:lnTo>
                  <a:lnTo>
                    <a:pt x="864" y="453"/>
                  </a:lnTo>
                  <a:lnTo>
                    <a:pt x="852" y="439"/>
                  </a:lnTo>
                  <a:lnTo>
                    <a:pt x="841" y="423"/>
                  </a:lnTo>
                  <a:lnTo>
                    <a:pt x="839" y="419"/>
                  </a:lnTo>
                  <a:lnTo>
                    <a:pt x="837" y="415"/>
                  </a:lnTo>
                  <a:lnTo>
                    <a:pt x="832" y="407"/>
                  </a:lnTo>
                  <a:lnTo>
                    <a:pt x="829" y="399"/>
                  </a:lnTo>
                  <a:lnTo>
                    <a:pt x="825" y="389"/>
                  </a:lnTo>
                  <a:lnTo>
                    <a:pt x="823" y="381"/>
                  </a:lnTo>
                  <a:lnTo>
                    <a:pt x="820" y="371"/>
                  </a:lnTo>
                  <a:lnTo>
                    <a:pt x="819" y="361"/>
                  </a:lnTo>
                  <a:lnTo>
                    <a:pt x="817" y="349"/>
                  </a:lnTo>
                  <a:lnTo>
                    <a:pt x="816" y="337"/>
                  </a:lnTo>
                  <a:lnTo>
                    <a:pt x="816" y="325"/>
                  </a:lnTo>
                  <a:lnTo>
                    <a:pt x="817" y="309"/>
                  </a:lnTo>
                  <a:lnTo>
                    <a:pt x="818" y="294"/>
                  </a:lnTo>
                  <a:lnTo>
                    <a:pt x="820" y="280"/>
                  </a:lnTo>
                  <a:lnTo>
                    <a:pt x="823" y="268"/>
                  </a:lnTo>
                  <a:lnTo>
                    <a:pt x="826" y="256"/>
                  </a:lnTo>
                  <a:lnTo>
                    <a:pt x="830" y="246"/>
                  </a:lnTo>
                  <a:lnTo>
                    <a:pt x="835" y="238"/>
                  </a:lnTo>
                  <a:lnTo>
                    <a:pt x="840" y="230"/>
                  </a:lnTo>
                  <a:lnTo>
                    <a:pt x="845" y="222"/>
                  </a:lnTo>
                  <a:lnTo>
                    <a:pt x="851" y="216"/>
                  </a:lnTo>
                  <a:lnTo>
                    <a:pt x="858" y="212"/>
                  </a:lnTo>
                  <a:lnTo>
                    <a:pt x="864" y="208"/>
                  </a:lnTo>
                  <a:lnTo>
                    <a:pt x="871" y="206"/>
                  </a:lnTo>
                  <a:lnTo>
                    <a:pt x="878" y="204"/>
                  </a:lnTo>
                  <a:lnTo>
                    <a:pt x="893" y="202"/>
                  </a:lnTo>
                  <a:lnTo>
                    <a:pt x="917" y="204"/>
                  </a:lnTo>
                  <a:lnTo>
                    <a:pt x="936" y="206"/>
                  </a:lnTo>
                  <a:lnTo>
                    <a:pt x="965" y="212"/>
                  </a:lnTo>
                  <a:lnTo>
                    <a:pt x="970" y="214"/>
                  </a:lnTo>
                  <a:lnTo>
                    <a:pt x="973" y="216"/>
                  </a:lnTo>
                  <a:lnTo>
                    <a:pt x="974" y="218"/>
                  </a:lnTo>
                  <a:lnTo>
                    <a:pt x="975" y="220"/>
                  </a:lnTo>
                  <a:lnTo>
                    <a:pt x="976" y="224"/>
                  </a:lnTo>
                  <a:lnTo>
                    <a:pt x="976" y="228"/>
                  </a:lnTo>
                  <a:lnTo>
                    <a:pt x="976" y="236"/>
                  </a:lnTo>
                  <a:lnTo>
                    <a:pt x="975" y="246"/>
                  </a:lnTo>
                  <a:lnTo>
                    <a:pt x="973" y="252"/>
                  </a:lnTo>
                  <a:lnTo>
                    <a:pt x="970" y="254"/>
                  </a:lnTo>
                  <a:lnTo>
                    <a:pt x="965" y="252"/>
                  </a:lnTo>
                  <a:lnTo>
                    <a:pt x="953" y="250"/>
                  </a:lnTo>
                  <a:lnTo>
                    <a:pt x="936" y="246"/>
                  </a:lnTo>
                  <a:lnTo>
                    <a:pt x="926" y="244"/>
                  </a:lnTo>
                  <a:lnTo>
                    <a:pt x="916" y="244"/>
                  </a:lnTo>
                  <a:lnTo>
                    <a:pt x="895" y="242"/>
                  </a:lnTo>
                  <a:lnTo>
                    <a:pt x="883" y="242"/>
                  </a:lnTo>
                  <a:lnTo>
                    <a:pt x="873" y="244"/>
                  </a:lnTo>
                  <a:lnTo>
                    <a:pt x="868" y="246"/>
                  </a:lnTo>
                  <a:lnTo>
                    <a:pt x="863" y="250"/>
                  </a:lnTo>
                  <a:lnTo>
                    <a:pt x="859" y="254"/>
                  </a:lnTo>
                  <a:lnTo>
                    <a:pt x="855" y="258"/>
                  </a:lnTo>
                  <a:lnTo>
                    <a:pt x="851" y="262"/>
                  </a:lnTo>
                  <a:lnTo>
                    <a:pt x="848" y="268"/>
                  </a:lnTo>
                  <a:lnTo>
                    <a:pt x="845" y="276"/>
                  </a:lnTo>
                  <a:lnTo>
                    <a:pt x="844" y="278"/>
                  </a:lnTo>
                  <a:lnTo>
                    <a:pt x="843" y="282"/>
                  </a:lnTo>
                  <a:lnTo>
                    <a:pt x="841" y="292"/>
                  </a:lnTo>
                  <a:lnTo>
                    <a:pt x="839" y="301"/>
                  </a:lnTo>
                  <a:lnTo>
                    <a:pt x="839" y="313"/>
                  </a:lnTo>
                  <a:lnTo>
                    <a:pt x="838" y="325"/>
                  </a:lnTo>
                  <a:lnTo>
                    <a:pt x="838" y="333"/>
                  </a:lnTo>
                  <a:lnTo>
                    <a:pt x="839" y="341"/>
                  </a:lnTo>
                  <a:lnTo>
                    <a:pt x="840" y="349"/>
                  </a:lnTo>
                  <a:lnTo>
                    <a:pt x="842" y="355"/>
                  </a:lnTo>
                  <a:lnTo>
                    <a:pt x="843" y="363"/>
                  </a:lnTo>
                  <a:lnTo>
                    <a:pt x="846" y="369"/>
                  </a:lnTo>
                  <a:lnTo>
                    <a:pt x="848" y="375"/>
                  </a:lnTo>
                  <a:lnTo>
                    <a:pt x="851" y="381"/>
                  </a:lnTo>
                  <a:lnTo>
                    <a:pt x="858" y="393"/>
                  </a:lnTo>
                  <a:lnTo>
                    <a:pt x="867" y="405"/>
                  </a:lnTo>
                  <a:lnTo>
                    <a:pt x="876" y="417"/>
                  </a:lnTo>
                  <a:lnTo>
                    <a:pt x="887" y="431"/>
                  </a:lnTo>
                  <a:lnTo>
                    <a:pt x="921" y="467"/>
                  </a:lnTo>
                  <a:lnTo>
                    <a:pt x="936" y="485"/>
                  </a:lnTo>
                  <a:lnTo>
                    <a:pt x="948" y="501"/>
                  </a:lnTo>
                  <a:lnTo>
                    <a:pt x="954" y="509"/>
                  </a:lnTo>
                  <a:lnTo>
                    <a:pt x="959" y="517"/>
                  </a:lnTo>
                  <a:lnTo>
                    <a:pt x="968" y="533"/>
                  </a:lnTo>
                  <a:lnTo>
                    <a:pt x="972" y="541"/>
                  </a:lnTo>
                  <a:lnTo>
                    <a:pt x="976" y="551"/>
                  </a:lnTo>
                  <a:lnTo>
                    <a:pt x="978" y="559"/>
                  </a:lnTo>
                  <a:lnTo>
                    <a:pt x="981" y="569"/>
                  </a:lnTo>
                  <a:lnTo>
                    <a:pt x="982" y="579"/>
                  </a:lnTo>
                  <a:lnTo>
                    <a:pt x="984" y="589"/>
                  </a:lnTo>
                  <a:lnTo>
                    <a:pt x="985" y="601"/>
                  </a:lnTo>
                  <a:lnTo>
                    <a:pt x="985" y="613"/>
                  </a:lnTo>
                  <a:lnTo>
                    <a:pt x="984" y="633"/>
                  </a:lnTo>
                  <a:lnTo>
                    <a:pt x="983" y="651"/>
                  </a:lnTo>
                  <a:lnTo>
                    <a:pt x="982" y="659"/>
                  </a:lnTo>
                  <a:lnTo>
                    <a:pt x="981" y="667"/>
                  </a:lnTo>
                  <a:lnTo>
                    <a:pt x="979" y="673"/>
                  </a:lnTo>
                  <a:lnTo>
                    <a:pt x="978" y="681"/>
                  </a:lnTo>
                  <a:lnTo>
                    <a:pt x="974" y="693"/>
                  </a:lnTo>
                  <a:lnTo>
                    <a:pt x="972" y="699"/>
                  </a:lnTo>
                  <a:lnTo>
                    <a:pt x="970" y="705"/>
                  </a:lnTo>
                  <a:lnTo>
                    <a:pt x="964" y="715"/>
                  </a:lnTo>
                  <a:lnTo>
                    <a:pt x="959" y="723"/>
                  </a:lnTo>
                  <a:lnTo>
                    <a:pt x="953" y="731"/>
                  </a:lnTo>
                  <a:lnTo>
                    <a:pt x="946" y="737"/>
                  </a:lnTo>
                  <a:lnTo>
                    <a:pt x="939" y="743"/>
                  </a:lnTo>
                  <a:lnTo>
                    <a:pt x="931" y="747"/>
                  </a:lnTo>
                  <a:lnTo>
                    <a:pt x="923" y="749"/>
                  </a:lnTo>
                  <a:lnTo>
                    <a:pt x="915" y="751"/>
                  </a:lnTo>
                  <a:lnTo>
                    <a:pt x="906" y="753"/>
                  </a:lnTo>
                  <a:lnTo>
                    <a:pt x="898" y="753"/>
                  </a:lnTo>
                  <a:close/>
                  <a:moveTo>
                    <a:pt x="1357" y="745"/>
                  </a:moveTo>
                  <a:lnTo>
                    <a:pt x="1341" y="747"/>
                  </a:lnTo>
                  <a:lnTo>
                    <a:pt x="1324" y="751"/>
                  </a:lnTo>
                  <a:lnTo>
                    <a:pt x="1309" y="753"/>
                  </a:lnTo>
                  <a:lnTo>
                    <a:pt x="1296" y="753"/>
                  </a:lnTo>
                  <a:lnTo>
                    <a:pt x="1283" y="751"/>
                  </a:lnTo>
                  <a:lnTo>
                    <a:pt x="1277" y="751"/>
                  </a:lnTo>
                  <a:lnTo>
                    <a:pt x="1271" y="749"/>
                  </a:lnTo>
                  <a:lnTo>
                    <a:pt x="1265" y="745"/>
                  </a:lnTo>
                  <a:lnTo>
                    <a:pt x="1260" y="743"/>
                  </a:lnTo>
                  <a:lnTo>
                    <a:pt x="1255" y="739"/>
                  </a:lnTo>
                  <a:lnTo>
                    <a:pt x="1250" y="733"/>
                  </a:lnTo>
                  <a:lnTo>
                    <a:pt x="1245" y="729"/>
                  </a:lnTo>
                  <a:lnTo>
                    <a:pt x="1241" y="723"/>
                  </a:lnTo>
                  <a:lnTo>
                    <a:pt x="1233" y="711"/>
                  </a:lnTo>
                  <a:lnTo>
                    <a:pt x="1225" y="697"/>
                  </a:lnTo>
                  <a:lnTo>
                    <a:pt x="1219" y="681"/>
                  </a:lnTo>
                  <a:lnTo>
                    <a:pt x="1213" y="663"/>
                  </a:lnTo>
                  <a:lnTo>
                    <a:pt x="1209" y="645"/>
                  </a:lnTo>
                  <a:lnTo>
                    <a:pt x="1205" y="625"/>
                  </a:lnTo>
                  <a:lnTo>
                    <a:pt x="1202" y="603"/>
                  </a:lnTo>
                  <a:lnTo>
                    <a:pt x="1199" y="581"/>
                  </a:lnTo>
                  <a:lnTo>
                    <a:pt x="1197" y="557"/>
                  </a:lnTo>
                  <a:lnTo>
                    <a:pt x="1196" y="535"/>
                  </a:lnTo>
                  <a:lnTo>
                    <a:pt x="1196" y="509"/>
                  </a:lnTo>
                  <a:lnTo>
                    <a:pt x="1196" y="443"/>
                  </a:lnTo>
                  <a:lnTo>
                    <a:pt x="1196" y="417"/>
                  </a:lnTo>
                  <a:lnTo>
                    <a:pt x="1197" y="393"/>
                  </a:lnTo>
                  <a:lnTo>
                    <a:pt x="1199" y="371"/>
                  </a:lnTo>
                  <a:lnTo>
                    <a:pt x="1202" y="349"/>
                  </a:lnTo>
                  <a:lnTo>
                    <a:pt x="1205" y="327"/>
                  </a:lnTo>
                  <a:lnTo>
                    <a:pt x="1209" y="307"/>
                  </a:lnTo>
                  <a:lnTo>
                    <a:pt x="1213" y="290"/>
                  </a:lnTo>
                  <a:lnTo>
                    <a:pt x="1219" y="272"/>
                  </a:lnTo>
                  <a:lnTo>
                    <a:pt x="1222" y="264"/>
                  </a:lnTo>
                  <a:lnTo>
                    <a:pt x="1225" y="258"/>
                  </a:lnTo>
                  <a:lnTo>
                    <a:pt x="1233" y="244"/>
                  </a:lnTo>
                  <a:lnTo>
                    <a:pt x="1237" y="238"/>
                  </a:lnTo>
                  <a:lnTo>
                    <a:pt x="1241" y="232"/>
                  </a:lnTo>
                  <a:lnTo>
                    <a:pt x="1250" y="222"/>
                  </a:lnTo>
                  <a:lnTo>
                    <a:pt x="1260" y="214"/>
                  </a:lnTo>
                  <a:lnTo>
                    <a:pt x="1265" y="210"/>
                  </a:lnTo>
                  <a:lnTo>
                    <a:pt x="1271" y="208"/>
                  </a:lnTo>
                  <a:lnTo>
                    <a:pt x="1277" y="206"/>
                  </a:lnTo>
                  <a:lnTo>
                    <a:pt x="1283" y="204"/>
                  </a:lnTo>
                  <a:lnTo>
                    <a:pt x="1289" y="202"/>
                  </a:lnTo>
                  <a:lnTo>
                    <a:pt x="1296" y="202"/>
                  </a:lnTo>
                  <a:lnTo>
                    <a:pt x="1309" y="204"/>
                  </a:lnTo>
                  <a:lnTo>
                    <a:pt x="1324" y="206"/>
                  </a:lnTo>
                  <a:lnTo>
                    <a:pt x="1341" y="208"/>
                  </a:lnTo>
                  <a:lnTo>
                    <a:pt x="1357" y="212"/>
                  </a:lnTo>
                  <a:lnTo>
                    <a:pt x="1361" y="214"/>
                  </a:lnTo>
                  <a:lnTo>
                    <a:pt x="1364" y="218"/>
                  </a:lnTo>
                  <a:lnTo>
                    <a:pt x="1365" y="220"/>
                  </a:lnTo>
                  <a:lnTo>
                    <a:pt x="1366" y="222"/>
                  </a:lnTo>
                  <a:lnTo>
                    <a:pt x="1366" y="230"/>
                  </a:lnTo>
                  <a:lnTo>
                    <a:pt x="1366" y="236"/>
                  </a:lnTo>
                  <a:lnTo>
                    <a:pt x="1365" y="240"/>
                  </a:lnTo>
                  <a:lnTo>
                    <a:pt x="1365" y="244"/>
                  </a:lnTo>
                  <a:lnTo>
                    <a:pt x="1363" y="248"/>
                  </a:lnTo>
                  <a:lnTo>
                    <a:pt x="1362" y="250"/>
                  </a:lnTo>
                  <a:lnTo>
                    <a:pt x="1360" y="250"/>
                  </a:lnTo>
                  <a:lnTo>
                    <a:pt x="1356" y="250"/>
                  </a:lnTo>
                  <a:lnTo>
                    <a:pt x="1339" y="246"/>
                  </a:lnTo>
                  <a:lnTo>
                    <a:pt x="1323" y="244"/>
                  </a:lnTo>
                  <a:lnTo>
                    <a:pt x="1309" y="242"/>
                  </a:lnTo>
                  <a:lnTo>
                    <a:pt x="1296" y="242"/>
                  </a:lnTo>
                  <a:lnTo>
                    <a:pt x="1285" y="242"/>
                  </a:lnTo>
                  <a:lnTo>
                    <a:pt x="1276" y="246"/>
                  </a:lnTo>
                  <a:lnTo>
                    <a:pt x="1272" y="248"/>
                  </a:lnTo>
                  <a:lnTo>
                    <a:pt x="1267" y="250"/>
                  </a:lnTo>
                  <a:lnTo>
                    <a:pt x="1259" y="256"/>
                  </a:lnTo>
                  <a:lnTo>
                    <a:pt x="1252" y="264"/>
                  </a:lnTo>
                  <a:lnTo>
                    <a:pt x="1246" y="274"/>
                  </a:lnTo>
                  <a:lnTo>
                    <a:pt x="1240" y="284"/>
                  </a:lnTo>
                  <a:lnTo>
                    <a:pt x="1236" y="296"/>
                  </a:lnTo>
                  <a:lnTo>
                    <a:pt x="1231" y="309"/>
                  </a:lnTo>
                  <a:lnTo>
                    <a:pt x="1228" y="325"/>
                  </a:lnTo>
                  <a:lnTo>
                    <a:pt x="1225" y="341"/>
                  </a:lnTo>
                  <a:lnTo>
                    <a:pt x="1222" y="359"/>
                  </a:lnTo>
                  <a:lnTo>
                    <a:pt x="1221" y="379"/>
                  </a:lnTo>
                  <a:lnTo>
                    <a:pt x="1219" y="399"/>
                  </a:lnTo>
                  <a:lnTo>
                    <a:pt x="1219" y="419"/>
                  </a:lnTo>
                  <a:lnTo>
                    <a:pt x="1218" y="443"/>
                  </a:lnTo>
                  <a:lnTo>
                    <a:pt x="1218" y="509"/>
                  </a:lnTo>
                  <a:lnTo>
                    <a:pt x="1219" y="531"/>
                  </a:lnTo>
                  <a:lnTo>
                    <a:pt x="1219" y="553"/>
                  </a:lnTo>
                  <a:lnTo>
                    <a:pt x="1221" y="573"/>
                  </a:lnTo>
                  <a:lnTo>
                    <a:pt x="1222" y="593"/>
                  </a:lnTo>
                  <a:lnTo>
                    <a:pt x="1225" y="611"/>
                  </a:lnTo>
                  <a:lnTo>
                    <a:pt x="1228" y="627"/>
                  </a:lnTo>
                  <a:lnTo>
                    <a:pt x="1231" y="643"/>
                  </a:lnTo>
                  <a:lnTo>
                    <a:pt x="1236" y="657"/>
                  </a:lnTo>
                  <a:lnTo>
                    <a:pt x="1240" y="671"/>
                  </a:lnTo>
                  <a:lnTo>
                    <a:pt x="1246" y="681"/>
                  </a:lnTo>
                  <a:lnTo>
                    <a:pt x="1252" y="691"/>
                  </a:lnTo>
                  <a:lnTo>
                    <a:pt x="1259" y="699"/>
                  </a:lnTo>
                  <a:lnTo>
                    <a:pt x="1267" y="705"/>
                  </a:lnTo>
                  <a:lnTo>
                    <a:pt x="1272" y="709"/>
                  </a:lnTo>
                  <a:lnTo>
                    <a:pt x="1276" y="711"/>
                  </a:lnTo>
                  <a:lnTo>
                    <a:pt x="1285" y="713"/>
                  </a:lnTo>
                  <a:lnTo>
                    <a:pt x="1296" y="713"/>
                  </a:lnTo>
                  <a:lnTo>
                    <a:pt x="1309" y="713"/>
                  </a:lnTo>
                  <a:lnTo>
                    <a:pt x="1323" y="711"/>
                  </a:lnTo>
                  <a:lnTo>
                    <a:pt x="1339" y="709"/>
                  </a:lnTo>
                  <a:lnTo>
                    <a:pt x="1356" y="705"/>
                  </a:lnTo>
                  <a:lnTo>
                    <a:pt x="1360" y="705"/>
                  </a:lnTo>
                  <a:lnTo>
                    <a:pt x="1362" y="705"/>
                  </a:lnTo>
                  <a:lnTo>
                    <a:pt x="1363" y="707"/>
                  </a:lnTo>
                  <a:lnTo>
                    <a:pt x="1365" y="709"/>
                  </a:lnTo>
                  <a:lnTo>
                    <a:pt x="1365" y="711"/>
                  </a:lnTo>
                  <a:lnTo>
                    <a:pt x="1366" y="715"/>
                  </a:lnTo>
                  <a:lnTo>
                    <a:pt x="1366" y="719"/>
                  </a:lnTo>
                  <a:lnTo>
                    <a:pt x="1366" y="731"/>
                  </a:lnTo>
                  <a:lnTo>
                    <a:pt x="1365" y="735"/>
                  </a:lnTo>
                  <a:lnTo>
                    <a:pt x="1364" y="737"/>
                  </a:lnTo>
                  <a:lnTo>
                    <a:pt x="1363" y="741"/>
                  </a:lnTo>
                  <a:lnTo>
                    <a:pt x="1361" y="741"/>
                  </a:lnTo>
                  <a:lnTo>
                    <a:pt x="1357" y="745"/>
                  </a:lnTo>
                  <a:close/>
                  <a:moveTo>
                    <a:pt x="1467" y="753"/>
                  </a:moveTo>
                  <a:lnTo>
                    <a:pt x="1462" y="753"/>
                  </a:lnTo>
                  <a:lnTo>
                    <a:pt x="1458" y="751"/>
                  </a:lnTo>
                  <a:lnTo>
                    <a:pt x="1456" y="747"/>
                  </a:lnTo>
                  <a:lnTo>
                    <a:pt x="1454" y="741"/>
                  </a:lnTo>
                  <a:lnTo>
                    <a:pt x="1453" y="735"/>
                  </a:lnTo>
                  <a:lnTo>
                    <a:pt x="1453" y="20"/>
                  </a:lnTo>
                  <a:lnTo>
                    <a:pt x="1454" y="16"/>
                  </a:lnTo>
                  <a:lnTo>
                    <a:pt x="1454" y="12"/>
                  </a:lnTo>
                  <a:lnTo>
                    <a:pt x="1456" y="6"/>
                  </a:lnTo>
                  <a:lnTo>
                    <a:pt x="1457" y="4"/>
                  </a:lnTo>
                  <a:lnTo>
                    <a:pt x="1458" y="2"/>
                  </a:lnTo>
                  <a:lnTo>
                    <a:pt x="1462" y="0"/>
                  </a:lnTo>
                  <a:lnTo>
                    <a:pt x="1467" y="0"/>
                  </a:lnTo>
                  <a:lnTo>
                    <a:pt x="1470" y="2"/>
                  </a:lnTo>
                  <a:lnTo>
                    <a:pt x="1473" y="6"/>
                  </a:lnTo>
                  <a:lnTo>
                    <a:pt x="1475" y="12"/>
                  </a:lnTo>
                  <a:lnTo>
                    <a:pt x="1476" y="20"/>
                  </a:lnTo>
                  <a:lnTo>
                    <a:pt x="1476" y="735"/>
                  </a:lnTo>
                  <a:lnTo>
                    <a:pt x="1475" y="737"/>
                  </a:lnTo>
                  <a:lnTo>
                    <a:pt x="1475" y="741"/>
                  </a:lnTo>
                  <a:lnTo>
                    <a:pt x="1473" y="747"/>
                  </a:lnTo>
                  <a:lnTo>
                    <a:pt x="1472" y="749"/>
                  </a:lnTo>
                  <a:lnTo>
                    <a:pt x="1470" y="751"/>
                  </a:lnTo>
                  <a:lnTo>
                    <a:pt x="1467" y="753"/>
                  </a:lnTo>
                  <a:close/>
                  <a:moveTo>
                    <a:pt x="1761" y="487"/>
                  </a:moveTo>
                  <a:lnTo>
                    <a:pt x="1591" y="487"/>
                  </a:lnTo>
                  <a:lnTo>
                    <a:pt x="1591" y="509"/>
                  </a:lnTo>
                  <a:lnTo>
                    <a:pt x="1591" y="539"/>
                  </a:lnTo>
                  <a:lnTo>
                    <a:pt x="1592" y="553"/>
                  </a:lnTo>
                  <a:lnTo>
                    <a:pt x="1593" y="565"/>
                  </a:lnTo>
                  <a:lnTo>
                    <a:pt x="1594" y="579"/>
                  </a:lnTo>
                  <a:lnTo>
                    <a:pt x="1595" y="591"/>
                  </a:lnTo>
                  <a:lnTo>
                    <a:pt x="1598" y="613"/>
                  </a:lnTo>
                  <a:lnTo>
                    <a:pt x="1602" y="631"/>
                  </a:lnTo>
                  <a:lnTo>
                    <a:pt x="1606" y="647"/>
                  </a:lnTo>
                  <a:lnTo>
                    <a:pt x="1612" y="663"/>
                  </a:lnTo>
                  <a:lnTo>
                    <a:pt x="1614" y="669"/>
                  </a:lnTo>
                  <a:lnTo>
                    <a:pt x="1617" y="675"/>
                  </a:lnTo>
                  <a:lnTo>
                    <a:pt x="1621" y="681"/>
                  </a:lnTo>
                  <a:lnTo>
                    <a:pt x="1624" y="685"/>
                  </a:lnTo>
                  <a:lnTo>
                    <a:pt x="1631" y="693"/>
                  </a:lnTo>
                  <a:lnTo>
                    <a:pt x="1638" y="701"/>
                  </a:lnTo>
                  <a:lnTo>
                    <a:pt x="1646" y="705"/>
                  </a:lnTo>
                  <a:lnTo>
                    <a:pt x="1655" y="709"/>
                  </a:lnTo>
                  <a:lnTo>
                    <a:pt x="1664" y="713"/>
                  </a:lnTo>
                  <a:lnTo>
                    <a:pt x="1673" y="713"/>
                  </a:lnTo>
                  <a:lnTo>
                    <a:pt x="1682" y="713"/>
                  </a:lnTo>
                  <a:lnTo>
                    <a:pt x="1699" y="713"/>
                  </a:lnTo>
                  <a:lnTo>
                    <a:pt x="1718" y="709"/>
                  </a:lnTo>
                  <a:lnTo>
                    <a:pt x="1737" y="703"/>
                  </a:lnTo>
                  <a:lnTo>
                    <a:pt x="1756" y="697"/>
                  </a:lnTo>
                  <a:lnTo>
                    <a:pt x="1758" y="697"/>
                  </a:lnTo>
                  <a:lnTo>
                    <a:pt x="1760" y="697"/>
                  </a:lnTo>
                  <a:lnTo>
                    <a:pt x="1764" y="697"/>
                  </a:lnTo>
                  <a:lnTo>
                    <a:pt x="1765" y="699"/>
                  </a:lnTo>
                  <a:lnTo>
                    <a:pt x="1766" y="703"/>
                  </a:lnTo>
                  <a:lnTo>
                    <a:pt x="1767" y="705"/>
                  </a:lnTo>
                  <a:lnTo>
                    <a:pt x="1767" y="709"/>
                  </a:lnTo>
                  <a:lnTo>
                    <a:pt x="1767" y="721"/>
                  </a:lnTo>
                  <a:lnTo>
                    <a:pt x="1766" y="725"/>
                  </a:lnTo>
                  <a:lnTo>
                    <a:pt x="1765" y="729"/>
                  </a:lnTo>
                  <a:lnTo>
                    <a:pt x="1764" y="731"/>
                  </a:lnTo>
                  <a:lnTo>
                    <a:pt x="1762" y="733"/>
                  </a:lnTo>
                  <a:lnTo>
                    <a:pt x="1757" y="737"/>
                  </a:lnTo>
                  <a:lnTo>
                    <a:pt x="1739" y="743"/>
                  </a:lnTo>
                  <a:lnTo>
                    <a:pt x="1719" y="749"/>
                  </a:lnTo>
                  <a:lnTo>
                    <a:pt x="1700" y="751"/>
                  </a:lnTo>
                  <a:lnTo>
                    <a:pt x="1682" y="753"/>
                  </a:lnTo>
                  <a:lnTo>
                    <a:pt x="1670" y="753"/>
                  </a:lnTo>
                  <a:lnTo>
                    <a:pt x="1659" y="751"/>
                  </a:lnTo>
                  <a:lnTo>
                    <a:pt x="1648" y="747"/>
                  </a:lnTo>
                  <a:lnTo>
                    <a:pt x="1638" y="741"/>
                  </a:lnTo>
                  <a:lnTo>
                    <a:pt x="1628" y="735"/>
                  </a:lnTo>
                  <a:lnTo>
                    <a:pt x="1623" y="731"/>
                  </a:lnTo>
                  <a:lnTo>
                    <a:pt x="1619" y="727"/>
                  </a:lnTo>
                  <a:lnTo>
                    <a:pt x="1610" y="715"/>
                  </a:lnTo>
                  <a:lnTo>
                    <a:pt x="1602" y="703"/>
                  </a:lnTo>
                  <a:lnTo>
                    <a:pt x="1598" y="695"/>
                  </a:lnTo>
                  <a:lnTo>
                    <a:pt x="1595" y="687"/>
                  </a:lnTo>
                  <a:lnTo>
                    <a:pt x="1588" y="669"/>
                  </a:lnTo>
                  <a:lnTo>
                    <a:pt x="1582" y="649"/>
                  </a:lnTo>
                  <a:lnTo>
                    <a:pt x="1578" y="627"/>
                  </a:lnTo>
                  <a:lnTo>
                    <a:pt x="1575" y="615"/>
                  </a:lnTo>
                  <a:lnTo>
                    <a:pt x="1574" y="601"/>
                  </a:lnTo>
                  <a:lnTo>
                    <a:pt x="1571" y="573"/>
                  </a:lnTo>
                  <a:lnTo>
                    <a:pt x="1569" y="543"/>
                  </a:lnTo>
                  <a:lnTo>
                    <a:pt x="1569" y="527"/>
                  </a:lnTo>
                  <a:lnTo>
                    <a:pt x="1569" y="509"/>
                  </a:lnTo>
                  <a:lnTo>
                    <a:pt x="1569" y="443"/>
                  </a:lnTo>
                  <a:lnTo>
                    <a:pt x="1569" y="417"/>
                  </a:lnTo>
                  <a:lnTo>
                    <a:pt x="1570" y="391"/>
                  </a:lnTo>
                  <a:lnTo>
                    <a:pt x="1572" y="369"/>
                  </a:lnTo>
                  <a:lnTo>
                    <a:pt x="1575" y="345"/>
                  </a:lnTo>
                  <a:lnTo>
                    <a:pt x="1577" y="335"/>
                  </a:lnTo>
                  <a:lnTo>
                    <a:pt x="1579" y="325"/>
                  </a:lnTo>
                  <a:lnTo>
                    <a:pt x="1581" y="315"/>
                  </a:lnTo>
                  <a:lnTo>
                    <a:pt x="1583" y="305"/>
                  </a:lnTo>
                  <a:lnTo>
                    <a:pt x="1586" y="296"/>
                  </a:lnTo>
                  <a:lnTo>
                    <a:pt x="1589" y="288"/>
                  </a:lnTo>
                  <a:lnTo>
                    <a:pt x="1595" y="270"/>
                  </a:lnTo>
                  <a:lnTo>
                    <a:pt x="1601" y="256"/>
                  </a:lnTo>
                  <a:lnTo>
                    <a:pt x="1609" y="242"/>
                  </a:lnTo>
                  <a:lnTo>
                    <a:pt x="1617" y="230"/>
                  </a:lnTo>
                  <a:lnTo>
                    <a:pt x="1626" y="220"/>
                  </a:lnTo>
                  <a:lnTo>
                    <a:pt x="1636" y="212"/>
                  </a:lnTo>
                  <a:lnTo>
                    <a:pt x="1647" y="208"/>
                  </a:lnTo>
                  <a:lnTo>
                    <a:pt x="1658" y="204"/>
                  </a:lnTo>
                  <a:lnTo>
                    <a:pt x="1664" y="202"/>
                  </a:lnTo>
                  <a:lnTo>
                    <a:pt x="1670" y="202"/>
                  </a:lnTo>
                  <a:lnTo>
                    <a:pt x="1683" y="204"/>
                  </a:lnTo>
                  <a:lnTo>
                    <a:pt x="1689" y="204"/>
                  </a:lnTo>
                  <a:lnTo>
                    <a:pt x="1695" y="206"/>
                  </a:lnTo>
                  <a:lnTo>
                    <a:pt x="1705" y="212"/>
                  </a:lnTo>
                  <a:lnTo>
                    <a:pt x="1710" y="216"/>
                  </a:lnTo>
                  <a:lnTo>
                    <a:pt x="1715" y="220"/>
                  </a:lnTo>
                  <a:lnTo>
                    <a:pt x="1724" y="230"/>
                  </a:lnTo>
                  <a:lnTo>
                    <a:pt x="1733" y="240"/>
                  </a:lnTo>
                  <a:lnTo>
                    <a:pt x="1740" y="254"/>
                  </a:lnTo>
                  <a:lnTo>
                    <a:pt x="1743" y="260"/>
                  </a:lnTo>
                  <a:lnTo>
                    <a:pt x="1746" y="268"/>
                  </a:lnTo>
                  <a:lnTo>
                    <a:pt x="1752" y="286"/>
                  </a:lnTo>
                  <a:lnTo>
                    <a:pt x="1757" y="303"/>
                  </a:lnTo>
                  <a:lnTo>
                    <a:pt x="1761" y="323"/>
                  </a:lnTo>
                  <a:lnTo>
                    <a:pt x="1765" y="343"/>
                  </a:lnTo>
                  <a:lnTo>
                    <a:pt x="1767" y="365"/>
                  </a:lnTo>
                  <a:lnTo>
                    <a:pt x="1769" y="389"/>
                  </a:lnTo>
                  <a:lnTo>
                    <a:pt x="1770" y="415"/>
                  </a:lnTo>
                  <a:lnTo>
                    <a:pt x="1770" y="441"/>
                  </a:lnTo>
                  <a:lnTo>
                    <a:pt x="1770" y="469"/>
                  </a:lnTo>
                  <a:lnTo>
                    <a:pt x="1770" y="473"/>
                  </a:lnTo>
                  <a:lnTo>
                    <a:pt x="1770" y="475"/>
                  </a:lnTo>
                  <a:lnTo>
                    <a:pt x="1768" y="483"/>
                  </a:lnTo>
                  <a:lnTo>
                    <a:pt x="1765" y="487"/>
                  </a:lnTo>
                  <a:lnTo>
                    <a:pt x="1761" y="487"/>
                  </a:lnTo>
                  <a:close/>
                  <a:moveTo>
                    <a:pt x="1748" y="441"/>
                  </a:moveTo>
                  <a:lnTo>
                    <a:pt x="1748" y="417"/>
                  </a:lnTo>
                  <a:lnTo>
                    <a:pt x="1747" y="397"/>
                  </a:lnTo>
                  <a:lnTo>
                    <a:pt x="1746" y="375"/>
                  </a:lnTo>
                  <a:lnTo>
                    <a:pt x="1744" y="357"/>
                  </a:lnTo>
                  <a:lnTo>
                    <a:pt x="1742" y="339"/>
                  </a:lnTo>
                  <a:lnTo>
                    <a:pt x="1739" y="321"/>
                  </a:lnTo>
                  <a:lnTo>
                    <a:pt x="1737" y="315"/>
                  </a:lnTo>
                  <a:lnTo>
                    <a:pt x="1735" y="307"/>
                  </a:lnTo>
                  <a:lnTo>
                    <a:pt x="1731" y="294"/>
                  </a:lnTo>
                  <a:lnTo>
                    <a:pt x="1728" y="288"/>
                  </a:lnTo>
                  <a:lnTo>
                    <a:pt x="1726" y="282"/>
                  </a:lnTo>
                  <a:lnTo>
                    <a:pt x="1723" y="276"/>
                  </a:lnTo>
                  <a:lnTo>
                    <a:pt x="1720" y="272"/>
                  </a:lnTo>
                  <a:lnTo>
                    <a:pt x="1717" y="266"/>
                  </a:lnTo>
                  <a:lnTo>
                    <a:pt x="1714" y="262"/>
                  </a:lnTo>
                  <a:lnTo>
                    <a:pt x="1706" y="256"/>
                  </a:lnTo>
                  <a:lnTo>
                    <a:pt x="1699" y="250"/>
                  </a:lnTo>
                  <a:lnTo>
                    <a:pt x="1690" y="246"/>
                  </a:lnTo>
                  <a:lnTo>
                    <a:pt x="1681" y="242"/>
                  </a:lnTo>
                  <a:lnTo>
                    <a:pt x="1670" y="242"/>
                  </a:lnTo>
                  <a:lnTo>
                    <a:pt x="1660" y="242"/>
                  </a:lnTo>
                  <a:lnTo>
                    <a:pt x="1655" y="244"/>
                  </a:lnTo>
                  <a:lnTo>
                    <a:pt x="1651" y="246"/>
                  </a:lnTo>
                  <a:lnTo>
                    <a:pt x="1642" y="250"/>
                  </a:lnTo>
                  <a:lnTo>
                    <a:pt x="1634" y="256"/>
                  </a:lnTo>
                  <a:lnTo>
                    <a:pt x="1627" y="264"/>
                  </a:lnTo>
                  <a:lnTo>
                    <a:pt x="1621" y="274"/>
                  </a:lnTo>
                  <a:lnTo>
                    <a:pt x="1615" y="284"/>
                  </a:lnTo>
                  <a:lnTo>
                    <a:pt x="1610" y="298"/>
                  </a:lnTo>
                  <a:lnTo>
                    <a:pt x="1605" y="311"/>
                  </a:lnTo>
                  <a:lnTo>
                    <a:pt x="1603" y="317"/>
                  </a:lnTo>
                  <a:lnTo>
                    <a:pt x="1601" y="325"/>
                  </a:lnTo>
                  <a:lnTo>
                    <a:pt x="1598" y="343"/>
                  </a:lnTo>
                  <a:lnTo>
                    <a:pt x="1595" y="361"/>
                  </a:lnTo>
                  <a:lnTo>
                    <a:pt x="1593" y="379"/>
                  </a:lnTo>
                  <a:lnTo>
                    <a:pt x="1592" y="399"/>
                  </a:lnTo>
                  <a:lnTo>
                    <a:pt x="1591" y="421"/>
                  </a:lnTo>
                  <a:lnTo>
                    <a:pt x="1591" y="443"/>
                  </a:lnTo>
                  <a:lnTo>
                    <a:pt x="1748" y="447"/>
                  </a:lnTo>
                  <a:lnTo>
                    <a:pt x="1748" y="441"/>
                  </a:lnTo>
                  <a:close/>
                  <a:moveTo>
                    <a:pt x="2024" y="747"/>
                  </a:moveTo>
                  <a:lnTo>
                    <a:pt x="2021" y="747"/>
                  </a:lnTo>
                  <a:lnTo>
                    <a:pt x="2019" y="745"/>
                  </a:lnTo>
                  <a:lnTo>
                    <a:pt x="2017" y="743"/>
                  </a:lnTo>
                  <a:lnTo>
                    <a:pt x="2015" y="741"/>
                  </a:lnTo>
                  <a:lnTo>
                    <a:pt x="2013" y="739"/>
                  </a:lnTo>
                  <a:lnTo>
                    <a:pt x="2012" y="735"/>
                  </a:lnTo>
                  <a:lnTo>
                    <a:pt x="2012" y="731"/>
                  </a:lnTo>
                  <a:lnTo>
                    <a:pt x="2012" y="727"/>
                  </a:lnTo>
                  <a:lnTo>
                    <a:pt x="2012" y="701"/>
                  </a:lnTo>
                  <a:lnTo>
                    <a:pt x="2002" y="711"/>
                  </a:lnTo>
                  <a:lnTo>
                    <a:pt x="1992" y="721"/>
                  </a:lnTo>
                  <a:lnTo>
                    <a:pt x="1982" y="731"/>
                  </a:lnTo>
                  <a:lnTo>
                    <a:pt x="1977" y="735"/>
                  </a:lnTo>
                  <a:lnTo>
                    <a:pt x="1971" y="737"/>
                  </a:lnTo>
                  <a:lnTo>
                    <a:pt x="1960" y="745"/>
                  </a:lnTo>
                  <a:lnTo>
                    <a:pt x="1949" y="749"/>
                  </a:lnTo>
                  <a:lnTo>
                    <a:pt x="1943" y="751"/>
                  </a:lnTo>
                  <a:lnTo>
                    <a:pt x="1938" y="753"/>
                  </a:lnTo>
                  <a:lnTo>
                    <a:pt x="1926" y="753"/>
                  </a:lnTo>
                  <a:lnTo>
                    <a:pt x="1919" y="753"/>
                  </a:lnTo>
                  <a:lnTo>
                    <a:pt x="1912" y="751"/>
                  </a:lnTo>
                  <a:lnTo>
                    <a:pt x="1905" y="749"/>
                  </a:lnTo>
                  <a:lnTo>
                    <a:pt x="1898" y="745"/>
                  </a:lnTo>
                  <a:lnTo>
                    <a:pt x="1891" y="741"/>
                  </a:lnTo>
                  <a:lnTo>
                    <a:pt x="1888" y="739"/>
                  </a:lnTo>
                  <a:lnTo>
                    <a:pt x="1885" y="735"/>
                  </a:lnTo>
                  <a:lnTo>
                    <a:pt x="1879" y="727"/>
                  </a:lnTo>
                  <a:lnTo>
                    <a:pt x="1873" y="719"/>
                  </a:lnTo>
                  <a:lnTo>
                    <a:pt x="1868" y="709"/>
                  </a:lnTo>
                  <a:lnTo>
                    <a:pt x="1863" y="697"/>
                  </a:lnTo>
                  <a:lnTo>
                    <a:pt x="1859" y="685"/>
                  </a:lnTo>
                  <a:lnTo>
                    <a:pt x="1856" y="669"/>
                  </a:lnTo>
                  <a:lnTo>
                    <a:pt x="1853" y="653"/>
                  </a:lnTo>
                  <a:lnTo>
                    <a:pt x="1851" y="635"/>
                  </a:lnTo>
                  <a:lnTo>
                    <a:pt x="1849" y="613"/>
                  </a:lnTo>
                  <a:lnTo>
                    <a:pt x="1849" y="591"/>
                  </a:lnTo>
                  <a:lnTo>
                    <a:pt x="1849" y="579"/>
                  </a:lnTo>
                  <a:lnTo>
                    <a:pt x="1849" y="559"/>
                  </a:lnTo>
                  <a:lnTo>
                    <a:pt x="1851" y="541"/>
                  </a:lnTo>
                  <a:lnTo>
                    <a:pt x="1853" y="525"/>
                  </a:lnTo>
                  <a:lnTo>
                    <a:pt x="1854" y="517"/>
                  </a:lnTo>
                  <a:lnTo>
                    <a:pt x="1855" y="511"/>
                  </a:lnTo>
                  <a:lnTo>
                    <a:pt x="1859" y="497"/>
                  </a:lnTo>
                  <a:lnTo>
                    <a:pt x="1864" y="483"/>
                  </a:lnTo>
                  <a:lnTo>
                    <a:pt x="1870" y="471"/>
                  </a:lnTo>
                  <a:lnTo>
                    <a:pt x="1877" y="461"/>
                  </a:lnTo>
                  <a:lnTo>
                    <a:pt x="1885" y="453"/>
                  </a:lnTo>
                  <a:lnTo>
                    <a:pt x="1894" y="445"/>
                  </a:lnTo>
                  <a:lnTo>
                    <a:pt x="1904" y="439"/>
                  </a:lnTo>
                  <a:lnTo>
                    <a:pt x="1915" y="433"/>
                  </a:lnTo>
                  <a:lnTo>
                    <a:pt x="1928" y="429"/>
                  </a:lnTo>
                  <a:lnTo>
                    <a:pt x="1942" y="425"/>
                  </a:lnTo>
                  <a:lnTo>
                    <a:pt x="1957" y="423"/>
                  </a:lnTo>
                  <a:lnTo>
                    <a:pt x="1973" y="423"/>
                  </a:lnTo>
                  <a:lnTo>
                    <a:pt x="2012" y="423"/>
                  </a:lnTo>
                  <a:lnTo>
                    <a:pt x="2012" y="387"/>
                  </a:lnTo>
                  <a:lnTo>
                    <a:pt x="2012" y="367"/>
                  </a:lnTo>
                  <a:lnTo>
                    <a:pt x="2011" y="351"/>
                  </a:lnTo>
                  <a:lnTo>
                    <a:pt x="2010" y="335"/>
                  </a:lnTo>
                  <a:lnTo>
                    <a:pt x="2010" y="327"/>
                  </a:lnTo>
                  <a:lnTo>
                    <a:pt x="2009" y="319"/>
                  </a:lnTo>
                  <a:lnTo>
                    <a:pt x="2007" y="307"/>
                  </a:lnTo>
                  <a:lnTo>
                    <a:pt x="2005" y="296"/>
                  </a:lnTo>
                  <a:lnTo>
                    <a:pt x="2002" y="284"/>
                  </a:lnTo>
                  <a:lnTo>
                    <a:pt x="1999" y="276"/>
                  </a:lnTo>
                  <a:lnTo>
                    <a:pt x="1995" y="268"/>
                  </a:lnTo>
                  <a:lnTo>
                    <a:pt x="1990" y="260"/>
                  </a:lnTo>
                  <a:lnTo>
                    <a:pt x="1985" y="254"/>
                  </a:lnTo>
                  <a:lnTo>
                    <a:pt x="1979" y="250"/>
                  </a:lnTo>
                  <a:lnTo>
                    <a:pt x="1973" y="246"/>
                  </a:lnTo>
                  <a:lnTo>
                    <a:pt x="1965" y="244"/>
                  </a:lnTo>
                  <a:lnTo>
                    <a:pt x="1957" y="242"/>
                  </a:lnTo>
                  <a:lnTo>
                    <a:pt x="1949" y="242"/>
                  </a:lnTo>
                  <a:lnTo>
                    <a:pt x="1927" y="242"/>
                  </a:lnTo>
                  <a:lnTo>
                    <a:pt x="1909" y="244"/>
                  </a:lnTo>
                  <a:lnTo>
                    <a:pt x="1894" y="248"/>
                  </a:lnTo>
                  <a:lnTo>
                    <a:pt x="1877" y="250"/>
                  </a:lnTo>
                  <a:lnTo>
                    <a:pt x="1873" y="250"/>
                  </a:lnTo>
                  <a:lnTo>
                    <a:pt x="1869" y="250"/>
                  </a:lnTo>
                  <a:lnTo>
                    <a:pt x="1868" y="248"/>
                  </a:lnTo>
                  <a:lnTo>
                    <a:pt x="1867" y="246"/>
                  </a:lnTo>
                  <a:lnTo>
                    <a:pt x="1867" y="244"/>
                  </a:lnTo>
                  <a:lnTo>
                    <a:pt x="1866" y="240"/>
                  </a:lnTo>
                  <a:lnTo>
                    <a:pt x="1866" y="236"/>
                  </a:lnTo>
                  <a:lnTo>
                    <a:pt x="1866" y="230"/>
                  </a:lnTo>
                  <a:lnTo>
                    <a:pt x="1866" y="224"/>
                  </a:lnTo>
                  <a:lnTo>
                    <a:pt x="1867" y="220"/>
                  </a:lnTo>
                  <a:lnTo>
                    <a:pt x="1869" y="218"/>
                  </a:lnTo>
                  <a:lnTo>
                    <a:pt x="1870" y="216"/>
                  </a:lnTo>
                  <a:lnTo>
                    <a:pt x="1872" y="214"/>
                  </a:lnTo>
                  <a:lnTo>
                    <a:pt x="1877" y="212"/>
                  </a:lnTo>
                  <a:lnTo>
                    <a:pt x="1893" y="208"/>
                  </a:lnTo>
                  <a:lnTo>
                    <a:pt x="1908" y="206"/>
                  </a:lnTo>
                  <a:lnTo>
                    <a:pt x="1926" y="204"/>
                  </a:lnTo>
                  <a:lnTo>
                    <a:pt x="1949" y="202"/>
                  </a:lnTo>
                  <a:lnTo>
                    <a:pt x="1961" y="204"/>
                  </a:lnTo>
                  <a:lnTo>
                    <a:pt x="1972" y="206"/>
                  </a:lnTo>
                  <a:lnTo>
                    <a:pt x="1977" y="208"/>
                  </a:lnTo>
                  <a:lnTo>
                    <a:pt x="1982" y="210"/>
                  </a:lnTo>
                  <a:lnTo>
                    <a:pt x="1986" y="212"/>
                  </a:lnTo>
                  <a:lnTo>
                    <a:pt x="1991" y="216"/>
                  </a:lnTo>
                  <a:lnTo>
                    <a:pt x="1995" y="220"/>
                  </a:lnTo>
                  <a:lnTo>
                    <a:pt x="1999" y="224"/>
                  </a:lnTo>
                  <a:lnTo>
                    <a:pt x="2002" y="228"/>
                  </a:lnTo>
                  <a:lnTo>
                    <a:pt x="2006" y="232"/>
                  </a:lnTo>
                  <a:lnTo>
                    <a:pt x="2009" y="238"/>
                  </a:lnTo>
                  <a:lnTo>
                    <a:pt x="2012" y="242"/>
                  </a:lnTo>
                  <a:lnTo>
                    <a:pt x="2014" y="248"/>
                  </a:lnTo>
                  <a:lnTo>
                    <a:pt x="2017" y="254"/>
                  </a:lnTo>
                  <a:lnTo>
                    <a:pt x="2021" y="268"/>
                  </a:lnTo>
                  <a:lnTo>
                    <a:pt x="2025" y="282"/>
                  </a:lnTo>
                  <a:lnTo>
                    <a:pt x="2028" y="296"/>
                  </a:lnTo>
                  <a:lnTo>
                    <a:pt x="2029" y="303"/>
                  </a:lnTo>
                  <a:lnTo>
                    <a:pt x="2030" y="311"/>
                  </a:lnTo>
                  <a:lnTo>
                    <a:pt x="2032" y="329"/>
                  </a:lnTo>
                  <a:lnTo>
                    <a:pt x="2033" y="347"/>
                  </a:lnTo>
                  <a:lnTo>
                    <a:pt x="2034" y="367"/>
                  </a:lnTo>
                  <a:lnTo>
                    <a:pt x="2034" y="387"/>
                  </a:lnTo>
                  <a:lnTo>
                    <a:pt x="2034" y="727"/>
                  </a:lnTo>
                  <a:lnTo>
                    <a:pt x="2034" y="731"/>
                  </a:lnTo>
                  <a:lnTo>
                    <a:pt x="2033" y="735"/>
                  </a:lnTo>
                  <a:lnTo>
                    <a:pt x="2032" y="739"/>
                  </a:lnTo>
                  <a:lnTo>
                    <a:pt x="2031" y="741"/>
                  </a:lnTo>
                  <a:lnTo>
                    <a:pt x="2030" y="743"/>
                  </a:lnTo>
                  <a:lnTo>
                    <a:pt x="2028" y="745"/>
                  </a:lnTo>
                  <a:lnTo>
                    <a:pt x="2024" y="747"/>
                  </a:lnTo>
                  <a:close/>
                  <a:moveTo>
                    <a:pt x="2012" y="463"/>
                  </a:moveTo>
                  <a:lnTo>
                    <a:pt x="1973" y="463"/>
                  </a:lnTo>
                  <a:lnTo>
                    <a:pt x="1960" y="463"/>
                  </a:lnTo>
                  <a:lnTo>
                    <a:pt x="1947" y="463"/>
                  </a:lnTo>
                  <a:lnTo>
                    <a:pt x="1936" y="465"/>
                  </a:lnTo>
                  <a:lnTo>
                    <a:pt x="1925" y="469"/>
                  </a:lnTo>
                  <a:lnTo>
                    <a:pt x="1916" y="471"/>
                  </a:lnTo>
                  <a:lnTo>
                    <a:pt x="1908" y="477"/>
                  </a:lnTo>
                  <a:lnTo>
                    <a:pt x="1900" y="481"/>
                  </a:lnTo>
                  <a:lnTo>
                    <a:pt x="1894" y="489"/>
                  </a:lnTo>
                  <a:lnTo>
                    <a:pt x="1888" y="495"/>
                  </a:lnTo>
                  <a:lnTo>
                    <a:pt x="1883" y="503"/>
                  </a:lnTo>
                  <a:lnTo>
                    <a:pt x="1879" y="513"/>
                  </a:lnTo>
                  <a:lnTo>
                    <a:pt x="1876" y="523"/>
                  </a:lnTo>
                  <a:lnTo>
                    <a:pt x="1875" y="529"/>
                  </a:lnTo>
                  <a:lnTo>
                    <a:pt x="1874" y="535"/>
                  </a:lnTo>
                  <a:lnTo>
                    <a:pt x="1872" y="549"/>
                  </a:lnTo>
                  <a:lnTo>
                    <a:pt x="1871" y="563"/>
                  </a:lnTo>
                  <a:lnTo>
                    <a:pt x="1871" y="579"/>
                  </a:lnTo>
                  <a:lnTo>
                    <a:pt x="1871" y="591"/>
                  </a:lnTo>
                  <a:lnTo>
                    <a:pt x="1871" y="607"/>
                  </a:lnTo>
                  <a:lnTo>
                    <a:pt x="1872" y="623"/>
                  </a:lnTo>
                  <a:lnTo>
                    <a:pt x="1874" y="637"/>
                  </a:lnTo>
                  <a:lnTo>
                    <a:pt x="1875" y="649"/>
                  </a:lnTo>
                  <a:lnTo>
                    <a:pt x="1878" y="661"/>
                  </a:lnTo>
                  <a:lnTo>
                    <a:pt x="1881" y="671"/>
                  </a:lnTo>
                  <a:lnTo>
                    <a:pt x="1884" y="679"/>
                  </a:lnTo>
                  <a:lnTo>
                    <a:pt x="1885" y="683"/>
                  </a:lnTo>
                  <a:lnTo>
                    <a:pt x="1887" y="687"/>
                  </a:lnTo>
                  <a:lnTo>
                    <a:pt x="1891" y="695"/>
                  </a:lnTo>
                  <a:lnTo>
                    <a:pt x="1895" y="699"/>
                  </a:lnTo>
                  <a:lnTo>
                    <a:pt x="1900" y="705"/>
                  </a:lnTo>
                  <a:lnTo>
                    <a:pt x="1905" y="707"/>
                  </a:lnTo>
                  <a:lnTo>
                    <a:pt x="1910" y="711"/>
                  </a:lnTo>
                  <a:lnTo>
                    <a:pt x="1915" y="713"/>
                  </a:lnTo>
                  <a:lnTo>
                    <a:pt x="1926" y="713"/>
                  </a:lnTo>
                  <a:lnTo>
                    <a:pt x="1936" y="713"/>
                  </a:lnTo>
                  <a:lnTo>
                    <a:pt x="1947" y="711"/>
                  </a:lnTo>
                  <a:lnTo>
                    <a:pt x="1952" y="709"/>
                  </a:lnTo>
                  <a:lnTo>
                    <a:pt x="1957" y="707"/>
                  </a:lnTo>
                  <a:lnTo>
                    <a:pt x="1967" y="701"/>
                  </a:lnTo>
                  <a:lnTo>
                    <a:pt x="1977" y="695"/>
                  </a:lnTo>
                  <a:lnTo>
                    <a:pt x="1988" y="685"/>
                  </a:lnTo>
                  <a:lnTo>
                    <a:pt x="2000" y="675"/>
                  </a:lnTo>
                  <a:lnTo>
                    <a:pt x="2012" y="663"/>
                  </a:lnTo>
                  <a:lnTo>
                    <a:pt x="2012" y="463"/>
                  </a:lnTo>
                  <a:close/>
                  <a:moveTo>
                    <a:pt x="2313" y="747"/>
                  </a:moveTo>
                  <a:lnTo>
                    <a:pt x="2310" y="747"/>
                  </a:lnTo>
                  <a:lnTo>
                    <a:pt x="2307" y="745"/>
                  </a:lnTo>
                  <a:lnTo>
                    <a:pt x="2303" y="741"/>
                  </a:lnTo>
                  <a:lnTo>
                    <a:pt x="2301" y="735"/>
                  </a:lnTo>
                  <a:lnTo>
                    <a:pt x="2300" y="729"/>
                  </a:lnTo>
                  <a:lnTo>
                    <a:pt x="2300" y="393"/>
                  </a:lnTo>
                  <a:lnTo>
                    <a:pt x="2300" y="373"/>
                  </a:lnTo>
                  <a:lnTo>
                    <a:pt x="2299" y="355"/>
                  </a:lnTo>
                  <a:lnTo>
                    <a:pt x="2297" y="337"/>
                  </a:lnTo>
                  <a:lnTo>
                    <a:pt x="2295" y="321"/>
                  </a:lnTo>
                  <a:lnTo>
                    <a:pt x="2292" y="307"/>
                  </a:lnTo>
                  <a:lnTo>
                    <a:pt x="2288" y="296"/>
                  </a:lnTo>
                  <a:lnTo>
                    <a:pt x="2285" y="284"/>
                  </a:lnTo>
                  <a:lnTo>
                    <a:pt x="2280" y="276"/>
                  </a:lnTo>
                  <a:lnTo>
                    <a:pt x="2275" y="266"/>
                  </a:lnTo>
                  <a:lnTo>
                    <a:pt x="2270" y="260"/>
                  </a:lnTo>
                  <a:lnTo>
                    <a:pt x="2265" y="254"/>
                  </a:lnTo>
                  <a:lnTo>
                    <a:pt x="2259" y="250"/>
                  </a:lnTo>
                  <a:lnTo>
                    <a:pt x="2252" y="246"/>
                  </a:lnTo>
                  <a:lnTo>
                    <a:pt x="2246" y="244"/>
                  </a:lnTo>
                  <a:lnTo>
                    <a:pt x="2239" y="242"/>
                  </a:lnTo>
                  <a:lnTo>
                    <a:pt x="2232" y="242"/>
                  </a:lnTo>
                  <a:lnTo>
                    <a:pt x="2222" y="242"/>
                  </a:lnTo>
                  <a:lnTo>
                    <a:pt x="2212" y="244"/>
                  </a:lnTo>
                  <a:lnTo>
                    <a:pt x="2202" y="248"/>
                  </a:lnTo>
                  <a:lnTo>
                    <a:pt x="2192" y="254"/>
                  </a:lnTo>
                  <a:lnTo>
                    <a:pt x="2182" y="260"/>
                  </a:lnTo>
                  <a:lnTo>
                    <a:pt x="2172" y="266"/>
                  </a:lnTo>
                  <a:lnTo>
                    <a:pt x="2162" y="274"/>
                  </a:lnTo>
                  <a:lnTo>
                    <a:pt x="2152" y="284"/>
                  </a:lnTo>
                  <a:lnTo>
                    <a:pt x="2152" y="729"/>
                  </a:lnTo>
                  <a:lnTo>
                    <a:pt x="2152" y="731"/>
                  </a:lnTo>
                  <a:lnTo>
                    <a:pt x="2152" y="735"/>
                  </a:lnTo>
                  <a:lnTo>
                    <a:pt x="2150" y="741"/>
                  </a:lnTo>
                  <a:lnTo>
                    <a:pt x="2147" y="745"/>
                  </a:lnTo>
                  <a:lnTo>
                    <a:pt x="2142" y="747"/>
                  </a:lnTo>
                  <a:lnTo>
                    <a:pt x="2139" y="747"/>
                  </a:lnTo>
                  <a:lnTo>
                    <a:pt x="2137" y="745"/>
                  </a:lnTo>
                  <a:lnTo>
                    <a:pt x="2133" y="741"/>
                  </a:lnTo>
                  <a:lnTo>
                    <a:pt x="2130" y="735"/>
                  </a:lnTo>
                  <a:lnTo>
                    <a:pt x="2129" y="729"/>
                  </a:lnTo>
                  <a:lnTo>
                    <a:pt x="2129" y="228"/>
                  </a:lnTo>
                  <a:lnTo>
                    <a:pt x="2129" y="224"/>
                  </a:lnTo>
                  <a:lnTo>
                    <a:pt x="2130" y="220"/>
                  </a:lnTo>
                  <a:lnTo>
                    <a:pt x="2132" y="214"/>
                  </a:lnTo>
                  <a:lnTo>
                    <a:pt x="2133" y="210"/>
                  </a:lnTo>
                  <a:lnTo>
                    <a:pt x="2135" y="210"/>
                  </a:lnTo>
                  <a:lnTo>
                    <a:pt x="2136" y="208"/>
                  </a:lnTo>
                  <a:lnTo>
                    <a:pt x="2138" y="208"/>
                  </a:lnTo>
                  <a:lnTo>
                    <a:pt x="2142" y="208"/>
                  </a:lnTo>
                  <a:lnTo>
                    <a:pt x="2144" y="208"/>
                  </a:lnTo>
                  <a:lnTo>
                    <a:pt x="2147" y="210"/>
                  </a:lnTo>
                  <a:lnTo>
                    <a:pt x="2149" y="210"/>
                  </a:lnTo>
                  <a:lnTo>
                    <a:pt x="2150" y="214"/>
                  </a:lnTo>
                  <a:lnTo>
                    <a:pt x="2151" y="216"/>
                  </a:lnTo>
                  <a:lnTo>
                    <a:pt x="2152" y="220"/>
                  </a:lnTo>
                  <a:lnTo>
                    <a:pt x="2152" y="224"/>
                  </a:lnTo>
                  <a:lnTo>
                    <a:pt x="2152" y="228"/>
                  </a:lnTo>
                  <a:lnTo>
                    <a:pt x="2152" y="244"/>
                  </a:lnTo>
                  <a:lnTo>
                    <a:pt x="2162" y="234"/>
                  </a:lnTo>
                  <a:lnTo>
                    <a:pt x="2172" y="226"/>
                  </a:lnTo>
                  <a:lnTo>
                    <a:pt x="2183" y="220"/>
                  </a:lnTo>
                  <a:lnTo>
                    <a:pt x="2193" y="214"/>
                  </a:lnTo>
                  <a:lnTo>
                    <a:pt x="2203" y="208"/>
                  </a:lnTo>
                  <a:lnTo>
                    <a:pt x="2213" y="206"/>
                  </a:lnTo>
                  <a:lnTo>
                    <a:pt x="2224" y="204"/>
                  </a:lnTo>
                  <a:lnTo>
                    <a:pt x="2234" y="202"/>
                  </a:lnTo>
                  <a:lnTo>
                    <a:pt x="2242" y="204"/>
                  </a:lnTo>
                  <a:lnTo>
                    <a:pt x="2251" y="204"/>
                  </a:lnTo>
                  <a:lnTo>
                    <a:pt x="2260" y="208"/>
                  </a:lnTo>
                  <a:lnTo>
                    <a:pt x="2268" y="212"/>
                  </a:lnTo>
                  <a:lnTo>
                    <a:pt x="2275" y="218"/>
                  </a:lnTo>
                  <a:lnTo>
                    <a:pt x="2283" y="226"/>
                  </a:lnTo>
                  <a:lnTo>
                    <a:pt x="2290" y="236"/>
                  </a:lnTo>
                  <a:lnTo>
                    <a:pt x="2296" y="246"/>
                  </a:lnTo>
                  <a:lnTo>
                    <a:pt x="2302" y="258"/>
                  </a:lnTo>
                  <a:lnTo>
                    <a:pt x="2307" y="272"/>
                  </a:lnTo>
                  <a:lnTo>
                    <a:pt x="2311" y="288"/>
                  </a:lnTo>
                  <a:lnTo>
                    <a:pt x="2313" y="296"/>
                  </a:lnTo>
                  <a:lnTo>
                    <a:pt x="2315" y="305"/>
                  </a:lnTo>
                  <a:lnTo>
                    <a:pt x="2317" y="315"/>
                  </a:lnTo>
                  <a:lnTo>
                    <a:pt x="2318" y="325"/>
                  </a:lnTo>
                  <a:lnTo>
                    <a:pt x="2320" y="345"/>
                  </a:lnTo>
                  <a:lnTo>
                    <a:pt x="2322" y="369"/>
                  </a:lnTo>
                  <a:lnTo>
                    <a:pt x="2322" y="393"/>
                  </a:lnTo>
                  <a:lnTo>
                    <a:pt x="2322" y="729"/>
                  </a:lnTo>
                  <a:lnTo>
                    <a:pt x="2322" y="731"/>
                  </a:lnTo>
                  <a:lnTo>
                    <a:pt x="2321" y="735"/>
                  </a:lnTo>
                  <a:lnTo>
                    <a:pt x="2319" y="741"/>
                  </a:lnTo>
                  <a:lnTo>
                    <a:pt x="2318" y="743"/>
                  </a:lnTo>
                  <a:lnTo>
                    <a:pt x="2316" y="745"/>
                  </a:lnTo>
                  <a:lnTo>
                    <a:pt x="2313" y="747"/>
                  </a:lnTo>
                  <a:close/>
                  <a:moveTo>
                    <a:pt x="2678" y="751"/>
                  </a:moveTo>
                  <a:lnTo>
                    <a:pt x="2665" y="753"/>
                  </a:lnTo>
                  <a:lnTo>
                    <a:pt x="2652" y="753"/>
                  </a:lnTo>
                  <a:lnTo>
                    <a:pt x="2639" y="753"/>
                  </a:lnTo>
                  <a:lnTo>
                    <a:pt x="2628" y="749"/>
                  </a:lnTo>
                  <a:lnTo>
                    <a:pt x="2623" y="745"/>
                  </a:lnTo>
                  <a:lnTo>
                    <a:pt x="2618" y="741"/>
                  </a:lnTo>
                  <a:lnTo>
                    <a:pt x="2614" y="737"/>
                  </a:lnTo>
                  <a:lnTo>
                    <a:pt x="2610" y="731"/>
                  </a:lnTo>
                  <a:lnTo>
                    <a:pt x="2606" y="725"/>
                  </a:lnTo>
                  <a:lnTo>
                    <a:pt x="2603" y="717"/>
                  </a:lnTo>
                  <a:lnTo>
                    <a:pt x="2601" y="709"/>
                  </a:lnTo>
                  <a:lnTo>
                    <a:pt x="2599" y="699"/>
                  </a:lnTo>
                  <a:lnTo>
                    <a:pt x="2597" y="687"/>
                  </a:lnTo>
                  <a:lnTo>
                    <a:pt x="2596" y="675"/>
                  </a:lnTo>
                  <a:lnTo>
                    <a:pt x="2595" y="659"/>
                  </a:lnTo>
                  <a:lnTo>
                    <a:pt x="2595" y="645"/>
                  </a:lnTo>
                  <a:lnTo>
                    <a:pt x="2595" y="248"/>
                  </a:lnTo>
                  <a:lnTo>
                    <a:pt x="2545" y="248"/>
                  </a:lnTo>
                  <a:lnTo>
                    <a:pt x="2541" y="248"/>
                  </a:lnTo>
                  <a:lnTo>
                    <a:pt x="2540" y="246"/>
                  </a:lnTo>
                  <a:lnTo>
                    <a:pt x="2538" y="244"/>
                  </a:lnTo>
                  <a:lnTo>
                    <a:pt x="2536" y="240"/>
                  </a:lnTo>
                  <a:lnTo>
                    <a:pt x="2536" y="236"/>
                  </a:lnTo>
                  <a:lnTo>
                    <a:pt x="2535" y="232"/>
                  </a:lnTo>
                  <a:lnTo>
                    <a:pt x="2535" y="222"/>
                  </a:lnTo>
                  <a:lnTo>
                    <a:pt x="2536" y="220"/>
                  </a:lnTo>
                  <a:lnTo>
                    <a:pt x="2536" y="216"/>
                  </a:lnTo>
                  <a:lnTo>
                    <a:pt x="2537" y="214"/>
                  </a:lnTo>
                  <a:lnTo>
                    <a:pt x="2538" y="212"/>
                  </a:lnTo>
                  <a:lnTo>
                    <a:pt x="2540" y="210"/>
                  </a:lnTo>
                  <a:lnTo>
                    <a:pt x="2541" y="208"/>
                  </a:lnTo>
                  <a:lnTo>
                    <a:pt x="2545" y="208"/>
                  </a:lnTo>
                  <a:lnTo>
                    <a:pt x="2595" y="208"/>
                  </a:lnTo>
                  <a:lnTo>
                    <a:pt x="2595" y="104"/>
                  </a:lnTo>
                  <a:lnTo>
                    <a:pt x="2595" y="96"/>
                  </a:lnTo>
                  <a:lnTo>
                    <a:pt x="2596" y="94"/>
                  </a:lnTo>
                  <a:lnTo>
                    <a:pt x="2597" y="90"/>
                  </a:lnTo>
                  <a:lnTo>
                    <a:pt x="2598" y="88"/>
                  </a:lnTo>
                  <a:lnTo>
                    <a:pt x="2600" y="86"/>
                  </a:lnTo>
                  <a:lnTo>
                    <a:pt x="2602" y="86"/>
                  </a:lnTo>
                  <a:lnTo>
                    <a:pt x="2603" y="84"/>
                  </a:lnTo>
                  <a:lnTo>
                    <a:pt x="2609" y="84"/>
                  </a:lnTo>
                  <a:lnTo>
                    <a:pt x="2612" y="86"/>
                  </a:lnTo>
                  <a:lnTo>
                    <a:pt x="2615" y="90"/>
                  </a:lnTo>
                  <a:lnTo>
                    <a:pt x="2617" y="96"/>
                  </a:lnTo>
                  <a:lnTo>
                    <a:pt x="2617" y="104"/>
                  </a:lnTo>
                  <a:lnTo>
                    <a:pt x="2617" y="208"/>
                  </a:lnTo>
                  <a:lnTo>
                    <a:pt x="2677" y="208"/>
                  </a:lnTo>
                  <a:lnTo>
                    <a:pt x="2681" y="208"/>
                  </a:lnTo>
                  <a:lnTo>
                    <a:pt x="2682" y="210"/>
                  </a:lnTo>
                  <a:lnTo>
                    <a:pt x="2684" y="212"/>
                  </a:lnTo>
                  <a:lnTo>
                    <a:pt x="2686" y="216"/>
                  </a:lnTo>
                  <a:lnTo>
                    <a:pt x="2686" y="220"/>
                  </a:lnTo>
                  <a:lnTo>
                    <a:pt x="2687" y="222"/>
                  </a:lnTo>
                  <a:lnTo>
                    <a:pt x="2687" y="232"/>
                  </a:lnTo>
                  <a:lnTo>
                    <a:pt x="2686" y="236"/>
                  </a:lnTo>
                  <a:lnTo>
                    <a:pt x="2686" y="240"/>
                  </a:lnTo>
                  <a:lnTo>
                    <a:pt x="2684" y="244"/>
                  </a:lnTo>
                  <a:lnTo>
                    <a:pt x="2682" y="246"/>
                  </a:lnTo>
                  <a:lnTo>
                    <a:pt x="2681" y="248"/>
                  </a:lnTo>
                  <a:lnTo>
                    <a:pt x="2677" y="248"/>
                  </a:lnTo>
                  <a:lnTo>
                    <a:pt x="2617" y="248"/>
                  </a:lnTo>
                  <a:lnTo>
                    <a:pt x="2617" y="645"/>
                  </a:lnTo>
                  <a:lnTo>
                    <a:pt x="2618" y="665"/>
                  </a:lnTo>
                  <a:lnTo>
                    <a:pt x="2619" y="681"/>
                  </a:lnTo>
                  <a:lnTo>
                    <a:pt x="2622" y="693"/>
                  </a:lnTo>
                  <a:lnTo>
                    <a:pt x="2624" y="697"/>
                  </a:lnTo>
                  <a:lnTo>
                    <a:pt x="2626" y="701"/>
                  </a:lnTo>
                  <a:lnTo>
                    <a:pt x="2628" y="705"/>
                  </a:lnTo>
                  <a:lnTo>
                    <a:pt x="2631" y="707"/>
                  </a:lnTo>
                  <a:lnTo>
                    <a:pt x="2634" y="711"/>
                  </a:lnTo>
                  <a:lnTo>
                    <a:pt x="2637" y="711"/>
                  </a:lnTo>
                  <a:lnTo>
                    <a:pt x="2644" y="713"/>
                  </a:lnTo>
                  <a:lnTo>
                    <a:pt x="2652" y="713"/>
                  </a:lnTo>
                  <a:lnTo>
                    <a:pt x="2676" y="713"/>
                  </a:lnTo>
                  <a:lnTo>
                    <a:pt x="2681" y="715"/>
                  </a:lnTo>
                  <a:lnTo>
                    <a:pt x="2684" y="717"/>
                  </a:lnTo>
                  <a:lnTo>
                    <a:pt x="2685" y="719"/>
                  </a:lnTo>
                  <a:lnTo>
                    <a:pt x="2686" y="723"/>
                  </a:lnTo>
                  <a:lnTo>
                    <a:pt x="2686" y="725"/>
                  </a:lnTo>
                  <a:lnTo>
                    <a:pt x="2687" y="729"/>
                  </a:lnTo>
                  <a:lnTo>
                    <a:pt x="2686" y="737"/>
                  </a:lnTo>
                  <a:lnTo>
                    <a:pt x="2685" y="743"/>
                  </a:lnTo>
                  <a:lnTo>
                    <a:pt x="2684" y="747"/>
                  </a:lnTo>
                  <a:lnTo>
                    <a:pt x="2682" y="747"/>
                  </a:lnTo>
                  <a:lnTo>
                    <a:pt x="2678" y="751"/>
                  </a:lnTo>
                  <a:close/>
                  <a:moveTo>
                    <a:pt x="2945" y="753"/>
                  </a:moveTo>
                  <a:lnTo>
                    <a:pt x="2940" y="753"/>
                  </a:lnTo>
                  <a:lnTo>
                    <a:pt x="2937" y="751"/>
                  </a:lnTo>
                  <a:lnTo>
                    <a:pt x="2934" y="747"/>
                  </a:lnTo>
                  <a:lnTo>
                    <a:pt x="2933" y="741"/>
                  </a:lnTo>
                  <a:lnTo>
                    <a:pt x="2932" y="735"/>
                  </a:lnTo>
                  <a:lnTo>
                    <a:pt x="2932" y="395"/>
                  </a:lnTo>
                  <a:lnTo>
                    <a:pt x="2932" y="377"/>
                  </a:lnTo>
                  <a:lnTo>
                    <a:pt x="2931" y="359"/>
                  </a:lnTo>
                  <a:lnTo>
                    <a:pt x="2930" y="343"/>
                  </a:lnTo>
                  <a:lnTo>
                    <a:pt x="2928" y="329"/>
                  </a:lnTo>
                  <a:lnTo>
                    <a:pt x="2926" y="315"/>
                  </a:lnTo>
                  <a:lnTo>
                    <a:pt x="2923" y="303"/>
                  </a:lnTo>
                  <a:lnTo>
                    <a:pt x="2919" y="292"/>
                  </a:lnTo>
                  <a:lnTo>
                    <a:pt x="2915" y="282"/>
                  </a:lnTo>
                  <a:lnTo>
                    <a:pt x="2913" y="276"/>
                  </a:lnTo>
                  <a:lnTo>
                    <a:pt x="2910" y="272"/>
                  </a:lnTo>
                  <a:lnTo>
                    <a:pt x="2905" y="264"/>
                  </a:lnTo>
                  <a:lnTo>
                    <a:pt x="2899" y="258"/>
                  </a:lnTo>
                  <a:lnTo>
                    <a:pt x="2892" y="252"/>
                  </a:lnTo>
                  <a:lnTo>
                    <a:pt x="2885" y="248"/>
                  </a:lnTo>
                  <a:lnTo>
                    <a:pt x="2881" y="246"/>
                  </a:lnTo>
                  <a:lnTo>
                    <a:pt x="2876" y="244"/>
                  </a:lnTo>
                  <a:lnTo>
                    <a:pt x="2867" y="242"/>
                  </a:lnTo>
                  <a:lnTo>
                    <a:pt x="2858" y="242"/>
                  </a:lnTo>
                  <a:lnTo>
                    <a:pt x="2841" y="244"/>
                  </a:lnTo>
                  <a:lnTo>
                    <a:pt x="2823" y="246"/>
                  </a:lnTo>
                  <a:lnTo>
                    <a:pt x="2804" y="252"/>
                  </a:lnTo>
                  <a:lnTo>
                    <a:pt x="2796" y="256"/>
                  </a:lnTo>
                  <a:lnTo>
                    <a:pt x="2789" y="260"/>
                  </a:lnTo>
                  <a:lnTo>
                    <a:pt x="2789" y="735"/>
                  </a:lnTo>
                  <a:lnTo>
                    <a:pt x="2789" y="737"/>
                  </a:lnTo>
                  <a:lnTo>
                    <a:pt x="2788" y="741"/>
                  </a:lnTo>
                  <a:lnTo>
                    <a:pt x="2786" y="747"/>
                  </a:lnTo>
                  <a:lnTo>
                    <a:pt x="2785" y="749"/>
                  </a:lnTo>
                  <a:lnTo>
                    <a:pt x="2784" y="751"/>
                  </a:lnTo>
                  <a:lnTo>
                    <a:pt x="2780" y="753"/>
                  </a:lnTo>
                  <a:lnTo>
                    <a:pt x="2775" y="753"/>
                  </a:lnTo>
                  <a:lnTo>
                    <a:pt x="2772" y="751"/>
                  </a:lnTo>
                  <a:lnTo>
                    <a:pt x="2769" y="747"/>
                  </a:lnTo>
                  <a:lnTo>
                    <a:pt x="2767" y="741"/>
                  </a:lnTo>
                  <a:lnTo>
                    <a:pt x="2767" y="735"/>
                  </a:lnTo>
                  <a:lnTo>
                    <a:pt x="2767" y="20"/>
                  </a:lnTo>
                  <a:lnTo>
                    <a:pt x="2767" y="16"/>
                  </a:lnTo>
                  <a:lnTo>
                    <a:pt x="2767" y="12"/>
                  </a:lnTo>
                  <a:lnTo>
                    <a:pt x="2769" y="6"/>
                  </a:lnTo>
                  <a:lnTo>
                    <a:pt x="2770" y="4"/>
                  </a:lnTo>
                  <a:lnTo>
                    <a:pt x="2772" y="2"/>
                  </a:lnTo>
                  <a:lnTo>
                    <a:pt x="2775" y="0"/>
                  </a:lnTo>
                  <a:lnTo>
                    <a:pt x="2780" y="0"/>
                  </a:lnTo>
                  <a:lnTo>
                    <a:pt x="2784" y="2"/>
                  </a:lnTo>
                  <a:lnTo>
                    <a:pt x="2786" y="6"/>
                  </a:lnTo>
                  <a:lnTo>
                    <a:pt x="2788" y="12"/>
                  </a:lnTo>
                  <a:lnTo>
                    <a:pt x="2789" y="20"/>
                  </a:lnTo>
                  <a:lnTo>
                    <a:pt x="2789" y="220"/>
                  </a:lnTo>
                  <a:lnTo>
                    <a:pt x="2804" y="214"/>
                  </a:lnTo>
                  <a:lnTo>
                    <a:pt x="2823" y="208"/>
                  </a:lnTo>
                  <a:lnTo>
                    <a:pt x="2840" y="204"/>
                  </a:lnTo>
                  <a:lnTo>
                    <a:pt x="2858" y="202"/>
                  </a:lnTo>
                  <a:lnTo>
                    <a:pt x="2870" y="204"/>
                  </a:lnTo>
                  <a:lnTo>
                    <a:pt x="2882" y="206"/>
                  </a:lnTo>
                  <a:lnTo>
                    <a:pt x="2887" y="208"/>
                  </a:lnTo>
                  <a:lnTo>
                    <a:pt x="2892" y="210"/>
                  </a:lnTo>
                  <a:lnTo>
                    <a:pt x="2902" y="216"/>
                  </a:lnTo>
                  <a:lnTo>
                    <a:pt x="2911" y="224"/>
                  </a:lnTo>
                  <a:lnTo>
                    <a:pt x="2915" y="230"/>
                  </a:lnTo>
                  <a:lnTo>
                    <a:pt x="2919" y="234"/>
                  </a:lnTo>
                  <a:lnTo>
                    <a:pt x="2926" y="244"/>
                  </a:lnTo>
                  <a:lnTo>
                    <a:pt x="2932" y="256"/>
                  </a:lnTo>
                  <a:lnTo>
                    <a:pt x="2937" y="270"/>
                  </a:lnTo>
                  <a:lnTo>
                    <a:pt x="2940" y="278"/>
                  </a:lnTo>
                  <a:lnTo>
                    <a:pt x="2942" y="286"/>
                  </a:lnTo>
                  <a:lnTo>
                    <a:pt x="2944" y="292"/>
                  </a:lnTo>
                  <a:lnTo>
                    <a:pt x="2946" y="300"/>
                  </a:lnTo>
                  <a:lnTo>
                    <a:pt x="2947" y="309"/>
                  </a:lnTo>
                  <a:lnTo>
                    <a:pt x="2949" y="317"/>
                  </a:lnTo>
                  <a:lnTo>
                    <a:pt x="2951" y="335"/>
                  </a:lnTo>
                  <a:lnTo>
                    <a:pt x="2952" y="345"/>
                  </a:lnTo>
                  <a:lnTo>
                    <a:pt x="2953" y="355"/>
                  </a:lnTo>
                  <a:lnTo>
                    <a:pt x="2953" y="375"/>
                  </a:lnTo>
                  <a:lnTo>
                    <a:pt x="2954" y="395"/>
                  </a:lnTo>
                  <a:lnTo>
                    <a:pt x="2954" y="735"/>
                  </a:lnTo>
                  <a:lnTo>
                    <a:pt x="2953" y="741"/>
                  </a:lnTo>
                  <a:lnTo>
                    <a:pt x="2953" y="745"/>
                  </a:lnTo>
                  <a:lnTo>
                    <a:pt x="2952" y="747"/>
                  </a:lnTo>
                  <a:lnTo>
                    <a:pt x="2950" y="749"/>
                  </a:lnTo>
                  <a:lnTo>
                    <a:pt x="2949" y="751"/>
                  </a:lnTo>
                  <a:lnTo>
                    <a:pt x="2947" y="753"/>
                  </a:lnTo>
                  <a:lnTo>
                    <a:pt x="2945" y="753"/>
                  </a:lnTo>
                  <a:close/>
                  <a:moveTo>
                    <a:pt x="3232" y="487"/>
                  </a:moveTo>
                  <a:lnTo>
                    <a:pt x="3061" y="487"/>
                  </a:lnTo>
                  <a:lnTo>
                    <a:pt x="3061" y="509"/>
                  </a:lnTo>
                  <a:lnTo>
                    <a:pt x="3061" y="539"/>
                  </a:lnTo>
                  <a:lnTo>
                    <a:pt x="3062" y="553"/>
                  </a:lnTo>
                  <a:lnTo>
                    <a:pt x="3063" y="565"/>
                  </a:lnTo>
                  <a:lnTo>
                    <a:pt x="3064" y="579"/>
                  </a:lnTo>
                  <a:lnTo>
                    <a:pt x="3065" y="591"/>
                  </a:lnTo>
                  <a:lnTo>
                    <a:pt x="3068" y="613"/>
                  </a:lnTo>
                  <a:lnTo>
                    <a:pt x="3072" y="631"/>
                  </a:lnTo>
                  <a:lnTo>
                    <a:pt x="3077" y="647"/>
                  </a:lnTo>
                  <a:lnTo>
                    <a:pt x="3082" y="663"/>
                  </a:lnTo>
                  <a:lnTo>
                    <a:pt x="3085" y="669"/>
                  </a:lnTo>
                  <a:lnTo>
                    <a:pt x="3088" y="675"/>
                  </a:lnTo>
                  <a:lnTo>
                    <a:pt x="3091" y="681"/>
                  </a:lnTo>
                  <a:lnTo>
                    <a:pt x="3094" y="685"/>
                  </a:lnTo>
                  <a:lnTo>
                    <a:pt x="3101" y="693"/>
                  </a:lnTo>
                  <a:lnTo>
                    <a:pt x="3109" y="701"/>
                  </a:lnTo>
                  <a:lnTo>
                    <a:pt x="3117" y="705"/>
                  </a:lnTo>
                  <a:lnTo>
                    <a:pt x="3125" y="709"/>
                  </a:lnTo>
                  <a:lnTo>
                    <a:pt x="3134" y="713"/>
                  </a:lnTo>
                  <a:lnTo>
                    <a:pt x="3143" y="713"/>
                  </a:lnTo>
                  <a:lnTo>
                    <a:pt x="3153" y="713"/>
                  </a:lnTo>
                  <a:lnTo>
                    <a:pt x="3171" y="713"/>
                  </a:lnTo>
                  <a:lnTo>
                    <a:pt x="3189" y="709"/>
                  </a:lnTo>
                  <a:lnTo>
                    <a:pt x="3209" y="703"/>
                  </a:lnTo>
                  <a:lnTo>
                    <a:pt x="3228" y="697"/>
                  </a:lnTo>
                  <a:lnTo>
                    <a:pt x="3229" y="697"/>
                  </a:lnTo>
                  <a:lnTo>
                    <a:pt x="3231" y="697"/>
                  </a:lnTo>
                  <a:lnTo>
                    <a:pt x="3235" y="697"/>
                  </a:lnTo>
                  <a:lnTo>
                    <a:pt x="3236" y="699"/>
                  </a:lnTo>
                  <a:lnTo>
                    <a:pt x="3237" y="703"/>
                  </a:lnTo>
                  <a:lnTo>
                    <a:pt x="3238" y="705"/>
                  </a:lnTo>
                  <a:lnTo>
                    <a:pt x="3238" y="709"/>
                  </a:lnTo>
                  <a:lnTo>
                    <a:pt x="3238" y="721"/>
                  </a:lnTo>
                  <a:lnTo>
                    <a:pt x="3237" y="725"/>
                  </a:lnTo>
                  <a:lnTo>
                    <a:pt x="3236" y="729"/>
                  </a:lnTo>
                  <a:lnTo>
                    <a:pt x="3235" y="731"/>
                  </a:lnTo>
                  <a:lnTo>
                    <a:pt x="3233" y="733"/>
                  </a:lnTo>
                  <a:lnTo>
                    <a:pt x="3229" y="737"/>
                  </a:lnTo>
                  <a:lnTo>
                    <a:pt x="3210" y="743"/>
                  </a:lnTo>
                  <a:lnTo>
                    <a:pt x="3190" y="749"/>
                  </a:lnTo>
                  <a:lnTo>
                    <a:pt x="3171" y="751"/>
                  </a:lnTo>
                  <a:lnTo>
                    <a:pt x="3153" y="753"/>
                  </a:lnTo>
                  <a:lnTo>
                    <a:pt x="3141" y="753"/>
                  </a:lnTo>
                  <a:lnTo>
                    <a:pt x="3129" y="751"/>
                  </a:lnTo>
                  <a:lnTo>
                    <a:pt x="3118" y="747"/>
                  </a:lnTo>
                  <a:lnTo>
                    <a:pt x="3108" y="741"/>
                  </a:lnTo>
                  <a:lnTo>
                    <a:pt x="3098" y="735"/>
                  </a:lnTo>
                  <a:lnTo>
                    <a:pt x="3093" y="731"/>
                  </a:lnTo>
                  <a:lnTo>
                    <a:pt x="3089" y="727"/>
                  </a:lnTo>
                  <a:lnTo>
                    <a:pt x="3080" y="715"/>
                  </a:lnTo>
                  <a:lnTo>
                    <a:pt x="3072" y="703"/>
                  </a:lnTo>
                  <a:lnTo>
                    <a:pt x="3068" y="695"/>
                  </a:lnTo>
                  <a:lnTo>
                    <a:pt x="3065" y="687"/>
                  </a:lnTo>
                  <a:lnTo>
                    <a:pt x="3058" y="669"/>
                  </a:lnTo>
                  <a:lnTo>
                    <a:pt x="3053" y="649"/>
                  </a:lnTo>
                  <a:lnTo>
                    <a:pt x="3048" y="627"/>
                  </a:lnTo>
                  <a:lnTo>
                    <a:pt x="3046" y="615"/>
                  </a:lnTo>
                  <a:lnTo>
                    <a:pt x="3044" y="601"/>
                  </a:lnTo>
                  <a:lnTo>
                    <a:pt x="3041" y="573"/>
                  </a:lnTo>
                  <a:lnTo>
                    <a:pt x="3039" y="543"/>
                  </a:lnTo>
                  <a:lnTo>
                    <a:pt x="3039" y="527"/>
                  </a:lnTo>
                  <a:lnTo>
                    <a:pt x="3039" y="509"/>
                  </a:lnTo>
                  <a:lnTo>
                    <a:pt x="3039" y="443"/>
                  </a:lnTo>
                  <a:lnTo>
                    <a:pt x="3039" y="417"/>
                  </a:lnTo>
                  <a:lnTo>
                    <a:pt x="3040" y="391"/>
                  </a:lnTo>
                  <a:lnTo>
                    <a:pt x="3043" y="369"/>
                  </a:lnTo>
                  <a:lnTo>
                    <a:pt x="3045" y="345"/>
                  </a:lnTo>
                  <a:lnTo>
                    <a:pt x="3047" y="335"/>
                  </a:lnTo>
                  <a:lnTo>
                    <a:pt x="3049" y="325"/>
                  </a:lnTo>
                  <a:lnTo>
                    <a:pt x="3051" y="315"/>
                  </a:lnTo>
                  <a:lnTo>
                    <a:pt x="3053" y="305"/>
                  </a:lnTo>
                  <a:lnTo>
                    <a:pt x="3056" y="296"/>
                  </a:lnTo>
                  <a:lnTo>
                    <a:pt x="3059" y="288"/>
                  </a:lnTo>
                  <a:lnTo>
                    <a:pt x="3065" y="270"/>
                  </a:lnTo>
                  <a:lnTo>
                    <a:pt x="3072" y="256"/>
                  </a:lnTo>
                  <a:lnTo>
                    <a:pt x="3079" y="242"/>
                  </a:lnTo>
                  <a:lnTo>
                    <a:pt x="3087" y="230"/>
                  </a:lnTo>
                  <a:lnTo>
                    <a:pt x="3097" y="220"/>
                  </a:lnTo>
                  <a:lnTo>
                    <a:pt x="3106" y="212"/>
                  </a:lnTo>
                  <a:lnTo>
                    <a:pt x="3117" y="208"/>
                  </a:lnTo>
                  <a:lnTo>
                    <a:pt x="3128" y="204"/>
                  </a:lnTo>
                  <a:lnTo>
                    <a:pt x="3134" y="202"/>
                  </a:lnTo>
                  <a:lnTo>
                    <a:pt x="3141" y="202"/>
                  </a:lnTo>
                  <a:lnTo>
                    <a:pt x="3154" y="204"/>
                  </a:lnTo>
                  <a:lnTo>
                    <a:pt x="3160" y="204"/>
                  </a:lnTo>
                  <a:lnTo>
                    <a:pt x="3166" y="206"/>
                  </a:lnTo>
                  <a:lnTo>
                    <a:pt x="3177" y="212"/>
                  </a:lnTo>
                  <a:lnTo>
                    <a:pt x="3182" y="216"/>
                  </a:lnTo>
                  <a:lnTo>
                    <a:pt x="3186" y="220"/>
                  </a:lnTo>
                  <a:lnTo>
                    <a:pt x="3196" y="230"/>
                  </a:lnTo>
                  <a:lnTo>
                    <a:pt x="3204" y="240"/>
                  </a:lnTo>
                  <a:lnTo>
                    <a:pt x="3211" y="254"/>
                  </a:lnTo>
                  <a:lnTo>
                    <a:pt x="3214" y="260"/>
                  </a:lnTo>
                  <a:lnTo>
                    <a:pt x="3218" y="268"/>
                  </a:lnTo>
                  <a:lnTo>
                    <a:pt x="3223" y="286"/>
                  </a:lnTo>
                  <a:lnTo>
                    <a:pt x="3228" y="303"/>
                  </a:lnTo>
                  <a:lnTo>
                    <a:pt x="3232" y="323"/>
                  </a:lnTo>
                  <a:lnTo>
                    <a:pt x="3236" y="343"/>
                  </a:lnTo>
                  <a:lnTo>
                    <a:pt x="3238" y="365"/>
                  </a:lnTo>
                  <a:lnTo>
                    <a:pt x="3240" y="389"/>
                  </a:lnTo>
                  <a:lnTo>
                    <a:pt x="3241" y="415"/>
                  </a:lnTo>
                  <a:lnTo>
                    <a:pt x="3242" y="441"/>
                  </a:lnTo>
                  <a:lnTo>
                    <a:pt x="3242" y="469"/>
                  </a:lnTo>
                  <a:lnTo>
                    <a:pt x="3241" y="473"/>
                  </a:lnTo>
                  <a:lnTo>
                    <a:pt x="3241" y="475"/>
                  </a:lnTo>
                  <a:lnTo>
                    <a:pt x="3239" y="483"/>
                  </a:lnTo>
                  <a:lnTo>
                    <a:pt x="3236" y="487"/>
                  </a:lnTo>
                  <a:lnTo>
                    <a:pt x="3232" y="487"/>
                  </a:lnTo>
                  <a:close/>
                  <a:moveTo>
                    <a:pt x="3220" y="441"/>
                  </a:moveTo>
                  <a:lnTo>
                    <a:pt x="3219" y="417"/>
                  </a:lnTo>
                  <a:lnTo>
                    <a:pt x="3219" y="397"/>
                  </a:lnTo>
                  <a:lnTo>
                    <a:pt x="3217" y="375"/>
                  </a:lnTo>
                  <a:lnTo>
                    <a:pt x="3215" y="357"/>
                  </a:lnTo>
                  <a:lnTo>
                    <a:pt x="3213" y="339"/>
                  </a:lnTo>
                  <a:lnTo>
                    <a:pt x="3210" y="321"/>
                  </a:lnTo>
                  <a:lnTo>
                    <a:pt x="3208" y="315"/>
                  </a:lnTo>
                  <a:lnTo>
                    <a:pt x="3206" y="307"/>
                  </a:lnTo>
                  <a:lnTo>
                    <a:pt x="3202" y="294"/>
                  </a:lnTo>
                  <a:lnTo>
                    <a:pt x="3199" y="288"/>
                  </a:lnTo>
                  <a:lnTo>
                    <a:pt x="3197" y="282"/>
                  </a:lnTo>
                  <a:lnTo>
                    <a:pt x="3194" y="276"/>
                  </a:lnTo>
                  <a:lnTo>
                    <a:pt x="3191" y="272"/>
                  </a:lnTo>
                  <a:lnTo>
                    <a:pt x="3188" y="266"/>
                  </a:lnTo>
                  <a:lnTo>
                    <a:pt x="3185" y="262"/>
                  </a:lnTo>
                  <a:lnTo>
                    <a:pt x="3178" y="256"/>
                  </a:lnTo>
                  <a:lnTo>
                    <a:pt x="3170" y="250"/>
                  </a:lnTo>
                  <a:lnTo>
                    <a:pt x="3161" y="246"/>
                  </a:lnTo>
                  <a:lnTo>
                    <a:pt x="3152" y="242"/>
                  </a:lnTo>
                  <a:lnTo>
                    <a:pt x="3141" y="242"/>
                  </a:lnTo>
                  <a:lnTo>
                    <a:pt x="3130" y="242"/>
                  </a:lnTo>
                  <a:lnTo>
                    <a:pt x="3126" y="244"/>
                  </a:lnTo>
                  <a:lnTo>
                    <a:pt x="3121" y="246"/>
                  </a:lnTo>
                  <a:lnTo>
                    <a:pt x="3112" y="250"/>
                  </a:lnTo>
                  <a:lnTo>
                    <a:pt x="3105" y="256"/>
                  </a:lnTo>
                  <a:lnTo>
                    <a:pt x="3097" y="264"/>
                  </a:lnTo>
                  <a:lnTo>
                    <a:pt x="3091" y="274"/>
                  </a:lnTo>
                  <a:lnTo>
                    <a:pt x="3085" y="284"/>
                  </a:lnTo>
                  <a:lnTo>
                    <a:pt x="3080" y="298"/>
                  </a:lnTo>
                  <a:lnTo>
                    <a:pt x="3075" y="311"/>
                  </a:lnTo>
                  <a:lnTo>
                    <a:pt x="3073" y="317"/>
                  </a:lnTo>
                  <a:lnTo>
                    <a:pt x="3071" y="325"/>
                  </a:lnTo>
                  <a:lnTo>
                    <a:pt x="3068" y="343"/>
                  </a:lnTo>
                  <a:lnTo>
                    <a:pt x="3066" y="361"/>
                  </a:lnTo>
                  <a:lnTo>
                    <a:pt x="3064" y="379"/>
                  </a:lnTo>
                  <a:lnTo>
                    <a:pt x="3062" y="399"/>
                  </a:lnTo>
                  <a:lnTo>
                    <a:pt x="3061" y="421"/>
                  </a:lnTo>
                  <a:lnTo>
                    <a:pt x="3061" y="443"/>
                  </a:lnTo>
                  <a:lnTo>
                    <a:pt x="3220" y="447"/>
                  </a:lnTo>
                  <a:lnTo>
                    <a:pt x="3220" y="441"/>
                  </a:lnTo>
                  <a:close/>
                  <a:moveTo>
                    <a:pt x="3726" y="699"/>
                  </a:moveTo>
                  <a:lnTo>
                    <a:pt x="3724" y="713"/>
                  </a:lnTo>
                  <a:lnTo>
                    <a:pt x="3722" y="723"/>
                  </a:lnTo>
                  <a:lnTo>
                    <a:pt x="3720" y="733"/>
                  </a:lnTo>
                  <a:lnTo>
                    <a:pt x="3718" y="737"/>
                  </a:lnTo>
                  <a:lnTo>
                    <a:pt x="3717" y="741"/>
                  </a:lnTo>
                  <a:lnTo>
                    <a:pt x="3714" y="747"/>
                  </a:lnTo>
                  <a:lnTo>
                    <a:pt x="3710" y="751"/>
                  </a:lnTo>
                  <a:lnTo>
                    <a:pt x="3705" y="753"/>
                  </a:lnTo>
                  <a:lnTo>
                    <a:pt x="3700" y="753"/>
                  </a:lnTo>
                  <a:lnTo>
                    <a:pt x="3694" y="753"/>
                  </a:lnTo>
                  <a:lnTo>
                    <a:pt x="3692" y="751"/>
                  </a:lnTo>
                  <a:lnTo>
                    <a:pt x="3690" y="749"/>
                  </a:lnTo>
                  <a:lnTo>
                    <a:pt x="3688" y="747"/>
                  </a:lnTo>
                  <a:lnTo>
                    <a:pt x="3686" y="745"/>
                  </a:lnTo>
                  <a:lnTo>
                    <a:pt x="3684" y="741"/>
                  </a:lnTo>
                  <a:lnTo>
                    <a:pt x="3683" y="739"/>
                  </a:lnTo>
                  <a:lnTo>
                    <a:pt x="3680" y="731"/>
                  </a:lnTo>
                  <a:lnTo>
                    <a:pt x="3678" y="721"/>
                  </a:lnTo>
                  <a:lnTo>
                    <a:pt x="3676" y="709"/>
                  </a:lnTo>
                  <a:lnTo>
                    <a:pt x="3674" y="695"/>
                  </a:lnTo>
                  <a:lnTo>
                    <a:pt x="3621" y="313"/>
                  </a:lnTo>
                  <a:lnTo>
                    <a:pt x="3619" y="305"/>
                  </a:lnTo>
                  <a:lnTo>
                    <a:pt x="3618" y="305"/>
                  </a:lnTo>
                  <a:lnTo>
                    <a:pt x="3617" y="305"/>
                  </a:lnTo>
                  <a:lnTo>
                    <a:pt x="3615" y="305"/>
                  </a:lnTo>
                  <a:lnTo>
                    <a:pt x="3614" y="313"/>
                  </a:lnTo>
                  <a:lnTo>
                    <a:pt x="3560" y="695"/>
                  </a:lnTo>
                  <a:lnTo>
                    <a:pt x="3556" y="721"/>
                  </a:lnTo>
                  <a:lnTo>
                    <a:pt x="3554" y="731"/>
                  </a:lnTo>
                  <a:lnTo>
                    <a:pt x="3552" y="739"/>
                  </a:lnTo>
                  <a:lnTo>
                    <a:pt x="3548" y="745"/>
                  </a:lnTo>
                  <a:lnTo>
                    <a:pt x="3545" y="749"/>
                  </a:lnTo>
                  <a:lnTo>
                    <a:pt x="3540" y="753"/>
                  </a:lnTo>
                  <a:lnTo>
                    <a:pt x="3535" y="753"/>
                  </a:lnTo>
                  <a:lnTo>
                    <a:pt x="3529" y="753"/>
                  </a:lnTo>
                  <a:lnTo>
                    <a:pt x="3525" y="751"/>
                  </a:lnTo>
                  <a:lnTo>
                    <a:pt x="3521" y="747"/>
                  </a:lnTo>
                  <a:lnTo>
                    <a:pt x="3517" y="741"/>
                  </a:lnTo>
                  <a:lnTo>
                    <a:pt x="3516" y="737"/>
                  </a:lnTo>
                  <a:lnTo>
                    <a:pt x="3515" y="733"/>
                  </a:lnTo>
                  <a:lnTo>
                    <a:pt x="3513" y="729"/>
                  </a:lnTo>
                  <a:lnTo>
                    <a:pt x="3512" y="723"/>
                  </a:lnTo>
                  <a:lnTo>
                    <a:pt x="3510" y="713"/>
                  </a:lnTo>
                  <a:lnTo>
                    <a:pt x="3508" y="699"/>
                  </a:lnTo>
                  <a:lnTo>
                    <a:pt x="3452" y="232"/>
                  </a:lnTo>
                  <a:lnTo>
                    <a:pt x="3452" y="228"/>
                  </a:lnTo>
                  <a:lnTo>
                    <a:pt x="3452" y="222"/>
                  </a:lnTo>
                  <a:lnTo>
                    <a:pt x="3452" y="218"/>
                  </a:lnTo>
                  <a:lnTo>
                    <a:pt x="3453" y="216"/>
                  </a:lnTo>
                  <a:lnTo>
                    <a:pt x="3454" y="212"/>
                  </a:lnTo>
                  <a:lnTo>
                    <a:pt x="3456" y="210"/>
                  </a:lnTo>
                  <a:lnTo>
                    <a:pt x="3458" y="208"/>
                  </a:lnTo>
                  <a:lnTo>
                    <a:pt x="3461" y="208"/>
                  </a:lnTo>
                  <a:lnTo>
                    <a:pt x="3467" y="208"/>
                  </a:lnTo>
                  <a:lnTo>
                    <a:pt x="3470" y="212"/>
                  </a:lnTo>
                  <a:lnTo>
                    <a:pt x="3471" y="216"/>
                  </a:lnTo>
                  <a:lnTo>
                    <a:pt x="3472" y="222"/>
                  </a:lnTo>
                  <a:lnTo>
                    <a:pt x="3528" y="689"/>
                  </a:lnTo>
                  <a:lnTo>
                    <a:pt x="3530" y="703"/>
                  </a:lnTo>
                  <a:lnTo>
                    <a:pt x="3531" y="711"/>
                  </a:lnTo>
                  <a:lnTo>
                    <a:pt x="3533" y="713"/>
                  </a:lnTo>
                  <a:lnTo>
                    <a:pt x="3535" y="713"/>
                  </a:lnTo>
                  <a:lnTo>
                    <a:pt x="3536" y="713"/>
                  </a:lnTo>
                  <a:lnTo>
                    <a:pt x="3538" y="709"/>
                  </a:lnTo>
                  <a:lnTo>
                    <a:pt x="3539" y="703"/>
                  </a:lnTo>
                  <a:lnTo>
                    <a:pt x="3541" y="689"/>
                  </a:lnTo>
                  <a:lnTo>
                    <a:pt x="3596" y="301"/>
                  </a:lnTo>
                  <a:lnTo>
                    <a:pt x="3597" y="294"/>
                  </a:lnTo>
                  <a:lnTo>
                    <a:pt x="3599" y="286"/>
                  </a:lnTo>
                  <a:lnTo>
                    <a:pt x="3601" y="280"/>
                  </a:lnTo>
                  <a:lnTo>
                    <a:pt x="3604" y="274"/>
                  </a:lnTo>
                  <a:lnTo>
                    <a:pt x="3607" y="270"/>
                  </a:lnTo>
                  <a:lnTo>
                    <a:pt x="3610" y="268"/>
                  </a:lnTo>
                  <a:lnTo>
                    <a:pt x="3614" y="266"/>
                  </a:lnTo>
                  <a:lnTo>
                    <a:pt x="3617" y="266"/>
                  </a:lnTo>
                  <a:lnTo>
                    <a:pt x="3621" y="266"/>
                  </a:lnTo>
                  <a:lnTo>
                    <a:pt x="3624" y="268"/>
                  </a:lnTo>
                  <a:lnTo>
                    <a:pt x="3627" y="270"/>
                  </a:lnTo>
                  <a:lnTo>
                    <a:pt x="3630" y="274"/>
                  </a:lnTo>
                  <a:lnTo>
                    <a:pt x="3633" y="280"/>
                  </a:lnTo>
                  <a:lnTo>
                    <a:pt x="3634" y="282"/>
                  </a:lnTo>
                  <a:lnTo>
                    <a:pt x="3635" y="286"/>
                  </a:lnTo>
                  <a:lnTo>
                    <a:pt x="3637" y="294"/>
                  </a:lnTo>
                  <a:lnTo>
                    <a:pt x="3639" y="301"/>
                  </a:lnTo>
                  <a:lnTo>
                    <a:pt x="3693" y="689"/>
                  </a:lnTo>
                  <a:lnTo>
                    <a:pt x="3695" y="703"/>
                  </a:lnTo>
                  <a:lnTo>
                    <a:pt x="3696" y="707"/>
                  </a:lnTo>
                  <a:lnTo>
                    <a:pt x="3697" y="709"/>
                  </a:lnTo>
                  <a:lnTo>
                    <a:pt x="3698" y="713"/>
                  </a:lnTo>
                  <a:lnTo>
                    <a:pt x="3700" y="713"/>
                  </a:lnTo>
                  <a:lnTo>
                    <a:pt x="3701" y="713"/>
                  </a:lnTo>
                  <a:lnTo>
                    <a:pt x="3702" y="713"/>
                  </a:lnTo>
                  <a:lnTo>
                    <a:pt x="3703" y="711"/>
                  </a:lnTo>
                  <a:lnTo>
                    <a:pt x="3704" y="707"/>
                  </a:lnTo>
                  <a:lnTo>
                    <a:pt x="3705" y="703"/>
                  </a:lnTo>
                  <a:lnTo>
                    <a:pt x="3707" y="689"/>
                  </a:lnTo>
                  <a:lnTo>
                    <a:pt x="3761" y="222"/>
                  </a:lnTo>
                  <a:lnTo>
                    <a:pt x="3762" y="216"/>
                  </a:lnTo>
                  <a:lnTo>
                    <a:pt x="3763" y="212"/>
                  </a:lnTo>
                  <a:lnTo>
                    <a:pt x="3764" y="210"/>
                  </a:lnTo>
                  <a:lnTo>
                    <a:pt x="3766" y="208"/>
                  </a:lnTo>
                  <a:lnTo>
                    <a:pt x="3767" y="208"/>
                  </a:lnTo>
                  <a:lnTo>
                    <a:pt x="3769" y="208"/>
                  </a:lnTo>
                  <a:lnTo>
                    <a:pt x="3773" y="208"/>
                  </a:lnTo>
                  <a:lnTo>
                    <a:pt x="3777" y="210"/>
                  </a:lnTo>
                  <a:lnTo>
                    <a:pt x="3779" y="212"/>
                  </a:lnTo>
                  <a:lnTo>
                    <a:pt x="3781" y="214"/>
                  </a:lnTo>
                  <a:lnTo>
                    <a:pt x="3782" y="218"/>
                  </a:lnTo>
                  <a:lnTo>
                    <a:pt x="3782" y="222"/>
                  </a:lnTo>
                  <a:lnTo>
                    <a:pt x="3781" y="232"/>
                  </a:lnTo>
                  <a:lnTo>
                    <a:pt x="3726" y="699"/>
                  </a:lnTo>
                  <a:close/>
                  <a:moveTo>
                    <a:pt x="3953" y="753"/>
                  </a:moveTo>
                  <a:lnTo>
                    <a:pt x="3940" y="753"/>
                  </a:lnTo>
                  <a:lnTo>
                    <a:pt x="3934" y="751"/>
                  </a:lnTo>
                  <a:lnTo>
                    <a:pt x="3929" y="749"/>
                  </a:lnTo>
                  <a:lnTo>
                    <a:pt x="3918" y="745"/>
                  </a:lnTo>
                  <a:lnTo>
                    <a:pt x="3908" y="737"/>
                  </a:lnTo>
                  <a:lnTo>
                    <a:pt x="3903" y="733"/>
                  </a:lnTo>
                  <a:lnTo>
                    <a:pt x="3898" y="729"/>
                  </a:lnTo>
                  <a:lnTo>
                    <a:pt x="3890" y="717"/>
                  </a:lnTo>
                  <a:lnTo>
                    <a:pt x="3882" y="705"/>
                  </a:lnTo>
                  <a:lnTo>
                    <a:pt x="3875" y="689"/>
                  </a:lnTo>
                  <a:lnTo>
                    <a:pt x="3872" y="683"/>
                  </a:lnTo>
                  <a:lnTo>
                    <a:pt x="3869" y="673"/>
                  </a:lnTo>
                  <a:lnTo>
                    <a:pt x="3866" y="665"/>
                  </a:lnTo>
                  <a:lnTo>
                    <a:pt x="3864" y="655"/>
                  </a:lnTo>
                  <a:lnTo>
                    <a:pt x="3859" y="635"/>
                  </a:lnTo>
                  <a:lnTo>
                    <a:pt x="3856" y="615"/>
                  </a:lnTo>
                  <a:lnTo>
                    <a:pt x="3853" y="591"/>
                  </a:lnTo>
                  <a:lnTo>
                    <a:pt x="3851" y="567"/>
                  </a:lnTo>
                  <a:lnTo>
                    <a:pt x="3850" y="541"/>
                  </a:lnTo>
                  <a:lnTo>
                    <a:pt x="3849" y="513"/>
                  </a:lnTo>
                  <a:lnTo>
                    <a:pt x="3849" y="443"/>
                  </a:lnTo>
                  <a:lnTo>
                    <a:pt x="3850" y="415"/>
                  </a:lnTo>
                  <a:lnTo>
                    <a:pt x="3851" y="389"/>
                  </a:lnTo>
                  <a:lnTo>
                    <a:pt x="3853" y="363"/>
                  </a:lnTo>
                  <a:lnTo>
                    <a:pt x="3856" y="341"/>
                  </a:lnTo>
                  <a:lnTo>
                    <a:pt x="3857" y="329"/>
                  </a:lnTo>
                  <a:lnTo>
                    <a:pt x="3859" y="319"/>
                  </a:lnTo>
                  <a:lnTo>
                    <a:pt x="3861" y="309"/>
                  </a:lnTo>
                  <a:lnTo>
                    <a:pt x="3864" y="300"/>
                  </a:lnTo>
                  <a:lnTo>
                    <a:pt x="3866" y="290"/>
                  </a:lnTo>
                  <a:lnTo>
                    <a:pt x="3869" y="282"/>
                  </a:lnTo>
                  <a:lnTo>
                    <a:pt x="3875" y="266"/>
                  </a:lnTo>
                  <a:lnTo>
                    <a:pt x="3882" y="252"/>
                  </a:lnTo>
                  <a:lnTo>
                    <a:pt x="3886" y="244"/>
                  </a:lnTo>
                  <a:lnTo>
                    <a:pt x="3890" y="238"/>
                  </a:lnTo>
                  <a:lnTo>
                    <a:pt x="3898" y="228"/>
                  </a:lnTo>
                  <a:lnTo>
                    <a:pt x="3903" y="222"/>
                  </a:lnTo>
                  <a:lnTo>
                    <a:pt x="3908" y="218"/>
                  </a:lnTo>
                  <a:lnTo>
                    <a:pt x="3918" y="212"/>
                  </a:lnTo>
                  <a:lnTo>
                    <a:pt x="3929" y="206"/>
                  </a:lnTo>
                  <a:lnTo>
                    <a:pt x="3934" y="204"/>
                  </a:lnTo>
                  <a:lnTo>
                    <a:pt x="3940" y="204"/>
                  </a:lnTo>
                  <a:lnTo>
                    <a:pt x="3953" y="202"/>
                  </a:lnTo>
                  <a:lnTo>
                    <a:pt x="3965" y="204"/>
                  </a:lnTo>
                  <a:lnTo>
                    <a:pt x="3971" y="204"/>
                  </a:lnTo>
                  <a:lnTo>
                    <a:pt x="3977" y="206"/>
                  </a:lnTo>
                  <a:lnTo>
                    <a:pt x="3988" y="212"/>
                  </a:lnTo>
                  <a:lnTo>
                    <a:pt x="3998" y="218"/>
                  </a:lnTo>
                  <a:lnTo>
                    <a:pt x="4003" y="222"/>
                  </a:lnTo>
                  <a:lnTo>
                    <a:pt x="4007" y="228"/>
                  </a:lnTo>
                  <a:lnTo>
                    <a:pt x="4016" y="238"/>
                  </a:lnTo>
                  <a:lnTo>
                    <a:pt x="4024" y="252"/>
                  </a:lnTo>
                  <a:lnTo>
                    <a:pt x="4031" y="266"/>
                  </a:lnTo>
                  <a:lnTo>
                    <a:pt x="4034" y="274"/>
                  </a:lnTo>
                  <a:lnTo>
                    <a:pt x="4037" y="282"/>
                  </a:lnTo>
                  <a:lnTo>
                    <a:pt x="4039" y="290"/>
                  </a:lnTo>
                  <a:lnTo>
                    <a:pt x="4042" y="300"/>
                  </a:lnTo>
                  <a:lnTo>
                    <a:pt x="4046" y="319"/>
                  </a:lnTo>
                  <a:lnTo>
                    <a:pt x="4050" y="341"/>
                  </a:lnTo>
                  <a:lnTo>
                    <a:pt x="4053" y="363"/>
                  </a:lnTo>
                  <a:lnTo>
                    <a:pt x="4055" y="389"/>
                  </a:lnTo>
                  <a:lnTo>
                    <a:pt x="4056" y="415"/>
                  </a:lnTo>
                  <a:lnTo>
                    <a:pt x="4057" y="443"/>
                  </a:lnTo>
                  <a:lnTo>
                    <a:pt x="4057" y="513"/>
                  </a:lnTo>
                  <a:lnTo>
                    <a:pt x="4056" y="541"/>
                  </a:lnTo>
                  <a:lnTo>
                    <a:pt x="4055" y="567"/>
                  </a:lnTo>
                  <a:lnTo>
                    <a:pt x="4053" y="591"/>
                  </a:lnTo>
                  <a:lnTo>
                    <a:pt x="4050" y="615"/>
                  </a:lnTo>
                  <a:lnTo>
                    <a:pt x="4048" y="625"/>
                  </a:lnTo>
                  <a:lnTo>
                    <a:pt x="4046" y="635"/>
                  </a:lnTo>
                  <a:lnTo>
                    <a:pt x="4044" y="645"/>
                  </a:lnTo>
                  <a:lnTo>
                    <a:pt x="4042" y="655"/>
                  </a:lnTo>
                  <a:lnTo>
                    <a:pt x="4039" y="665"/>
                  </a:lnTo>
                  <a:lnTo>
                    <a:pt x="4037" y="673"/>
                  </a:lnTo>
                  <a:lnTo>
                    <a:pt x="4031" y="689"/>
                  </a:lnTo>
                  <a:lnTo>
                    <a:pt x="4024" y="705"/>
                  </a:lnTo>
                  <a:lnTo>
                    <a:pt x="4020" y="711"/>
                  </a:lnTo>
                  <a:lnTo>
                    <a:pt x="4016" y="717"/>
                  </a:lnTo>
                  <a:lnTo>
                    <a:pt x="4007" y="729"/>
                  </a:lnTo>
                  <a:lnTo>
                    <a:pt x="4003" y="733"/>
                  </a:lnTo>
                  <a:lnTo>
                    <a:pt x="3998" y="737"/>
                  </a:lnTo>
                  <a:lnTo>
                    <a:pt x="3988" y="745"/>
                  </a:lnTo>
                  <a:lnTo>
                    <a:pt x="3977" y="749"/>
                  </a:lnTo>
                  <a:lnTo>
                    <a:pt x="3971" y="751"/>
                  </a:lnTo>
                  <a:lnTo>
                    <a:pt x="3965" y="753"/>
                  </a:lnTo>
                  <a:lnTo>
                    <a:pt x="3953" y="753"/>
                  </a:lnTo>
                  <a:close/>
                  <a:moveTo>
                    <a:pt x="4034" y="443"/>
                  </a:moveTo>
                  <a:lnTo>
                    <a:pt x="4034" y="419"/>
                  </a:lnTo>
                  <a:lnTo>
                    <a:pt x="4033" y="397"/>
                  </a:lnTo>
                  <a:lnTo>
                    <a:pt x="4033" y="387"/>
                  </a:lnTo>
                  <a:lnTo>
                    <a:pt x="4032" y="377"/>
                  </a:lnTo>
                  <a:lnTo>
                    <a:pt x="4030" y="359"/>
                  </a:lnTo>
                  <a:lnTo>
                    <a:pt x="4027" y="341"/>
                  </a:lnTo>
                  <a:lnTo>
                    <a:pt x="4024" y="323"/>
                  </a:lnTo>
                  <a:lnTo>
                    <a:pt x="4020" y="309"/>
                  </a:lnTo>
                  <a:lnTo>
                    <a:pt x="4016" y="296"/>
                  </a:lnTo>
                  <a:lnTo>
                    <a:pt x="4011" y="284"/>
                  </a:lnTo>
                  <a:lnTo>
                    <a:pt x="4008" y="278"/>
                  </a:lnTo>
                  <a:lnTo>
                    <a:pt x="4005" y="272"/>
                  </a:lnTo>
                  <a:lnTo>
                    <a:pt x="3998" y="264"/>
                  </a:lnTo>
                  <a:lnTo>
                    <a:pt x="3994" y="260"/>
                  </a:lnTo>
                  <a:lnTo>
                    <a:pt x="3990" y="256"/>
                  </a:lnTo>
                  <a:lnTo>
                    <a:pt x="3986" y="252"/>
                  </a:lnTo>
                  <a:lnTo>
                    <a:pt x="3982" y="250"/>
                  </a:lnTo>
                  <a:lnTo>
                    <a:pt x="3973" y="246"/>
                  </a:lnTo>
                  <a:lnTo>
                    <a:pt x="3963" y="242"/>
                  </a:lnTo>
                  <a:lnTo>
                    <a:pt x="3953" y="242"/>
                  </a:lnTo>
                  <a:lnTo>
                    <a:pt x="3942" y="242"/>
                  </a:lnTo>
                  <a:lnTo>
                    <a:pt x="3932" y="246"/>
                  </a:lnTo>
                  <a:lnTo>
                    <a:pt x="3928" y="248"/>
                  </a:lnTo>
                  <a:lnTo>
                    <a:pt x="3923" y="250"/>
                  </a:lnTo>
                  <a:lnTo>
                    <a:pt x="3915" y="256"/>
                  </a:lnTo>
                  <a:lnTo>
                    <a:pt x="3908" y="264"/>
                  </a:lnTo>
                  <a:lnTo>
                    <a:pt x="3901" y="272"/>
                  </a:lnTo>
                  <a:lnTo>
                    <a:pt x="3895" y="284"/>
                  </a:lnTo>
                  <a:lnTo>
                    <a:pt x="3890" y="296"/>
                  </a:lnTo>
                  <a:lnTo>
                    <a:pt x="3888" y="301"/>
                  </a:lnTo>
                  <a:lnTo>
                    <a:pt x="3885" y="309"/>
                  </a:lnTo>
                  <a:lnTo>
                    <a:pt x="3882" y="323"/>
                  </a:lnTo>
                  <a:lnTo>
                    <a:pt x="3878" y="341"/>
                  </a:lnTo>
                  <a:lnTo>
                    <a:pt x="3876" y="359"/>
                  </a:lnTo>
                  <a:lnTo>
                    <a:pt x="3874" y="377"/>
                  </a:lnTo>
                  <a:lnTo>
                    <a:pt x="3872" y="397"/>
                  </a:lnTo>
                  <a:lnTo>
                    <a:pt x="3872" y="409"/>
                  </a:lnTo>
                  <a:lnTo>
                    <a:pt x="3872" y="419"/>
                  </a:lnTo>
                  <a:lnTo>
                    <a:pt x="3871" y="443"/>
                  </a:lnTo>
                  <a:lnTo>
                    <a:pt x="3871" y="513"/>
                  </a:lnTo>
                  <a:lnTo>
                    <a:pt x="3872" y="535"/>
                  </a:lnTo>
                  <a:lnTo>
                    <a:pt x="3872" y="557"/>
                  </a:lnTo>
                  <a:lnTo>
                    <a:pt x="3873" y="567"/>
                  </a:lnTo>
                  <a:lnTo>
                    <a:pt x="3874" y="577"/>
                  </a:lnTo>
                  <a:lnTo>
                    <a:pt x="3876" y="597"/>
                  </a:lnTo>
                  <a:lnTo>
                    <a:pt x="3878" y="615"/>
                  </a:lnTo>
                  <a:lnTo>
                    <a:pt x="3882" y="631"/>
                  </a:lnTo>
                  <a:lnTo>
                    <a:pt x="3885" y="645"/>
                  </a:lnTo>
                  <a:lnTo>
                    <a:pt x="3890" y="659"/>
                  </a:lnTo>
                  <a:lnTo>
                    <a:pt x="3895" y="673"/>
                  </a:lnTo>
                  <a:lnTo>
                    <a:pt x="3898" y="677"/>
                  </a:lnTo>
                  <a:lnTo>
                    <a:pt x="3901" y="683"/>
                  </a:lnTo>
                  <a:lnTo>
                    <a:pt x="3908" y="693"/>
                  </a:lnTo>
                  <a:lnTo>
                    <a:pt x="3911" y="697"/>
                  </a:lnTo>
                  <a:lnTo>
                    <a:pt x="3915" y="699"/>
                  </a:lnTo>
                  <a:lnTo>
                    <a:pt x="3919" y="703"/>
                  </a:lnTo>
                  <a:lnTo>
                    <a:pt x="3923" y="707"/>
                  </a:lnTo>
                  <a:lnTo>
                    <a:pt x="3932" y="711"/>
                  </a:lnTo>
                  <a:lnTo>
                    <a:pt x="3942" y="713"/>
                  </a:lnTo>
                  <a:lnTo>
                    <a:pt x="3953" y="713"/>
                  </a:lnTo>
                  <a:lnTo>
                    <a:pt x="3963" y="713"/>
                  </a:lnTo>
                  <a:lnTo>
                    <a:pt x="3973" y="711"/>
                  </a:lnTo>
                  <a:lnTo>
                    <a:pt x="3978" y="709"/>
                  </a:lnTo>
                  <a:lnTo>
                    <a:pt x="3982" y="707"/>
                  </a:lnTo>
                  <a:lnTo>
                    <a:pt x="3990" y="699"/>
                  </a:lnTo>
                  <a:lnTo>
                    <a:pt x="3998" y="693"/>
                  </a:lnTo>
                  <a:lnTo>
                    <a:pt x="4005" y="683"/>
                  </a:lnTo>
                  <a:lnTo>
                    <a:pt x="4011" y="673"/>
                  </a:lnTo>
                  <a:lnTo>
                    <a:pt x="4016" y="659"/>
                  </a:lnTo>
                  <a:lnTo>
                    <a:pt x="4018" y="653"/>
                  </a:lnTo>
                  <a:lnTo>
                    <a:pt x="4020" y="645"/>
                  </a:lnTo>
                  <a:lnTo>
                    <a:pt x="4024" y="631"/>
                  </a:lnTo>
                  <a:lnTo>
                    <a:pt x="4027" y="615"/>
                  </a:lnTo>
                  <a:lnTo>
                    <a:pt x="4030" y="597"/>
                  </a:lnTo>
                  <a:lnTo>
                    <a:pt x="4032" y="577"/>
                  </a:lnTo>
                  <a:lnTo>
                    <a:pt x="4033" y="557"/>
                  </a:lnTo>
                  <a:lnTo>
                    <a:pt x="4034" y="547"/>
                  </a:lnTo>
                  <a:lnTo>
                    <a:pt x="4034" y="535"/>
                  </a:lnTo>
                  <a:lnTo>
                    <a:pt x="4034" y="513"/>
                  </a:lnTo>
                  <a:lnTo>
                    <a:pt x="4034" y="443"/>
                  </a:lnTo>
                  <a:close/>
                  <a:moveTo>
                    <a:pt x="4237" y="242"/>
                  </a:moveTo>
                  <a:lnTo>
                    <a:pt x="4230" y="242"/>
                  </a:lnTo>
                  <a:lnTo>
                    <a:pt x="4222" y="244"/>
                  </a:lnTo>
                  <a:lnTo>
                    <a:pt x="4215" y="246"/>
                  </a:lnTo>
                  <a:lnTo>
                    <a:pt x="4206" y="250"/>
                  </a:lnTo>
                  <a:lnTo>
                    <a:pt x="4197" y="258"/>
                  </a:lnTo>
                  <a:lnTo>
                    <a:pt x="4188" y="266"/>
                  </a:lnTo>
                  <a:lnTo>
                    <a:pt x="4178" y="276"/>
                  </a:lnTo>
                  <a:lnTo>
                    <a:pt x="4167" y="288"/>
                  </a:lnTo>
                  <a:lnTo>
                    <a:pt x="4167" y="729"/>
                  </a:lnTo>
                  <a:lnTo>
                    <a:pt x="4167" y="731"/>
                  </a:lnTo>
                  <a:lnTo>
                    <a:pt x="4167" y="735"/>
                  </a:lnTo>
                  <a:lnTo>
                    <a:pt x="4164" y="741"/>
                  </a:lnTo>
                  <a:lnTo>
                    <a:pt x="4161" y="745"/>
                  </a:lnTo>
                  <a:lnTo>
                    <a:pt x="4158" y="747"/>
                  </a:lnTo>
                  <a:lnTo>
                    <a:pt x="4155" y="747"/>
                  </a:lnTo>
                  <a:lnTo>
                    <a:pt x="4152" y="745"/>
                  </a:lnTo>
                  <a:lnTo>
                    <a:pt x="4147" y="741"/>
                  </a:lnTo>
                  <a:lnTo>
                    <a:pt x="4145" y="735"/>
                  </a:lnTo>
                  <a:lnTo>
                    <a:pt x="4144" y="729"/>
                  </a:lnTo>
                  <a:lnTo>
                    <a:pt x="4144" y="228"/>
                  </a:lnTo>
                  <a:lnTo>
                    <a:pt x="4144" y="224"/>
                  </a:lnTo>
                  <a:lnTo>
                    <a:pt x="4145" y="220"/>
                  </a:lnTo>
                  <a:lnTo>
                    <a:pt x="4147" y="214"/>
                  </a:lnTo>
                  <a:lnTo>
                    <a:pt x="4149" y="210"/>
                  </a:lnTo>
                  <a:lnTo>
                    <a:pt x="4150" y="210"/>
                  </a:lnTo>
                  <a:lnTo>
                    <a:pt x="4152" y="208"/>
                  </a:lnTo>
                  <a:lnTo>
                    <a:pt x="4154" y="208"/>
                  </a:lnTo>
                  <a:lnTo>
                    <a:pt x="4158" y="208"/>
                  </a:lnTo>
                  <a:lnTo>
                    <a:pt x="4160" y="208"/>
                  </a:lnTo>
                  <a:lnTo>
                    <a:pt x="4162" y="210"/>
                  </a:lnTo>
                  <a:lnTo>
                    <a:pt x="4164" y="210"/>
                  </a:lnTo>
                  <a:lnTo>
                    <a:pt x="4165" y="214"/>
                  </a:lnTo>
                  <a:lnTo>
                    <a:pt x="4166" y="216"/>
                  </a:lnTo>
                  <a:lnTo>
                    <a:pt x="4167" y="220"/>
                  </a:lnTo>
                  <a:lnTo>
                    <a:pt x="4167" y="224"/>
                  </a:lnTo>
                  <a:lnTo>
                    <a:pt x="4167" y="228"/>
                  </a:lnTo>
                  <a:lnTo>
                    <a:pt x="4167" y="248"/>
                  </a:lnTo>
                  <a:lnTo>
                    <a:pt x="4177" y="238"/>
                  </a:lnTo>
                  <a:lnTo>
                    <a:pt x="4181" y="232"/>
                  </a:lnTo>
                  <a:lnTo>
                    <a:pt x="4186" y="228"/>
                  </a:lnTo>
                  <a:lnTo>
                    <a:pt x="4194" y="220"/>
                  </a:lnTo>
                  <a:lnTo>
                    <a:pt x="4203" y="214"/>
                  </a:lnTo>
                  <a:lnTo>
                    <a:pt x="4211" y="208"/>
                  </a:lnTo>
                  <a:lnTo>
                    <a:pt x="4220" y="206"/>
                  </a:lnTo>
                  <a:lnTo>
                    <a:pt x="4228" y="204"/>
                  </a:lnTo>
                  <a:lnTo>
                    <a:pt x="4237" y="202"/>
                  </a:lnTo>
                  <a:lnTo>
                    <a:pt x="4243" y="204"/>
                  </a:lnTo>
                  <a:lnTo>
                    <a:pt x="4245" y="204"/>
                  </a:lnTo>
                  <a:lnTo>
                    <a:pt x="4247" y="206"/>
                  </a:lnTo>
                  <a:lnTo>
                    <a:pt x="4249" y="208"/>
                  </a:lnTo>
                  <a:lnTo>
                    <a:pt x="4250" y="210"/>
                  </a:lnTo>
                  <a:lnTo>
                    <a:pt x="4251" y="214"/>
                  </a:lnTo>
                  <a:lnTo>
                    <a:pt x="4251" y="218"/>
                  </a:lnTo>
                  <a:lnTo>
                    <a:pt x="4251" y="226"/>
                  </a:lnTo>
                  <a:lnTo>
                    <a:pt x="4251" y="230"/>
                  </a:lnTo>
                  <a:lnTo>
                    <a:pt x="4250" y="234"/>
                  </a:lnTo>
                  <a:lnTo>
                    <a:pt x="4249" y="236"/>
                  </a:lnTo>
                  <a:lnTo>
                    <a:pt x="4247" y="238"/>
                  </a:lnTo>
                  <a:lnTo>
                    <a:pt x="4243" y="242"/>
                  </a:lnTo>
                  <a:lnTo>
                    <a:pt x="4237" y="242"/>
                  </a:lnTo>
                  <a:close/>
                  <a:moveTo>
                    <a:pt x="4344" y="753"/>
                  </a:moveTo>
                  <a:lnTo>
                    <a:pt x="4339" y="753"/>
                  </a:lnTo>
                  <a:lnTo>
                    <a:pt x="4335" y="751"/>
                  </a:lnTo>
                  <a:lnTo>
                    <a:pt x="4333" y="747"/>
                  </a:lnTo>
                  <a:lnTo>
                    <a:pt x="4331" y="741"/>
                  </a:lnTo>
                  <a:lnTo>
                    <a:pt x="4330" y="735"/>
                  </a:lnTo>
                  <a:lnTo>
                    <a:pt x="4330" y="20"/>
                  </a:lnTo>
                  <a:lnTo>
                    <a:pt x="4331" y="16"/>
                  </a:lnTo>
                  <a:lnTo>
                    <a:pt x="4331" y="12"/>
                  </a:lnTo>
                  <a:lnTo>
                    <a:pt x="4333" y="6"/>
                  </a:lnTo>
                  <a:lnTo>
                    <a:pt x="4334" y="4"/>
                  </a:lnTo>
                  <a:lnTo>
                    <a:pt x="4335" y="2"/>
                  </a:lnTo>
                  <a:lnTo>
                    <a:pt x="4339" y="0"/>
                  </a:lnTo>
                  <a:lnTo>
                    <a:pt x="4344" y="0"/>
                  </a:lnTo>
                  <a:lnTo>
                    <a:pt x="4347" y="2"/>
                  </a:lnTo>
                  <a:lnTo>
                    <a:pt x="4350" y="6"/>
                  </a:lnTo>
                  <a:lnTo>
                    <a:pt x="4352" y="12"/>
                  </a:lnTo>
                  <a:lnTo>
                    <a:pt x="4353" y="20"/>
                  </a:lnTo>
                  <a:lnTo>
                    <a:pt x="4353" y="735"/>
                  </a:lnTo>
                  <a:lnTo>
                    <a:pt x="4352" y="737"/>
                  </a:lnTo>
                  <a:lnTo>
                    <a:pt x="4352" y="741"/>
                  </a:lnTo>
                  <a:lnTo>
                    <a:pt x="4350" y="747"/>
                  </a:lnTo>
                  <a:lnTo>
                    <a:pt x="4349" y="749"/>
                  </a:lnTo>
                  <a:lnTo>
                    <a:pt x="4347" y="751"/>
                  </a:lnTo>
                  <a:lnTo>
                    <a:pt x="4344" y="75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8" name="Freeform 6">
              <a:extLst>
                <a:ext uri="{FF2B5EF4-FFF2-40B4-BE49-F238E27FC236}">
                  <a16:creationId xmlns:a16="http://schemas.microsoft.com/office/drawing/2014/main" id="{B0983813-A6C0-2384-6958-DDC82E12A621}"/>
                </a:ext>
              </a:extLst>
            </p:cNvPr>
            <p:cNvSpPr>
              <a:spLocks noEditPoints="1"/>
            </p:cNvSpPr>
            <p:nvPr/>
          </p:nvSpPr>
          <p:spPr bwMode="auto">
            <a:xfrm>
              <a:off x="2389188" y="1992313"/>
              <a:ext cx="7424738" cy="1890713"/>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9" name="Date Placeholder 8">
            <a:extLst>
              <a:ext uri="{FF2B5EF4-FFF2-40B4-BE49-F238E27FC236}">
                <a16:creationId xmlns:a16="http://schemas.microsoft.com/office/drawing/2014/main" id="{0C2813E5-55F5-8A94-3DE1-71D49DDAE3B1}"/>
              </a:ext>
            </a:extLst>
          </p:cNvPr>
          <p:cNvSpPr>
            <a:spLocks noGrp="1"/>
          </p:cNvSpPr>
          <p:nvPr>
            <p:ph type="dt" sz="half" idx="10"/>
          </p:nvPr>
        </p:nvSpPr>
        <p:spPr/>
        <p:txBody>
          <a:bodyPr/>
          <a:lstStyle>
            <a:lvl1pPr>
              <a:defRPr>
                <a:noFill/>
              </a:defRPr>
            </a:lvl1pPr>
          </a:lstStyle>
          <a:p>
            <a:fld id="{E203FBB3-C058-4116-A975-F4A059FF88AE}" type="datetime3">
              <a:rPr lang="en-US" smtClean="0"/>
              <a:t>1 October 2026</a:t>
            </a:fld>
            <a:endParaRPr lang="en-US" dirty="0"/>
          </a:p>
        </p:txBody>
      </p:sp>
      <p:sp>
        <p:nvSpPr>
          <p:cNvPr id="10" name="Footer Placeholder 9">
            <a:extLst>
              <a:ext uri="{FF2B5EF4-FFF2-40B4-BE49-F238E27FC236}">
                <a16:creationId xmlns:a16="http://schemas.microsoft.com/office/drawing/2014/main" id="{9D8B47C5-11B1-0904-E798-3D21F88B94FF}"/>
              </a:ext>
            </a:extLst>
          </p:cNvPr>
          <p:cNvSpPr>
            <a:spLocks noGrp="1"/>
          </p:cNvSpPr>
          <p:nvPr>
            <p:ph type="ftr" sz="quarter" idx="11"/>
          </p:nvPr>
        </p:nvSpPr>
        <p:spPr/>
        <p:txBody>
          <a:bodyPr/>
          <a:lstStyle>
            <a:lvl1pPr>
              <a:defRPr>
                <a:noFill/>
              </a:defRPr>
            </a:lvl1pPr>
          </a:lstStyle>
          <a:p>
            <a:endParaRPr lang="en-US" dirty="0"/>
          </a:p>
        </p:txBody>
      </p:sp>
      <p:sp>
        <p:nvSpPr>
          <p:cNvPr id="11" name="Slide Number Placeholder 10">
            <a:extLst>
              <a:ext uri="{FF2B5EF4-FFF2-40B4-BE49-F238E27FC236}">
                <a16:creationId xmlns:a16="http://schemas.microsoft.com/office/drawing/2014/main" id="{C5E8C107-73AF-09B8-3331-EEE2C8E6ADD3}"/>
              </a:ext>
            </a:extLst>
          </p:cNvPr>
          <p:cNvSpPr>
            <a:spLocks noGrp="1"/>
          </p:cNvSpPr>
          <p:nvPr>
            <p:ph type="sldNum" sz="quarter" idx="12"/>
          </p:nvPr>
        </p:nvSpPr>
        <p:spPr/>
        <p:txBody>
          <a:bodyPr/>
          <a:lstStyle>
            <a:lvl1pPr>
              <a:defRPr>
                <a:noFill/>
              </a:defRPr>
            </a:lvl1pPr>
          </a:lstStyle>
          <a:p>
            <a:fld id="{5B16D1FE-3A35-41BA-8EBE-413702045235}" type="slidenum">
              <a:rPr lang="en-US" smtClean="0"/>
              <a:pPr/>
              <a:t>‹#›</a:t>
            </a:fld>
            <a:endParaRPr lang="en-US" dirty="0"/>
          </a:p>
        </p:txBody>
      </p:sp>
      <p:sp>
        <p:nvSpPr>
          <p:cNvPr id="3" name="Picture Placeholder 4">
            <a:extLst>
              <a:ext uri="{FF2B5EF4-FFF2-40B4-BE49-F238E27FC236}">
                <a16:creationId xmlns:a16="http://schemas.microsoft.com/office/drawing/2014/main" id="{E393BD64-6D58-4343-D3B4-7FB7BB2348CE}"/>
              </a:ext>
            </a:extLst>
          </p:cNvPr>
          <p:cNvSpPr>
            <a:spLocks noGrp="1"/>
          </p:cNvSpPr>
          <p:nvPr>
            <p:ph type="pic" sz="quarter" idx="20"/>
          </p:nvPr>
        </p:nvSpPr>
        <p:spPr>
          <a:xfrm>
            <a:off x="6206870" y="0"/>
            <a:ext cx="5985131" cy="6858000"/>
          </a:xfrm>
          <a:custGeom>
            <a:avLst/>
            <a:gdLst>
              <a:gd name="connsiteX0" fmla="*/ 0 w 5985131"/>
              <a:gd name="connsiteY0" fmla="*/ 0 h 6858000"/>
              <a:gd name="connsiteX1" fmla="*/ 5985131 w 5985131"/>
              <a:gd name="connsiteY1" fmla="*/ 0 h 6858000"/>
              <a:gd name="connsiteX2" fmla="*/ 5985131 w 5985131"/>
              <a:gd name="connsiteY2" fmla="*/ 6858000 h 6858000"/>
              <a:gd name="connsiteX3" fmla="*/ 3519977 w 5985131"/>
              <a:gd name="connsiteY3" fmla="*/ 6858000 h 6858000"/>
              <a:gd name="connsiteX4" fmla="*/ 3079682 w 5985131"/>
              <a:gd name="connsiteY4" fmla="*/ 5999657 h 6858000"/>
              <a:gd name="connsiteX5" fmla="*/ 2639387 w 5985131"/>
              <a:gd name="connsiteY5" fmla="*/ 5142904 h 6858000"/>
              <a:gd name="connsiteX6" fmla="*/ 2199091 w 5985131"/>
              <a:gd name="connsiteY6" fmla="*/ 4286151 h 6858000"/>
              <a:gd name="connsiteX7" fmla="*/ 1759591 w 5985131"/>
              <a:gd name="connsiteY7" fmla="*/ 3428603 h 6858000"/>
              <a:gd name="connsiteX8" fmla="*/ 1319296 w 5985131"/>
              <a:gd name="connsiteY8" fmla="*/ 2570260 h 6858000"/>
              <a:gd name="connsiteX9" fmla="*/ 879001 w 5985131"/>
              <a:gd name="connsiteY9" fmla="*/ 1713507 h 6858000"/>
              <a:gd name="connsiteX10" fmla="*/ 438705 w 5985131"/>
              <a:gd name="connsiteY10" fmla="*/ 85675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985131" h="6858000">
                <a:moveTo>
                  <a:pt x="0" y="0"/>
                </a:moveTo>
                <a:lnTo>
                  <a:pt x="5985131" y="0"/>
                </a:lnTo>
                <a:lnTo>
                  <a:pt x="5985131" y="6858000"/>
                </a:lnTo>
                <a:lnTo>
                  <a:pt x="3519977" y="6858000"/>
                </a:lnTo>
                <a:lnTo>
                  <a:pt x="3079682" y="5999657"/>
                </a:lnTo>
                <a:lnTo>
                  <a:pt x="2639387" y="5142904"/>
                </a:lnTo>
                <a:lnTo>
                  <a:pt x="2199091" y="4286151"/>
                </a:lnTo>
                <a:lnTo>
                  <a:pt x="1759591" y="3428603"/>
                </a:lnTo>
                <a:lnTo>
                  <a:pt x="1319296" y="2570260"/>
                </a:lnTo>
                <a:lnTo>
                  <a:pt x="879001" y="1713507"/>
                </a:lnTo>
                <a:lnTo>
                  <a:pt x="438705" y="856753"/>
                </a:lnTo>
                <a:close/>
              </a:path>
            </a:pathLst>
          </a:custGeom>
          <a:solidFill>
            <a:schemeClr val="bg2"/>
          </a:solidFill>
        </p:spPr>
        <p:txBody>
          <a:bodyPr wrap="square" bIns="648000" anchor="ctr" anchorCtr="0">
            <a:noAutofit/>
          </a:bodyPr>
          <a:lstStyle>
            <a:lvl1pPr algn="ctr">
              <a:defRPr sz="1000"/>
            </a:lvl1pPr>
          </a:lstStyle>
          <a:p>
            <a:r>
              <a:rPr lang="en-US"/>
              <a:t>Click icon to add picture</a:t>
            </a:r>
            <a:endParaRPr lang="en-GB"/>
          </a:p>
        </p:txBody>
      </p:sp>
    </p:spTree>
    <p:extLst>
      <p:ext uri="{BB962C8B-B14F-4D97-AF65-F5344CB8AC3E}">
        <p14:creationId xmlns:p14="http://schemas.microsoft.com/office/powerpoint/2010/main" val="553208309"/>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Logo Yellow">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76795B2-FE30-1DC4-C7F8-C133E7F17889}"/>
              </a:ext>
            </a:extLst>
          </p:cNvPr>
          <p:cNvSpPr>
            <a:spLocks noGrp="1"/>
          </p:cNvSpPr>
          <p:nvPr>
            <p:ph type="dt" sz="half" idx="10"/>
          </p:nvPr>
        </p:nvSpPr>
        <p:spPr/>
        <p:txBody>
          <a:bodyPr/>
          <a:lstStyle>
            <a:lvl1pPr>
              <a:defRPr>
                <a:noFill/>
              </a:defRPr>
            </a:lvl1pPr>
          </a:lstStyle>
          <a:p>
            <a:fld id="{2BF987D3-94ED-4346-BA0E-C2418F3A4535}" type="datetime3">
              <a:rPr lang="en-US" smtClean="0"/>
              <a:t>1 October 2026</a:t>
            </a:fld>
            <a:endParaRPr lang="en-US" dirty="0"/>
          </a:p>
        </p:txBody>
      </p:sp>
      <p:sp>
        <p:nvSpPr>
          <p:cNvPr id="4" name="Footer Placeholder 3">
            <a:extLst>
              <a:ext uri="{FF2B5EF4-FFF2-40B4-BE49-F238E27FC236}">
                <a16:creationId xmlns:a16="http://schemas.microsoft.com/office/drawing/2014/main" id="{96C8F627-8C81-B2E2-4671-5B5E302AA87C}"/>
              </a:ext>
            </a:extLst>
          </p:cNvPr>
          <p:cNvSpPr>
            <a:spLocks noGrp="1"/>
          </p:cNvSpPr>
          <p:nvPr>
            <p:ph type="ftr" sz="quarter" idx="11"/>
          </p:nvPr>
        </p:nvSpPr>
        <p:spPr/>
        <p:txBody>
          <a:bodyPr/>
          <a:lstStyle>
            <a:lvl1pPr>
              <a:defRPr>
                <a:noFill/>
              </a:defRPr>
            </a:lvl1pPr>
          </a:lstStyle>
          <a:p>
            <a:endParaRPr lang="en-US" dirty="0"/>
          </a:p>
        </p:txBody>
      </p:sp>
      <p:sp>
        <p:nvSpPr>
          <p:cNvPr id="5" name="Slide Number Placeholder 4">
            <a:extLst>
              <a:ext uri="{FF2B5EF4-FFF2-40B4-BE49-F238E27FC236}">
                <a16:creationId xmlns:a16="http://schemas.microsoft.com/office/drawing/2014/main" id="{3861CE72-161B-1D80-1C28-F6DAF5B974DF}"/>
              </a:ext>
            </a:extLst>
          </p:cNvPr>
          <p:cNvSpPr>
            <a:spLocks noGrp="1"/>
          </p:cNvSpPr>
          <p:nvPr>
            <p:ph type="sldNum" sz="quarter" idx="12"/>
          </p:nvPr>
        </p:nvSpPr>
        <p:spPr>
          <a:solidFill>
            <a:schemeClr val="accent1"/>
          </a:solidFill>
        </p:spPr>
        <p:txBody>
          <a:bodyPr/>
          <a:lstStyle>
            <a:lvl1pPr>
              <a:defRPr>
                <a:noFill/>
              </a:defRPr>
            </a:lvl1pPr>
          </a:lstStyle>
          <a:p>
            <a:fld id="{5B16D1FE-3A35-41BA-8EBE-413702045235}" type="slidenum">
              <a:rPr lang="en-US" smtClean="0"/>
              <a:pPr/>
              <a:t>‹#›</a:t>
            </a:fld>
            <a:endParaRPr lang="en-US" dirty="0"/>
          </a:p>
        </p:txBody>
      </p:sp>
      <p:grpSp>
        <p:nvGrpSpPr>
          <p:cNvPr id="7" name="Group 6">
            <a:extLst>
              <a:ext uri="{FF2B5EF4-FFF2-40B4-BE49-F238E27FC236}">
                <a16:creationId xmlns:a16="http://schemas.microsoft.com/office/drawing/2014/main" id="{5122DD8F-06C8-6092-4AEE-6F419E6AE39C}"/>
              </a:ext>
            </a:extLst>
          </p:cNvPr>
          <p:cNvGrpSpPr>
            <a:grpSpLocks noChangeAspect="1"/>
          </p:cNvGrpSpPr>
          <p:nvPr/>
        </p:nvGrpSpPr>
        <p:grpSpPr>
          <a:xfrm>
            <a:off x="4237590" y="2709000"/>
            <a:ext cx="3716820" cy="1440000"/>
            <a:chOff x="2389188" y="1992313"/>
            <a:chExt cx="7424738" cy="2876551"/>
          </a:xfrm>
          <a:solidFill>
            <a:schemeClr val="accent2"/>
          </a:solidFill>
        </p:grpSpPr>
        <p:sp>
          <p:nvSpPr>
            <p:cNvPr id="8" name="Freeform 5">
              <a:extLst>
                <a:ext uri="{FF2B5EF4-FFF2-40B4-BE49-F238E27FC236}">
                  <a16:creationId xmlns:a16="http://schemas.microsoft.com/office/drawing/2014/main" id="{DBDC538C-CF08-240D-31FC-42D67CB83C3E}"/>
                </a:ext>
              </a:extLst>
            </p:cNvPr>
            <p:cNvSpPr>
              <a:spLocks noEditPoints="1"/>
            </p:cNvSpPr>
            <p:nvPr/>
          </p:nvSpPr>
          <p:spPr bwMode="auto">
            <a:xfrm>
              <a:off x="2424113" y="4270376"/>
              <a:ext cx="7361238" cy="598488"/>
            </a:xfrm>
            <a:custGeom>
              <a:avLst/>
              <a:gdLst>
                <a:gd name="T0" fmla="*/ 4474 w 4637"/>
                <a:gd name="T1" fmla="*/ 613 h 753"/>
                <a:gd name="T2" fmla="*/ 4500 w 4637"/>
                <a:gd name="T3" fmla="*/ 735 h 753"/>
                <a:gd name="T4" fmla="*/ 4506 w 4637"/>
                <a:gd name="T5" fmla="*/ 214 h 753"/>
                <a:gd name="T6" fmla="*/ 61 w 4637"/>
                <a:gd name="T7" fmla="*/ 747 h 753"/>
                <a:gd name="T8" fmla="*/ 22 w 4637"/>
                <a:gd name="T9" fmla="*/ 20 h 753"/>
                <a:gd name="T10" fmla="*/ 263 w 4637"/>
                <a:gd name="T11" fmla="*/ 487 h 753"/>
                <a:gd name="T12" fmla="*/ 437 w 4637"/>
                <a:gd name="T13" fmla="*/ 699 h 753"/>
                <a:gd name="T14" fmla="*/ 246 w 4637"/>
                <a:gd name="T15" fmla="*/ 601 h 753"/>
                <a:gd name="T16" fmla="*/ 378 w 4637"/>
                <a:gd name="T17" fmla="*/ 212 h 753"/>
                <a:gd name="T18" fmla="*/ 409 w 4637"/>
                <a:gd name="T19" fmla="*/ 315 h 753"/>
                <a:gd name="T20" fmla="*/ 264 w 4637"/>
                <a:gd name="T21" fmla="*/ 399 h 753"/>
                <a:gd name="T22" fmla="*/ 506 w 4637"/>
                <a:gd name="T23" fmla="*/ 232 h 753"/>
                <a:gd name="T24" fmla="*/ 657 w 4637"/>
                <a:gd name="T25" fmla="*/ 220 h 753"/>
                <a:gd name="T26" fmla="*/ 657 w 4637"/>
                <a:gd name="T27" fmla="*/ 737 h 753"/>
                <a:gd name="T28" fmla="*/ 768 w 4637"/>
                <a:gd name="T29" fmla="*/ 14 h 753"/>
                <a:gd name="T30" fmla="*/ 918 w 4637"/>
                <a:gd name="T31" fmla="*/ 711 h 753"/>
                <a:gd name="T32" fmla="*/ 837 w 4637"/>
                <a:gd name="T33" fmla="*/ 415 h 753"/>
                <a:gd name="T34" fmla="*/ 973 w 4637"/>
                <a:gd name="T35" fmla="*/ 216 h 753"/>
                <a:gd name="T36" fmla="*/ 838 w 4637"/>
                <a:gd name="T37" fmla="*/ 325 h 753"/>
                <a:gd name="T38" fmla="*/ 982 w 4637"/>
                <a:gd name="T39" fmla="*/ 659 h 753"/>
                <a:gd name="T40" fmla="*/ 1245 w 4637"/>
                <a:gd name="T41" fmla="*/ 729 h 753"/>
                <a:gd name="T42" fmla="*/ 1265 w 4637"/>
                <a:gd name="T43" fmla="*/ 210 h 753"/>
                <a:gd name="T44" fmla="*/ 1267 w 4637"/>
                <a:gd name="T45" fmla="*/ 250 h 753"/>
                <a:gd name="T46" fmla="*/ 1276 w 4637"/>
                <a:gd name="T47" fmla="*/ 711 h 753"/>
                <a:gd name="T48" fmla="*/ 1456 w 4637"/>
                <a:gd name="T49" fmla="*/ 6 h 753"/>
                <a:gd name="T50" fmla="*/ 1617 w 4637"/>
                <a:gd name="T51" fmla="*/ 675 h 753"/>
                <a:gd name="T52" fmla="*/ 1700 w 4637"/>
                <a:gd name="T53" fmla="*/ 751 h 753"/>
                <a:gd name="T54" fmla="*/ 1581 w 4637"/>
                <a:gd name="T55" fmla="*/ 315 h 753"/>
                <a:gd name="T56" fmla="*/ 1767 w 4637"/>
                <a:gd name="T57" fmla="*/ 365 h 753"/>
                <a:gd name="T58" fmla="*/ 1681 w 4637"/>
                <a:gd name="T59" fmla="*/ 242 h 753"/>
                <a:gd name="T60" fmla="*/ 2012 w 4637"/>
                <a:gd name="T61" fmla="*/ 731 h 753"/>
                <a:gd name="T62" fmla="*/ 1849 w 4637"/>
                <a:gd name="T63" fmla="*/ 591 h 753"/>
                <a:gd name="T64" fmla="*/ 1999 w 4637"/>
                <a:gd name="T65" fmla="*/ 276 h 753"/>
                <a:gd name="T66" fmla="*/ 1926 w 4637"/>
                <a:gd name="T67" fmla="*/ 204 h 753"/>
                <a:gd name="T68" fmla="*/ 2031 w 4637"/>
                <a:gd name="T69" fmla="*/ 741 h 753"/>
                <a:gd name="T70" fmla="*/ 1881 w 4637"/>
                <a:gd name="T71" fmla="*/ 671 h 753"/>
                <a:gd name="T72" fmla="*/ 2299 w 4637"/>
                <a:gd name="T73" fmla="*/ 355 h 753"/>
                <a:gd name="T74" fmla="*/ 2139 w 4637"/>
                <a:gd name="T75" fmla="*/ 747 h 753"/>
                <a:gd name="T76" fmla="*/ 2224 w 4637"/>
                <a:gd name="T77" fmla="*/ 204 h 753"/>
                <a:gd name="T78" fmla="*/ 2652 w 4637"/>
                <a:gd name="T79" fmla="*/ 753 h 753"/>
                <a:gd name="T80" fmla="*/ 2541 w 4637"/>
                <a:gd name="T81" fmla="*/ 208 h 753"/>
                <a:gd name="T82" fmla="*/ 2681 w 4637"/>
                <a:gd name="T83" fmla="*/ 248 h 753"/>
                <a:gd name="T84" fmla="*/ 2937 w 4637"/>
                <a:gd name="T85" fmla="*/ 751 h 753"/>
                <a:gd name="T86" fmla="*/ 2789 w 4637"/>
                <a:gd name="T87" fmla="*/ 737 h 753"/>
                <a:gd name="T88" fmla="*/ 2882 w 4637"/>
                <a:gd name="T89" fmla="*/ 206 h 753"/>
                <a:gd name="T90" fmla="*/ 3232 w 4637"/>
                <a:gd name="T91" fmla="*/ 487 h 753"/>
                <a:gd name="T92" fmla="*/ 3235 w 4637"/>
                <a:gd name="T93" fmla="*/ 697 h 753"/>
                <a:gd name="T94" fmla="*/ 3046 w 4637"/>
                <a:gd name="T95" fmla="*/ 615 h 753"/>
                <a:gd name="T96" fmla="*/ 3166 w 4637"/>
                <a:gd name="T97" fmla="*/ 206 h 753"/>
                <a:gd name="T98" fmla="*/ 3210 w 4637"/>
                <a:gd name="T99" fmla="*/ 321 h 753"/>
                <a:gd name="T100" fmla="*/ 3064 w 4637"/>
                <a:gd name="T101" fmla="*/ 379 h 753"/>
                <a:gd name="T102" fmla="*/ 3618 w 4637"/>
                <a:gd name="T103" fmla="*/ 305 h 753"/>
                <a:gd name="T104" fmla="*/ 3458 w 4637"/>
                <a:gd name="T105" fmla="*/ 208 h 753"/>
                <a:gd name="T106" fmla="*/ 3634 w 4637"/>
                <a:gd name="T107" fmla="*/ 282 h 753"/>
                <a:gd name="T108" fmla="*/ 3781 w 4637"/>
                <a:gd name="T109" fmla="*/ 232 h 753"/>
                <a:gd name="T110" fmla="*/ 3859 w 4637"/>
                <a:gd name="T111" fmla="*/ 319 h 753"/>
                <a:gd name="T112" fmla="*/ 4039 w 4637"/>
                <a:gd name="T113" fmla="*/ 290 h 753"/>
                <a:gd name="T114" fmla="*/ 3965 w 4637"/>
                <a:gd name="T115" fmla="*/ 753 h 753"/>
                <a:gd name="T116" fmla="*/ 3901 w 4637"/>
                <a:gd name="T117" fmla="*/ 272 h 753"/>
                <a:gd name="T118" fmla="*/ 3919 w 4637"/>
                <a:gd name="T119" fmla="*/ 703 h 753"/>
                <a:gd name="T120" fmla="*/ 4206 w 4637"/>
                <a:gd name="T121" fmla="*/ 250 h 753"/>
                <a:gd name="T122" fmla="*/ 4166 w 4637"/>
                <a:gd name="T123" fmla="*/ 216 h 753"/>
                <a:gd name="T124" fmla="*/ 4339 w 4637"/>
                <a:gd name="T125" fmla="*/ 753 h 7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37" h="753">
                  <a:moveTo>
                    <a:pt x="4615" y="254"/>
                  </a:moveTo>
                  <a:lnTo>
                    <a:pt x="4599" y="250"/>
                  </a:lnTo>
                  <a:lnTo>
                    <a:pt x="4580" y="246"/>
                  </a:lnTo>
                  <a:lnTo>
                    <a:pt x="4561" y="242"/>
                  </a:lnTo>
                  <a:lnTo>
                    <a:pt x="4545" y="242"/>
                  </a:lnTo>
                  <a:lnTo>
                    <a:pt x="4535" y="242"/>
                  </a:lnTo>
                  <a:lnTo>
                    <a:pt x="4526" y="244"/>
                  </a:lnTo>
                  <a:lnTo>
                    <a:pt x="4517" y="248"/>
                  </a:lnTo>
                  <a:lnTo>
                    <a:pt x="4509" y="254"/>
                  </a:lnTo>
                  <a:lnTo>
                    <a:pt x="4503" y="262"/>
                  </a:lnTo>
                  <a:lnTo>
                    <a:pt x="4496" y="270"/>
                  </a:lnTo>
                  <a:lnTo>
                    <a:pt x="4493" y="276"/>
                  </a:lnTo>
                  <a:lnTo>
                    <a:pt x="4491" y="280"/>
                  </a:lnTo>
                  <a:lnTo>
                    <a:pt x="4488" y="286"/>
                  </a:lnTo>
                  <a:lnTo>
                    <a:pt x="4486" y="292"/>
                  </a:lnTo>
                  <a:lnTo>
                    <a:pt x="4482" y="305"/>
                  </a:lnTo>
                  <a:lnTo>
                    <a:pt x="4477" y="319"/>
                  </a:lnTo>
                  <a:lnTo>
                    <a:pt x="4474" y="337"/>
                  </a:lnTo>
                  <a:lnTo>
                    <a:pt x="4471" y="355"/>
                  </a:lnTo>
                  <a:lnTo>
                    <a:pt x="4470" y="375"/>
                  </a:lnTo>
                  <a:lnTo>
                    <a:pt x="4468" y="395"/>
                  </a:lnTo>
                  <a:lnTo>
                    <a:pt x="4468" y="417"/>
                  </a:lnTo>
                  <a:lnTo>
                    <a:pt x="4467" y="443"/>
                  </a:lnTo>
                  <a:lnTo>
                    <a:pt x="4467" y="509"/>
                  </a:lnTo>
                  <a:lnTo>
                    <a:pt x="4468" y="533"/>
                  </a:lnTo>
                  <a:lnTo>
                    <a:pt x="4468" y="555"/>
                  </a:lnTo>
                  <a:lnTo>
                    <a:pt x="4470" y="575"/>
                  </a:lnTo>
                  <a:lnTo>
                    <a:pt x="4471" y="595"/>
                  </a:lnTo>
                  <a:lnTo>
                    <a:pt x="4474" y="613"/>
                  </a:lnTo>
                  <a:lnTo>
                    <a:pt x="4477" y="631"/>
                  </a:lnTo>
                  <a:lnTo>
                    <a:pt x="4480" y="647"/>
                  </a:lnTo>
                  <a:lnTo>
                    <a:pt x="4485" y="659"/>
                  </a:lnTo>
                  <a:lnTo>
                    <a:pt x="4490" y="673"/>
                  </a:lnTo>
                  <a:lnTo>
                    <a:pt x="4496" y="683"/>
                  </a:lnTo>
                  <a:lnTo>
                    <a:pt x="4502" y="693"/>
                  </a:lnTo>
                  <a:lnTo>
                    <a:pt x="4505" y="697"/>
                  </a:lnTo>
                  <a:lnTo>
                    <a:pt x="4509" y="701"/>
                  </a:lnTo>
                  <a:lnTo>
                    <a:pt x="4513" y="703"/>
                  </a:lnTo>
                  <a:lnTo>
                    <a:pt x="4517" y="707"/>
                  </a:lnTo>
                  <a:lnTo>
                    <a:pt x="4525" y="711"/>
                  </a:lnTo>
                  <a:lnTo>
                    <a:pt x="4535" y="713"/>
                  </a:lnTo>
                  <a:lnTo>
                    <a:pt x="4545" y="713"/>
                  </a:lnTo>
                  <a:lnTo>
                    <a:pt x="4563" y="713"/>
                  </a:lnTo>
                  <a:lnTo>
                    <a:pt x="4582" y="709"/>
                  </a:lnTo>
                  <a:lnTo>
                    <a:pt x="4600" y="705"/>
                  </a:lnTo>
                  <a:lnTo>
                    <a:pt x="4615" y="701"/>
                  </a:lnTo>
                  <a:lnTo>
                    <a:pt x="4615" y="254"/>
                  </a:lnTo>
                  <a:close/>
                  <a:moveTo>
                    <a:pt x="4629" y="735"/>
                  </a:moveTo>
                  <a:lnTo>
                    <a:pt x="4611" y="741"/>
                  </a:lnTo>
                  <a:lnTo>
                    <a:pt x="4600" y="745"/>
                  </a:lnTo>
                  <a:lnTo>
                    <a:pt x="4590" y="747"/>
                  </a:lnTo>
                  <a:lnTo>
                    <a:pt x="4567" y="751"/>
                  </a:lnTo>
                  <a:lnTo>
                    <a:pt x="4545" y="753"/>
                  </a:lnTo>
                  <a:lnTo>
                    <a:pt x="4532" y="753"/>
                  </a:lnTo>
                  <a:lnTo>
                    <a:pt x="4521" y="749"/>
                  </a:lnTo>
                  <a:lnTo>
                    <a:pt x="4510" y="743"/>
                  </a:lnTo>
                  <a:lnTo>
                    <a:pt x="4505" y="739"/>
                  </a:lnTo>
                  <a:lnTo>
                    <a:pt x="4500" y="735"/>
                  </a:lnTo>
                  <a:lnTo>
                    <a:pt x="4491" y="725"/>
                  </a:lnTo>
                  <a:lnTo>
                    <a:pt x="4483" y="715"/>
                  </a:lnTo>
                  <a:lnTo>
                    <a:pt x="4478" y="707"/>
                  </a:lnTo>
                  <a:lnTo>
                    <a:pt x="4475" y="701"/>
                  </a:lnTo>
                  <a:lnTo>
                    <a:pt x="4468" y="685"/>
                  </a:lnTo>
                  <a:lnTo>
                    <a:pt x="4463" y="669"/>
                  </a:lnTo>
                  <a:lnTo>
                    <a:pt x="4458" y="649"/>
                  </a:lnTo>
                  <a:lnTo>
                    <a:pt x="4454" y="629"/>
                  </a:lnTo>
                  <a:lnTo>
                    <a:pt x="4451" y="607"/>
                  </a:lnTo>
                  <a:lnTo>
                    <a:pt x="4448" y="585"/>
                  </a:lnTo>
                  <a:lnTo>
                    <a:pt x="4447" y="561"/>
                  </a:lnTo>
                  <a:lnTo>
                    <a:pt x="4445" y="535"/>
                  </a:lnTo>
                  <a:lnTo>
                    <a:pt x="4445" y="509"/>
                  </a:lnTo>
                  <a:lnTo>
                    <a:pt x="4445" y="443"/>
                  </a:lnTo>
                  <a:lnTo>
                    <a:pt x="4446" y="413"/>
                  </a:lnTo>
                  <a:lnTo>
                    <a:pt x="4447" y="387"/>
                  </a:lnTo>
                  <a:lnTo>
                    <a:pt x="4449" y="361"/>
                  </a:lnTo>
                  <a:lnTo>
                    <a:pt x="4451" y="337"/>
                  </a:lnTo>
                  <a:lnTo>
                    <a:pt x="4455" y="315"/>
                  </a:lnTo>
                  <a:lnTo>
                    <a:pt x="4459" y="298"/>
                  </a:lnTo>
                  <a:lnTo>
                    <a:pt x="4464" y="280"/>
                  </a:lnTo>
                  <a:lnTo>
                    <a:pt x="4470" y="264"/>
                  </a:lnTo>
                  <a:lnTo>
                    <a:pt x="4473" y="256"/>
                  </a:lnTo>
                  <a:lnTo>
                    <a:pt x="4476" y="248"/>
                  </a:lnTo>
                  <a:lnTo>
                    <a:pt x="4485" y="236"/>
                  </a:lnTo>
                  <a:lnTo>
                    <a:pt x="4489" y="232"/>
                  </a:lnTo>
                  <a:lnTo>
                    <a:pt x="4493" y="226"/>
                  </a:lnTo>
                  <a:lnTo>
                    <a:pt x="4502" y="218"/>
                  </a:lnTo>
                  <a:lnTo>
                    <a:pt x="4506" y="214"/>
                  </a:lnTo>
                  <a:lnTo>
                    <a:pt x="4511" y="212"/>
                  </a:lnTo>
                  <a:lnTo>
                    <a:pt x="4522" y="206"/>
                  </a:lnTo>
                  <a:lnTo>
                    <a:pt x="4527" y="204"/>
                  </a:lnTo>
                  <a:lnTo>
                    <a:pt x="4533" y="204"/>
                  </a:lnTo>
                  <a:lnTo>
                    <a:pt x="4545" y="202"/>
                  </a:lnTo>
                  <a:lnTo>
                    <a:pt x="4561" y="204"/>
                  </a:lnTo>
                  <a:lnTo>
                    <a:pt x="4580" y="206"/>
                  </a:lnTo>
                  <a:lnTo>
                    <a:pt x="4598" y="212"/>
                  </a:lnTo>
                  <a:lnTo>
                    <a:pt x="4615" y="218"/>
                  </a:lnTo>
                  <a:lnTo>
                    <a:pt x="4615" y="20"/>
                  </a:lnTo>
                  <a:lnTo>
                    <a:pt x="4615" y="16"/>
                  </a:lnTo>
                  <a:lnTo>
                    <a:pt x="4615" y="12"/>
                  </a:lnTo>
                  <a:lnTo>
                    <a:pt x="4617" y="6"/>
                  </a:lnTo>
                  <a:lnTo>
                    <a:pt x="4618" y="4"/>
                  </a:lnTo>
                  <a:lnTo>
                    <a:pt x="4620" y="2"/>
                  </a:lnTo>
                  <a:lnTo>
                    <a:pt x="4623" y="0"/>
                  </a:lnTo>
                  <a:lnTo>
                    <a:pt x="4628" y="0"/>
                  </a:lnTo>
                  <a:lnTo>
                    <a:pt x="4632" y="2"/>
                  </a:lnTo>
                  <a:lnTo>
                    <a:pt x="4635" y="6"/>
                  </a:lnTo>
                  <a:lnTo>
                    <a:pt x="4636" y="12"/>
                  </a:lnTo>
                  <a:lnTo>
                    <a:pt x="4637" y="20"/>
                  </a:lnTo>
                  <a:lnTo>
                    <a:pt x="4637" y="715"/>
                  </a:lnTo>
                  <a:lnTo>
                    <a:pt x="4637" y="723"/>
                  </a:lnTo>
                  <a:lnTo>
                    <a:pt x="4636" y="725"/>
                  </a:lnTo>
                  <a:lnTo>
                    <a:pt x="4635" y="727"/>
                  </a:lnTo>
                  <a:lnTo>
                    <a:pt x="4633" y="731"/>
                  </a:lnTo>
                  <a:lnTo>
                    <a:pt x="4629" y="735"/>
                  </a:lnTo>
                  <a:close/>
                  <a:moveTo>
                    <a:pt x="177" y="747"/>
                  </a:moveTo>
                  <a:lnTo>
                    <a:pt x="61" y="747"/>
                  </a:lnTo>
                  <a:lnTo>
                    <a:pt x="54" y="747"/>
                  </a:lnTo>
                  <a:lnTo>
                    <a:pt x="48" y="745"/>
                  </a:lnTo>
                  <a:lnTo>
                    <a:pt x="41" y="745"/>
                  </a:lnTo>
                  <a:lnTo>
                    <a:pt x="36" y="741"/>
                  </a:lnTo>
                  <a:lnTo>
                    <a:pt x="30" y="739"/>
                  </a:lnTo>
                  <a:lnTo>
                    <a:pt x="28" y="737"/>
                  </a:lnTo>
                  <a:lnTo>
                    <a:pt x="25" y="733"/>
                  </a:lnTo>
                  <a:lnTo>
                    <a:pt x="21" y="729"/>
                  </a:lnTo>
                  <a:lnTo>
                    <a:pt x="16" y="723"/>
                  </a:lnTo>
                  <a:lnTo>
                    <a:pt x="13" y="715"/>
                  </a:lnTo>
                  <a:lnTo>
                    <a:pt x="9" y="707"/>
                  </a:lnTo>
                  <a:lnTo>
                    <a:pt x="7" y="699"/>
                  </a:lnTo>
                  <a:lnTo>
                    <a:pt x="4" y="687"/>
                  </a:lnTo>
                  <a:lnTo>
                    <a:pt x="3" y="677"/>
                  </a:lnTo>
                  <a:lnTo>
                    <a:pt x="1" y="663"/>
                  </a:lnTo>
                  <a:lnTo>
                    <a:pt x="1" y="649"/>
                  </a:lnTo>
                  <a:lnTo>
                    <a:pt x="0" y="635"/>
                  </a:lnTo>
                  <a:lnTo>
                    <a:pt x="0" y="20"/>
                  </a:lnTo>
                  <a:lnTo>
                    <a:pt x="0" y="16"/>
                  </a:lnTo>
                  <a:lnTo>
                    <a:pt x="1" y="12"/>
                  </a:lnTo>
                  <a:lnTo>
                    <a:pt x="3" y="6"/>
                  </a:lnTo>
                  <a:lnTo>
                    <a:pt x="4" y="4"/>
                  </a:lnTo>
                  <a:lnTo>
                    <a:pt x="5" y="2"/>
                  </a:lnTo>
                  <a:lnTo>
                    <a:pt x="9" y="0"/>
                  </a:lnTo>
                  <a:lnTo>
                    <a:pt x="14" y="0"/>
                  </a:lnTo>
                  <a:lnTo>
                    <a:pt x="17" y="2"/>
                  </a:lnTo>
                  <a:lnTo>
                    <a:pt x="20" y="6"/>
                  </a:lnTo>
                  <a:lnTo>
                    <a:pt x="22" y="12"/>
                  </a:lnTo>
                  <a:lnTo>
                    <a:pt x="22" y="20"/>
                  </a:lnTo>
                  <a:lnTo>
                    <a:pt x="22" y="635"/>
                  </a:lnTo>
                  <a:lnTo>
                    <a:pt x="23" y="645"/>
                  </a:lnTo>
                  <a:lnTo>
                    <a:pt x="23" y="655"/>
                  </a:lnTo>
                  <a:lnTo>
                    <a:pt x="24" y="665"/>
                  </a:lnTo>
                  <a:lnTo>
                    <a:pt x="25" y="671"/>
                  </a:lnTo>
                  <a:lnTo>
                    <a:pt x="27" y="679"/>
                  </a:lnTo>
                  <a:lnTo>
                    <a:pt x="28" y="685"/>
                  </a:lnTo>
                  <a:lnTo>
                    <a:pt x="30" y="689"/>
                  </a:lnTo>
                  <a:lnTo>
                    <a:pt x="33" y="693"/>
                  </a:lnTo>
                  <a:lnTo>
                    <a:pt x="35" y="697"/>
                  </a:lnTo>
                  <a:lnTo>
                    <a:pt x="38" y="699"/>
                  </a:lnTo>
                  <a:lnTo>
                    <a:pt x="45" y="703"/>
                  </a:lnTo>
                  <a:lnTo>
                    <a:pt x="53" y="705"/>
                  </a:lnTo>
                  <a:lnTo>
                    <a:pt x="61" y="705"/>
                  </a:lnTo>
                  <a:lnTo>
                    <a:pt x="177" y="705"/>
                  </a:lnTo>
                  <a:lnTo>
                    <a:pt x="181" y="707"/>
                  </a:lnTo>
                  <a:lnTo>
                    <a:pt x="182" y="709"/>
                  </a:lnTo>
                  <a:lnTo>
                    <a:pt x="184" y="711"/>
                  </a:lnTo>
                  <a:lnTo>
                    <a:pt x="186" y="715"/>
                  </a:lnTo>
                  <a:lnTo>
                    <a:pt x="186" y="719"/>
                  </a:lnTo>
                  <a:lnTo>
                    <a:pt x="187" y="723"/>
                  </a:lnTo>
                  <a:lnTo>
                    <a:pt x="187" y="731"/>
                  </a:lnTo>
                  <a:lnTo>
                    <a:pt x="186" y="733"/>
                  </a:lnTo>
                  <a:lnTo>
                    <a:pt x="186" y="737"/>
                  </a:lnTo>
                  <a:lnTo>
                    <a:pt x="184" y="743"/>
                  </a:lnTo>
                  <a:lnTo>
                    <a:pt x="181" y="745"/>
                  </a:lnTo>
                  <a:lnTo>
                    <a:pt x="177" y="747"/>
                  </a:lnTo>
                  <a:close/>
                  <a:moveTo>
                    <a:pt x="433" y="487"/>
                  </a:moveTo>
                  <a:lnTo>
                    <a:pt x="263" y="487"/>
                  </a:lnTo>
                  <a:lnTo>
                    <a:pt x="263" y="509"/>
                  </a:lnTo>
                  <a:lnTo>
                    <a:pt x="263" y="539"/>
                  </a:lnTo>
                  <a:lnTo>
                    <a:pt x="264" y="553"/>
                  </a:lnTo>
                  <a:lnTo>
                    <a:pt x="265" y="565"/>
                  </a:lnTo>
                  <a:lnTo>
                    <a:pt x="266" y="579"/>
                  </a:lnTo>
                  <a:lnTo>
                    <a:pt x="267" y="591"/>
                  </a:lnTo>
                  <a:lnTo>
                    <a:pt x="270" y="613"/>
                  </a:lnTo>
                  <a:lnTo>
                    <a:pt x="274" y="631"/>
                  </a:lnTo>
                  <a:lnTo>
                    <a:pt x="279" y="647"/>
                  </a:lnTo>
                  <a:lnTo>
                    <a:pt x="284" y="663"/>
                  </a:lnTo>
                  <a:lnTo>
                    <a:pt x="287" y="669"/>
                  </a:lnTo>
                  <a:lnTo>
                    <a:pt x="290" y="675"/>
                  </a:lnTo>
                  <a:lnTo>
                    <a:pt x="293" y="681"/>
                  </a:lnTo>
                  <a:lnTo>
                    <a:pt x="296" y="685"/>
                  </a:lnTo>
                  <a:lnTo>
                    <a:pt x="303" y="693"/>
                  </a:lnTo>
                  <a:lnTo>
                    <a:pt x="311" y="701"/>
                  </a:lnTo>
                  <a:lnTo>
                    <a:pt x="319" y="705"/>
                  </a:lnTo>
                  <a:lnTo>
                    <a:pt x="327" y="709"/>
                  </a:lnTo>
                  <a:lnTo>
                    <a:pt x="336" y="713"/>
                  </a:lnTo>
                  <a:lnTo>
                    <a:pt x="345" y="713"/>
                  </a:lnTo>
                  <a:lnTo>
                    <a:pt x="354" y="713"/>
                  </a:lnTo>
                  <a:lnTo>
                    <a:pt x="372" y="713"/>
                  </a:lnTo>
                  <a:lnTo>
                    <a:pt x="390" y="709"/>
                  </a:lnTo>
                  <a:lnTo>
                    <a:pt x="410" y="703"/>
                  </a:lnTo>
                  <a:lnTo>
                    <a:pt x="429" y="697"/>
                  </a:lnTo>
                  <a:lnTo>
                    <a:pt x="431" y="697"/>
                  </a:lnTo>
                  <a:lnTo>
                    <a:pt x="432" y="697"/>
                  </a:lnTo>
                  <a:lnTo>
                    <a:pt x="436" y="697"/>
                  </a:lnTo>
                  <a:lnTo>
                    <a:pt x="437" y="699"/>
                  </a:lnTo>
                  <a:lnTo>
                    <a:pt x="438" y="703"/>
                  </a:lnTo>
                  <a:lnTo>
                    <a:pt x="439" y="705"/>
                  </a:lnTo>
                  <a:lnTo>
                    <a:pt x="439" y="709"/>
                  </a:lnTo>
                  <a:lnTo>
                    <a:pt x="439" y="721"/>
                  </a:lnTo>
                  <a:lnTo>
                    <a:pt x="438" y="725"/>
                  </a:lnTo>
                  <a:lnTo>
                    <a:pt x="437" y="729"/>
                  </a:lnTo>
                  <a:lnTo>
                    <a:pt x="436" y="731"/>
                  </a:lnTo>
                  <a:lnTo>
                    <a:pt x="434" y="733"/>
                  </a:lnTo>
                  <a:lnTo>
                    <a:pt x="430" y="737"/>
                  </a:lnTo>
                  <a:lnTo>
                    <a:pt x="411" y="743"/>
                  </a:lnTo>
                  <a:lnTo>
                    <a:pt x="391" y="749"/>
                  </a:lnTo>
                  <a:lnTo>
                    <a:pt x="372" y="751"/>
                  </a:lnTo>
                  <a:lnTo>
                    <a:pt x="354" y="753"/>
                  </a:lnTo>
                  <a:lnTo>
                    <a:pt x="343" y="753"/>
                  </a:lnTo>
                  <a:lnTo>
                    <a:pt x="331" y="751"/>
                  </a:lnTo>
                  <a:lnTo>
                    <a:pt x="320" y="747"/>
                  </a:lnTo>
                  <a:lnTo>
                    <a:pt x="310" y="741"/>
                  </a:lnTo>
                  <a:lnTo>
                    <a:pt x="300" y="735"/>
                  </a:lnTo>
                  <a:lnTo>
                    <a:pt x="295" y="731"/>
                  </a:lnTo>
                  <a:lnTo>
                    <a:pt x="291" y="727"/>
                  </a:lnTo>
                  <a:lnTo>
                    <a:pt x="282" y="715"/>
                  </a:lnTo>
                  <a:lnTo>
                    <a:pt x="274" y="703"/>
                  </a:lnTo>
                  <a:lnTo>
                    <a:pt x="270" y="695"/>
                  </a:lnTo>
                  <a:lnTo>
                    <a:pt x="267" y="687"/>
                  </a:lnTo>
                  <a:lnTo>
                    <a:pt x="260" y="669"/>
                  </a:lnTo>
                  <a:lnTo>
                    <a:pt x="255" y="649"/>
                  </a:lnTo>
                  <a:lnTo>
                    <a:pt x="250" y="627"/>
                  </a:lnTo>
                  <a:lnTo>
                    <a:pt x="248" y="615"/>
                  </a:lnTo>
                  <a:lnTo>
                    <a:pt x="246" y="601"/>
                  </a:lnTo>
                  <a:lnTo>
                    <a:pt x="243" y="573"/>
                  </a:lnTo>
                  <a:lnTo>
                    <a:pt x="241" y="543"/>
                  </a:lnTo>
                  <a:lnTo>
                    <a:pt x="241" y="527"/>
                  </a:lnTo>
                  <a:lnTo>
                    <a:pt x="241" y="509"/>
                  </a:lnTo>
                  <a:lnTo>
                    <a:pt x="241" y="443"/>
                  </a:lnTo>
                  <a:lnTo>
                    <a:pt x="241" y="417"/>
                  </a:lnTo>
                  <a:lnTo>
                    <a:pt x="242" y="391"/>
                  </a:lnTo>
                  <a:lnTo>
                    <a:pt x="245" y="369"/>
                  </a:lnTo>
                  <a:lnTo>
                    <a:pt x="247" y="345"/>
                  </a:lnTo>
                  <a:lnTo>
                    <a:pt x="249" y="335"/>
                  </a:lnTo>
                  <a:lnTo>
                    <a:pt x="251" y="325"/>
                  </a:lnTo>
                  <a:lnTo>
                    <a:pt x="253" y="315"/>
                  </a:lnTo>
                  <a:lnTo>
                    <a:pt x="255" y="305"/>
                  </a:lnTo>
                  <a:lnTo>
                    <a:pt x="258" y="296"/>
                  </a:lnTo>
                  <a:lnTo>
                    <a:pt x="261" y="288"/>
                  </a:lnTo>
                  <a:lnTo>
                    <a:pt x="267" y="270"/>
                  </a:lnTo>
                  <a:lnTo>
                    <a:pt x="274" y="256"/>
                  </a:lnTo>
                  <a:lnTo>
                    <a:pt x="281" y="242"/>
                  </a:lnTo>
                  <a:lnTo>
                    <a:pt x="289" y="230"/>
                  </a:lnTo>
                  <a:lnTo>
                    <a:pt x="299" y="220"/>
                  </a:lnTo>
                  <a:lnTo>
                    <a:pt x="308" y="212"/>
                  </a:lnTo>
                  <a:lnTo>
                    <a:pt x="319" y="208"/>
                  </a:lnTo>
                  <a:lnTo>
                    <a:pt x="330" y="204"/>
                  </a:lnTo>
                  <a:lnTo>
                    <a:pt x="336" y="202"/>
                  </a:lnTo>
                  <a:lnTo>
                    <a:pt x="343" y="202"/>
                  </a:lnTo>
                  <a:lnTo>
                    <a:pt x="355" y="204"/>
                  </a:lnTo>
                  <a:lnTo>
                    <a:pt x="361" y="204"/>
                  </a:lnTo>
                  <a:lnTo>
                    <a:pt x="367" y="206"/>
                  </a:lnTo>
                  <a:lnTo>
                    <a:pt x="378" y="212"/>
                  </a:lnTo>
                  <a:lnTo>
                    <a:pt x="383" y="216"/>
                  </a:lnTo>
                  <a:lnTo>
                    <a:pt x="387" y="220"/>
                  </a:lnTo>
                  <a:lnTo>
                    <a:pt x="397" y="230"/>
                  </a:lnTo>
                  <a:lnTo>
                    <a:pt x="405" y="240"/>
                  </a:lnTo>
                  <a:lnTo>
                    <a:pt x="412" y="254"/>
                  </a:lnTo>
                  <a:lnTo>
                    <a:pt x="416" y="260"/>
                  </a:lnTo>
                  <a:lnTo>
                    <a:pt x="419" y="268"/>
                  </a:lnTo>
                  <a:lnTo>
                    <a:pt x="424" y="286"/>
                  </a:lnTo>
                  <a:lnTo>
                    <a:pt x="429" y="303"/>
                  </a:lnTo>
                  <a:lnTo>
                    <a:pt x="433" y="323"/>
                  </a:lnTo>
                  <a:lnTo>
                    <a:pt x="437" y="343"/>
                  </a:lnTo>
                  <a:lnTo>
                    <a:pt x="439" y="365"/>
                  </a:lnTo>
                  <a:lnTo>
                    <a:pt x="441" y="389"/>
                  </a:lnTo>
                  <a:lnTo>
                    <a:pt x="442" y="415"/>
                  </a:lnTo>
                  <a:lnTo>
                    <a:pt x="443" y="441"/>
                  </a:lnTo>
                  <a:lnTo>
                    <a:pt x="443" y="469"/>
                  </a:lnTo>
                  <a:lnTo>
                    <a:pt x="443" y="473"/>
                  </a:lnTo>
                  <a:lnTo>
                    <a:pt x="442" y="475"/>
                  </a:lnTo>
                  <a:lnTo>
                    <a:pt x="440" y="483"/>
                  </a:lnTo>
                  <a:lnTo>
                    <a:pt x="437" y="487"/>
                  </a:lnTo>
                  <a:lnTo>
                    <a:pt x="433" y="487"/>
                  </a:lnTo>
                  <a:close/>
                  <a:moveTo>
                    <a:pt x="421" y="441"/>
                  </a:moveTo>
                  <a:lnTo>
                    <a:pt x="420" y="417"/>
                  </a:lnTo>
                  <a:lnTo>
                    <a:pt x="420" y="397"/>
                  </a:lnTo>
                  <a:lnTo>
                    <a:pt x="418" y="375"/>
                  </a:lnTo>
                  <a:lnTo>
                    <a:pt x="416" y="357"/>
                  </a:lnTo>
                  <a:lnTo>
                    <a:pt x="414" y="339"/>
                  </a:lnTo>
                  <a:lnTo>
                    <a:pt x="411" y="321"/>
                  </a:lnTo>
                  <a:lnTo>
                    <a:pt x="409" y="315"/>
                  </a:lnTo>
                  <a:lnTo>
                    <a:pt x="407" y="307"/>
                  </a:lnTo>
                  <a:lnTo>
                    <a:pt x="403" y="294"/>
                  </a:lnTo>
                  <a:lnTo>
                    <a:pt x="400" y="288"/>
                  </a:lnTo>
                  <a:lnTo>
                    <a:pt x="398" y="282"/>
                  </a:lnTo>
                  <a:lnTo>
                    <a:pt x="395" y="276"/>
                  </a:lnTo>
                  <a:lnTo>
                    <a:pt x="392" y="272"/>
                  </a:lnTo>
                  <a:lnTo>
                    <a:pt x="389" y="266"/>
                  </a:lnTo>
                  <a:lnTo>
                    <a:pt x="386" y="262"/>
                  </a:lnTo>
                  <a:lnTo>
                    <a:pt x="379" y="256"/>
                  </a:lnTo>
                  <a:lnTo>
                    <a:pt x="371" y="250"/>
                  </a:lnTo>
                  <a:lnTo>
                    <a:pt x="362" y="246"/>
                  </a:lnTo>
                  <a:lnTo>
                    <a:pt x="353" y="242"/>
                  </a:lnTo>
                  <a:lnTo>
                    <a:pt x="343" y="242"/>
                  </a:lnTo>
                  <a:lnTo>
                    <a:pt x="332" y="242"/>
                  </a:lnTo>
                  <a:lnTo>
                    <a:pt x="328" y="244"/>
                  </a:lnTo>
                  <a:lnTo>
                    <a:pt x="323" y="246"/>
                  </a:lnTo>
                  <a:lnTo>
                    <a:pt x="314" y="250"/>
                  </a:lnTo>
                  <a:lnTo>
                    <a:pt x="307" y="256"/>
                  </a:lnTo>
                  <a:lnTo>
                    <a:pt x="299" y="264"/>
                  </a:lnTo>
                  <a:lnTo>
                    <a:pt x="293" y="274"/>
                  </a:lnTo>
                  <a:lnTo>
                    <a:pt x="287" y="284"/>
                  </a:lnTo>
                  <a:lnTo>
                    <a:pt x="282" y="298"/>
                  </a:lnTo>
                  <a:lnTo>
                    <a:pt x="277" y="311"/>
                  </a:lnTo>
                  <a:lnTo>
                    <a:pt x="275" y="317"/>
                  </a:lnTo>
                  <a:lnTo>
                    <a:pt x="273" y="325"/>
                  </a:lnTo>
                  <a:lnTo>
                    <a:pt x="270" y="343"/>
                  </a:lnTo>
                  <a:lnTo>
                    <a:pt x="268" y="361"/>
                  </a:lnTo>
                  <a:lnTo>
                    <a:pt x="266" y="379"/>
                  </a:lnTo>
                  <a:lnTo>
                    <a:pt x="264" y="399"/>
                  </a:lnTo>
                  <a:lnTo>
                    <a:pt x="263" y="421"/>
                  </a:lnTo>
                  <a:lnTo>
                    <a:pt x="263" y="443"/>
                  </a:lnTo>
                  <a:lnTo>
                    <a:pt x="421" y="447"/>
                  </a:lnTo>
                  <a:lnTo>
                    <a:pt x="421" y="441"/>
                  </a:lnTo>
                  <a:close/>
                  <a:moveTo>
                    <a:pt x="649" y="751"/>
                  </a:moveTo>
                  <a:lnTo>
                    <a:pt x="636" y="753"/>
                  </a:lnTo>
                  <a:lnTo>
                    <a:pt x="622" y="753"/>
                  </a:lnTo>
                  <a:lnTo>
                    <a:pt x="610" y="753"/>
                  </a:lnTo>
                  <a:lnTo>
                    <a:pt x="598" y="749"/>
                  </a:lnTo>
                  <a:lnTo>
                    <a:pt x="593" y="745"/>
                  </a:lnTo>
                  <a:lnTo>
                    <a:pt x="589" y="741"/>
                  </a:lnTo>
                  <a:lnTo>
                    <a:pt x="584" y="737"/>
                  </a:lnTo>
                  <a:lnTo>
                    <a:pt x="581" y="731"/>
                  </a:lnTo>
                  <a:lnTo>
                    <a:pt x="577" y="725"/>
                  </a:lnTo>
                  <a:lnTo>
                    <a:pt x="574" y="717"/>
                  </a:lnTo>
                  <a:lnTo>
                    <a:pt x="571" y="709"/>
                  </a:lnTo>
                  <a:lnTo>
                    <a:pt x="569" y="699"/>
                  </a:lnTo>
                  <a:lnTo>
                    <a:pt x="568" y="687"/>
                  </a:lnTo>
                  <a:lnTo>
                    <a:pt x="566" y="675"/>
                  </a:lnTo>
                  <a:lnTo>
                    <a:pt x="566" y="659"/>
                  </a:lnTo>
                  <a:lnTo>
                    <a:pt x="565" y="645"/>
                  </a:lnTo>
                  <a:lnTo>
                    <a:pt x="565" y="248"/>
                  </a:lnTo>
                  <a:lnTo>
                    <a:pt x="516" y="248"/>
                  </a:lnTo>
                  <a:lnTo>
                    <a:pt x="512" y="248"/>
                  </a:lnTo>
                  <a:lnTo>
                    <a:pt x="510" y="246"/>
                  </a:lnTo>
                  <a:lnTo>
                    <a:pt x="509" y="244"/>
                  </a:lnTo>
                  <a:lnTo>
                    <a:pt x="507" y="240"/>
                  </a:lnTo>
                  <a:lnTo>
                    <a:pt x="506" y="236"/>
                  </a:lnTo>
                  <a:lnTo>
                    <a:pt x="506" y="232"/>
                  </a:lnTo>
                  <a:lnTo>
                    <a:pt x="506" y="222"/>
                  </a:lnTo>
                  <a:lnTo>
                    <a:pt x="506" y="220"/>
                  </a:lnTo>
                  <a:lnTo>
                    <a:pt x="507" y="216"/>
                  </a:lnTo>
                  <a:lnTo>
                    <a:pt x="508" y="214"/>
                  </a:lnTo>
                  <a:lnTo>
                    <a:pt x="509" y="212"/>
                  </a:lnTo>
                  <a:lnTo>
                    <a:pt x="510" y="210"/>
                  </a:lnTo>
                  <a:lnTo>
                    <a:pt x="512" y="208"/>
                  </a:lnTo>
                  <a:lnTo>
                    <a:pt x="516" y="208"/>
                  </a:lnTo>
                  <a:lnTo>
                    <a:pt x="565" y="208"/>
                  </a:lnTo>
                  <a:lnTo>
                    <a:pt x="565" y="104"/>
                  </a:lnTo>
                  <a:lnTo>
                    <a:pt x="566" y="96"/>
                  </a:lnTo>
                  <a:lnTo>
                    <a:pt x="567" y="94"/>
                  </a:lnTo>
                  <a:lnTo>
                    <a:pt x="568" y="90"/>
                  </a:lnTo>
                  <a:lnTo>
                    <a:pt x="569" y="88"/>
                  </a:lnTo>
                  <a:lnTo>
                    <a:pt x="570" y="86"/>
                  </a:lnTo>
                  <a:lnTo>
                    <a:pt x="572" y="86"/>
                  </a:lnTo>
                  <a:lnTo>
                    <a:pt x="574" y="84"/>
                  </a:lnTo>
                  <a:lnTo>
                    <a:pt x="580" y="84"/>
                  </a:lnTo>
                  <a:lnTo>
                    <a:pt x="583" y="86"/>
                  </a:lnTo>
                  <a:lnTo>
                    <a:pt x="585" y="90"/>
                  </a:lnTo>
                  <a:lnTo>
                    <a:pt x="587" y="96"/>
                  </a:lnTo>
                  <a:lnTo>
                    <a:pt x="588" y="104"/>
                  </a:lnTo>
                  <a:lnTo>
                    <a:pt x="588" y="208"/>
                  </a:lnTo>
                  <a:lnTo>
                    <a:pt x="648" y="208"/>
                  </a:lnTo>
                  <a:lnTo>
                    <a:pt x="651" y="208"/>
                  </a:lnTo>
                  <a:lnTo>
                    <a:pt x="653" y="210"/>
                  </a:lnTo>
                  <a:lnTo>
                    <a:pt x="654" y="212"/>
                  </a:lnTo>
                  <a:lnTo>
                    <a:pt x="656" y="216"/>
                  </a:lnTo>
                  <a:lnTo>
                    <a:pt x="657" y="220"/>
                  </a:lnTo>
                  <a:lnTo>
                    <a:pt x="657" y="222"/>
                  </a:lnTo>
                  <a:lnTo>
                    <a:pt x="657" y="232"/>
                  </a:lnTo>
                  <a:lnTo>
                    <a:pt x="657" y="236"/>
                  </a:lnTo>
                  <a:lnTo>
                    <a:pt x="656" y="240"/>
                  </a:lnTo>
                  <a:lnTo>
                    <a:pt x="654" y="244"/>
                  </a:lnTo>
                  <a:lnTo>
                    <a:pt x="653" y="246"/>
                  </a:lnTo>
                  <a:lnTo>
                    <a:pt x="651" y="248"/>
                  </a:lnTo>
                  <a:lnTo>
                    <a:pt x="648" y="248"/>
                  </a:lnTo>
                  <a:lnTo>
                    <a:pt x="588" y="248"/>
                  </a:lnTo>
                  <a:lnTo>
                    <a:pt x="588" y="645"/>
                  </a:lnTo>
                  <a:lnTo>
                    <a:pt x="588" y="665"/>
                  </a:lnTo>
                  <a:lnTo>
                    <a:pt x="590" y="681"/>
                  </a:lnTo>
                  <a:lnTo>
                    <a:pt x="593" y="693"/>
                  </a:lnTo>
                  <a:lnTo>
                    <a:pt x="595" y="697"/>
                  </a:lnTo>
                  <a:lnTo>
                    <a:pt x="597" y="701"/>
                  </a:lnTo>
                  <a:lnTo>
                    <a:pt x="599" y="705"/>
                  </a:lnTo>
                  <a:lnTo>
                    <a:pt x="602" y="707"/>
                  </a:lnTo>
                  <a:lnTo>
                    <a:pt x="605" y="711"/>
                  </a:lnTo>
                  <a:lnTo>
                    <a:pt x="608" y="711"/>
                  </a:lnTo>
                  <a:lnTo>
                    <a:pt x="615" y="713"/>
                  </a:lnTo>
                  <a:lnTo>
                    <a:pt x="622" y="713"/>
                  </a:lnTo>
                  <a:lnTo>
                    <a:pt x="647" y="713"/>
                  </a:lnTo>
                  <a:lnTo>
                    <a:pt x="651" y="715"/>
                  </a:lnTo>
                  <a:lnTo>
                    <a:pt x="655" y="717"/>
                  </a:lnTo>
                  <a:lnTo>
                    <a:pt x="656" y="719"/>
                  </a:lnTo>
                  <a:lnTo>
                    <a:pt x="657" y="723"/>
                  </a:lnTo>
                  <a:lnTo>
                    <a:pt x="657" y="725"/>
                  </a:lnTo>
                  <a:lnTo>
                    <a:pt x="657" y="729"/>
                  </a:lnTo>
                  <a:lnTo>
                    <a:pt x="657" y="737"/>
                  </a:lnTo>
                  <a:lnTo>
                    <a:pt x="655" y="743"/>
                  </a:lnTo>
                  <a:lnTo>
                    <a:pt x="654" y="747"/>
                  </a:lnTo>
                  <a:lnTo>
                    <a:pt x="653" y="747"/>
                  </a:lnTo>
                  <a:lnTo>
                    <a:pt x="649" y="751"/>
                  </a:lnTo>
                  <a:close/>
                  <a:moveTo>
                    <a:pt x="767" y="20"/>
                  </a:moveTo>
                  <a:lnTo>
                    <a:pt x="743" y="192"/>
                  </a:lnTo>
                  <a:lnTo>
                    <a:pt x="742" y="202"/>
                  </a:lnTo>
                  <a:lnTo>
                    <a:pt x="740" y="208"/>
                  </a:lnTo>
                  <a:lnTo>
                    <a:pt x="737" y="210"/>
                  </a:lnTo>
                  <a:lnTo>
                    <a:pt x="734" y="212"/>
                  </a:lnTo>
                  <a:lnTo>
                    <a:pt x="726" y="212"/>
                  </a:lnTo>
                  <a:lnTo>
                    <a:pt x="724" y="210"/>
                  </a:lnTo>
                  <a:lnTo>
                    <a:pt x="722" y="208"/>
                  </a:lnTo>
                  <a:lnTo>
                    <a:pt x="722" y="206"/>
                  </a:lnTo>
                  <a:lnTo>
                    <a:pt x="722" y="202"/>
                  </a:lnTo>
                  <a:lnTo>
                    <a:pt x="722" y="198"/>
                  </a:lnTo>
                  <a:lnTo>
                    <a:pt x="722" y="192"/>
                  </a:lnTo>
                  <a:lnTo>
                    <a:pt x="743" y="20"/>
                  </a:lnTo>
                  <a:lnTo>
                    <a:pt x="744" y="10"/>
                  </a:lnTo>
                  <a:lnTo>
                    <a:pt x="745" y="6"/>
                  </a:lnTo>
                  <a:lnTo>
                    <a:pt x="746" y="4"/>
                  </a:lnTo>
                  <a:lnTo>
                    <a:pt x="749" y="2"/>
                  </a:lnTo>
                  <a:lnTo>
                    <a:pt x="753" y="0"/>
                  </a:lnTo>
                  <a:lnTo>
                    <a:pt x="762" y="0"/>
                  </a:lnTo>
                  <a:lnTo>
                    <a:pt x="765" y="0"/>
                  </a:lnTo>
                  <a:lnTo>
                    <a:pt x="767" y="2"/>
                  </a:lnTo>
                  <a:lnTo>
                    <a:pt x="768" y="6"/>
                  </a:lnTo>
                  <a:lnTo>
                    <a:pt x="768" y="12"/>
                  </a:lnTo>
                  <a:lnTo>
                    <a:pt x="768" y="14"/>
                  </a:lnTo>
                  <a:lnTo>
                    <a:pt x="767" y="20"/>
                  </a:lnTo>
                  <a:close/>
                  <a:moveTo>
                    <a:pt x="898" y="753"/>
                  </a:moveTo>
                  <a:lnTo>
                    <a:pt x="879" y="753"/>
                  </a:lnTo>
                  <a:lnTo>
                    <a:pt x="859" y="749"/>
                  </a:lnTo>
                  <a:lnTo>
                    <a:pt x="841" y="745"/>
                  </a:lnTo>
                  <a:lnTo>
                    <a:pt x="825" y="739"/>
                  </a:lnTo>
                  <a:lnTo>
                    <a:pt x="820" y="737"/>
                  </a:lnTo>
                  <a:lnTo>
                    <a:pt x="818" y="735"/>
                  </a:lnTo>
                  <a:lnTo>
                    <a:pt x="817" y="735"/>
                  </a:lnTo>
                  <a:lnTo>
                    <a:pt x="815" y="733"/>
                  </a:lnTo>
                  <a:lnTo>
                    <a:pt x="814" y="729"/>
                  </a:lnTo>
                  <a:lnTo>
                    <a:pt x="814" y="727"/>
                  </a:lnTo>
                  <a:lnTo>
                    <a:pt x="814" y="723"/>
                  </a:lnTo>
                  <a:lnTo>
                    <a:pt x="814" y="711"/>
                  </a:lnTo>
                  <a:lnTo>
                    <a:pt x="814" y="707"/>
                  </a:lnTo>
                  <a:lnTo>
                    <a:pt x="814" y="705"/>
                  </a:lnTo>
                  <a:lnTo>
                    <a:pt x="816" y="701"/>
                  </a:lnTo>
                  <a:lnTo>
                    <a:pt x="817" y="699"/>
                  </a:lnTo>
                  <a:lnTo>
                    <a:pt x="819" y="699"/>
                  </a:lnTo>
                  <a:lnTo>
                    <a:pt x="820" y="697"/>
                  </a:lnTo>
                  <a:lnTo>
                    <a:pt x="822" y="697"/>
                  </a:lnTo>
                  <a:lnTo>
                    <a:pt x="825" y="697"/>
                  </a:lnTo>
                  <a:lnTo>
                    <a:pt x="844" y="703"/>
                  </a:lnTo>
                  <a:lnTo>
                    <a:pt x="863" y="709"/>
                  </a:lnTo>
                  <a:lnTo>
                    <a:pt x="873" y="711"/>
                  </a:lnTo>
                  <a:lnTo>
                    <a:pt x="882" y="713"/>
                  </a:lnTo>
                  <a:lnTo>
                    <a:pt x="899" y="713"/>
                  </a:lnTo>
                  <a:lnTo>
                    <a:pt x="912" y="713"/>
                  </a:lnTo>
                  <a:lnTo>
                    <a:pt x="918" y="711"/>
                  </a:lnTo>
                  <a:lnTo>
                    <a:pt x="924" y="709"/>
                  </a:lnTo>
                  <a:lnTo>
                    <a:pt x="930" y="707"/>
                  </a:lnTo>
                  <a:lnTo>
                    <a:pt x="935" y="703"/>
                  </a:lnTo>
                  <a:lnTo>
                    <a:pt x="940" y="699"/>
                  </a:lnTo>
                  <a:lnTo>
                    <a:pt x="944" y="695"/>
                  </a:lnTo>
                  <a:lnTo>
                    <a:pt x="948" y="689"/>
                  </a:lnTo>
                  <a:lnTo>
                    <a:pt x="952" y="681"/>
                  </a:lnTo>
                  <a:lnTo>
                    <a:pt x="955" y="673"/>
                  </a:lnTo>
                  <a:lnTo>
                    <a:pt x="958" y="663"/>
                  </a:lnTo>
                  <a:lnTo>
                    <a:pt x="960" y="653"/>
                  </a:lnTo>
                  <a:lnTo>
                    <a:pt x="961" y="641"/>
                  </a:lnTo>
                  <a:lnTo>
                    <a:pt x="962" y="627"/>
                  </a:lnTo>
                  <a:lnTo>
                    <a:pt x="963" y="613"/>
                  </a:lnTo>
                  <a:lnTo>
                    <a:pt x="962" y="599"/>
                  </a:lnTo>
                  <a:lnTo>
                    <a:pt x="960" y="585"/>
                  </a:lnTo>
                  <a:lnTo>
                    <a:pt x="959" y="579"/>
                  </a:lnTo>
                  <a:lnTo>
                    <a:pt x="957" y="573"/>
                  </a:lnTo>
                  <a:lnTo>
                    <a:pt x="952" y="561"/>
                  </a:lnTo>
                  <a:lnTo>
                    <a:pt x="949" y="555"/>
                  </a:lnTo>
                  <a:lnTo>
                    <a:pt x="945" y="547"/>
                  </a:lnTo>
                  <a:lnTo>
                    <a:pt x="935" y="535"/>
                  </a:lnTo>
                  <a:lnTo>
                    <a:pt x="924" y="519"/>
                  </a:lnTo>
                  <a:lnTo>
                    <a:pt x="909" y="503"/>
                  </a:lnTo>
                  <a:lnTo>
                    <a:pt x="877" y="469"/>
                  </a:lnTo>
                  <a:lnTo>
                    <a:pt x="864" y="453"/>
                  </a:lnTo>
                  <a:lnTo>
                    <a:pt x="852" y="439"/>
                  </a:lnTo>
                  <a:lnTo>
                    <a:pt x="841" y="423"/>
                  </a:lnTo>
                  <a:lnTo>
                    <a:pt x="839" y="419"/>
                  </a:lnTo>
                  <a:lnTo>
                    <a:pt x="837" y="415"/>
                  </a:lnTo>
                  <a:lnTo>
                    <a:pt x="832" y="407"/>
                  </a:lnTo>
                  <a:lnTo>
                    <a:pt x="829" y="399"/>
                  </a:lnTo>
                  <a:lnTo>
                    <a:pt x="825" y="389"/>
                  </a:lnTo>
                  <a:lnTo>
                    <a:pt x="823" y="381"/>
                  </a:lnTo>
                  <a:lnTo>
                    <a:pt x="820" y="371"/>
                  </a:lnTo>
                  <a:lnTo>
                    <a:pt x="819" y="361"/>
                  </a:lnTo>
                  <a:lnTo>
                    <a:pt x="817" y="349"/>
                  </a:lnTo>
                  <a:lnTo>
                    <a:pt x="816" y="337"/>
                  </a:lnTo>
                  <a:lnTo>
                    <a:pt x="816" y="325"/>
                  </a:lnTo>
                  <a:lnTo>
                    <a:pt x="817" y="309"/>
                  </a:lnTo>
                  <a:lnTo>
                    <a:pt x="818" y="294"/>
                  </a:lnTo>
                  <a:lnTo>
                    <a:pt x="820" y="280"/>
                  </a:lnTo>
                  <a:lnTo>
                    <a:pt x="823" y="268"/>
                  </a:lnTo>
                  <a:lnTo>
                    <a:pt x="826" y="256"/>
                  </a:lnTo>
                  <a:lnTo>
                    <a:pt x="830" y="246"/>
                  </a:lnTo>
                  <a:lnTo>
                    <a:pt x="835" y="238"/>
                  </a:lnTo>
                  <a:lnTo>
                    <a:pt x="840" y="230"/>
                  </a:lnTo>
                  <a:lnTo>
                    <a:pt x="845" y="222"/>
                  </a:lnTo>
                  <a:lnTo>
                    <a:pt x="851" y="216"/>
                  </a:lnTo>
                  <a:lnTo>
                    <a:pt x="858" y="212"/>
                  </a:lnTo>
                  <a:lnTo>
                    <a:pt x="864" y="208"/>
                  </a:lnTo>
                  <a:lnTo>
                    <a:pt x="871" y="206"/>
                  </a:lnTo>
                  <a:lnTo>
                    <a:pt x="878" y="204"/>
                  </a:lnTo>
                  <a:lnTo>
                    <a:pt x="893" y="202"/>
                  </a:lnTo>
                  <a:lnTo>
                    <a:pt x="917" y="204"/>
                  </a:lnTo>
                  <a:lnTo>
                    <a:pt x="936" y="206"/>
                  </a:lnTo>
                  <a:lnTo>
                    <a:pt x="965" y="212"/>
                  </a:lnTo>
                  <a:lnTo>
                    <a:pt x="970" y="214"/>
                  </a:lnTo>
                  <a:lnTo>
                    <a:pt x="973" y="216"/>
                  </a:lnTo>
                  <a:lnTo>
                    <a:pt x="974" y="218"/>
                  </a:lnTo>
                  <a:lnTo>
                    <a:pt x="975" y="220"/>
                  </a:lnTo>
                  <a:lnTo>
                    <a:pt x="976" y="224"/>
                  </a:lnTo>
                  <a:lnTo>
                    <a:pt x="976" y="228"/>
                  </a:lnTo>
                  <a:lnTo>
                    <a:pt x="976" y="236"/>
                  </a:lnTo>
                  <a:lnTo>
                    <a:pt x="975" y="246"/>
                  </a:lnTo>
                  <a:lnTo>
                    <a:pt x="973" y="252"/>
                  </a:lnTo>
                  <a:lnTo>
                    <a:pt x="970" y="254"/>
                  </a:lnTo>
                  <a:lnTo>
                    <a:pt x="965" y="252"/>
                  </a:lnTo>
                  <a:lnTo>
                    <a:pt x="953" y="250"/>
                  </a:lnTo>
                  <a:lnTo>
                    <a:pt x="936" y="246"/>
                  </a:lnTo>
                  <a:lnTo>
                    <a:pt x="926" y="244"/>
                  </a:lnTo>
                  <a:lnTo>
                    <a:pt x="916" y="244"/>
                  </a:lnTo>
                  <a:lnTo>
                    <a:pt x="895" y="242"/>
                  </a:lnTo>
                  <a:lnTo>
                    <a:pt x="883" y="242"/>
                  </a:lnTo>
                  <a:lnTo>
                    <a:pt x="873" y="244"/>
                  </a:lnTo>
                  <a:lnTo>
                    <a:pt x="868" y="246"/>
                  </a:lnTo>
                  <a:lnTo>
                    <a:pt x="863" y="250"/>
                  </a:lnTo>
                  <a:lnTo>
                    <a:pt x="859" y="254"/>
                  </a:lnTo>
                  <a:lnTo>
                    <a:pt x="855" y="258"/>
                  </a:lnTo>
                  <a:lnTo>
                    <a:pt x="851" y="262"/>
                  </a:lnTo>
                  <a:lnTo>
                    <a:pt x="848" y="268"/>
                  </a:lnTo>
                  <a:lnTo>
                    <a:pt x="845" y="276"/>
                  </a:lnTo>
                  <a:lnTo>
                    <a:pt x="844" y="278"/>
                  </a:lnTo>
                  <a:lnTo>
                    <a:pt x="843" y="282"/>
                  </a:lnTo>
                  <a:lnTo>
                    <a:pt x="841" y="292"/>
                  </a:lnTo>
                  <a:lnTo>
                    <a:pt x="839" y="301"/>
                  </a:lnTo>
                  <a:lnTo>
                    <a:pt x="839" y="313"/>
                  </a:lnTo>
                  <a:lnTo>
                    <a:pt x="838" y="325"/>
                  </a:lnTo>
                  <a:lnTo>
                    <a:pt x="838" y="333"/>
                  </a:lnTo>
                  <a:lnTo>
                    <a:pt x="839" y="341"/>
                  </a:lnTo>
                  <a:lnTo>
                    <a:pt x="840" y="349"/>
                  </a:lnTo>
                  <a:lnTo>
                    <a:pt x="842" y="355"/>
                  </a:lnTo>
                  <a:lnTo>
                    <a:pt x="843" y="363"/>
                  </a:lnTo>
                  <a:lnTo>
                    <a:pt x="846" y="369"/>
                  </a:lnTo>
                  <a:lnTo>
                    <a:pt x="848" y="375"/>
                  </a:lnTo>
                  <a:lnTo>
                    <a:pt x="851" y="381"/>
                  </a:lnTo>
                  <a:lnTo>
                    <a:pt x="858" y="393"/>
                  </a:lnTo>
                  <a:lnTo>
                    <a:pt x="867" y="405"/>
                  </a:lnTo>
                  <a:lnTo>
                    <a:pt x="876" y="417"/>
                  </a:lnTo>
                  <a:lnTo>
                    <a:pt x="887" y="431"/>
                  </a:lnTo>
                  <a:lnTo>
                    <a:pt x="921" y="467"/>
                  </a:lnTo>
                  <a:lnTo>
                    <a:pt x="936" y="485"/>
                  </a:lnTo>
                  <a:lnTo>
                    <a:pt x="948" y="501"/>
                  </a:lnTo>
                  <a:lnTo>
                    <a:pt x="954" y="509"/>
                  </a:lnTo>
                  <a:lnTo>
                    <a:pt x="959" y="517"/>
                  </a:lnTo>
                  <a:lnTo>
                    <a:pt x="968" y="533"/>
                  </a:lnTo>
                  <a:lnTo>
                    <a:pt x="972" y="541"/>
                  </a:lnTo>
                  <a:lnTo>
                    <a:pt x="976" y="551"/>
                  </a:lnTo>
                  <a:lnTo>
                    <a:pt x="978" y="559"/>
                  </a:lnTo>
                  <a:lnTo>
                    <a:pt x="981" y="569"/>
                  </a:lnTo>
                  <a:lnTo>
                    <a:pt x="982" y="579"/>
                  </a:lnTo>
                  <a:lnTo>
                    <a:pt x="984" y="589"/>
                  </a:lnTo>
                  <a:lnTo>
                    <a:pt x="985" y="601"/>
                  </a:lnTo>
                  <a:lnTo>
                    <a:pt x="985" y="613"/>
                  </a:lnTo>
                  <a:lnTo>
                    <a:pt x="984" y="633"/>
                  </a:lnTo>
                  <a:lnTo>
                    <a:pt x="983" y="651"/>
                  </a:lnTo>
                  <a:lnTo>
                    <a:pt x="982" y="659"/>
                  </a:lnTo>
                  <a:lnTo>
                    <a:pt x="981" y="667"/>
                  </a:lnTo>
                  <a:lnTo>
                    <a:pt x="979" y="673"/>
                  </a:lnTo>
                  <a:lnTo>
                    <a:pt x="978" y="681"/>
                  </a:lnTo>
                  <a:lnTo>
                    <a:pt x="974" y="693"/>
                  </a:lnTo>
                  <a:lnTo>
                    <a:pt x="972" y="699"/>
                  </a:lnTo>
                  <a:lnTo>
                    <a:pt x="970" y="705"/>
                  </a:lnTo>
                  <a:lnTo>
                    <a:pt x="964" y="715"/>
                  </a:lnTo>
                  <a:lnTo>
                    <a:pt x="959" y="723"/>
                  </a:lnTo>
                  <a:lnTo>
                    <a:pt x="953" y="731"/>
                  </a:lnTo>
                  <a:lnTo>
                    <a:pt x="946" y="737"/>
                  </a:lnTo>
                  <a:lnTo>
                    <a:pt x="939" y="743"/>
                  </a:lnTo>
                  <a:lnTo>
                    <a:pt x="931" y="747"/>
                  </a:lnTo>
                  <a:lnTo>
                    <a:pt x="923" y="749"/>
                  </a:lnTo>
                  <a:lnTo>
                    <a:pt x="915" y="751"/>
                  </a:lnTo>
                  <a:lnTo>
                    <a:pt x="906" y="753"/>
                  </a:lnTo>
                  <a:lnTo>
                    <a:pt x="898" y="753"/>
                  </a:lnTo>
                  <a:close/>
                  <a:moveTo>
                    <a:pt x="1357" y="745"/>
                  </a:moveTo>
                  <a:lnTo>
                    <a:pt x="1341" y="747"/>
                  </a:lnTo>
                  <a:lnTo>
                    <a:pt x="1324" y="751"/>
                  </a:lnTo>
                  <a:lnTo>
                    <a:pt x="1309" y="753"/>
                  </a:lnTo>
                  <a:lnTo>
                    <a:pt x="1296" y="753"/>
                  </a:lnTo>
                  <a:lnTo>
                    <a:pt x="1283" y="751"/>
                  </a:lnTo>
                  <a:lnTo>
                    <a:pt x="1277" y="751"/>
                  </a:lnTo>
                  <a:lnTo>
                    <a:pt x="1271" y="749"/>
                  </a:lnTo>
                  <a:lnTo>
                    <a:pt x="1265" y="745"/>
                  </a:lnTo>
                  <a:lnTo>
                    <a:pt x="1260" y="743"/>
                  </a:lnTo>
                  <a:lnTo>
                    <a:pt x="1255" y="739"/>
                  </a:lnTo>
                  <a:lnTo>
                    <a:pt x="1250" y="733"/>
                  </a:lnTo>
                  <a:lnTo>
                    <a:pt x="1245" y="729"/>
                  </a:lnTo>
                  <a:lnTo>
                    <a:pt x="1241" y="723"/>
                  </a:lnTo>
                  <a:lnTo>
                    <a:pt x="1233" y="711"/>
                  </a:lnTo>
                  <a:lnTo>
                    <a:pt x="1225" y="697"/>
                  </a:lnTo>
                  <a:lnTo>
                    <a:pt x="1219" y="681"/>
                  </a:lnTo>
                  <a:lnTo>
                    <a:pt x="1213" y="663"/>
                  </a:lnTo>
                  <a:lnTo>
                    <a:pt x="1209" y="645"/>
                  </a:lnTo>
                  <a:lnTo>
                    <a:pt x="1205" y="625"/>
                  </a:lnTo>
                  <a:lnTo>
                    <a:pt x="1202" y="603"/>
                  </a:lnTo>
                  <a:lnTo>
                    <a:pt x="1199" y="581"/>
                  </a:lnTo>
                  <a:lnTo>
                    <a:pt x="1197" y="557"/>
                  </a:lnTo>
                  <a:lnTo>
                    <a:pt x="1196" y="535"/>
                  </a:lnTo>
                  <a:lnTo>
                    <a:pt x="1196" y="509"/>
                  </a:lnTo>
                  <a:lnTo>
                    <a:pt x="1196" y="443"/>
                  </a:lnTo>
                  <a:lnTo>
                    <a:pt x="1196" y="417"/>
                  </a:lnTo>
                  <a:lnTo>
                    <a:pt x="1197" y="393"/>
                  </a:lnTo>
                  <a:lnTo>
                    <a:pt x="1199" y="371"/>
                  </a:lnTo>
                  <a:lnTo>
                    <a:pt x="1202" y="349"/>
                  </a:lnTo>
                  <a:lnTo>
                    <a:pt x="1205" y="327"/>
                  </a:lnTo>
                  <a:lnTo>
                    <a:pt x="1209" y="307"/>
                  </a:lnTo>
                  <a:lnTo>
                    <a:pt x="1213" y="290"/>
                  </a:lnTo>
                  <a:lnTo>
                    <a:pt x="1219" y="272"/>
                  </a:lnTo>
                  <a:lnTo>
                    <a:pt x="1222" y="264"/>
                  </a:lnTo>
                  <a:lnTo>
                    <a:pt x="1225" y="258"/>
                  </a:lnTo>
                  <a:lnTo>
                    <a:pt x="1233" y="244"/>
                  </a:lnTo>
                  <a:lnTo>
                    <a:pt x="1237" y="238"/>
                  </a:lnTo>
                  <a:lnTo>
                    <a:pt x="1241" y="232"/>
                  </a:lnTo>
                  <a:lnTo>
                    <a:pt x="1250" y="222"/>
                  </a:lnTo>
                  <a:lnTo>
                    <a:pt x="1260" y="214"/>
                  </a:lnTo>
                  <a:lnTo>
                    <a:pt x="1265" y="210"/>
                  </a:lnTo>
                  <a:lnTo>
                    <a:pt x="1271" y="208"/>
                  </a:lnTo>
                  <a:lnTo>
                    <a:pt x="1277" y="206"/>
                  </a:lnTo>
                  <a:lnTo>
                    <a:pt x="1283" y="204"/>
                  </a:lnTo>
                  <a:lnTo>
                    <a:pt x="1289" y="202"/>
                  </a:lnTo>
                  <a:lnTo>
                    <a:pt x="1296" y="202"/>
                  </a:lnTo>
                  <a:lnTo>
                    <a:pt x="1309" y="204"/>
                  </a:lnTo>
                  <a:lnTo>
                    <a:pt x="1324" y="206"/>
                  </a:lnTo>
                  <a:lnTo>
                    <a:pt x="1341" y="208"/>
                  </a:lnTo>
                  <a:lnTo>
                    <a:pt x="1357" y="212"/>
                  </a:lnTo>
                  <a:lnTo>
                    <a:pt x="1361" y="214"/>
                  </a:lnTo>
                  <a:lnTo>
                    <a:pt x="1364" y="218"/>
                  </a:lnTo>
                  <a:lnTo>
                    <a:pt x="1365" y="220"/>
                  </a:lnTo>
                  <a:lnTo>
                    <a:pt x="1366" y="222"/>
                  </a:lnTo>
                  <a:lnTo>
                    <a:pt x="1366" y="230"/>
                  </a:lnTo>
                  <a:lnTo>
                    <a:pt x="1366" y="236"/>
                  </a:lnTo>
                  <a:lnTo>
                    <a:pt x="1365" y="240"/>
                  </a:lnTo>
                  <a:lnTo>
                    <a:pt x="1365" y="244"/>
                  </a:lnTo>
                  <a:lnTo>
                    <a:pt x="1363" y="248"/>
                  </a:lnTo>
                  <a:lnTo>
                    <a:pt x="1362" y="250"/>
                  </a:lnTo>
                  <a:lnTo>
                    <a:pt x="1360" y="250"/>
                  </a:lnTo>
                  <a:lnTo>
                    <a:pt x="1356" y="250"/>
                  </a:lnTo>
                  <a:lnTo>
                    <a:pt x="1339" y="246"/>
                  </a:lnTo>
                  <a:lnTo>
                    <a:pt x="1323" y="244"/>
                  </a:lnTo>
                  <a:lnTo>
                    <a:pt x="1309" y="242"/>
                  </a:lnTo>
                  <a:lnTo>
                    <a:pt x="1296" y="242"/>
                  </a:lnTo>
                  <a:lnTo>
                    <a:pt x="1285" y="242"/>
                  </a:lnTo>
                  <a:lnTo>
                    <a:pt x="1276" y="246"/>
                  </a:lnTo>
                  <a:lnTo>
                    <a:pt x="1272" y="248"/>
                  </a:lnTo>
                  <a:lnTo>
                    <a:pt x="1267" y="250"/>
                  </a:lnTo>
                  <a:lnTo>
                    <a:pt x="1259" y="256"/>
                  </a:lnTo>
                  <a:lnTo>
                    <a:pt x="1252" y="264"/>
                  </a:lnTo>
                  <a:lnTo>
                    <a:pt x="1246" y="274"/>
                  </a:lnTo>
                  <a:lnTo>
                    <a:pt x="1240" y="284"/>
                  </a:lnTo>
                  <a:lnTo>
                    <a:pt x="1236" y="296"/>
                  </a:lnTo>
                  <a:lnTo>
                    <a:pt x="1231" y="309"/>
                  </a:lnTo>
                  <a:lnTo>
                    <a:pt x="1228" y="325"/>
                  </a:lnTo>
                  <a:lnTo>
                    <a:pt x="1225" y="341"/>
                  </a:lnTo>
                  <a:lnTo>
                    <a:pt x="1222" y="359"/>
                  </a:lnTo>
                  <a:lnTo>
                    <a:pt x="1221" y="379"/>
                  </a:lnTo>
                  <a:lnTo>
                    <a:pt x="1219" y="399"/>
                  </a:lnTo>
                  <a:lnTo>
                    <a:pt x="1219" y="419"/>
                  </a:lnTo>
                  <a:lnTo>
                    <a:pt x="1218" y="443"/>
                  </a:lnTo>
                  <a:lnTo>
                    <a:pt x="1218" y="509"/>
                  </a:lnTo>
                  <a:lnTo>
                    <a:pt x="1219" y="531"/>
                  </a:lnTo>
                  <a:lnTo>
                    <a:pt x="1219" y="553"/>
                  </a:lnTo>
                  <a:lnTo>
                    <a:pt x="1221" y="573"/>
                  </a:lnTo>
                  <a:lnTo>
                    <a:pt x="1222" y="593"/>
                  </a:lnTo>
                  <a:lnTo>
                    <a:pt x="1225" y="611"/>
                  </a:lnTo>
                  <a:lnTo>
                    <a:pt x="1228" y="627"/>
                  </a:lnTo>
                  <a:lnTo>
                    <a:pt x="1231" y="643"/>
                  </a:lnTo>
                  <a:lnTo>
                    <a:pt x="1236" y="657"/>
                  </a:lnTo>
                  <a:lnTo>
                    <a:pt x="1240" y="671"/>
                  </a:lnTo>
                  <a:lnTo>
                    <a:pt x="1246" y="681"/>
                  </a:lnTo>
                  <a:lnTo>
                    <a:pt x="1252" y="691"/>
                  </a:lnTo>
                  <a:lnTo>
                    <a:pt x="1259" y="699"/>
                  </a:lnTo>
                  <a:lnTo>
                    <a:pt x="1267" y="705"/>
                  </a:lnTo>
                  <a:lnTo>
                    <a:pt x="1272" y="709"/>
                  </a:lnTo>
                  <a:lnTo>
                    <a:pt x="1276" y="711"/>
                  </a:lnTo>
                  <a:lnTo>
                    <a:pt x="1285" y="713"/>
                  </a:lnTo>
                  <a:lnTo>
                    <a:pt x="1296" y="713"/>
                  </a:lnTo>
                  <a:lnTo>
                    <a:pt x="1309" y="713"/>
                  </a:lnTo>
                  <a:lnTo>
                    <a:pt x="1323" y="711"/>
                  </a:lnTo>
                  <a:lnTo>
                    <a:pt x="1339" y="709"/>
                  </a:lnTo>
                  <a:lnTo>
                    <a:pt x="1356" y="705"/>
                  </a:lnTo>
                  <a:lnTo>
                    <a:pt x="1360" y="705"/>
                  </a:lnTo>
                  <a:lnTo>
                    <a:pt x="1362" y="705"/>
                  </a:lnTo>
                  <a:lnTo>
                    <a:pt x="1363" y="707"/>
                  </a:lnTo>
                  <a:lnTo>
                    <a:pt x="1365" y="709"/>
                  </a:lnTo>
                  <a:lnTo>
                    <a:pt x="1365" y="711"/>
                  </a:lnTo>
                  <a:lnTo>
                    <a:pt x="1366" y="715"/>
                  </a:lnTo>
                  <a:lnTo>
                    <a:pt x="1366" y="719"/>
                  </a:lnTo>
                  <a:lnTo>
                    <a:pt x="1366" y="731"/>
                  </a:lnTo>
                  <a:lnTo>
                    <a:pt x="1365" y="735"/>
                  </a:lnTo>
                  <a:lnTo>
                    <a:pt x="1364" y="737"/>
                  </a:lnTo>
                  <a:lnTo>
                    <a:pt x="1363" y="741"/>
                  </a:lnTo>
                  <a:lnTo>
                    <a:pt x="1361" y="741"/>
                  </a:lnTo>
                  <a:lnTo>
                    <a:pt x="1357" y="745"/>
                  </a:lnTo>
                  <a:close/>
                  <a:moveTo>
                    <a:pt x="1467" y="753"/>
                  </a:moveTo>
                  <a:lnTo>
                    <a:pt x="1462" y="753"/>
                  </a:lnTo>
                  <a:lnTo>
                    <a:pt x="1458" y="751"/>
                  </a:lnTo>
                  <a:lnTo>
                    <a:pt x="1456" y="747"/>
                  </a:lnTo>
                  <a:lnTo>
                    <a:pt x="1454" y="741"/>
                  </a:lnTo>
                  <a:lnTo>
                    <a:pt x="1453" y="735"/>
                  </a:lnTo>
                  <a:lnTo>
                    <a:pt x="1453" y="20"/>
                  </a:lnTo>
                  <a:lnTo>
                    <a:pt x="1454" y="16"/>
                  </a:lnTo>
                  <a:lnTo>
                    <a:pt x="1454" y="12"/>
                  </a:lnTo>
                  <a:lnTo>
                    <a:pt x="1456" y="6"/>
                  </a:lnTo>
                  <a:lnTo>
                    <a:pt x="1457" y="4"/>
                  </a:lnTo>
                  <a:lnTo>
                    <a:pt x="1458" y="2"/>
                  </a:lnTo>
                  <a:lnTo>
                    <a:pt x="1462" y="0"/>
                  </a:lnTo>
                  <a:lnTo>
                    <a:pt x="1467" y="0"/>
                  </a:lnTo>
                  <a:lnTo>
                    <a:pt x="1470" y="2"/>
                  </a:lnTo>
                  <a:lnTo>
                    <a:pt x="1473" y="6"/>
                  </a:lnTo>
                  <a:lnTo>
                    <a:pt x="1475" y="12"/>
                  </a:lnTo>
                  <a:lnTo>
                    <a:pt x="1476" y="20"/>
                  </a:lnTo>
                  <a:lnTo>
                    <a:pt x="1476" y="735"/>
                  </a:lnTo>
                  <a:lnTo>
                    <a:pt x="1475" y="737"/>
                  </a:lnTo>
                  <a:lnTo>
                    <a:pt x="1475" y="741"/>
                  </a:lnTo>
                  <a:lnTo>
                    <a:pt x="1473" y="747"/>
                  </a:lnTo>
                  <a:lnTo>
                    <a:pt x="1472" y="749"/>
                  </a:lnTo>
                  <a:lnTo>
                    <a:pt x="1470" y="751"/>
                  </a:lnTo>
                  <a:lnTo>
                    <a:pt x="1467" y="753"/>
                  </a:lnTo>
                  <a:close/>
                  <a:moveTo>
                    <a:pt x="1761" y="487"/>
                  </a:moveTo>
                  <a:lnTo>
                    <a:pt x="1591" y="487"/>
                  </a:lnTo>
                  <a:lnTo>
                    <a:pt x="1591" y="509"/>
                  </a:lnTo>
                  <a:lnTo>
                    <a:pt x="1591" y="539"/>
                  </a:lnTo>
                  <a:lnTo>
                    <a:pt x="1592" y="553"/>
                  </a:lnTo>
                  <a:lnTo>
                    <a:pt x="1593" y="565"/>
                  </a:lnTo>
                  <a:lnTo>
                    <a:pt x="1594" y="579"/>
                  </a:lnTo>
                  <a:lnTo>
                    <a:pt x="1595" y="591"/>
                  </a:lnTo>
                  <a:lnTo>
                    <a:pt x="1598" y="613"/>
                  </a:lnTo>
                  <a:lnTo>
                    <a:pt x="1602" y="631"/>
                  </a:lnTo>
                  <a:lnTo>
                    <a:pt x="1606" y="647"/>
                  </a:lnTo>
                  <a:lnTo>
                    <a:pt x="1612" y="663"/>
                  </a:lnTo>
                  <a:lnTo>
                    <a:pt x="1614" y="669"/>
                  </a:lnTo>
                  <a:lnTo>
                    <a:pt x="1617" y="675"/>
                  </a:lnTo>
                  <a:lnTo>
                    <a:pt x="1621" y="681"/>
                  </a:lnTo>
                  <a:lnTo>
                    <a:pt x="1624" y="685"/>
                  </a:lnTo>
                  <a:lnTo>
                    <a:pt x="1631" y="693"/>
                  </a:lnTo>
                  <a:lnTo>
                    <a:pt x="1638" y="701"/>
                  </a:lnTo>
                  <a:lnTo>
                    <a:pt x="1646" y="705"/>
                  </a:lnTo>
                  <a:lnTo>
                    <a:pt x="1655" y="709"/>
                  </a:lnTo>
                  <a:lnTo>
                    <a:pt x="1664" y="713"/>
                  </a:lnTo>
                  <a:lnTo>
                    <a:pt x="1673" y="713"/>
                  </a:lnTo>
                  <a:lnTo>
                    <a:pt x="1682" y="713"/>
                  </a:lnTo>
                  <a:lnTo>
                    <a:pt x="1699" y="713"/>
                  </a:lnTo>
                  <a:lnTo>
                    <a:pt x="1718" y="709"/>
                  </a:lnTo>
                  <a:lnTo>
                    <a:pt x="1737" y="703"/>
                  </a:lnTo>
                  <a:lnTo>
                    <a:pt x="1756" y="697"/>
                  </a:lnTo>
                  <a:lnTo>
                    <a:pt x="1758" y="697"/>
                  </a:lnTo>
                  <a:lnTo>
                    <a:pt x="1760" y="697"/>
                  </a:lnTo>
                  <a:lnTo>
                    <a:pt x="1764" y="697"/>
                  </a:lnTo>
                  <a:lnTo>
                    <a:pt x="1765" y="699"/>
                  </a:lnTo>
                  <a:lnTo>
                    <a:pt x="1766" y="703"/>
                  </a:lnTo>
                  <a:lnTo>
                    <a:pt x="1767" y="705"/>
                  </a:lnTo>
                  <a:lnTo>
                    <a:pt x="1767" y="709"/>
                  </a:lnTo>
                  <a:lnTo>
                    <a:pt x="1767" y="721"/>
                  </a:lnTo>
                  <a:lnTo>
                    <a:pt x="1766" y="725"/>
                  </a:lnTo>
                  <a:lnTo>
                    <a:pt x="1765" y="729"/>
                  </a:lnTo>
                  <a:lnTo>
                    <a:pt x="1764" y="731"/>
                  </a:lnTo>
                  <a:lnTo>
                    <a:pt x="1762" y="733"/>
                  </a:lnTo>
                  <a:lnTo>
                    <a:pt x="1757" y="737"/>
                  </a:lnTo>
                  <a:lnTo>
                    <a:pt x="1739" y="743"/>
                  </a:lnTo>
                  <a:lnTo>
                    <a:pt x="1719" y="749"/>
                  </a:lnTo>
                  <a:lnTo>
                    <a:pt x="1700" y="751"/>
                  </a:lnTo>
                  <a:lnTo>
                    <a:pt x="1682" y="753"/>
                  </a:lnTo>
                  <a:lnTo>
                    <a:pt x="1670" y="753"/>
                  </a:lnTo>
                  <a:lnTo>
                    <a:pt x="1659" y="751"/>
                  </a:lnTo>
                  <a:lnTo>
                    <a:pt x="1648" y="747"/>
                  </a:lnTo>
                  <a:lnTo>
                    <a:pt x="1638" y="741"/>
                  </a:lnTo>
                  <a:lnTo>
                    <a:pt x="1628" y="735"/>
                  </a:lnTo>
                  <a:lnTo>
                    <a:pt x="1623" y="731"/>
                  </a:lnTo>
                  <a:lnTo>
                    <a:pt x="1619" y="727"/>
                  </a:lnTo>
                  <a:lnTo>
                    <a:pt x="1610" y="715"/>
                  </a:lnTo>
                  <a:lnTo>
                    <a:pt x="1602" y="703"/>
                  </a:lnTo>
                  <a:lnTo>
                    <a:pt x="1598" y="695"/>
                  </a:lnTo>
                  <a:lnTo>
                    <a:pt x="1595" y="687"/>
                  </a:lnTo>
                  <a:lnTo>
                    <a:pt x="1588" y="669"/>
                  </a:lnTo>
                  <a:lnTo>
                    <a:pt x="1582" y="649"/>
                  </a:lnTo>
                  <a:lnTo>
                    <a:pt x="1578" y="627"/>
                  </a:lnTo>
                  <a:lnTo>
                    <a:pt x="1575" y="615"/>
                  </a:lnTo>
                  <a:lnTo>
                    <a:pt x="1574" y="601"/>
                  </a:lnTo>
                  <a:lnTo>
                    <a:pt x="1571" y="573"/>
                  </a:lnTo>
                  <a:lnTo>
                    <a:pt x="1569" y="543"/>
                  </a:lnTo>
                  <a:lnTo>
                    <a:pt x="1569" y="527"/>
                  </a:lnTo>
                  <a:lnTo>
                    <a:pt x="1569" y="509"/>
                  </a:lnTo>
                  <a:lnTo>
                    <a:pt x="1569" y="443"/>
                  </a:lnTo>
                  <a:lnTo>
                    <a:pt x="1569" y="417"/>
                  </a:lnTo>
                  <a:lnTo>
                    <a:pt x="1570" y="391"/>
                  </a:lnTo>
                  <a:lnTo>
                    <a:pt x="1572" y="369"/>
                  </a:lnTo>
                  <a:lnTo>
                    <a:pt x="1575" y="345"/>
                  </a:lnTo>
                  <a:lnTo>
                    <a:pt x="1577" y="335"/>
                  </a:lnTo>
                  <a:lnTo>
                    <a:pt x="1579" y="325"/>
                  </a:lnTo>
                  <a:lnTo>
                    <a:pt x="1581" y="315"/>
                  </a:lnTo>
                  <a:lnTo>
                    <a:pt x="1583" y="305"/>
                  </a:lnTo>
                  <a:lnTo>
                    <a:pt x="1586" y="296"/>
                  </a:lnTo>
                  <a:lnTo>
                    <a:pt x="1589" y="288"/>
                  </a:lnTo>
                  <a:lnTo>
                    <a:pt x="1595" y="270"/>
                  </a:lnTo>
                  <a:lnTo>
                    <a:pt x="1601" y="256"/>
                  </a:lnTo>
                  <a:lnTo>
                    <a:pt x="1609" y="242"/>
                  </a:lnTo>
                  <a:lnTo>
                    <a:pt x="1617" y="230"/>
                  </a:lnTo>
                  <a:lnTo>
                    <a:pt x="1626" y="220"/>
                  </a:lnTo>
                  <a:lnTo>
                    <a:pt x="1636" y="212"/>
                  </a:lnTo>
                  <a:lnTo>
                    <a:pt x="1647" y="208"/>
                  </a:lnTo>
                  <a:lnTo>
                    <a:pt x="1658" y="204"/>
                  </a:lnTo>
                  <a:lnTo>
                    <a:pt x="1664" y="202"/>
                  </a:lnTo>
                  <a:lnTo>
                    <a:pt x="1670" y="202"/>
                  </a:lnTo>
                  <a:lnTo>
                    <a:pt x="1683" y="204"/>
                  </a:lnTo>
                  <a:lnTo>
                    <a:pt x="1689" y="204"/>
                  </a:lnTo>
                  <a:lnTo>
                    <a:pt x="1695" y="206"/>
                  </a:lnTo>
                  <a:lnTo>
                    <a:pt x="1705" y="212"/>
                  </a:lnTo>
                  <a:lnTo>
                    <a:pt x="1710" y="216"/>
                  </a:lnTo>
                  <a:lnTo>
                    <a:pt x="1715" y="220"/>
                  </a:lnTo>
                  <a:lnTo>
                    <a:pt x="1724" y="230"/>
                  </a:lnTo>
                  <a:lnTo>
                    <a:pt x="1733" y="240"/>
                  </a:lnTo>
                  <a:lnTo>
                    <a:pt x="1740" y="254"/>
                  </a:lnTo>
                  <a:lnTo>
                    <a:pt x="1743" y="260"/>
                  </a:lnTo>
                  <a:lnTo>
                    <a:pt x="1746" y="268"/>
                  </a:lnTo>
                  <a:lnTo>
                    <a:pt x="1752" y="286"/>
                  </a:lnTo>
                  <a:lnTo>
                    <a:pt x="1757" y="303"/>
                  </a:lnTo>
                  <a:lnTo>
                    <a:pt x="1761" y="323"/>
                  </a:lnTo>
                  <a:lnTo>
                    <a:pt x="1765" y="343"/>
                  </a:lnTo>
                  <a:lnTo>
                    <a:pt x="1767" y="365"/>
                  </a:lnTo>
                  <a:lnTo>
                    <a:pt x="1769" y="389"/>
                  </a:lnTo>
                  <a:lnTo>
                    <a:pt x="1770" y="415"/>
                  </a:lnTo>
                  <a:lnTo>
                    <a:pt x="1770" y="441"/>
                  </a:lnTo>
                  <a:lnTo>
                    <a:pt x="1770" y="469"/>
                  </a:lnTo>
                  <a:lnTo>
                    <a:pt x="1770" y="473"/>
                  </a:lnTo>
                  <a:lnTo>
                    <a:pt x="1770" y="475"/>
                  </a:lnTo>
                  <a:lnTo>
                    <a:pt x="1768" y="483"/>
                  </a:lnTo>
                  <a:lnTo>
                    <a:pt x="1765" y="487"/>
                  </a:lnTo>
                  <a:lnTo>
                    <a:pt x="1761" y="487"/>
                  </a:lnTo>
                  <a:close/>
                  <a:moveTo>
                    <a:pt x="1748" y="441"/>
                  </a:moveTo>
                  <a:lnTo>
                    <a:pt x="1748" y="417"/>
                  </a:lnTo>
                  <a:lnTo>
                    <a:pt x="1747" y="397"/>
                  </a:lnTo>
                  <a:lnTo>
                    <a:pt x="1746" y="375"/>
                  </a:lnTo>
                  <a:lnTo>
                    <a:pt x="1744" y="357"/>
                  </a:lnTo>
                  <a:lnTo>
                    <a:pt x="1742" y="339"/>
                  </a:lnTo>
                  <a:lnTo>
                    <a:pt x="1739" y="321"/>
                  </a:lnTo>
                  <a:lnTo>
                    <a:pt x="1737" y="315"/>
                  </a:lnTo>
                  <a:lnTo>
                    <a:pt x="1735" y="307"/>
                  </a:lnTo>
                  <a:lnTo>
                    <a:pt x="1731" y="294"/>
                  </a:lnTo>
                  <a:lnTo>
                    <a:pt x="1728" y="288"/>
                  </a:lnTo>
                  <a:lnTo>
                    <a:pt x="1726" y="282"/>
                  </a:lnTo>
                  <a:lnTo>
                    <a:pt x="1723" y="276"/>
                  </a:lnTo>
                  <a:lnTo>
                    <a:pt x="1720" y="272"/>
                  </a:lnTo>
                  <a:lnTo>
                    <a:pt x="1717" y="266"/>
                  </a:lnTo>
                  <a:lnTo>
                    <a:pt x="1714" y="262"/>
                  </a:lnTo>
                  <a:lnTo>
                    <a:pt x="1706" y="256"/>
                  </a:lnTo>
                  <a:lnTo>
                    <a:pt x="1699" y="250"/>
                  </a:lnTo>
                  <a:lnTo>
                    <a:pt x="1690" y="246"/>
                  </a:lnTo>
                  <a:lnTo>
                    <a:pt x="1681" y="242"/>
                  </a:lnTo>
                  <a:lnTo>
                    <a:pt x="1670" y="242"/>
                  </a:lnTo>
                  <a:lnTo>
                    <a:pt x="1660" y="242"/>
                  </a:lnTo>
                  <a:lnTo>
                    <a:pt x="1655" y="244"/>
                  </a:lnTo>
                  <a:lnTo>
                    <a:pt x="1651" y="246"/>
                  </a:lnTo>
                  <a:lnTo>
                    <a:pt x="1642" y="250"/>
                  </a:lnTo>
                  <a:lnTo>
                    <a:pt x="1634" y="256"/>
                  </a:lnTo>
                  <a:lnTo>
                    <a:pt x="1627" y="264"/>
                  </a:lnTo>
                  <a:lnTo>
                    <a:pt x="1621" y="274"/>
                  </a:lnTo>
                  <a:lnTo>
                    <a:pt x="1615" y="284"/>
                  </a:lnTo>
                  <a:lnTo>
                    <a:pt x="1610" y="298"/>
                  </a:lnTo>
                  <a:lnTo>
                    <a:pt x="1605" y="311"/>
                  </a:lnTo>
                  <a:lnTo>
                    <a:pt x="1603" y="317"/>
                  </a:lnTo>
                  <a:lnTo>
                    <a:pt x="1601" y="325"/>
                  </a:lnTo>
                  <a:lnTo>
                    <a:pt x="1598" y="343"/>
                  </a:lnTo>
                  <a:lnTo>
                    <a:pt x="1595" y="361"/>
                  </a:lnTo>
                  <a:lnTo>
                    <a:pt x="1593" y="379"/>
                  </a:lnTo>
                  <a:lnTo>
                    <a:pt x="1592" y="399"/>
                  </a:lnTo>
                  <a:lnTo>
                    <a:pt x="1591" y="421"/>
                  </a:lnTo>
                  <a:lnTo>
                    <a:pt x="1591" y="443"/>
                  </a:lnTo>
                  <a:lnTo>
                    <a:pt x="1748" y="447"/>
                  </a:lnTo>
                  <a:lnTo>
                    <a:pt x="1748" y="441"/>
                  </a:lnTo>
                  <a:close/>
                  <a:moveTo>
                    <a:pt x="2024" y="747"/>
                  </a:moveTo>
                  <a:lnTo>
                    <a:pt x="2021" y="747"/>
                  </a:lnTo>
                  <a:lnTo>
                    <a:pt x="2019" y="745"/>
                  </a:lnTo>
                  <a:lnTo>
                    <a:pt x="2017" y="743"/>
                  </a:lnTo>
                  <a:lnTo>
                    <a:pt x="2015" y="741"/>
                  </a:lnTo>
                  <a:lnTo>
                    <a:pt x="2013" y="739"/>
                  </a:lnTo>
                  <a:lnTo>
                    <a:pt x="2012" y="735"/>
                  </a:lnTo>
                  <a:lnTo>
                    <a:pt x="2012" y="731"/>
                  </a:lnTo>
                  <a:lnTo>
                    <a:pt x="2012" y="727"/>
                  </a:lnTo>
                  <a:lnTo>
                    <a:pt x="2012" y="701"/>
                  </a:lnTo>
                  <a:lnTo>
                    <a:pt x="2002" y="711"/>
                  </a:lnTo>
                  <a:lnTo>
                    <a:pt x="1992" y="721"/>
                  </a:lnTo>
                  <a:lnTo>
                    <a:pt x="1982" y="731"/>
                  </a:lnTo>
                  <a:lnTo>
                    <a:pt x="1977" y="735"/>
                  </a:lnTo>
                  <a:lnTo>
                    <a:pt x="1971" y="737"/>
                  </a:lnTo>
                  <a:lnTo>
                    <a:pt x="1960" y="745"/>
                  </a:lnTo>
                  <a:lnTo>
                    <a:pt x="1949" y="749"/>
                  </a:lnTo>
                  <a:lnTo>
                    <a:pt x="1943" y="751"/>
                  </a:lnTo>
                  <a:lnTo>
                    <a:pt x="1938" y="753"/>
                  </a:lnTo>
                  <a:lnTo>
                    <a:pt x="1926" y="753"/>
                  </a:lnTo>
                  <a:lnTo>
                    <a:pt x="1919" y="753"/>
                  </a:lnTo>
                  <a:lnTo>
                    <a:pt x="1912" y="751"/>
                  </a:lnTo>
                  <a:lnTo>
                    <a:pt x="1905" y="749"/>
                  </a:lnTo>
                  <a:lnTo>
                    <a:pt x="1898" y="745"/>
                  </a:lnTo>
                  <a:lnTo>
                    <a:pt x="1891" y="741"/>
                  </a:lnTo>
                  <a:lnTo>
                    <a:pt x="1888" y="739"/>
                  </a:lnTo>
                  <a:lnTo>
                    <a:pt x="1885" y="735"/>
                  </a:lnTo>
                  <a:lnTo>
                    <a:pt x="1879" y="727"/>
                  </a:lnTo>
                  <a:lnTo>
                    <a:pt x="1873" y="719"/>
                  </a:lnTo>
                  <a:lnTo>
                    <a:pt x="1868" y="709"/>
                  </a:lnTo>
                  <a:lnTo>
                    <a:pt x="1863" y="697"/>
                  </a:lnTo>
                  <a:lnTo>
                    <a:pt x="1859" y="685"/>
                  </a:lnTo>
                  <a:lnTo>
                    <a:pt x="1856" y="669"/>
                  </a:lnTo>
                  <a:lnTo>
                    <a:pt x="1853" y="653"/>
                  </a:lnTo>
                  <a:lnTo>
                    <a:pt x="1851" y="635"/>
                  </a:lnTo>
                  <a:lnTo>
                    <a:pt x="1849" y="613"/>
                  </a:lnTo>
                  <a:lnTo>
                    <a:pt x="1849" y="591"/>
                  </a:lnTo>
                  <a:lnTo>
                    <a:pt x="1849" y="579"/>
                  </a:lnTo>
                  <a:lnTo>
                    <a:pt x="1849" y="559"/>
                  </a:lnTo>
                  <a:lnTo>
                    <a:pt x="1851" y="541"/>
                  </a:lnTo>
                  <a:lnTo>
                    <a:pt x="1853" y="525"/>
                  </a:lnTo>
                  <a:lnTo>
                    <a:pt x="1854" y="517"/>
                  </a:lnTo>
                  <a:lnTo>
                    <a:pt x="1855" y="511"/>
                  </a:lnTo>
                  <a:lnTo>
                    <a:pt x="1859" y="497"/>
                  </a:lnTo>
                  <a:lnTo>
                    <a:pt x="1864" y="483"/>
                  </a:lnTo>
                  <a:lnTo>
                    <a:pt x="1870" y="471"/>
                  </a:lnTo>
                  <a:lnTo>
                    <a:pt x="1877" y="461"/>
                  </a:lnTo>
                  <a:lnTo>
                    <a:pt x="1885" y="453"/>
                  </a:lnTo>
                  <a:lnTo>
                    <a:pt x="1894" y="445"/>
                  </a:lnTo>
                  <a:lnTo>
                    <a:pt x="1904" y="439"/>
                  </a:lnTo>
                  <a:lnTo>
                    <a:pt x="1915" y="433"/>
                  </a:lnTo>
                  <a:lnTo>
                    <a:pt x="1928" y="429"/>
                  </a:lnTo>
                  <a:lnTo>
                    <a:pt x="1942" y="425"/>
                  </a:lnTo>
                  <a:lnTo>
                    <a:pt x="1957" y="423"/>
                  </a:lnTo>
                  <a:lnTo>
                    <a:pt x="1973" y="423"/>
                  </a:lnTo>
                  <a:lnTo>
                    <a:pt x="2012" y="423"/>
                  </a:lnTo>
                  <a:lnTo>
                    <a:pt x="2012" y="387"/>
                  </a:lnTo>
                  <a:lnTo>
                    <a:pt x="2012" y="367"/>
                  </a:lnTo>
                  <a:lnTo>
                    <a:pt x="2011" y="351"/>
                  </a:lnTo>
                  <a:lnTo>
                    <a:pt x="2010" y="335"/>
                  </a:lnTo>
                  <a:lnTo>
                    <a:pt x="2010" y="327"/>
                  </a:lnTo>
                  <a:lnTo>
                    <a:pt x="2009" y="319"/>
                  </a:lnTo>
                  <a:lnTo>
                    <a:pt x="2007" y="307"/>
                  </a:lnTo>
                  <a:lnTo>
                    <a:pt x="2005" y="296"/>
                  </a:lnTo>
                  <a:lnTo>
                    <a:pt x="2002" y="284"/>
                  </a:lnTo>
                  <a:lnTo>
                    <a:pt x="1999" y="276"/>
                  </a:lnTo>
                  <a:lnTo>
                    <a:pt x="1995" y="268"/>
                  </a:lnTo>
                  <a:lnTo>
                    <a:pt x="1990" y="260"/>
                  </a:lnTo>
                  <a:lnTo>
                    <a:pt x="1985" y="254"/>
                  </a:lnTo>
                  <a:lnTo>
                    <a:pt x="1979" y="250"/>
                  </a:lnTo>
                  <a:lnTo>
                    <a:pt x="1973" y="246"/>
                  </a:lnTo>
                  <a:lnTo>
                    <a:pt x="1965" y="244"/>
                  </a:lnTo>
                  <a:lnTo>
                    <a:pt x="1957" y="242"/>
                  </a:lnTo>
                  <a:lnTo>
                    <a:pt x="1949" y="242"/>
                  </a:lnTo>
                  <a:lnTo>
                    <a:pt x="1927" y="242"/>
                  </a:lnTo>
                  <a:lnTo>
                    <a:pt x="1909" y="244"/>
                  </a:lnTo>
                  <a:lnTo>
                    <a:pt x="1894" y="248"/>
                  </a:lnTo>
                  <a:lnTo>
                    <a:pt x="1877" y="250"/>
                  </a:lnTo>
                  <a:lnTo>
                    <a:pt x="1873" y="250"/>
                  </a:lnTo>
                  <a:lnTo>
                    <a:pt x="1869" y="250"/>
                  </a:lnTo>
                  <a:lnTo>
                    <a:pt x="1868" y="248"/>
                  </a:lnTo>
                  <a:lnTo>
                    <a:pt x="1867" y="246"/>
                  </a:lnTo>
                  <a:lnTo>
                    <a:pt x="1867" y="244"/>
                  </a:lnTo>
                  <a:lnTo>
                    <a:pt x="1866" y="240"/>
                  </a:lnTo>
                  <a:lnTo>
                    <a:pt x="1866" y="236"/>
                  </a:lnTo>
                  <a:lnTo>
                    <a:pt x="1866" y="230"/>
                  </a:lnTo>
                  <a:lnTo>
                    <a:pt x="1866" y="224"/>
                  </a:lnTo>
                  <a:lnTo>
                    <a:pt x="1867" y="220"/>
                  </a:lnTo>
                  <a:lnTo>
                    <a:pt x="1869" y="218"/>
                  </a:lnTo>
                  <a:lnTo>
                    <a:pt x="1870" y="216"/>
                  </a:lnTo>
                  <a:lnTo>
                    <a:pt x="1872" y="214"/>
                  </a:lnTo>
                  <a:lnTo>
                    <a:pt x="1877" y="212"/>
                  </a:lnTo>
                  <a:lnTo>
                    <a:pt x="1893" y="208"/>
                  </a:lnTo>
                  <a:lnTo>
                    <a:pt x="1908" y="206"/>
                  </a:lnTo>
                  <a:lnTo>
                    <a:pt x="1926" y="204"/>
                  </a:lnTo>
                  <a:lnTo>
                    <a:pt x="1949" y="202"/>
                  </a:lnTo>
                  <a:lnTo>
                    <a:pt x="1961" y="204"/>
                  </a:lnTo>
                  <a:lnTo>
                    <a:pt x="1972" y="206"/>
                  </a:lnTo>
                  <a:lnTo>
                    <a:pt x="1977" y="208"/>
                  </a:lnTo>
                  <a:lnTo>
                    <a:pt x="1982" y="210"/>
                  </a:lnTo>
                  <a:lnTo>
                    <a:pt x="1986" y="212"/>
                  </a:lnTo>
                  <a:lnTo>
                    <a:pt x="1991" y="216"/>
                  </a:lnTo>
                  <a:lnTo>
                    <a:pt x="1995" y="220"/>
                  </a:lnTo>
                  <a:lnTo>
                    <a:pt x="1999" y="224"/>
                  </a:lnTo>
                  <a:lnTo>
                    <a:pt x="2002" y="228"/>
                  </a:lnTo>
                  <a:lnTo>
                    <a:pt x="2006" y="232"/>
                  </a:lnTo>
                  <a:lnTo>
                    <a:pt x="2009" y="238"/>
                  </a:lnTo>
                  <a:lnTo>
                    <a:pt x="2012" y="242"/>
                  </a:lnTo>
                  <a:lnTo>
                    <a:pt x="2014" y="248"/>
                  </a:lnTo>
                  <a:lnTo>
                    <a:pt x="2017" y="254"/>
                  </a:lnTo>
                  <a:lnTo>
                    <a:pt x="2021" y="268"/>
                  </a:lnTo>
                  <a:lnTo>
                    <a:pt x="2025" y="282"/>
                  </a:lnTo>
                  <a:lnTo>
                    <a:pt x="2028" y="296"/>
                  </a:lnTo>
                  <a:lnTo>
                    <a:pt x="2029" y="303"/>
                  </a:lnTo>
                  <a:lnTo>
                    <a:pt x="2030" y="311"/>
                  </a:lnTo>
                  <a:lnTo>
                    <a:pt x="2032" y="329"/>
                  </a:lnTo>
                  <a:lnTo>
                    <a:pt x="2033" y="347"/>
                  </a:lnTo>
                  <a:lnTo>
                    <a:pt x="2034" y="367"/>
                  </a:lnTo>
                  <a:lnTo>
                    <a:pt x="2034" y="387"/>
                  </a:lnTo>
                  <a:lnTo>
                    <a:pt x="2034" y="727"/>
                  </a:lnTo>
                  <a:lnTo>
                    <a:pt x="2034" y="731"/>
                  </a:lnTo>
                  <a:lnTo>
                    <a:pt x="2033" y="735"/>
                  </a:lnTo>
                  <a:lnTo>
                    <a:pt x="2032" y="739"/>
                  </a:lnTo>
                  <a:lnTo>
                    <a:pt x="2031" y="741"/>
                  </a:lnTo>
                  <a:lnTo>
                    <a:pt x="2030" y="743"/>
                  </a:lnTo>
                  <a:lnTo>
                    <a:pt x="2028" y="745"/>
                  </a:lnTo>
                  <a:lnTo>
                    <a:pt x="2024" y="747"/>
                  </a:lnTo>
                  <a:close/>
                  <a:moveTo>
                    <a:pt x="2012" y="463"/>
                  </a:moveTo>
                  <a:lnTo>
                    <a:pt x="1973" y="463"/>
                  </a:lnTo>
                  <a:lnTo>
                    <a:pt x="1960" y="463"/>
                  </a:lnTo>
                  <a:lnTo>
                    <a:pt x="1947" y="463"/>
                  </a:lnTo>
                  <a:lnTo>
                    <a:pt x="1936" y="465"/>
                  </a:lnTo>
                  <a:lnTo>
                    <a:pt x="1925" y="469"/>
                  </a:lnTo>
                  <a:lnTo>
                    <a:pt x="1916" y="471"/>
                  </a:lnTo>
                  <a:lnTo>
                    <a:pt x="1908" y="477"/>
                  </a:lnTo>
                  <a:lnTo>
                    <a:pt x="1900" y="481"/>
                  </a:lnTo>
                  <a:lnTo>
                    <a:pt x="1894" y="489"/>
                  </a:lnTo>
                  <a:lnTo>
                    <a:pt x="1888" y="495"/>
                  </a:lnTo>
                  <a:lnTo>
                    <a:pt x="1883" y="503"/>
                  </a:lnTo>
                  <a:lnTo>
                    <a:pt x="1879" y="513"/>
                  </a:lnTo>
                  <a:lnTo>
                    <a:pt x="1876" y="523"/>
                  </a:lnTo>
                  <a:lnTo>
                    <a:pt x="1875" y="529"/>
                  </a:lnTo>
                  <a:lnTo>
                    <a:pt x="1874" y="535"/>
                  </a:lnTo>
                  <a:lnTo>
                    <a:pt x="1872" y="549"/>
                  </a:lnTo>
                  <a:lnTo>
                    <a:pt x="1871" y="563"/>
                  </a:lnTo>
                  <a:lnTo>
                    <a:pt x="1871" y="579"/>
                  </a:lnTo>
                  <a:lnTo>
                    <a:pt x="1871" y="591"/>
                  </a:lnTo>
                  <a:lnTo>
                    <a:pt x="1871" y="607"/>
                  </a:lnTo>
                  <a:lnTo>
                    <a:pt x="1872" y="623"/>
                  </a:lnTo>
                  <a:lnTo>
                    <a:pt x="1874" y="637"/>
                  </a:lnTo>
                  <a:lnTo>
                    <a:pt x="1875" y="649"/>
                  </a:lnTo>
                  <a:lnTo>
                    <a:pt x="1878" y="661"/>
                  </a:lnTo>
                  <a:lnTo>
                    <a:pt x="1881" y="671"/>
                  </a:lnTo>
                  <a:lnTo>
                    <a:pt x="1884" y="679"/>
                  </a:lnTo>
                  <a:lnTo>
                    <a:pt x="1885" y="683"/>
                  </a:lnTo>
                  <a:lnTo>
                    <a:pt x="1887" y="687"/>
                  </a:lnTo>
                  <a:lnTo>
                    <a:pt x="1891" y="695"/>
                  </a:lnTo>
                  <a:lnTo>
                    <a:pt x="1895" y="699"/>
                  </a:lnTo>
                  <a:lnTo>
                    <a:pt x="1900" y="705"/>
                  </a:lnTo>
                  <a:lnTo>
                    <a:pt x="1905" y="707"/>
                  </a:lnTo>
                  <a:lnTo>
                    <a:pt x="1910" y="711"/>
                  </a:lnTo>
                  <a:lnTo>
                    <a:pt x="1915" y="713"/>
                  </a:lnTo>
                  <a:lnTo>
                    <a:pt x="1926" y="713"/>
                  </a:lnTo>
                  <a:lnTo>
                    <a:pt x="1936" y="713"/>
                  </a:lnTo>
                  <a:lnTo>
                    <a:pt x="1947" y="711"/>
                  </a:lnTo>
                  <a:lnTo>
                    <a:pt x="1952" y="709"/>
                  </a:lnTo>
                  <a:lnTo>
                    <a:pt x="1957" y="707"/>
                  </a:lnTo>
                  <a:lnTo>
                    <a:pt x="1967" y="701"/>
                  </a:lnTo>
                  <a:lnTo>
                    <a:pt x="1977" y="695"/>
                  </a:lnTo>
                  <a:lnTo>
                    <a:pt x="1988" y="685"/>
                  </a:lnTo>
                  <a:lnTo>
                    <a:pt x="2000" y="675"/>
                  </a:lnTo>
                  <a:lnTo>
                    <a:pt x="2012" y="663"/>
                  </a:lnTo>
                  <a:lnTo>
                    <a:pt x="2012" y="463"/>
                  </a:lnTo>
                  <a:close/>
                  <a:moveTo>
                    <a:pt x="2313" y="747"/>
                  </a:moveTo>
                  <a:lnTo>
                    <a:pt x="2310" y="747"/>
                  </a:lnTo>
                  <a:lnTo>
                    <a:pt x="2307" y="745"/>
                  </a:lnTo>
                  <a:lnTo>
                    <a:pt x="2303" y="741"/>
                  </a:lnTo>
                  <a:lnTo>
                    <a:pt x="2301" y="735"/>
                  </a:lnTo>
                  <a:lnTo>
                    <a:pt x="2300" y="729"/>
                  </a:lnTo>
                  <a:lnTo>
                    <a:pt x="2300" y="393"/>
                  </a:lnTo>
                  <a:lnTo>
                    <a:pt x="2300" y="373"/>
                  </a:lnTo>
                  <a:lnTo>
                    <a:pt x="2299" y="355"/>
                  </a:lnTo>
                  <a:lnTo>
                    <a:pt x="2297" y="337"/>
                  </a:lnTo>
                  <a:lnTo>
                    <a:pt x="2295" y="321"/>
                  </a:lnTo>
                  <a:lnTo>
                    <a:pt x="2292" y="307"/>
                  </a:lnTo>
                  <a:lnTo>
                    <a:pt x="2288" y="296"/>
                  </a:lnTo>
                  <a:lnTo>
                    <a:pt x="2285" y="284"/>
                  </a:lnTo>
                  <a:lnTo>
                    <a:pt x="2280" y="276"/>
                  </a:lnTo>
                  <a:lnTo>
                    <a:pt x="2275" y="266"/>
                  </a:lnTo>
                  <a:lnTo>
                    <a:pt x="2270" y="260"/>
                  </a:lnTo>
                  <a:lnTo>
                    <a:pt x="2265" y="254"/>
                  </a:lnTo>
                  <a:lnTo>
                    <a:pt x="2259" y="250"/>
                  </a:lnTo>
                  <a:lnTo>
                    <a:pt x="2252" y="246"/>
                  </a:lnTo>
                  <a:lnTo>
                    <a:pt x="2246" y="244"/>
                  </a:lnTo>
                  <a:lnTo>
                    <a:pt x="2239" y="242"/>
                  </a:lnTo>
                  <a:lnTo>
                    <a:pt x="2232" y="242"/>
                  </a:lnTo>
                  <a:lnTo>
                    <a:pt x="2222" y="242"/>
                  </a:lnTo>
                  <a:lnTo>
                    <a:pt x="2212" y="244"/>
                  </a:lnTo>
                  <a:lnTo>
                    <a:pt x="2202" y="248"/>
                  </a:lnTo>
                  <a:lnTo>
                    <a:pt x="2192" y="254"/>
                  </a:lnTo>
                  <a:lnTo>
                    <a:pt x="2182" y="260"/>
                  </a:lnTo>
                  <a:lnTo>
                    <a:pt x="2172" y="266"/>
                  </a:lnTo>
                  <a:lnTo>
                    <a:pt x="2162" y="274"/>
                  </a:lnTo>
                  <a:lnTo>
                    <a:pt x="2152" y="284"/>
                  </a:lnTo>
                  <a:lnTo>
                    <a:pt x="2152" y="729"/>
                  </a:lnTo>
                  <a:lnTo>
                    <a:pt x="2152" y="731"/>
                  </a:lnTo>
                  <a:lnTo>
                    <a:pt x="2152" y="735"/>
                  </a:lnTo>
                  <a:lnTo>
                    <a:pt x="2150" y="741"/>
                  </a:lnTo>
                  <a:lnTo>
                    <a:pt x="2147" y="745"/>
                  </a:lnTo>
                  <a:lnTo>
                    <a:pt x="2142" y="747"/>
                  </a:lnTo>
                  <a:lnTo>
                    <a:pt x="2139" y="747"/>
                  </a:lnTo>
                  <a:lnTo>
                    <a:pt x="2137" y="745"/>
                  </a:lnTo>
                  <a:lnTo>
                    <a:pt x="2133" y="741"/>
                  </a:lnTo>
                  <a:lnTo>
                    <a:pt x="2130" y="735"/>
                  </a:lnTo>
                  <a:lnTo>
                    <a:pt x="2129" y="729"/>
                  </a:lnTo>
                  <a:lnTo>
                    <a:pt x="2129" y="228"/>
                  </a:lnTo>
                  <a:lnTo>
                    <a:pt x="2129" y="224"/>
                  </a:lnTo>
                  <a:lnTo>
                    <a:pt x="2130" y="220"/>
                  </a:lnTo>
                  <a:lnTo>
                    <a:pt x="2132" y="214"/>
                  </a:lnTo>
                  <a:lnTo>
                    <a:pt x="2133" y="210"/>
                  </a:lnTo>
                  <a:lnTo>
                    <a:pt x="2135" y="210"/>
                  </a:lnTo>
                  <a:lnTo>
                    <a:pt x="2136" y="208"/>
                  </a:lnTo>
                  <a:lnTo>
                    <a:pt x="2138" y="208"/>
                  </a:lnTo>
                  <a:lnTo>
                    <a:pt x="2142" y="208"/>
                  </a:lnTo>
                  <a:lnTo>
                    <a:pt x="2144" y="208"/>
                  </a:lnTo>
                  <a:lnTo>
                    <a:pt x="2147" y="210"/>
                  </a:lnTo>
                  <a:lnTo>
                    <a:pt x="2149" y="210"/>
                  </a:lnTo>
                  <a:lnTo>
                    <a:pt x="2150" y="214"/>
                  </a:lnTo>
                  <a:lnTo>
                    <a:pt x="2151" y="216"/>
                  </a:lnTo>
                  <a:lnTo>
                    <a:pt x="2152" y="220"/>
                  </a:lnTo>
                  <a:lnTo>
                    <a:pt x="2152" y="224"/>
                  </a:lnTo>
                  <a:lnTo>
                    <a:pt x="2152" y="228"/>
                  </a:lnTo>
                  <a:lnTo>
                    <a:pt x="2152" y="244"/>
                  </a:lnTo>
                  <a:lnTo>
                    <a:pt x="2162" y="234"/>
                  </a:lnTo>
                  <a:lnTo>
                    <a:pt x="2172" y="226"/>
                  </a:lnTo>
                  <a:lnTo>
                    <a:pt x="2183" y="220"/>
                  </a:lnTo>
                  <a:lnTo>
                    <a:pt x="2193" y="214"/>
                  </a:lnTo>
                  <a:lnTo>
                    <a:pt x="2203" y="208"/>
                  </a:lnTo>
                  <a:lnTo>
                    <a:pt x="2213" y="206"/>
                  </a:lnTo>
                  <a:lnTo>
                    <a:pt x="2224" y="204"/>
                  </a:lnTo>
                  <a:lnTo>
                    <a:pt x="2234" y="202"/>
                  </a:lnTo>
                  <a:lnTo>
                    <a:pt x="2242" y="204"/>
                  </a:lnTo>
                  <a:lnTo>
                    <a:pt x="2251" y="204"/>
                  </a:lnTo>
                  <a:lnTo>
                    <a:pt x="2260" y="208"/>
                  </a:lnTo>
                  <a:lnTo>
                    <a:pt x="2268" y="212"/>
                  </a:lnTo>
                  <a:lnTo>
                    <a:pt x="2275" y="218"/>
                  </a:lnTo>
                  <a:lnTo>
                    <a:pt x="2283" y="226"/>
                  </a:lnTo>
                  <a:lnTo>
                    <a:pt x="2290" y="236"/>
                  </a:lnTo>
                  <a:lnTo>
                    <a:pt x="2296" y="246"/>
                  </a:lnTo>
                  <a:lnTo>
                    <a:pt x="2302" y="258"/>
                  </a:lnTo>
                  <a:lnTo>
                    <a:pt x="2307" y="272"/>
                  </a:lnTo>
                  <a:lnTo>
                    <a:pt x="2311" y="288"/>
                  </a:lnTo>
                  <a:lnTo>
                    <a:pt x="2313" y="296"/>
                  </a:lnTo>
                  <a:lnTo>
                    <a:pt x="2315" y="305"/>
                  </a:lnTo>
                  <a:lnTo>
                    <a:pt x="2317" y="315"/>
                  </a:lnTo>
                  <a:lnTo>
                    <a:pt x="2318" y="325"/>
                  </a:lnTo>
                  <a:lnTo>
                    <a:pt x="2320" y="345"/>
                  </a:lnTo>
                  <a:lnTo>
                    <a:pt x="2322" y="369"/>
                  </a:lnTo>
                  <a:lnTo>
                    <a:pt x="2322" y="393"/>
                  </a:lnTo>
                  <a:lnTo>
                    <a:pt x="2322" y="729"/>
                  </a:lnTo>
                  <a:lnTo>
                    <a:pt x="2322" y="731"/>
                  </a:lnTo>
                  <a:lnTo>
                    <a:pt x="2321" y="735"/>
                  </a:lnTo>
                  <a:lnTo>
                    <a:pt x="2319" y="741"/>
                  </a:lnTo>
                  <a:lnTo>
                    <a:pt x="2318" y="743"/>
                  </a:lnTo>
                  <a:lnTo>
                    <a:pt x="2316" y="745"/>
                  </a:lnTo>
                  <a:lnTo>
                    <a:pt x="2313" y="747"/>
                  </a:lnTo>
                  <a:close/>
                  <a:moveTo>
                    <a:pt x="2678" y="751"/>
                  </a:moveTo>
                  <a:lnTo>
                    <a:pt x="2665" y="753"/>
                  </a:lnTo>
                  <a:lnTo>
                    <a:pt x="2652" y="753"/>
                  </a:lnTo>
                  <a:lnTo>
                    <a:pt x="2639" y="753"/>
                  </a:lnTo>
                  <a:lnTo>
                    <a:pt x="2628" y="749"/>
                  </a:lnTo>
                  <a:lnTo>
                    <a:pt x="2623" y="745"/>
                  </a:lnTo>
                  <a:lnTo>
                    <a:pt x="2618" y="741"/>
                  </a:lnTo>
                  <a:lnTo>
                    <a:pt x="2614" y="737"/>
                  </a:lnTo>
                  <a:lnTo>
                    <a:pt x="2610" y="731"/>
                  </a:lnTo>
                  <a:lnTo>
                    <a:pt x="2606" y="725"/>
                  </a:lnTo>
                  <a:lnTo>
                    <a:pt x="2603" y="717"/>
                  </a:lnTo>
                  <a:lnTo>
                    <a:pt x="2601" y="709"/>
                  </a:lnTo>
                  <a:lnTo>
                    <a:pt x="2599" y="699"/>
                  </a:lnTo>
                  <a:lnTo>
                    <a:pt x="2597" y="687"/>
                  </a:lnTo>
                  <a:lnTo>
                    <a:pt x="2596" y="675"/>
                  </a:lnTo>
                  <a:lnTo>
                    <a:pt x="2595" y="659"/>
                  </a:lnTo>
                  <a:lnTo>
                    <a:pt x="2595" y="645"/>
                  </a:lnTo>
                  <a:lnTo>
                    <a:pt x="2595" y="248"/>
                  </a:lnTo>
                  <a:lnTo>
                    <a:pt x="2545" y="248"/>
                  </a:lnTo>
                  <a:lnTo>
                    <a:pt x="2541" y="248"/>
                  </a:lnTo>
                  <a:lnTo>
                    <a:pt x="2540" y="246"/>
                  </a:lnTo>
                  <a:lnTo>
                    <a:pt x="2538" y="244"/>
                  </a:lnTo>
                  <a:lnTo>
                    <a:pt x="2536" y="240"/>
                  </a:lnTo>
                  <a:lnTo>
                    <a:pt x="2536" y="236"/>
                  </a:lnTo>
                  <a:lnTo>
                    <a:pt x="2535" y="232"/>
                  </a:lnTo>
                  <a:lnTo>
                    <a:pt x="2535" y="222"/>
                  </a:lnTo>
                  <a:lnTo>
                    <a:pt x="2536" y="220"/>
                  </a:lnTo>
                  <a:lnTo>
                    <a:pt x="2536" y="216"/>
                  </a:lnTo>
                  <a:lnTo>
                    <a:pt x="2537" y="214"/>
                  </a:lnTo>
                  <a:lnTo>
                    <a:pt x="2538" y="212"/>
                  </a:lnTo>
                  <a:lnTo>
                    <a:pt x="2540" y="210"/>
                  </a:lnTo>
                  <a:lnTo>
                    <a:pt x="2541" y="208"/>
                  </a:lnTo>
                  <a:lnTo>
                    <a:pt x="2545" y="208"/>
                  </a:lnTo>
                  <a:lnTo>
                    <a:pt x="2595" y="208"/>
                  </a:lnTo>
                  <a:lnTo>
                    <a:pt x="2595" y="104"/>
                  </a:lnTo>
                  <a:lnTo>
                    <a:pt x="2595" y="96"/>
                  </a:lnTo>
                  <a:lnTo>
                    <a:pt x="2596" y="94"/>
                  </a:lnTo>
                  <a:lnTo>
                    <a:pt x="2597" y="90"/>
                  </a:lnTo>
                  <a:lnTo>
                    <a:pt x="2598" y="88"/>
                  </a:lnTo>
                  <a:lnTo>
                    <a:pt x="2600" y="86"/>
                  </a:lnTo>
                  <a:lnTo>
                    <a:pt x="2602" y="86"/>
                  </a:lnTo>
                  <a:lnTo>
                    <a:pt x="2603" y="84"/>
                  </a:lnTo>
                  <a:lnTo>
                    <a:pt x="2609" y="84"/>
                  </a:lnTo>
                  <a:lnTo>
                    <a:pt x="2612" y="86"/>
                  </a:lnTo>
                  <a:lnTo>
                    <a:pt x="2615" y="90"/>
                  </a:lnTo>
                  <a:lnTo>
                    <a:pt x="2617" y="96"/>
                  </a:lnTo>
                  <a:lnTo>
                    <a:pt x="2617" y="104"/>
                  </a:lnTo>
                  <a:lnTo>
                    <a:pt x="2617" y="208"/>
                  </a:lnTo>
                  <a:lnTo>
                    <a:pt x="2677" y="208"/>
                  </a:lnTo>
                  <a:lnTo>
                    <a:pt x="2681" y="208"/>
                  </a:lnTo>
                  <a:lnTo>
                    <a:pt x="2682" y="210"/>
                  </a:lnTo>
                  <a:lnTo>
                    <a:pt x="2684" y="212"/>
                  </a:lnTo>
                  <a:lnTo>
                    <a:pt x="2686" y="216"/>
                  </a:lnTo>
                  <a:lnTo>
                    <a:pt x="2686" y="220"/>
                  </a:lnTo>
                  <a:lnTo>
                    <a:pt x="2687" y="222"/>
                  </a:lnTo>
                  <a:lnTo>
                    <a:pt x="2687" y="232"/>
                  </a:lnTo>
                  <a:lnTo>
                    <a:pt x="2686" y="236"/>
                  </a:lnTo>
                  <a:lnTo>
                    <a:pt x="2686" y="240"/>
                  </a:lnTo>
                  <a:lnTo>
                    <a:pt x="2684" y="244"/>
                  </a:lnTo>
                  <a:lnTo>
                    <a:pt x="2682" y="246"/>
                  </a:lnTo>
                  <a:lnTo>
                    <a:pt x="2681" y="248"/>
                  </a:lnTo>
                  <a:lnTo>
                    <a:pt x="2677" y="248"/>
                  </a:lnTo>
                  <a:lnTo>
                    <a:pt x="2617" y="248"/>
                  </a:lnTo>
                  <a:lnTo>
                    <a:pt x="2617" y="645"/>
                  </a:lnTo>
                  <a:lnTo>
                    <a:pt x="2618" y="665"/>
                  </a:lnTo>
                  <a:lnTo>
                    <a:pt x="2619" y="681"/>
                  </a:lnTo>
                  <a:lnTo>
                    <a:pt x="2622" y="693"/>
                  </a:lnTo>
                  <a:lnTo>
                    <a:pt x="2624" y="697"/>
                  </a:lnTo>
                  <a:lnTo>
                    <a:pt x="2626" y="701"/>
                  </a:lnTo>
                  <a:lnTo>
                    <a:pt x="2628" y="705"/>
                  </a:lnTo>
                  <a:lnTo>
                    <a:pt x="2631" y="707"/>
                  </a:lnTo>
                  <a:lnTo>
                    <a:pt x="2634" y="711"/>
                  </a:lnTo>
                  <a:lnTo>
                    <a:pt x="2637" y="711"/>
                  </a:lnTo>
                  <a:lnTo>
                    <a:pt x="2644" y="713"/>
                  </a:lnTo>
                  <a:lnTo>
                    <a:pt x="2652" y="713"/>
                  </a:lnTo>
                  <a:lnTo>
                    <a:pt x="2676" y="713"/>
                  </a:lnTo>
                  <a:lnTo>
                    <a:pt x="2681" y="715"/>
                  </a:lnTo>
                  <a:lnTo>
                    <a:pt x="2684" y="717"/>
                  </a:lnTo>
                  <a:lnTo>
                    <a:pt x="2685" y="719"/>
                  </a:lnTo>
                  <a:lnTo>
                    <a:pt x="2686" y="723"/>
                  </a:lnTo>
                  <a:lnTo>
                    <a:pt x="2686" y="725"/>
                  </a:lnTo>
                  <a:lnTo>
                    <a:pt x="2687" y="729"/>
                  </a:lnTo>
                  <a:lnTo>
                    <a:pt x="2686" y="737"/>
                  </a:lnTo>
                  <a:lnTo>
                    <a:pt x="2685" y="743"/>
                  </a:lnTo>
                  <a:lnTo>
                    <a:pt x="2684" y="747"/>
                  </a:lnTo>
                  <a:lnTo>
                    <a:pt x="2682" y="747"/>
                  </a:lnTo>
                  <a:lnTo>
                    <a:pt x="2678" y="751"/>
                  </a:lnTo>
                  <a:close/>
                  <a:moveTo>
                    <a:pt x="2945" y="753"/>
                  </a:moveTo>
                  <a:lnTo>
                    <a:pt x="2940" y="753"/>
                  </a:lnTo>
                  <a:lnTo>
                    <a:pt x="2937" y="751"/>
                  </a:lnTo>
                  <a:lnTo>
                    <a:pt x="2934" y="747"/>
                  </a:lnTo>
                  <a:lnTo>
                    <a:pt x="2933" y="741"/>
                  </a:lnTo>
                  <a:lnTo>
                    <a:pt x="2932" y="735"/>
                  </a:lnTo>
                  <a:lnTo>
                    <a:pt x="2932" y="395"/>
                  </a:lnTo>
                  <a:lnTo>
                    <a:pt x="2932" y="377"/>
                  </a:lnTo>
                  <a:lnTo>
                    <a:pt x="2931" y="359"/>
                  </a:lnTo>
                  <a:lnTo>
                    <a:pt x="2930" y="343"/>
                  </a:lnTo>
                  <a:lnTo>
                    <a:pt x="2928" y="329"/>
                  </a:lnTo>
                  <a:lnTo>
                    <a:pt x="2926" y="315"/>
                  </a:lnTo>
                  <a:lnTo>
                    <a:pt x="2923" y="303"/>
                  </a:lnTo>
                  <a:lnTo>
                    <a:pt x="2919" y="292"/>
                  </a:lnTo>
                  <a:lnTo>
                    <a:pt x="2915" y="282"/>
                  </a:lnTo>
                  <a:lnTo>
                    <a:pt x="2913" y="276"/>
                  </a:lnTo>
                  <a:lnTo>
                    <a:pt x="2910" y="272"/>
                  </a:lnTo>
                  <a:lnTo>
                    <a:pt x="2905" y="264"/>
                  </a:lnTo>
                  <a:lnTo>
                    <a:pt x="2899" y="258"/>
                  </a:lnTo>
                  <a:lnTo>
                    <a:pt x="2892" y="252"/>
                  </a:lnTo>
                  <a:lnTo>
                    <a:pt x="2885" y="248"/>
                  </a:lnTo>
                  <a:lnTo>
                    <a:pt x="2881" y="246"/>
                  </a:lnTo>
                  <a:lnTo>
                    <a:pt x="2876" y="244"/>
                  </a:lnTo>
                  <a:lnTo>
                    <a:pt x="2867" y="242"/>
                  </a:lnTo>
                  <a:lnTo>
                    <a:pt x="2858" y="242"/>
                  </a:lnTo>
                  <a:lnTo>
                    <a:pt x="2841" y="244"/>
                  </a:lnTo>
                  <a:lnTo>
                    <a:pt x="2823" y="246"/>
                  </a:lnTo>
                  <a:lnTo>
                    <a:pt x="2804" y="252"/>
                  </a:lnTo>
                  <a:lnTo>
                    <a:pt x="2796" y="256"/>
                  </a:lnTo>
                  <a:lnTo>
                    <a:pt x="2789" y="260"/>
                  </a:lnTo>
                  <a:lnTo>
                    <a:pt x="2789" y="735"/>
                  </a:lnTo>
                  <a:lnTo>
                    <a:pt x="2789" y="737"/>
                  </a:lnTo>
                  <a:lnTo>
                    <a:pt x="2788" y="741"/>
                  </a:lnTo>
                  <a:lnTo>
                    <a:pt x="2786" y="747"/>
                  </a:lnTo>
                  <a:lnTo>
                    <a:pt x="2785" y="749"/>
                  </a:lnTo>
                  <a:lnTo>
                    <a:pt x="2784" y="751"/>
                  </a:lnTo>
                  <a:lnTo>
                    <a:pt x="2780" y="753"/>
                  </a:lnTo>
                  <a:lnTo>
                    <a:pt x="2775" y="753"/>
                  </a:lnTo>
                  <a:lnTo>
                    <a:pt x="2772" y="751"/>
                  </a:lnTo>
                  <a:lnTo>
                    <a:pt x="2769" y="747"/>
                  </a:lnTo>
                  <a:lnTo>
                    <a:pt x="2767" y="741"/>
                  </a:lnTo>
                  <a:lnTo>
                    <a:pt x="2767" y="735"/>
                  </a:lnTo>
                  <a:lnTo>
                    <a:pt x="2767" y="20"/>
                  </a:lnTo>
                  <a:lnTo>
                    <a:pt x="2767" y="16"/>
                  </a:lnTo>
                  <a:lnTo>
                    <a:pt x="2767" y="12"/>
                  </a:lnTo>
                  <a:lnTo>
                    <a:pt x="2769" y="6"/>
                  </a:lnTo>
                  <a:lnTo>
                    <a:pt x="2770" y="4"/>
                  </a:lnTo>
                  <a:lnTo>
                    <a:pt x="2772" y="2"/>
                  </a:lnTo>
                  <a:lnTo>
                    <a:pt x="2775" y="0"/>
                  </a:lnTo>
                  <a:lnTo>
                    <a:pt x="2780" y="0"/>
                  </a:lnTo>
                  <a:lnTo>
                    <a:pt x="2784" y="2"/>
                  </a:lnTo>
                  <a:lnTo>
                    <a:pt x="2786" y="6"/>
                  </a:lnTo>
                  <a:lnTo>
                    <a:pt x="2788" y="12"/>
                  </a:lnTo>
                  <a:lnTo>
                    <a:pt x="2789" y="20"/>
                  </a:lnTo>
                  <a:lnTo>
                    <a:pt x="2789" y="220"/>
                  </a:lnTo>
                  <a:lnTo>
                    <a:pt x="2804" y="214"/>
                  </a:lnTo>
                  <a:lnTo>
                    <a:pt x="2823" y="208"/>
                  </a:lnTo>
                  <a:lnTo>
                    <a:pt x="2840" y="204"/>
                  </a:lnTo>
                  <a:lnTo>
                    <a:pt x="2858" y="202"/>
                  </a:lnTo>
                  <a:lnTo>
                    <a:pt x="2870" y="204"/>
                  </a:lnTo>
                  <a:lnTo>
                    <a:pt x="2882" y="206"/>
                  </a:lnTo>
                  <a:lnTo>
                    <a:pt x="2887" y="208"/>
                  </a:lnTo>
                  <a:lnTo>
                    <a:pt x="2892" y="210"/>
                  </a:lnTo>
                  <a:lnTo>
                    <a:pt x="2902" y="216"/>
                  </a:lnTo>
                  <a:lnTo>
                    <a:pt x="2911" y="224"/>
                  </a:lnTo>
                  <a:lnTo>
                    <a:pt x="2915" y="230"/>
                  </a:lnTo>
                  <a:lnTo>
                    <a:pt x="2919" y="234"/>
                  </a:lnTo>
                  <a:lnTo>
                    <a:pt x="2926" y="244"/>
                  </a:lnTo>
                  <a:lnTo>
                    <a:pt x="2932" y="256"/>
                  </a:lnTo>
                  <a:lnTo>
                    <a:pt x="2937" y="270"/>
                  </a:lnTo>
                  <a:lnTo>
                    <a:pt x="2940" y="278"/>
                  </a:lnTo>
                  <a:lnTo>
                    <a:pt x="2942" y="286"/>
                  </a:lnTo>
                  <a:lnTo>
                    <a:pt x="2944" y="292"/>
                  </a:lnTo>
                  <a:lnTo>
                    <a:pt x="2946" y="300"/>
                  </a:lnTo>
                  <a:lnTo>
                    <a:pt x="2947" y="309"/>
                  </a:lnTo>
                  <a:lnTo>
                    <a:pt x="2949" y="317"/>
                  </a:lnTo>
                  <a:lnTo>
                    <a:pt x="2951" y="335"/>
                  </a:lnTo>
                  <a:lnTo>
                    <a:pt x="2952" y="345"/>
                  </a:lnTo>
                  <a:lnTo>
                    <a:pt x="2953" y="355"/>
                  </a:lnTo>
                  <a:lnTo>
                    <a:pt x="2953" y="375"/>
                  </a:lnTo>
                  <a:lnTo>
                    <a:pt x="2954" y="395"/>
                  </a:lnTo>
                  <a:lnTo>
                    <a:pt x="2954" y="735"/>
                  </a:lnTo>
                  <a:lnTo>
                    <a:pt x="2953" y="741"/>
                  </a:lnTo>
                  <a:lnTo>
                    <a:pt x="2953" y="745"/>
                  </a:lnTo>
                  <a:lnTo>
                    <a:pt x="2952" y="747"/>
                  </a:lnTo>
                  <a:lnTo>
                    <a:pt x="2950" y="749"/>
                  </a:lnTo>
                  <a:lnTo>
                    <a:pt x="2949" y="751"/>
                  </a:lnTo>
                  <a:lnTo>
                    <a:pt x="2947" y="753"/>
                  </a:lnTo>
                  <a:lnTo>
                    <a:pt x="2945" y="753"/>
                  </a:lnTo>
                  <a:close/>
                  <a:moveTo>
                    <a:pt x="3232" y="487"/>
                  </a:moveTo>
                  <a:lnTo>
                    <a:pt x="3061" y="487"/>
                  </a:lnTo>
                  <a:lnTo>
                    <a:pt x="3061" y="509"/>
                  </a:lnTo>
                  <a:lnTo>
                    <a:pt x="3061" y="539"/>
                  </a:lnTo>
                  <a:lnTo>
                    <a:pt x="3062" y="553"/>
                  </a:lnTo>
                  <a:lnTo>
                    <a:pt x="3063" y="565"/>
                  </a:lnTo>
                  <a:lnTo>
                    <a:pt x="3064" y="579"/>
                  </a:lnTo>
                  <a:lnTo>
                    <a:pt x="3065" y="591"/>
                  </a:lnTo>
                  <a:lnTo>
                    <a:pt x="3068" y="613"/>
                  </a:lnTo>
                  <a:lnTo>
                    <a:pt x="3072" y="631"/>
                  </a:lnTo>
                  <a:lnTo>
                    <a:pt x="3077" y="647"/>
                  </a:lnTo>
                  <a:lnTo>
                    <a:pt x="3082" y="663"/>
                  </a:lnTo>
                  <a:lnTo>
                    <a:pt x="3085" y="669"/>
                  </a:lnTo>
                  <a:lnTo>
                    <a:pt x="3088" y="675"/>
                  </a:lnTo>
                  <a:lnTo>
                    <a:pt x="3091" y="681"/>
                  </a:lnTo>
                  <a:lnTo>
                    <a:pt x="3094" y="685"/>
                  </a:lnTo>
                  <a:lnTo>
                    <a:pt x="3101" y="693"/>
                  </a:lnTo>
                  <a:lnTo>
                    <a:pt x="3109" y="701"/>
                  </a:lnTo>
                  <a:lnTo>
                    <a:pt x="3117" y="705"/>
                  </a:lnTo>
                  <a:lnTo>
                    <a:pt x="3125" y="709"/>
                  </a:lnTo>
                  <a:lnTo>
                    <a:pt x="3134" y="713"/>
                  </a:lnTo>
                  <a:lnTo>
                    <a:pt x="3143" y="713"/>
                  </a:lnTo>
                  <a:lnTo>
                    <a:pt x="3153" y="713"/>
                  </a:lnTo>
                  <a:lnTo>
                    <a:pt x="3171" y="713"/>
                  </a:lnTo>
                  <a:lnTo>
                    <a:pt x="3189" y="709"/>
                  </a:lnTo>
                  <a:lnTo>
                    <a:pt x="3209" y="703"/>
                  </a:lnTo>
                  <a:lnTo>
                    <a:pt x="3228" y="697"/>
                  </a:lnTo>
                  <a:lnTo>
                    <a:pt x="3229" y="697"/>
                  </a:lnTo>
                  <a:lnTo>
                    <a:pt x="3231" y="697"/>
                  </a:lnTo>
                  <a:lnTo>
                    <a:pt x="3235" y="697"/>
                  </a:lnTo>
                  <a:lnTo>
                    <a:pt x="3236" y="699"/>
                  </a:lnTo>
                  <a:lnTo>
                    <a:pt x="3237" y="703"/>
                  </a:lnTo>
                  <a:lnTo>
                    <a:pt x="3238" y="705"/>
                  </a:lnTo>
                  <a:lnTo>
                    <a:pt x="3238" y="709"/>
                  </a:lnTo>
                  <a:lnTo>
                    <a:pt x="3238" y="721"/>
                  </a:lnTo>
                  <a:lnTo>
                    <a:pt x="3237" y="725"/>
                  </a:lnTo>
                  <a:lnTo>
                    <a:pt x="3236" y="729"/>
                  </a:lnTo>
                  <a:lnTo>
                    <a:pt x="3235" y="731"/>
                  </a:lnTo>
                  <a:lnTo>
                    <a:pt x="3233" y="733"/>
                  </a:lnTo>
                  <a:lnTo>
                    <a:pt x="3229" y="737"/>
                  </a:lnTo>
                  <a:lnTo>
                    <a:pt x="3210" y="743"/>
                  </a:lnTo>
                  <a:lnTo>
                    <a:pt x="3190" y="749"/>
                  </a:lnTo>
                  <a:lnTo>
                    <a:pt x="3171" y="751"/>
                  </a:lnTo>
                  <a:lnTo>
                    <a:pt x="3153" y="753"/>
                  </a:lnTo>
                  <a:lnTo>
                    <a:pt x="3141" y="753"/>
                  </a:lnTo>
                  <a:lnTo>
                    <a:pt x="3129" y="751"/>
                  </a:lnTo>
                  <a:lnTo>
                    <a:pt x="3118" y="747"/>
                  </a:lnTo>
                  <a:lnTo>
                    <a:pt x="3108" y="741"/>
                  </a:lnTo>
                  <a:lnTo>
                    <a:pt x="3098" y="735"/>
                  </a:lnTo>
                  <a:lnTo>
                    <a:pt x="3093" y="731"/>
                  </a:lnTo>
                  <a:lnTo>
                    <a:pt x="3089" y="727"/>
                  </a:lnTo>
                  <a:lnTo>
                    <a:pt x="3080" y="715"/>
                  </a:lnTo>
                  <a:lnTo>
                    <a:pt x="3072" y="703"/>
                  </a:lnTo>
                  <a:lnTo>
                    <a:pt x="3068" y="695"/>
                  </a:lnTo>
                  <a:lnTo>
                    <a:pt x="3065" y="687"/>
                  </a:lnTo>
                  <a:lnTo>
                    <a:pt x="3058" y="669"/>
                  </a:lnTo>
                  <a:lnTo>
                    <a:pt x="3053" y="649"/>
                  </a:lnTo>
                  <a:lnTo>
                    <a:pt x="3048" y="627"/>
                  </a:lnTo>
                  <a:lnTo>
                    <a:pt x="3046" y="615"/>
                  </a:lnTo>
                  <a:lnTo>
                    <a:pt x="3044" y="601"/>
                  </a:lnTo>
                  <a:lnTo>
                    <a:pt x="3041" y="573"/>
                  </a:lnTo>
                  <a:lnTo>
                    <a:pt x="3039" y="543"/>
                  </a:lnTo>
                  <a:lnTo>
                    <a:pt x="3039" y="527"/>
                  </a:lnTo>
                  <a:lnTo>
                    <a:pt x="3039" y="509"/>
                  </a:lnTo>
                  <a:lnTo>
                    <a:pt x="3039" y="443"/>
                  </a:lnTo>
                  <a:lnTo>
                    <a:pt x="3039" y="417"/>
                  </a:lnTo>
                  <a:lnTo>
                    <a:pt x="3040" y="391"/>
                  </a:lnTo>
                  <a:lnTo>
                    <a:pt x="3043" y="369"/>
                  </a:lnTo>
                  <a:lnTo>
                    <a:pt x="3045" y="345"/>
                  </a:lnTo>
                  <a:lnTo>
                    <a:pt x="3047" y="335"/>
                  </a:lnTo>
                  <a:lnTo>
                    <a:pt x="3049" y="325"/>
                  </a:lnTo>
                  <a:lnTo>
                    <a:pt x="3051" y="315"/>
                  </a:lnTo>
                  <a:lnTo>
                    <a:pt x="3053" y="305"/>
                  </a:lnTo>
                  <a:lnTo>
                    <a:pt x="3056" y="296"/>
                  </a:lnTo>
                  <a:lnTo>
                    <a:pt x="3059" y="288"/>
                  </a:lnTo>
                  <a:lnTo>
                    <a:pt x="3065" y="270"/>
                  </a:lnTo>
                  <a:lnTo>
                    <a:pt x="3072" y="256"/>
                  </a:lnTo>
                  <a:lnTo>
                    <a:pt x="3079" y="242"/>
                  </a:lnTo>
                  <a:lnTo>
                    <a:pt x="3087" y="230"/>
                  </a:lnTo>
                  <a:lnTo>
                    <a:pt x="3097" y="220"/>
                  </a:lnTo>
                  <a:lnTo>
                    <a:pt x="3106" y="212"/>
                  </a:lnTo>
                  <a:lnTo>
                    <a:pt x="3117" y="208"/>
                  </a:lnTo>
                  <a:lnTo>
                    <a:pt x="3128" y="204"/>
                  </a:lnTo>
                  <a:lnTo>
                    <a:pt x="3134" y="202"/>
                  </a:lnTo>
                  <a:lnTo>
                    <a:pt x="3141" y="202"/>
                  </a:lnTo>
                  <a:lnTo>
                    <a:pt x="3154" y="204"/>
                  </a:lnTo>
                  <a:lnTo>
                    <a:pt x="3160" y="204"/>
                  </a:lnTo>
                  <a:lnTo>
                    <a:pt x="3166" y="206"/>
                  </a:lnTo>
                  <a:lnTo>
                    <a:pt x="3177" y="212"/>
                  </a:lnTo>
                  <a:lnTo>
                    <a:pt x="3182" y="216"/>
                  </a:lnTo>
                  <a:lnTo>
                    <a:pt x="3186" y="220"/>
                  </a:lnTo>
                  <a:lnTo>
                    <a:pt x="3196" y="230"/>
                  </a:lnTo>
                  <a:lnTo>
                    <a:pt x="3204" y="240"/>
                  </a:lnTo>
                  <a:lnTo>
                    <a:pt x="3211" y="254"/>
                  </a:lnTo>
                  <a:lnTo>
                    <a:pt x="3214" y="260"/>
                  </a:lnTo>
                  <a:lnTo>
                    <a:pt x="3218" y="268"/>
                  </a:lnTo>
                  <a:lnTo>
                    <a:pt x="3223" y="286"/>
                  </a:lnTo>
                  <a:lnTo>
                    <a:pt x="3228" y="303"/>
                  </a:lnTo>
                  <a:lnTo>
                    <a:pt x="3232" y="323"/>
                  </a:lnTo>
                  <a:lnTo>
                    <a:pt x="3236" y="343"/>
                  </a:lnTo>
                  <a:lnTo>
                    <a:pt x="3238" y="365"/>
                  </a:lnTo>
                  <a:lnTo>
                    <a:pt x="3240" y="389"/>
                  </a:lnTo>
                  <a:lnTo>
                    <a:pt x="3241" y="415"/>
                  </a:lnTo>
                  <a:lnTo>
                    <a:pt x="3242" y="441"/>
                  </a:lnTo>
                  <a:lnTo>
                    <a:pt x="3242" y="469"/>
                  </a:lnTo>
                  <a:lnTo>
                    <a:pt x="3241" y="473"/>
                  </a:lnTo>
                  <a:lnTo>
                    <a:pt x="3241" y="475"/>
                  </a:lnTo>
                  <a:lnTo>
                    <a:pt x="3239" y="483"/>
                  </a:lnTo>
                  <a:lnTo>
                    <a:pt x="3236" y="487"/>
                  </a:lnTo>
                  <a:lnTo>
                    <a:pt x="3232" y="487"/>
                  </a:lnTo>
                  <a:close/>
                  <a:moveTo>
                    <a:pt x="3220" y="441"/>
                  </a:moveTo>
                  <a:lnTo>
                    <a:pt x="3219" y="417"/>
                  </a:lnTo>
                  <a:lnTo>
                    <a:pt x="3219" y="397"/>
                  </a:lnTo>
                  <a:lnTo>
                    <a:pt x="3217" y="375"/>
                  </a:lnTo>
                  <a:lnTo>
                    <a:pt x="3215" y="357"/>
                  </a:lnTo>
                  <a:lnTo>
                    <a:pt x="3213" y="339"/>
                  </a:lnTo>
                  <a:lnTo>
                    <a:pt x="3210" y="321"/>
                  </a:lnTo>
                  <a:lnTo>
                    <a:pt x="3208" y="315"/>
                  </a:lnTo>
                  <a:lnTo>
                    <a:pt x="3206" y="307"/>
                  </a:lnTo>
                  <a:lnTo>
                    <a:pt x="3202" y="294"/>
                  </a:lnTo>
                  <a:lnTo>
                    <a:pt x="3199" y="288"/>
                  </a:lnTo>
                  <a:lnTo>
                    <a:pt x="3197" y="282"/>
                  </a:lnTo>
                  <a:lnTo>
                    <a:pt x="3194" y="276"/>
                  </a:lnTo>
                  <a:lnTo>
                    <a:pt x="3191" y="272"/>
                  </a:lnTo>
                  <a:lnTo>
                    <a:pt x="3188" y="266"/>
                  </a:lnTo>
                  <a:lnTo>
                    <a:pt x="3185" y="262"/>
                  </a:lnTo>
                  <a:lnTo>
                    <a:pt x="3178" y="256"/>
                  </a:lnTo>
                  <a:lnTo>
                    <a:pt x="3170" y="250"/>
                  </a:lnTo>
                  <a:lnTo>
                    <a:pt x="3161" y="246"/>
                  </a:lnTo>
                  <a:lnTo>
                    <a:pt x="3152" y="242"/>
                  </a:lnTo>
                  <a:lnTo>
                    <a:pt x="3141" y="242"/>
                  </a:lnTo>
                  <a:lnTo>
                    <a:pt x="3130" y="242"/>
                  </a:lnTo>
                  <a:lnTo>
                    <a:pt x="3126" y="244"/>
                  </a:lnTo>
                  <a:lnTo>
                    <a:pt x="3121" y="246"/>
                  </a:lnTo>
                  <a:lnTo>
                    <a:pt x="3112" y="250"/>
                  </a:lnTo>
                  <a:lnTo>
                    <a:pt x="3105" y="256"/>
                  </a:lnTo>
                  <a:lnTo>
                    <a:pt x="3097" y="264"/>
                  </a:lnTo>
                  <a:lnTo>
                    <a:pt x="3091" y="274"/>
                  </a:lnTo>
                  <a:lnTo>
                    <a:pt x="3085" y="284"/>
                  </a:lnTo>
                  <a:lnTo>
                    <a:pt x="3080" y="298"/>
                  </a:lnTo>
                  <a:lnTo>
                    <a:pt x="3075" y="311"/>
                  </a:lnTo>
                  <a:lnTo>
                    <a:pt x="3073" y="317"/>
                  </a:lnTo>
                  <a:lnTo>
                    <a:pt x="3071" y="325"/>
                  </a:lnTo>
                  <a:lnTo>
                    <a:pt x="3068" y="343"/>
                  </a:lnTo>
                  <a:lnTo>
                    <a:pt x="3066" y="361"/>
                  </a:lnTo>
                  <a:lnTo>
                    <a:pt x="3064" y="379"/>
                  </a:lnTo>
                  <a:lnTo>
                    <a:pt x="3062" y="399"/>
                  </a:lnTo>
                  <a:lnTo>
                    <a:pt x="3061" y="421"/>
                  </a:lnTo>
                  <a:lnTo>
                    <a:pt x="3061" y="443"/>
                  </a:lnTo>
                  <a:lnTo>
                    <a:pt x="3220" y="447"/>
                  </a:lnTo>
                  <a:lnTo>
                    <a:pt x="3220" y="441"/>
                  </a:lnTo>
                  <a:close/>
                  <a:moveTo>
                    <a:pt x="3726" y="699"/>
                  </a:moveTo>
                  <a:lnTo>
                    <a:pt x="3724" y="713"/>
                  </a:lnTo>
                  <a:lnTo>
                    <a:pt x="3722" y="723"/>
                  </a:lnTo>
                  <a:lnTo>
                    <a:pt x="3720" y="733"/>
                  </a:lnTo>
                  <a:lnTo>
                    <a:pt x="3718" y="737"/>
                  </a:lnTo>
                  <a:lnTo>
                    <a:pt x="3717" y="741"/>
                  </a:lnTo>
                  <a:lnTo>
                    <a:pt x="3714" y="747"/>
                  </a:lnTo>
                  <a:lnTo>
                    <a:pt x="3710" y="751"/>
                  </a:lnTo>
                  <a:lnTo>
                    <a:pt x="3705" y="753"/>
                  </a:lnTo>
                  <a:lnTo>
                    <a:pt x="3700" y="753"/>
                  </a:lnTo>
                  <a:lnTo>
                    <a:pt x="3694" y="753"/>
                  </a:lnTo>
                  <a:lnTo>
                    <a:pt x="3692" y="751"/>
                  </a:lnTo>
                  <a:lnTo>
                    <a:pt x="3690" y="749"/>
                  </a:lnTo>
                  <a:lnTo>
                    <a:pt x="3688" y="747"/>
                  </a:lnTo>
                  <a:lnTo>
                    <a:pt x="3686" y="745"/>
                  </a:lnTo>
                  <a:lnTo>
                    <a:pt x="3684" y="741"/>
                  </a:lnTo>
                  <a:lnTo>
                    <a:pt x="3683" y="739"/>
                  </a:lnTo>
                  <a:lnTo>
                    <a:pt x="3680" y="731"/>
                  </a:lnTo>
                  <a:lnTo>
                    <a:pt x="3678" y="721"/>
                  </a:lnTo>
                  <a:lnTo>
                    <a:pt x="3676" y="709"/>
                  </a:lnTo>
                  <a:lnTo>
                    <a:pt x="3674" y="695"/>
                  </a:lnTo>
                  <a:lnTo>
                    <a:pt x="3621" y="313"/>
                  </a:lnTo>
                  <a:lnTo>
                    <a:pt x="3619" y="305"/>
                  </a:lnTo>
                  <a:lnTo>
                    <a:pt x="3618" y="305"/>
                  </a:lnTo>
                  <a:lnTo>
                    <a:pt x="3617" y="305"/>
                  </a:lnTo>
                  <a:lnTo>
                    <a:pt x="3615" y="305"/>
                  </a:lnTo>
                  <a:lnTo>
                    <a:pt x="3614" y="313"/>
                  </a:lnTo>
                  <a:lnTo>
                    <a:pt x="3560" y="695"/>
                  </a:lnTo>
                  <a:lnTo>
                    <a:pt x="3556" y="721"/>
                  </a:lnTo>
                  <a:lnTo>
                    <a:pt x="3554" y="731"/>
                  </a:lnTo>
                  <a:lnTo>
                    <a:pt x="3552" y="739"/>
                  </a:lnTo>
                  <a:lnTo>
                    <a:pt x="3548" y="745"/>
                  </a:lnTo>
                  <a:lnTo>
                    <a:pt x="3545" y="749"/>
                  </a:lnTo>
                  <a:lnTo>
                    <a:pt x="3540" y="753"/>
                  </a:lnTo>
                  <a:lnTo>
                    <a:pt x="3535" y="753"/>
                  </a:lnTo>
                  <a:lnTo>
                    <a:pt x="3529" y="753"/>
                  </a:lnTo>
                  <a:lnTo>
                    <a:pt x="3525" y="751"/>
                  </a:lnTo>
                  <a:lnTo>
                    <a:pt x="3521" y="747"/>
                  </a:lnTo>
                  <a:lnTo>
                    <a:pt x="3517" y="741"/>
                  </a:lnTo>
                  <a:lnTo>
                    <a:pt x="3516" y="737"/>
                  </a:lnTo>
                  <a:lnTo>
                    <a:pt x="3515" y="733"/>
                  </a:lnTo>
                  <a:lnTo>
                    <a:pt x="3513" y="729"/>
                  </a:lnTo>
                  <a:lnTo>
                    <a:pt x="3512" y="723"/>
                  </a:lnTo>
                  <a:lnTo>
                    <a:pt x="3510" y="713"/>
                  </a:lnTo>
                  <a:lnTo>
                    <a:pt x="3508" y="699"/>
                  </a:lnTo>
                  <a:lnTo>
                    <a:pt x="3452" y="232"/>
                  </a:lnTo>
                  <a:lnTo>
                    <a:pt x="3452" y="228"/>
                  </a:lnTo>
                  <a:lnTo>
                    <a:pt x="3452" y="222"/>
                  </a:lnTo>
                  <a:lnTo>
                    <a:pt x="3452" y="218"/>
                  </a:lnTo>
                  <a:lnTo>
                    <a:pt x="3453" y="216"/>
                  </a:lnTo>
                  <a:lnTo>
                    <a:pt x="3454" y="212"/>
                  </a:lnTo>
                  <a:lnTo>
                    <a:pt x="3456" y="210"/>
                  </a:lnTo>
                  <a:lnTo>
                    <a:pt x="3458" y="208"/>
                  </a:lnTo>
                  <a:lnTo>
                    <a:pt x="3461" y="208"/>
                  </a:lnTo>
                  <a:lnTo>
                    <a:pt x="3467" y="208"/>
                  </a:lnTo>
                  <a:lnTo>
                    <a:pt x="3470" y="212"/>
                  </a:lnTo>
                  <a:lnTo>
                    <a:pt x="3471" y="216"/>
                  </a:lnTo>
                  <a:lnTo>
                    <a:pt x="3472" y="222"/>
                  </a:lnTo>
                  <a:lnTo>
                    <a:pt x="3528" y="689"/>
                  </a:lnTo>
                  <a:lnTo>
                    <a:pt x="3530" y="703"/>
                  </a:lnTo>
                  <a:lnTo>
                    <a:pt x="3531" y="711"/>
                  </a:lnTo>
                  <a:lnTo>
                    <a:pt x="3533" y="713"/>
                  </a:lnTo>
                  <a:lnTo>
                    <a:pt x="3535" y="713"/>
                  </a:lnTo>
                  <a:lnTo>
                    <a:pt x="3536" y="713"/>
                  </a:lnTo>
                  <a:lnTo>
                    <a:pt x="3538" y="709"/>
                  </a:lnTo>
                  <a:lnTo>
                    <a:pt x="3539" y="703"/>
                  </a:lnTo>
                  <a:lnTo>
                    <a:pt x="3541" y="689"/>
                  </a:lnTo>
                  <a:lnTo>
                    <a:pt x="3596" y="301"/>
                  </a:lnTo>
                  <a:lnTo>
                    <a:pt x="3597" y="294"/>
                  </a:lnTo>
                  <a:lnTo>
                    <a:pt x="3599" y="286"/>
                  </a:lnTo>
                  <a:lnTo>
                    <a:pt x="3601" y="280"/>
                  </a:lnTo>
                  <a:lnTo>
                    <a:pt x="3604" y="274"/>
                  </a:lnTo>
                  <a:lnTo>
                    <a:pt x="3607" y="270"/>
                  </a:lnTo>
                  <a:lnTo>
                    <a:pt x="3610" y="268"/>
                  </a:lnTo>
                  <a:lnTo>
                    <a:pt x="3614" y="266"/>
                  </a:lnTo>
                  <a:lnTo>
                    <a:pt x="3617" y="266"/>
                  </a:lnTo>
                  <a:lnTo>
                    <a:pt x="3621" y="266"/>
                  </a:lnTo>
                  <a:lnTo>
                    <a:pt x="3624" y="268"/>
                  </a:lnTo>
                  <a:lnTo>
                    <a:pt x="3627" y="270"/>
                  </a:lnTo>
                  <a:lnTo>
                    <a:pt x="3630" y="274"/>
                  </a:lnTo>
                  <a:lnTo>
                    <a:pt x="3633" y="280"/>
                  </a:lnTo>
                  <a:lnTo>
                    <a:pt x="3634" y="282"/>
                  </a:lnTo>
                  <a:lnTo>
                    <a:pt x="3635" y="286"/>
                  </a:lnTo>
                  <a:lnTo>
                    <a:pt x="3637" y="294"/>
                  </a:lnTo>
                  <a:lnTo>
                    <a:pt x="3639" y="301"/>
                  </a:lnTo>
                  <a:lnTo>
                    <a:pt x="3693" y="689"/>
                  </a:lnTo>
                  <a:lnTo>
                    <a:pt x="3695" y="703"/>
                  </a:lnTo>
                  <a:lnTo>
                    <a:pt x="3696" y="707"/>
                  </a:lnTo>
                  <a:lnTo>
                    <a:pt x="3697" y="709"/>
                  </a:lnTo>
                  <a:lnTo>
                    <a:pt x="3698" y="713"/>
                  </a:lnTo>
                  <a:lnTo>
                    <a:pt x="3700" y="713"/>
                  </a:lnTo>
                  <a:lnTo>
                    <a:pt x="3701" y="713"/>
                  </a:lnTo>
                  <a:lnTo>
                    <a:pt x="3702" y="713"/>
                  </a:lnTo>
                  <a:lnTo>
                    <a:pt x="3703" y="711"/>
                  </a:lnTo>
                  <a:lnTo>
                    <a:pt x="3704" y="707"/>
                  </a:lnTo>
                  <a:lnTo>
                    <a:pt x="3705" y="703"/>
                  </a:lnTo>
                  <a:lnTo>
                    <a:pt x="3707" y="689"/>
                  </a:lnTo>
                  <a:lnTo>
                    <a:pt x="3761" y="222"/>
                  </a:lnTo>
                  <a:lnTo>
                    <a:pt x="3762" y="216"/>
                  </a:lnTo>
                  <a:lnTo>
                    <a:pt x="3763" y="212"/>
                  </a:lnTo>
                  <a:lnTo>
                    <a:pt x="3764" y="210"/>
                  </a:lnTo>
                  <a:lnTo>
                    <a:pt x="3766" y="208"/>
                  </a:lnTo>
                  <a:lnTo>
                    <a:pt x="3767" y="208"/>
                  </a:lnTo>
                  <a:lnTo>
                    <a:pt x="3769" y="208"/>
                  </a:lnTo>
                  <a:lnTo>
                    <a:pt x="3773" y="208"/>
                  </a:lnTo>
                  <a:lnTo>
                    <a:pt x="3777" y="210"/>
                  </a:lnTo>
                  <a:lnTo>
                    <a:pt x="3779" y="212"/>
                  </a:lnTo>
                  <a:lnTo>
                    <a:pt x="3781" y="214"/>
                  </a:lnTo>
                  <a:lnTo>
                    <a:pt x="3782" y="218"/>
                  </a:lnTo>
                  <a:lnTo>
                    <a:pt x="3782" y="222"/>
                  </a:lnTo>
                  <a:lnTo>
                    <a:pt x="3781" y="232"/>
                  </a:lnTo>
                  <a:lnTo>
                    <a:pt x="3726" y="699"/>
                  </a:lnTo>
                  <a:close/>
                  <a:moveTo>
                    <a:pt x="3953" y="753"/>
                  </a:moveTo>
                  <a:lnTo>
                    <a:pt x="3940" y="753"/>
                  </a:lnTo>
                  <a:lnTo>
                    <a:pt x="3934" y="751"/>
                  </a:lnTo>
                  <a:lnTo>
                    <a:pt x="3929" y="749"/>
                  </a:lnTo>
                  <a:lnTo>
                    <a:pt x="3918" y="745"/>
                  </a:lnTo>
                  <a:lnTo>
                    <a:pt x="3908" y="737"/>
                  </a:lnTo>
                  <a:lnTo>
                    <a:pt x="3903" y="733"/>
                  </a:lnTo>
                  <a:lnTo>
                    <a:pt x="3898" y="729"/>
                  </a:lnTo>
                  <a:lnTo>
                    <a:pt x="3890" y="717"/>
                  </a:lnTo>
                  <a:lnTo>
                    <a:pt x="3882" y="705"/>
                  </a:lnTo>
                  <a:lnTo>
                    <a:pt x="3875" y="689"/>
                  </a:lnTo>
                  <a:lnTo>
                    <a:pt x="3872" y="683"/>
                  </a:lnTo>
                  <a:lnTo>
                    <a:pt x="3869" y="673"/>
                  </a:lnTo>
                  <a:lnTo>
                    <a:pt x="3866" y="665"/>
                  </a:lnTo>
                  <a:lnTo>
                    <a:pt x="3864" y="655"/>
                  </a:lnTo>
                  <a:lnTo>
                    <a:pt x="3859" y="635"/>
                  </a:lnTo>
                  <a:lnTo>
                    <a:pt x="3856" y="615"/>
                  </a:lnTo>
                  <a:lnTo>
                    <a:pt x="3853" y="591"/>
                  </a:lnTo>
                  <a:lnTo>
                    <a:pt x="3851" y="567"/>
                  </a:lnTo>
                  <a:lnTo>
                    <a:pt x="3850" y="541"/>
                  </a:lnTo>
                  <a:lnTo>
                    <a:pt x="3849" y="513"/>
                  </a:lnTo>
                  <a:lnTo>
                    <a:pt x="3849" y="443"/>
                  </a:lnTo>
                  <a:lnTo>
                    <a:pt x="3850" y="415"/>
                  </a:lnTo>
                  <a:lnTo>
                    <a:pt x="3851" y="389"/>
                  </a:lnTo>
                  <a:lnTo>
                    <a:pt x="3853" y="363"/>
                  </a:lnTo>
                  <a:lnTo>
                    <a:pt x="3856" y="341"/>
                  </a:lnTo>
                  <a:lnTo>
                    <a:pt x="3857" y="329"/>
                  </a:lnTo>
                  <a:lnTo>
                    <a:pt x="3859" y="319"/>
                  </a:lnTo>
                  <a:lnTo>
                    <a:pt x="3861" y="309"/>
                  </a:lnTo>
                  <a:lnTo>
                    <a:pt x="3864" y="300"/>
                  </a:lnTo>
                  <a:lnTo>
                    <a:pt x="3866" y="290"/>
                  </a:lnTo>
                  <a:lnTo>
                    <a:pt x="3869" y="282"/>
                  </a:lnTo>
                  <a:lnTo>
                    <a:pt x="3875" y="266"/>
                  </a:lnTo>
                  <a:lnTo>
                    <a:pt x="3882" y="252"/>
                  </a:lnTo>
                  <a:lnTo>
                    <a:pt x="3886" y="244"/>
                  </a:lnTo>
                  <a:lnTo>
                    <a:pt x="3890" y="238"/>
                  </a:lnTo>
                  <a:lnTo>
                    <a:pt x="3898" y="228"/>
                  </a:lnTo>
                  <a:lnTo>
                    <a:pt x="3903" y="222"/>
                  </a:lnTo>
                  <a:lnTo>
                    <a:pt x="3908" y="218"/>
                  </a:lnTo>
                  <a:lnTo>
                    <a:pt x="3918" y="212"/>
                  </a:lnTo>
                  <a:lnTo>
                    <a:pt x="3929" y="206"/>
                  </a:lnTo>
                  <a:lnTo>
                    <a:pt x="3934" y="204"/>
                  </a:lnTo>
                  <a:lnTo>
                    <a:pt x="3940" y="204"/>
                  </a:lnTo>
                  <a:lnTo>
                    <a:pt x="3953" y="202"/>
                  </a:lnTo>
                  <a:lnTo>
                    <a:pt x="3965" y="204"/>
                  </a:lnTo>
                  <a:lnTo>
                    <a:pt x="3971" y="204"/>
                  </a:lnTo>
                  <a:lnTo>
                    <a:pt x="3977" y="206"/>
                  </a:lnTo>
                  <a:lnTo>
                    <a:pt x="3988" y="212"/>
                  </a:lnTo>
                  <a:lnTo>
                    <a:pt x="3998" y="218"/>
                  </a:lnTo>
                  <a:lnTo>
                    <a:pt x="4003" y="222"/>
                  </a:lnTo>
                  <a:lnTo>
                    <a:pt x="4007" y="228"/>
                  </a:lnTo>
                  <a:lnTo>
                    <a:pt x="4016" y="238"/>
                  </a:lnTo>
                  <a:lnTo>
                    <a:pt x="4024" y="252"/>
                  </a:lnTo>
                  <a:lnTo>
                    <a:pt x="4031" y="266"/>
                  </a:lnTo>
                  <a:lnTo>
                    <a:pt x="4034" y="274"/>
                  </a:lnTo>
                  <a:lnTo>
                    <a:pt x="4037" y="282"/>
                  </a:lnTo>
                  <a:lnTo>
                    <a:pt x="4039" y="290"/>
                  </a:lnTo>
                  <a:lnTo>
                    <a:pt x="4042" y="300"/>
                  </a:lnTo>
                  <a:lnTo>
                    <a:pt x="4046" y="319"/>
                  </a:lnTo>
                  <a:lnTo>
                    <a:pt x="4050" y="341"/>
                  </a:lnTo>
                  <a:lnTo>
                    <a:pt x="4053" y="363"/>
                  </a:lnTo>
                  <a:lnTo>
                    <a:pt x="4055" y="389"/>
                  </a:lnTo>
                  <a:lnTo>
                    <a:pt x="4056" y="415"/>
                  </a:lnTo>
                  <a:lnTo>
                    <a:pt x="4057" y="443"/>
                  </a:lnTo>
                  <a:lnTo>
                    <a:pt x="4057" y="513"/>
                  </a:lnTo>
                  <a:lnTo>
                    <a:pt x="4056" y="541"/>
                  </a:lnTo>
                  <a:lnTo>
                    <a:pt x="4055" y="567"/>
                  </a:lnTo>
                  <a:lnTo>
                    <a:pt x="4053" y="591"/>
                  </a:lnTo>
                  <a:lnTo>
                    <a:pt x="4050" y="615"/>
                  </a:lnTo>
                  <a:lnTo>
                    <a:pt x="4048" y="625"/>
                  </a:lnTo>
                  <a:lnTo>
                    <a:pt x="4046" y="635"/>
                  </a:lnTo>
                  <a:lnTo>
                    <a:pt x="4044" y="645"/>
                  </a:lnTo>
                  <a:lnTo>
                    <a:pt x="4042" y="655"/>
                  </a:lnTo>
                  <a:lnTo>
                    <a:pt x="4039" y="665"/>
                  </a:lnTo>
                  <a:lnTo>
                    <a:pt x="4037" y="673"/>
                  </a:lnTo>
                  <a:lnTo>
                    <a:pt x="4031" y="689"/>
                  </a:lnTo>
                  <a:lnTo>
                    <a:pt x="4024" y="705"/>
                  </a:lnTo>
                  <a:lnTo>
                    <a:pt x="4020" y="711"/>
                  </a:lnTo>
                  <a:lnTo>
                    <a:pt x="4016" y="717"/>
                  </a:lnTo>
                  <a:lnTo>
                    <a:pt x="4007" y="729"/>
                  </a:lnTo>
                  <a:lnTo>
                    <a:pt x="4003" y="733"/>
                  </a:lnTo>
                  <a:lnTo>
                    <a:pt x="3998" y="737"/>
                  </a:lnTo>
                  <a:lnTo>
                    <a:pt x="3988" y="745"/>
                  </a:lnTo>
                  <a:lnTo>
                    <a:pt x="3977" y="749"/>
                  </a:lnTo>
                  <a:lnTo>
                    <a:pt x="3971" y="751"/>
                  </a:lnTo>
                  <a:lnTo>
                    <a:pt x="3965" y="753"/>
                  </a:lnTo>
                  <a:lnTo>
                    <a:pt x="3953" y="753"/>
                  </a:lnTo>
                  <a:close/>
                  <a:moveTo>
                    <a:pt x="4034" y="443"/>
                  </a:moveTo>
                  <a:lnTo>
                    <a:pt x="4034" y="419"/>
                  </a:lnTo>
                  <a:lnTo>
                    <a:pt x="4033" y="397"/>
                  </a:lnTo>
                  <a:lnTo>
                    <a:pt x="4033" y="387"/>
                  </a:lnTo>
                  <a:lnTo>
                    <a:pt x="4032" y="377"/>
                  </a:lnTo>
                  <a:lnTo>
                    <a:pt x="4030" y="359"/>
                  </a:lnTo>
                  <a:lnTo>
                    <a:pt x="4027" y="341"/>
                  </a:lnTo>
                  <a:lnTo>
                    <a:pt x="4024" y="323"/>
                  </a:lnTo>
                  <a:lnTo>
                    <a:pt x="4020" y="309"/>
                  </a:lnTo>
                  <a:lnTo>
                    <a:pt x="4016" y="296"/>
                  </a:lnTo>
                  <a:lnTo>
                    <a:pt x="4011" y="284"/>
                  </a:lnTo>
                  <a:lnTo>
                    <a:pt x="4008" y="278"/>
                  </a:lnTo>
                  <a:lnTo>
                    <a:pt x="4005" y="272"/>
                  </a:lnTo>
                  <a:lnTo>
                    <a:pt x="3998" y="264"/>
                  </a:lnTo>
                  <a:lnTo>
                    <a:pt x="3994" y="260"/>
                  </a:lnTo>
                  <a:lnTo>
                    <a:pt x="3990" y="256"/>
                  </a:lnTo>
                  <a:lnTo>
                    <a:pt x="3986" y="252"/>
                  </a:lnTo>
                  <a:lnTo>
                    <a:pt x="3982" y="250"/>
                  </a:lnTo>
                  <a:lnTo>
                    <a:pt x="3973" y="246"/>
                  </a:lnTo>
                  <a:lnTo>
                    <a:pt x="3963" y="242"/>
                  </a:lnTo>
                  <a:lnTo>
                    <a:pt x="3953" y="242"/>
                  </a:lnTo>
                  <a:lnTo>
                    <a:pt x="3942" y="242"/>
                  </a:lnTo>
                  <a:lnTo>
                    <a:pt x="3932" y="246"/>
                  </a:lnTo>
                  <a:lnTo>
                    <a:pt x="3928" y="248"/>
                  </a:lnTo>
                  <a:lnTo>
                    <a:pt x="3923" y="250"/>
                  </a:lnTo>
                  <a:lnTo>
                    <a:pt x="3915" y="256"/>
                  </a:lnTo>
                  <a:lnTo>
                    <a:pt x="3908" y="264"/>
                  </a:lnTo>
                  <a:lnTo>
                    <a:pt x="3901" y="272"/>
                  </a:lnTo>
                  <a:lnTo>
                    <a:pt x="3895" y="284"/>
                  </a:lnTo>
                  <a:lnTo>
                    <a:pt x="3890" y="296"/>
                  </a:lnTo>
                  <a:lnTo>
                    <a:pt x="3888" y="301"/>
                  </a:lnTo>
                  <a:lnTo>
                    <a:pt x="3885" y="309"/>
                  </a:lnTo>
                  <a:lnTo>
                    <a:pt x="3882" y="323"/>
                  </a:lnTo>
                  <a:lnTo>
                    <a:pt x="3878" y="341"/>
                  </a:lnTo>
                  <a:lnTo>
                    <a:pt x="3876" y="359"/>
                  </a:lnTo>
                  <a:lnTo>
                    <a:pt x="3874" y="377"/>
                  </a:lnTo>
                  <a:lnTo>
                    <a:pt x="3872" y="397"/>
                  </a:lnTo>
                  <a:lnTo>
                    <a:pt x="3872" y="409"/>
                  </a:lnTo>
                  <a:lnTo>
                    <a:pt x="3872" y="419"/>
                  </a:lnTo>
                  <a:lnTo>
                    <a:pt x="3871" y="443"/>
                  </a:lnTo>
                  <a:lnTo>
                    <a:pt x="3871" y="513"/>
                  </a:lnTo>
                  <a:lnTo>
                    <a:pt x="3872" y="535"/>
                  </a:lnTo>
                  <a:lnTo>
                    <a:pt x="3872" y="557"/>
                  </a:lnTo>
                  <a:lnTo>
                    <a:pt x="3873" y="567"/>
                  </a:lnTo>
                  <a:lnTo>
                    <a:pt x="3874" y="577"/>
                  </a:lnTo>
                  <a:lnTo>
                    <a:pt x="3876" y="597"/>
                  </a:lnTo>
                  <a:lnTo>
                    <a:pt x="3878" y="615"/>
                  </a:lnTo>
                  <a:lnTo>
                    <a:pt x="3882" y="631"/>
                  </a:lnTo>
                  <a:lnTo>
                    <a:pt x="3885" y="645"/>
                  </a:lnTo>
                  <a:lnTo>
                    <a:pt x="3890" y="659"/>
                  </a:lnTo>
                  <a:lnTo>
                    <a:pt x="3895" y="673"/>
                  </a:lnTo>
                  <a:lnTo>
                    <a:pt x="3898" y="677"/>
                  </a:lnTo>
                  <a:lnTo>
                    <a:pt x="3901" y="683"/>
                  </a:lnTo>
                  <a:lnTo>
                    <a:pt x="3908" y="693"/>
                  </a:lnTo>
                  <a:lnTo>
                    <a:pt x="3911" y="697"/>
                  </a:lnTo>
                  <a:lnTo>
                    <a:pt x="3915" y="699"/>
                  </a:lnTo>
                  <a:lnTo>
                    <a:pt x="3919" y="703"/>
                  </a:lnTo>
                  <a:lnTo>
                    <a:pt x="3923" y="707"/>
                  </a:lnTo>
                  <a:lnTo>
                    <a:pt x="3932" y="711"/>
                  </a:lnTo>
                  <a:lnTo>
                    <a:pt x="3942" y="713"/>
                  </a:lnTo>
                  <a:lnTo>
                    <a:pt x="3953" y="713"/>
                  </a:lnTo>
                  <a:lnTo>
                    <a:pt x="3963" y="713"/>
                  </a:lnTo>
                  <a:lnTo>
                    <a:pt x="3973" y="711"/>
                  </a:lnTo>
                  <a:lnTo>
                    <a:pt x="3978" y="709"/>
                  </a:lnTo>
                  <a:lnTo>
                    <a:pt x="3982" y="707"/>
                  </a:lnTo>
                  <a:lnTo>
                    <a:pt x="3990" y="699"/>
                  </a:lnTo>
                  <a:lnTo>
                    <a:pt x="3998" y="693"/>
                  </a:lnTo>
                  <a:lnTo>
                    <a:pt x="4005" y="683"/>
                  </a:lnTo>
                  <a:lnTo>
                    <a:pt x="4011" y="673"/>
                  </a:lnTo>
                  <a:lnTo>
                    <a:pt x="4016" y="659"/>
                  </a:lnTo>
                  <a:lnTo>
                    <a:pt x="4018" y="653"/>
                  </a:lnTo>
                  <a:lnTo>
                    <a:pt x="4020" y="645"/>
                  </a:lnTo>
                  <a:lnTo>
                    <a:pt x="4024" y="631"/>
                  </a:lnTo>
                  <a:lnTo>
                    <a:pt x="4027" y="615"/>
                  </a:lnTo>
                  <a:lnTo>
                    <a:pt x="4030" y="597"/>
                  </a:lnTo>
                  <a:lnTo>
                    <a:pt x="4032" y="577"/>
                  </a:lnTo>
                  <a:lnTo>
                    <a:pt x="4033" y="557"/>
                  </a:lnTo>
                  <a:lnTo>
                    <a:pt x="4034" y="547"/>
                  </a:lnTo>
                  <a:lnTo>
                    <a:pt x="4034" y="535"/>
                  </a:lnTo>
                  <a:lnTo>
                    <a:pt x="4034" y="513"/>
                  </a:lnTo>
                  <a:lnTo>
                    <a:pt x="4034" y="443"/>
                  </a:lnTo>
                  <a:close/>
                  <a:moveTo>
                    <a:pt x="4237" y="242"/>
                  </a:moveTo>
                  <a:lnTo>
                    <a:pt x="4230" y="242"/>
                  </a:lnTo>
                  <a:lnTo>
                    <a:pt x="4222" y="244"/>
                  </a:lnTo>
                  <a:lnTo>
                    <a:pt x="4215" y="246"/>
                  </a:lnTo>
                  <a:lnTo>
                    <a:pt x="4206" y="250"/>
                  </a:lnTo>
                  <a:lnTo>
                    <a:pt x="4197" y="258"/>
                  </a:lnTo>
                  <a:lnTo>
                    <a:pt x="4188" y="266"/>
                  </a:lnTo>
                  <a:lnTo>
                    <a:pt x="4178" y="276"/>
                  </a:lnTo>
                  <a:lnTo>
                    <a:pt x="4167" y="288"/>
                  </a:lnTo>
                  <a:lnTo>
                    <a:pt x="4167" y="729"/>
                  </a:lnTo>
                  <a:lnTo>
                    <a:pt x="4167" y="731"/>
                  </a:lnTo>
                  <a:lnTo>
                    <a:pt x="4167" y="735"/>
                  </a:lnTo>
                  <a:lnTo>
                    <a:pt x="4164" y="741"/>
                  </a:lnTo>
                  <a:lnTo>
                    <a:pt x="4161" y="745"/>
                  </a:lnTo>
                  <a:lnTo>
                    <a:pt x="4158" y="747"/>
                  </a:lnTo>
                  <a:lnTo>
                    <a:pt x="4155" y="747"/>
                  </a:lnTo>
                  <a:lnTo>
                    <a:pt x="4152" y="745"/>
                  </a:lnTo>
                  <a:lnTo>
                    <a:pt x="4147" y="741"/>
                  </a:lnTo>
                  <a:lnTo>
                    <a:pt x="4145" y="735"/>
                  </a:lnTo>
                  <a:lnTo>
                    <a:pt x="4144" y="729"/>
                  </a:lnTo>
                  <a:lnTo>
                    <a:pt x="4144" y="228"/>
                  </a:lnTo>
                  <a:lnTo>
                    <a:pt x="4144" y="224"/>
                  </a:lnTo>
                  <a:lnTo>
                    <a:pt x="4145" y="220"/>
                  </a:lnTo>
                  <a:lnTo>
                    <a:pt x="4147" y="214"/>
                  </a:lnTo>
                  <a:lnTo>
                    <a:pt x="4149" y="210"/>
                  </a:lnTo>
                  <a:lnTo>
                    <a:pt x="4150" y="210"/>
                  </a:lnTo>
                  <a:lnTo>
                    <a:pt x="4152" y="208"/>
                  </a:lnTo>
                  <a:lnTo>
                    <a:pt x="4154" y="208"/>
                  </a:lnTo>
                  <a:lnTo>
                    <a:pt x="4158" y="208"/>
                  </a:lnTo>
                  <a:lnTo>
                    <a:pt x="4160" y="208"/>
                  </a:lnTo>
                  <a:lnTo>
                    <a:pt x="4162" y="210"/>
                  </a:lnTo>
                  <a:lnTo>
                    <a:pt x="4164" y="210"/>
                  </a:lnTo>
                  <a:lnTo>
                    <a:pt x="4165" y="214"/>
                  </a:lnTo>
                  <a:lnTo>
                    <a:pt x="4166" y="216"/>
                  </a:lnTo>
                  <a:lnTo>
                    <a:pt x="4167" y="220"/>
                  </a:lnTo>
                  <a:lnTo>
                    <a:pt x="4167" y="224"/>
                  </a:lnTo>
                  <a:lnTo>
                    <a:pt x="4167" y="228"/>
                  </a:lnTo>
                  <a:lnTo>
                    <a:pt x="4167" y="248"/>
                  </a:lnTo>
                  <a:lnTo>
                    <a:pt x="4177" y="238"/>
                  </a:lnTo>
                  <a:lnTo>
                    <a:pt x="4181" y="232"/>
                  </a:lnTo>
                  <a:lnTo>
                    <a:pt x="4186" y="228"/>
                  </a:lnTo>
                  <a:lnTo>
                    <a:pt x="4194" y="220"/>
                  </a:lnTo>
                  <a:lnTo>
                    <a:pt x="4203" y="214"/>
                  </a:lnTo>
                  <a:lnTo>
                    <a:pt x="4211" y="208"/>
                  </a:lnTo>
                  <a:lnTo>
                    <a:pt x="4220" y="206"/>
                  </a:lnTo>
                  <a:lnTo>
                    <a:pt x="4228" y="204"/>
                  </a:lnTo>
                  <a:lnTo>
                    <a:pt x="4237" y="202"/>
                  </a:lnTo>
                  <a:lnTo>
                    <a:pt x="4243" y="204"/>
                  </a:lnTo>
                  <a:lnTo>
                    <a:pt x="4245" y="204"/>
                  </a:lnTo>
                  <a:lnTo>
                    <a:pt x="4247" y="206"/>
                  </a:lnTo>
                  <a:lnTo>
                    <a:pt x="4249" y="208"/>
                  </a:lnTo>
                  <a:lnTo>
                    <a:pt x="4250" y="210"/>
                  </a:lnTo>
                  <a:lnTo>
                    <a:pt x="4251" y="214"/>
                  </a:lnTo>
                  <a:lnTo>
                    <a:pt x="4251" y="218"/>
                  </a:lnTo>
                  <a:lnTo>
                    <a:pt x="4251" y="226"/>
                  </a:lnTo>
                  <a:lnTo>
                    <a:pt x="4251" y="230"/>
                  </a:lnTo>
                  <a:lnTo>
                    <a:pt x="4250" y="234"/>
                  </a:lnTo>
                  <a:lnTo>
                    <a:pt x="4249" y="236"/>
                  </a:lnTo>
                  <a:lnTo>
                    <a:pt x="4247" y="238"/>
                  </a:lnTo>
                  <a:lnTo>
                    <a:pt x="4243" y="242"/>
                  </a:lnTo>
                  <a:lnTo>
                    <a:pt x="4237" y="242"/>
                  </a:lnTo>
                  <a:close/>
                  <a:moveTo>
                    <a:pt x="4344" y="753"/>
                  </a:moveTo>
                  <a:lnTo>
                    <a:pt x="4339" y="753"/>
                  </a:lnTo>
                  <a:lnTo>
                    <a:pt x="4335" y="751"/>
                  </a:lnTo>
                  <a:lnTo>
                    <a:pt x="4333" y="747"/>
                  </a:lnTo>
                  <a:lnTo>
                    <a:pt x="4331" y="741"/>
                  </a:lnTo>
                  <a:lnTo>
                    <a:pt x="4330" y="735"/>
                  </a:lnTo>
                  <a:lnTo>
                    <a:pt x="4330" y="20"/>
                  </a:lnTo>
                  <a:lnTo>
                    <a:pt x="4331" y="16"/>
                  </a:lnTo>
                  <a:lnTo>
                    <a:pt x="4331" y="12"/>
                  </a:lnTo>
                  <a:lnTo>
                    <a:pt x="4333" y="6"/>
                  </a:lnTo>
                  <a:lnTo>
                    <a:pt x="4334" y="4"/>
                  </a:lnTo>
                  <a:lnTo>
                    <a:pt x="4335" y="2"/>
                  </a:lnTo>
                  <a:lnTo>
                    <a:pt x="4339" y="0"/>
                  </a:lnTo>
                  <a:lnTo>
                    <a:pt x="4344" y="0"/>
                  </a:lnTo>
                  <a:lnTo>
                    <a:pt x="4347" y="2"/>
                  </a:lnTo>
                  <a:lnTo>
                    <a:pt x="4350" y="6"/>
                  </a:lnTo>
                  <a:lnTo>
                    <a:pt x="4352" y="12"/>
                  </a:lnTo>
                  <a:lnTo>
                    <a:pt x="4353" y="20"/>
                  </a:lnTo>
                  <a:lnTo>
                    <a:pt x="4353" y="735"/>
                  </a:lnTo>
                  <a:lnTo>
                    <a:pt x="4352" y="737"/>
                  </a:lnTo>
                  <a:lnTo>
                    <a:pt x="4352" y="741"/>
                  </a:lnTo>
                  <a:lnTo>
                    <a:pt x="4350" y="747"/>
                  </a:lnTo>
                  <a:lnTo>
                    <a:pt x="4349" y="749"/>
                  </a:lnTo>
                  <a:lnTo>
                    <a:pt x="4347" y="751"/>
                  </a:lnTo>
                  <a:lnTo>
                    <a:pt x="4344" y="75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9" name="Freeform 6">
              <a:extLst>
                <a:ext uri="{FF2B5EF4-FFF2-40B4-BE49-F238E27FC236}">
                  <a16:creationId xmlns:a16="http://schemas.microsoft.com/office/drawing/2014/main" id="{4F9087B9-0E76-AC2F-A2C4-3D31D17FBFF0}"/>
                </a:ext>
              </a:extLst>
            </p:cNvPr>
            <p:cNvSpPr>
              <a:spLocks noEditPoints="1"/>
            </p:cNvSpPr>
            <p:nvPr/>
          </p:nvSpPr>
          <p:spPr bwMode="auto">
            <a:xfrm>
              <a:off x="2389188" y="1992313"/>
              <a:ext cx="7424738" cy="1890713"/>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576407689"/>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p:cSld name="Logo Blue">
    <p:bg>
      <p:bgPr>
        <a:solidFill>
          <a:schemeClr val="accent2"/>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76795B2-FE30-1DC4-C7F8-C133E7F17889}"/>
              </a:ext>
            </a:extLst>
          </p:cNvPr>
          <p:cNvSpPr>
            <a:spLocks noGrp="1"/>
          </p:cNvSpPr>
          <p:nvPr>
            <p:ph type="dt" sz="half" idx="10"/>
          </p:nvPr>
        </p:nvSpPr>
        <p:spPr/>
        <p:txBody>
          <a:bodyPr/>
          <a:lstStyle>
            <a:lvl1pPr>
              <a:defRPr>
                <a:noFill/>
              </a:defRPr>
            </a:lvl1pPr>
          </a:lstStyle>
          <a:p>
            <a:fld id="{9F5B65EA-EE44-45C4-A4B8-0C6C07CC8D04}" type="datetime3">
              <a:rPr lang="en-US" smtClean="0"/>
              <a:t>1 October 2026</a:t>
            </a:fld>
            <a:endParaRPr lang="en-US" dirty="0"/>
          </a:p>
        </p:txBody>
      </p:sp>
      <p:sp>
        <p:nvSpPr>
          <p:cNvPr id="4" name="Footer Placeholder 3">
            <a:extLst>
              <a:ext uri="{FF2B5EF4-FFF2-40B4-BE49-F238E27FC236}">
                <a16:creationId xmlns:a16="http://schemas.microsoft.com/office/drawing/2014/main" id="{96C8F627-8C81-B2E2-4671-5B5E302AA87C}"/>
              </a:ext>
            </a:extLst>
          </p:cNvPr>
          <p:cNvSpPr>
            <a:spLocks noGrp="1"/>
          </p:cNvSpPr>
          <p:nvPr>
            <p:ph type="ftr" sz="quarter" idx="11"/>
          </p:nvPr>
        </p:nvSpPr>
        <p:spPr/>
        <p:txBody>
          <a:bodyPr/>
          <a:lstStyle>
            <a:lvl1pPr>
              <a:defRPr>
                <a:noFill/>
              </a:defRPr>
            </a:lvl1pPr>
          </a:lstStyle>
          <a:p>
            <a:endParaRPr lang="en-US" dirty="0"/>
          </a:p>
        </p:txBody>
      </p:sp>
      <p:sp>
        <p:nvSpPr>
          <p:cNvPr id="5" name="Slide Number Placeholder 4">
            <a:extLst>
              <a:ext uri="{FF2B5EF4-FFF2-40B4-BE49-F238E27FC236}">
                <a16:creationId xmlns:a16="http://schemas.microsoft.com/office/drawing/2014/main" id="{3861CE72-161B-1D80-1C28-F6DAF5B974DF}"/>
              </a:ext>
            </a:extLst>
          </p:cNvPr>
          <p:cNvSpPr>
            <a:spLocks noGrp="1"/>
          </p:cNvSpPr>
          <p:nvPr>
            <p:ph type="sldNum" sz="quarter" idx="12"/>
          </p:nvPr>
        </p:nvSpPr>
        <p:spPr/>
        <p:txBody>
          <a:bodyPr/>
          <a:lstStyle>
            <a:lvl1pPr>
              <a:defRPr>
                <a:noFill/>
              </a:defRPr>
            </a:lvl1pPr>
          </a:lstStyle>
          <a:p>
            <a:fld id="{5B16D1FE-3A35-41BA-8EBE-413702045235}" type="slidenum">
              <a:rPr lang="en-US" smtClean="0"/>
              <a:pPr/>
              <a:t>‹#›</a:t>
            </a:fld>
            <a:endParaRPr lang="en-US" dirty="0"/>
          </a:p>
        </p:txBody>
      </p:sp>
      <p:grpSp>
        <p:nvGrpSpPr>
          <p:cNvPr id="2" name="Group 1">
            <a:extLst>
              <a:ext uri="{FF2B5EF4-FFF2-40B4-BE49-F238E27FC236}">
                <a16:creationId xmlns:a16="http://schemas.microsoft.com/office/drawing/2014/main" id="{9CE59E56-778D-B4BE-5F7C-6F85EEB11C5A}"/>
              </a:ext>
            </a:extLst>
          </p:cNvPr>
          <p:cNvGrpSpPr>
            <a:grpSpLocks noChangeAspect="1"/>
          </p:cNvGrpSpPr>
          <p:nvPr/>
        </p:nvGrpSpPr>
        <p:grpSpPr>
          <a:xfrm>
            <a:off x="4237590" y="2709000"/>
            <a:ext cx="3716820" cy="1440000"/>
            <a:chOff x="2389188" y="1992313"/>
            <a:chExt cx="7424738" cy="2876551"/>
          </a:xfrm>
          <a:solidFill>
            <a:schemeClr val="bg1"/>
          </a:solidFill>
        </p:grpSpPr>
        <p:sp>
          <p:nvSpPr>
            <p:cNvPr id="10" name="Freeform 5">
              <a:extLst>
                <a:ext uri="{FF2B5EF4-FFF2-40B4-BE49-F238E27FC236}">
                  <a16:creationId xmlns:a16="http://schemas.microsoft.com/office/drawing/2014/main" id="{2250B84F-BEFC-3CD3-E0E3-6FEA5EDEA1A8}"/>
                </a:ext>
              </a:extLst>
            </p:cNvPr>
            <p:cNvSpPr>
              <a:spLocks noEditPoints="1"/>
            </p:cNvSpPr>
            <p:nvPr/>
          </p:nvSpPr>
          <p:spPr bwMode="auto">
            <a:xfrm>
              <a:off x="2424113" y="4270376"/>
              <a:ext cx="7361238" cy="598488"/>
            </a:xfrm>
            <a:custGeom>
              <a:avLst/>
              <a:gdLst>
                <a:gd name="T0" fmla="*/ 4474 w 4637"/>
                <a:gd name="T1" fmla="*/ 613 h 753"/>
                <a:gd name="T2" fmla="*/ 4500 w 4637"/>
                <a:gd name="T3" fmla="*/ 735 h 753"/>
                <a:gd name="T4" fmla="*/ 4506 w 4637"/>
                <a:gd name="T5" fmla="*/ 214 h 753"/>
                <a:gd name="T6" fmla="*/ 61 w 4637"/>
                <a:gd name="T7" fmla="*/ 747 h 753"/>
                <a:gd name="T8" fmla="*/ 22 w 4637"/>
                <a:gd name="T9" fmla="*/ 20 h 753"/>
                <a:gd name="T10" fmla="*/ 263 w 4637"/>
                <a:gd name="T11" fmla="*/ 487 h 753"/>
                <a:gd name="T12" fmla="*/ 437 w 4637"/>
                <a:gd name="T13" fmla="*/ 699 h 753"/>
                <a:gd name="T14" fmla="*/ 246 w 4637"/>
                <a:gd name="T15" fmla="*/ 601 h 753"/>
                <a:gd name="T16" fmla="*/ 378 w 4637"/>
                <a:gd name="T17" fmla="*/ 212 h 753"/>
                <a:gd name="T18" fmla="*/ 409 w 4637"/>
                <a:gd name="T19" fmla="*/ 315 h 753"/>
                <a:gd name="T20" fmla="*/ 264 w 4637"/>
                <a:gd name="T21" fmla="*/ 399 h 753"/>
                <a:gd name="T22" fmla="*/ 506 w 4637"/>
                <a:gd name="T23" fmla="*/ 232 h 753"/>
                <a:gd name="T24" fmla="*/ 657 w 4637"/>
                <a:gd name="T25" fmla="*/ 220 h 753"/>
                <a:gd name="T26" fmla="*/ 657 w 4637"/>
                <a:gd name="T27" fmla="*/ 737 h 753"/>
                <a:gd name="T28" fmla="*/ 768 w 4637"/>
                <a:gd name="T29" fmla="*/ 14 h 753"/>
                <a:gd name="T30" fmla="*/ 918 w 4637"/>
                <a:gd name="T31" fmla="*/ 711 h 753"/>
                <a:gd name="T32" fmla="*/ 837 w 4637"/>
                <a:gd name="T33" fmla="*/ 415 h 753"/>
                <a:gd name="T34" fmla="*/ 973 w 4637"/>
                <a:gd name="T35" fmla="*/ 216 h 753"/>
                <a:gd name="T36" fmla="*/ 838 w 4637"/>
                <a:gd name="T37" fmla="*/ 325 h 753"/>
                <a:gd name="T38" fmla="*/ 982 w 4637"/>
                <a:gd name="T39" fmla="*/ 659 h 753"/>
                <a:gd name="T40" fmla="*/ 1245 w 4637"/>
                <a:gd name="T41" fmla="*/ 729 h 753"/>
                <a:gd name="T42" fmla="*/ 1265 w 4637"/>
                <a:gd name="T43" fmla="*/ 210 h 753"/>
                <a:gd name="T44" fmla="*/ 1267 w 4637"/>
                <a:gd name="T45" fmla="*/ 250 h 753"/>
                <a:gd name="T46" fmla="*/ 1276 w 4637"/>
                <a:gd name="T47" fmla="*/ 711 h 753"/>
                <a:gd name="T48" fmla="*/ 1456 w 4637"/>
                <a:gd name="T49" fmla="*/ 6 h 753"/>
                <a:gd name="T50" fmla="*/ 1617 w 4637"/>
                <a:gd name="T51" fmla="*/ 675 h 753"/>
                <a:gd name="T52" fmla="*/ 1700 w 4637"/>
                <a:gd name="T53" fmla="*/ 751 h 753"/>
                <a:gd name="T54" fmla="*/ 1581 w 4637"/>
                <a:gd name="T55" fmla="*/ 315 h 753"/>
                <a:gd name="T56" fmla="*/ 1767 w 4637"/>
                <a:gd name="T57" fmla="*/ 365 h 753"/>
                <a:gd name="T58" fmla="*/ 1681 w 4637"/>
                <a:gd name="T59" fmla="*/ 242 h 753"/>
                <a:gd name="T60" fmla="*/ 2012 w 4637"/>
                <a:gd name="T61" fmla="*/ 731 h 753"/>
                <a:gd name="T62" fmla="*/ 1849 w 4637"/>
                <a:gd name="T63" fmla="*/ 591 h 753"/>
                <a:gd name="T64" fmla="*/ 1999 w 4637"/>
                <a:gd name="T65" fmla="*/ 276 h 753"/>
                <a:gd name="T66" fmla="*/ 1926 w 4637"/>
                <a:gd name="T67" fmla="*/ 204 h 753"/>
                <a:gd name="T68" fmla="*/ 2031 w 4637"/>
                <a:gd name="T69" fmla="*/ 741 h 753"/>
                <a:gd name="T70" fmla="*/ 1881 w 4637"/>
                <a:gd name="T71" fmla="*/ 671 h 753"/>
                <a:gd name="T72" fmla="*/ 2299 w 4637"/>
                <a:gd name="T73" fmla="*/ 355 h 753"/>
                <a:gd name="T74" fmla="*/ 2139 w 4637"/>
                <a:gd name="T75" fmla="*/ 747 h 753"/>
                <a:gd name="T76" fmla="*/ 2224 w 4637"/>
                <a:gd name="T77" fmla="*/ 204 h 753"/>
                <a:gd name="T78" fmla="*/ 2652 w 4637"/>
                <a:gd name="T79" fmla="*/ 753 h 753"/>
                <a:gd name="T80" fmla="*/ 2541 w 4637"/>
                <a:gd name="T81" fmla="*/ 208 h 753"/>
                <a:gd name="T82" fmla="*/ 2681 w 4637"/>
                <a:gd name="T83" fmla="*/ 248 h 753"/>
                <a:gd name="T84" fmla="*/ 2937 w 4637"/>
                <a:gd name="T85" fmla="*/ 751 h 753"/>
                <a:gd name="T86" fmla="*/ 2789 w 4637"/>
                <a:gd name="T87" fmla="*/ 737 h 753"/>
                <a:gd name="T88" fmla="*/ 2882 w 4637"/>
                <a:gd name="T89" fmla="*/ 206 h 753"/>
                <a:gd name="T90" fmla="*/ 3232 w 4637"/>
                <a:gd name="T91" fmla="*/ 487 h 753"/>
                <a:gd name="T92" fmla="*/ 3235 w 4637"/>
                <a:gd name="T93" fmla="*/ 697 h 753"/>
                <a:gd name="T94" fmla="*/ 3046 w 4637"/>
                <a:gd name="T95" fmla="*/ 615 h 753"/>
                <a:gd name="T96" fmla="*/ 3166 w 4637"/>
                <a:gd name="T97" fmla="*/ 206 h 753"/>
                <a:gd name="T98" fmla="*/ 3210 w 4637"/>
                <a:gd name="T99" fmla="*/ 321 h 753"/>
                <a:gd name="T100" fmla="*/ 3064 w 4637"/>
                <a:gd name="T101" fmla="*/ 379 h 753"/>
                <a:gd name="T102" fmla="*/ 3618 w 4637"/>
                <a:gd name="T103" fmla="*/ 305 h 753"/>
                <a:gd name="T104" fmla="*/ 3458 w 4637"/>
                <a:gd name="T105" fmla="*/ 208 h 753"/>
                <a:gd name="T106" fmla="*/ 3634 w 4637"/>
                <a:gd name="T107" fmla="*/ 282 h 753"/>
                <a:gd name="T108" fmla="*/ 3781 w 4637"/>
                <a:gd name="T109" fmla="*/ 232 h 753"/>
                <a:gd name="T110" fmla="*/ 3859 w 4637"/>
                <a:gd name="T111" fmla="*/ 319 h 753"/>
                <a:gd name="T112" fmla="*/ 4039 w 4637"/>
                <a:gd name="T113" fmla="*/ 290 h 753"/>
                <a:gd name="T114" fmla="*/ 3965 w 4637"/>
                <a:gd name="T115" fmla="*/ 753 h 753"/>
                <a:gd name="T116" fmla="*/ 3901 w 4637"/>
                <a:gd name="T117" fmla="*/ 272 h 753"/>
                <a:gd name="T118" fmla="*/ 3919 w 4637"/>
                <a:gd name="T119" fmla="*/ 703 h 753"/>
                <a:gd name="T120" fmla="*/ 4206 w 4637"/>
                <a:gd name="T121" fmla="*/ 250 h 753"/>
                <a:gd name="T122" fmla="*/ 4166 w 4637"/>
                <a:gd name="T123" fmla="*/ 216 h 753"/>
                <a:gd name="T124" fmla="*/ 4339 w 4637"/>
                <a:gd name="T125" fmla="*/ 753 h 7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37" h="753">
                  <a:moveTo>
                    <a:pt x="4615" y="254"/>
                  </a:moveTo>
                  <a:lnTo>
                    <a:pt x="4599" y="250"/>
                  </a:lnTo>
                  <a:lnTo>
                    <a:pt x="4580" y="246"/>
                  </a:lnTo>
                  <a:lnTo>
                    <a:pt x="4561" y="242"/>
                  </a:lnTo>
                  <a:lnTo>
                    <a:pt x="4545" y="242"/>
                  </a:lnTo>
                  <a:lnTo>
                    <a:pt x="4535" y="242"/>
                  </a:lnTo>
                  <a:lnTo>
                    <a:pt x="4526" y="244"/>
                  </a:lnTo>
                  <a:lnTo>
                    <a:pt x="4517" y="248"/>
                  </a:lnTo>
                  <a:lnTo>
                    <a:pt x="4509" y="254"/>
                  </a:lnTo>
                  <a:lnTo>
                    <a:pt x="4503" y="262"/>
                  </a:lnTo>
                  <a:lnTo>
                    <a:pt x="4496" y="270"/>
                  </a:lnTo>
                  <a:lnTo>
                    <a:pt x="4493" y="276"/>
                  </a:lnTo>
                  <a:lnTo>
                    <a:pt x="4491" y="280"/>
                  </a:lnTo>
                  <a:lnTo>
                    <a:pt x="4488" y="286"/>
                  </a:lnTo>
                  <a:lnTo>
                    <a:pt x="4486" y="292"/>
                  </a:lnTo>
                  <a:lnTo>
                    <a:pt x="4482" y="305"/>
                  </a:lnTo>
                  <a:lnTo>
                    <a:pt x="4477" y="319"/>
                  </a:lnTo>
                  <a:lnTo>
                    <a:pt x="4474" y="337"/>
                  </a:lnTo>
                  <a:lnTo>
                    <a:pt x="4471" y="355"/>
                  </a:lnTo>
                  <a:lnTo>
                    <a:pt x="4470" y="375"/>
                  </a:lnTo>
                  <a:lnTo>
                    <a:pt x="4468" y="395"/>
                  </a:lnTo>
                  <a:lnTo>
                    <a:pt x="4468" y="417"/>
                  </a:lnTo>
                  <a:lnTo>
                    <a:pt x="4467" y="443"/>
                  </a:lnTo>
                  <a:lnTo>
                    <a:pt x="4467" y="509"/>
                  </a:lnTo>
                  <a:lnTo>
                    <a:pt x="4468" y="533"/>
                  </a:lnTo>
                  <a:lnTo>
                    <a:pt x="4468" y="555"/>
                  </a:lnTo>
                  <a:lnTo>
                    <a:pt x="4470" y="575"/>
                  </a:lnTo>
                  <a:lnTo>
                    <a:pt x="4471" y="595"/>
                  </a:lnTo>
                  <a:lnTo>
                    <a:pt x="4474" y="613"/>
                  </a:lnTo>
                  <a:lnTo>
                    <a:pt x="4477" y="631"/>
                  </a:lnTo>
                  <a:lnTo>
                    <a:pt x="4480" y="647"/>
                  </a:lnTo>
                  <a:lnTo>
                    <a:pt x="4485" y="659"/>
                  </a:lnTo>
                  <a:lnTo>
                    <a:pt x="4490" y="673"/>
                  </a:lnTo>
                  <a:lnTo>
                    <a:pt x="4496" y="683"/>
                  </a:lnTo>
                  <a:lnTo>
                    <a:pt x="4502" y="693"/>
                  </a:lnTo>
                  <a:lnTo>
                    <a:pt x="4505" y="697"/>
                  </a:lnTo>
                  <a:lnTo>
                    <a:pt x="4509" y="701"/>
                  </a:lnTo>
                  <a:lnTo>
                    <a:pt x="4513" y="703"/>
                  </a:lnTo>
                  <a:lnTo>
                    <a:pt x="4517" y="707"/>
                  </a:lnTo>
                  <a:lnTo>
                    <a:pt x="4525" y="711"/>
                  </a:lnTo>
                  <a:lnTo>
                    <a:pt x="4535" y="713"/>
                  </a:lnTo>
                  <a:lnTo>
                    <a:pt x="4545" y="713"/>
                  </a:lnTo>
                  <a:lnTo>
                    <a:pt x="4563" y="713"/>
                  </a:lnTo>
                  <a:lnTo>
                    <a:pt x="4582" y="709"/>
                  </a:lnTo>
                  <a:lnTo>
                    <a:pt x="4600" y="705"/>
                  </a:lnTo>
                  <a:lnTo>
                    <a:pt x="4615" y="701"/>
                  </a:lnTo>
                  <a:lnTo>
                    <a:pt x="4615" y="254"/>
                  </a:lnTo>
                  <a:close/>
                  <a:moveTo>
                    <a:pt x="4629" y="735"/>
                  </a:moveTo>
                  <a:lnTo>
                    <a:pt x="4611" y="741"/>
                  </a:lnTo>
                  <a:lnTo>
                    <a:pt x="4600" y="745"/>
                  </a:lnTo>
                  <a:lnTo>
                    <a:pt x="4590" y="747"/>
                  </a:lnTo>
                  <a:lnTo>
                    <a:pt x="4567" y="751"/>
                  </a:lnTo>
                  <a:lnTo>
                    <a:pt x="4545" y="753"/>
                  </a:lnTo>
                  <a:lnTo>
                    <a:pt x="4532" y="753"/>
                  </a:lnTo>
                  <a:lnTo>
                    <a:pt x="4521" y="749"/>
                  </a:lnTo>
                  <a:lnTo>
                    <a:pt x="4510" y="743"/>
                  </a:lnTo>
                  <a:lnTo>
                    <a:pt x="4505" y="739"/>
                  </a:lnTo>
                  <a:lnTo>
                    <a:pt x="4500" y="735"/>
                  </a:lnTo>
                  <a:lnTo>
                    <a:pt x="4491" y="725"/>
                  </a:lnTo>
                  <a:lnTo>
                    <a:pt x="4483" y="715"/>
                  </a:lnTo>
                  <a:lnTo>
                    <a:pt x="4478" y="707"/>
                  </a:lnTo>
                  <a:lnTo>
                    <a:pt x="4475" y="701"/>
                  </a:lnTo>
                  <a:lnTo>
                    <a:pt x="4468" y="685"/>
                  </a:lnTo>
                  <a:lnTo>
                    <a:pt x="4463" y="669"/>
                  </a:lnTo>
                  <a:lnTo>
                    <a:pt x="4458" y="649"/>
                  </a:lnTo>
                  <a:lnTo>
                    <a:pt x="4454" y="629"/>
                  </a:lnTo>
                  <a:lnTo>
                    <a:pt x="4451" y="607"/>
                  </a:lnTo>
                  <a:lnTo>
                    <a:pt x="4448" y="585"/>
                  </a:lnTo>
                  <a:lnTo>
                    <a:pt x="4447" y="561"/>
                  </a:lnTo>
                  <a:lnTo>
                    <a:pt x="4445" y="535"/>
                  </a:lnTo>
                  <a:lnTo>
                    <a:pt x="4445" y="509"/>
                  </a:lnTo>
                  <a:lnTo>
                    <a:pt x="4445" y="443"/>
                  </a:lnTo>
                  <a:lnTo>
                    <a:pt x="4446" y="413"/>
                  </a:lnTo>
                  <a:lnTo>
                    <a:pt x="4447" y="387"/>
                  </a:lnTo>
                  <a:lnTo>
                    <a:pt x="4449" y="361"/>
                  </a:lnTo>
                  <a:lnTo>
                    <a:pt x="4451" y="337"/>
                  </a:lnTo>
                  <a:lnTo>
                    <a:pt x="4455" y="315"/>
                  </a:lnTo>
                  <a:lnTo>
                    <a:pt x="4459" y="298"/>
                  </a:lnTo>
                  <a:lnTo>
                    <a:pt x="4464" y="280"/>
                  </a:lnTo>
                  <a:lnTo>
                    <a:pt x="4470" y="264"/>
                  </a:lnTo>
                  <a:lnTo>
                    <a:pt x="4473" y="256"/>
                  </a:lnTo>
                  <a:lnTo>
                    <a:pt x="4476" y="248"/>
                  </a:lnTo>
                  <a:lnTo>
                    <a:pt x="4485" y="236"/>
                  </a:lnTo>
                  <a:lnTo>
                    <a:pt x="4489" y="232"/>
                  </a:lnTo>
                  <a:lnTo>
                    <a:pt x="4493" y="226"/>
                  </a:lnTo>
                  <a:lnTo>
                    <a:pt x="4502" y="218"/>
                  </a:lnTo>
                  <a:lnTo>
                    <a:pt x="4506" y="214"/>
                  </a:lnTo>
                  <a:lnTo>
                    <a:pt x="4511" y="212"/>
                  </a:lnTo>
                  <a:lnTo>
                    <a:pt x="4522" y="206"/>
                  </a:lnTo>
                  <a:lnTo>
                    <a:pt x="4527" y="204"/>
                  </a:lnTo>
                  <a:lnTo>
                    <a:pt x="4533" y="204"/>
                  </a:lnTo>
                  <a:lnTo>
                    <a:pt x="4545" y="202"/>
                  </a:lnTo>
                  <a:lnTo>
                    <a:pt x="4561" y="204"/>
                  </a:lnTo>
                  <a:lnTo>
                    <a:pt x="4580" y="206"/>
                  </a:lnTo>
                  <a:lnTo>
                    <a:pt x="4598" y="212"/>
                  </a:lnTo>
                  <a:lnTo>
                    <a:pt x="4615" y="218"/>
                  </a:lnTo>
                  <a:lnTo>
                    <a:pt x="4615" y="20"/>
                  </a:lnTo>
                  <a:lnTo>
                    <a:pt x="4615" y="16"/>
                  </a:lnTo>
                  <a:lnTo>
                    <a:pt x="4615" y="12"/>
                  </a:lnTo>
                  <a:lnTo>
                    <a:pt x="4617" y="6"/>
                  </a:lnTo>
                  <a:lnTo>
                    <a:pt x="4618" y="4"/>
                  </a:lnTo>
                  <a:lnTo>
                    <a:pt x="4620" y="2"/>
                  </a:lnTo>
                  <a:lnTo>
                    <a:pt x="4623" y="0"/>
                  </a:lnTo>
                  <a:lnTo>
                    <a:pt x="4628" y="0"/>
                  </a:lnTo>
                  <a:lnTo>
                    <a:pt x="4632" y="2"/>
                  </a:lnTo>
                  <a:lnTo>
                    <a:pt x="4635" y="6"/>
                  </a:lnTo>
                  <a:lnTo>
                    <a:pt x="4636" y="12"/>
                  </a:lnTo>
                  <a:lnTo>
                    <a:pt x="4637" y="20"/>
                  </a:lnTo>
                  <a:lnTo>
                    <a:pt x="4637" y="715"/>
                  </a:lnTo>
                  <a:lnTo>
                    <a:pt x="4637" y="723"/>
                  </a:lnTo>
                  <a:lnTo>
                    <a:pt x="4636" y="725"/>
                  </a:lnTo>
                  <a:lnTo>
                    <a:pt x="4635" y="727"/>
                  </a:lnTo>
                  <a:lnTo>
                    <a:pt x="4633" y="731"/>
                  </a:lnTo>
                  <a:lnTo>
                    <a:pt x="4629" y="735"/>
                  </a:lnTo>
                  <a:close/>
                  <a:moveTo>
                    <a:pt x="177" y="747"/>
                  </a:moveTo>
                  <a:lnTo>
                    <a:pt x="61" y="747"/>
                  </a:lnTo>
                  <a:lnTo>
                    <a:pt x="54" y="747"/>
                  </a:lnTo>
                  <a:lnTo>
                    <a:pt x="48" y="745"/>
                  </a:lnTo>
                  <a:lnTo>
                    <a:pt x="41" y="745"/>
                  </a:lnTo>
                  <a:lnTo>
                    <a:pt x="36" y="741"/>
                  </a:lnTo>
                  <a:lnTo>
                    <a:pt x="30" y="739"/>
                  </a:lnTo>
                  <a:lnTo>
                    <a:pt x="28" y="737"/>
                  </a:lnTo>
                  <a:lnTo>
                    <a:pt x="25" y="733"/>
                  </a:lnTo>
                  <a:lnTo>
                    <a:pt x="21" y="729"/>
                  </a:lnTo>
                  <a:lnTo>
                    <a:pt x="16" y="723"/>
                  </a:lnTo>
                  <a:lnTo>
                    <a:pt x="13" y="715"/>
                  </a:lnTo>
                  <a:lnTo>
                    <a:pt x="9" y="707"/>
                  </a:lnTo>
                  <a:lnTo>
                    <a:pt x="7" y="699"/>
                  </a:lnTo>
                  <a:lnTo>
                    <a:pt x="4" y="687"/>
                  </a:lnTo>
                  <a:lnTo>
                    <a:pt x="3" y="677"/>
                  </a:lnTo>
                  <a:lnTo>
                    <a:pt x="1" y="663"/>
                  </a:lnTo>
                  <a:lnTo>
                    <a:pt x="1" y="649"/>
                  </a:lnTo>
                  <a:lnTo>
                    <a:pt x="0" y="635"/>
                  </a:lnTo>
                  <a:lnTo>
                    <a:pt x="0" y="20"/>
                  </a:lnTo>
                  <a:lnTo>
                    <a:pt x="0" y="16"/>
                  </a:lnTo>
                  <a:lnTo>
                    <a:pt x="1" y="12"/>
                  </a:lnTo>
                  <a:lnTo>
                    <a:pt x="3" y="6"/>
                  </a:lnTo>
                  <a:lnTo>
                    <a:pt x="4" y="4"/>
                  </a:lnTo>
                  <a:lnTo>
                    <a:pt x="5" y="2"/>
                  </a:lnTo>
                  <a:lnTo>
                    <a:pt x="9" y="0"/>
                  </a:lnTo>
                  <a:lnTo>
                    <a:pt x="14" y="0"/>
                  </a:lnTo>
                  <a:lnTo>
                    <a:pt x="17" y="2"/>
                  </a:lnTo>
                  <a:lnTo>
                    <a:pt x="20" y="6"/>
                  </a:lnTo>
                  <a:lnTo>
                    <a:pt x="22" y="12"/>
                  </a:lnTo>
                  <a:lnTo>
                    <a:pt x="22" y="20"/>
                  </a:lnTo>
                  <a:lnTo>
                    <a:pt x="22" y="635"/>
                  </a:lnTo>
                  <a:lnTo>
                    <a:pt x="23" y="645"/>
                  </a:lnTo>
                  <a:lnTo>
                    <a:pt x="23" y="655"/>
                  </a:lnTo>
                  <a:lnTo>
                    <a:pt x="24" y="665"/>
                  </a:lnTo>
                  <a:lnTo>
                    <a:pt x="25" y="671"/>
                  </a:lnTo>
                  <a:lnTo>
                    <a:pt x="27" y="679"/>
                  </a:lnTo>
                  <a:lnTo>
                    <a:pt x="28" y="685"/>
                  </a:lnTo>
                  <a:lnTo>
                    <a:pt x="30" y="689"/>
                  </a:lnTo>
                  <a:lnTo>
                    <a:pt x="33" y="693"/>
                  </a:lnTo>
                  <a:lnTo>
                    <a:pt x="35" y="697"/>
                  </a:lnTo>
                  <a:lnTo>
                    <a:pt x="38" y="699"/>
                  </a:lnTo>
                  <a:lnTo>
                    <a:pt x="45" y="703"/>
                  </a:lnTo>
                  <a:lnTo>
                    <a:pt x="53" y="705"/>
                  </a:lnTo>
                  <a:lnTo>
                    <a:pt x="61" y="705"/>
                  </a:lnTo>
                  <a:lnTo>
                    <a:pt x="177" y="705"/>
                  </a:lnTo>
                  <a:lnTo>
                    <a:pt x="181" y="707"/>
                  </a:lnTo>
                  <a:lnTo>
                    <a:pt x="182" y="709"/>
                  </a:lnTo>
                  <a:lnTo>
                    <a:pt x="184" y="711"/>
                  </a:lnTo>
                  <a:lnTo>
                    <a:pt x="186" y="715"/>
                  </a:lnTo>
                  <a:lnTo>
                    <a:pt x="186" y="719"/>
                  </a:lnTo>
                  <a:lnTo>
                    <a:pt x="187" y="723"/>
                  </a:lnTo>
                  <a:lnTo>
                    <a:pt x="187" y="731"/>
                  </a:lnTo>
                  <a:lnTo>
                    <a:pt x="186" y="733"/>
                  </a:lnTo>
                  <a:lnTo>
                    <a:pt x="186" y="737"/>
                  </a:lnTo>
                  <a:lnTo>
                    <a:pt x="184" y="743"/>
                  </a:lnTo>
                  <a:lnTo>
                    <a:pt x="181" y="745"/>
                  </a:lnTo>
                  <a:lnTo>
                    <a:pt x="177" y="747"/>
                  </a:lnTo>
                  <a:close/>
                  <a:moveTo>
                    <a:pt x="433" y="487"/>
                  </a:moveTo>
                  <a:lnTo>
                    <a:pt x="263" y="487"/>
                  </a:lnTo>
                  <a:lnTo>
                    <a:pt x="263" y="509"/>
                  </a:lnTo>
                  <a:lnTo>
                    <a:pt x="263" y="539"/>
                  </a:lnTo>
                  <a:lnTo>
                    <a:pt x="264" y="553"/>
                  </a:lnTo>
                  <a:lnTo>
                    <a:pt x="265" y="565"/>
                  </a:lnTo>
                  <a:lnTo>
                    <a:pt x="266" y="579"/>
                  </a:lnTo>
                  <a:lnTo>
                    <a:pt x="267" y="591"/>
                  </a:lnTo>
                  <a:lnTo>
                    <a:pt x="270" y="613"/>
                  </a:lnTo>
                  <a:lnTo>
                    <a:pt x="274" y="631"/>
                  </a:lnTo>
                  <a:lnTo>
                    <a:pt x="279" y="647"/>
                  </a:lnTo>
                  <a:lnTo>
                    <a:pt x="284" y="663"/>
                  </a:lnTo>
                  <a:lnTo>
                    <a:pt x="287" y="669"/>
                  </a:lnTo>
                  <a:lnTo>
                    <a:pt x="290" y="675"/>
                  </a:lnTo>
                  <a:lnTo>
                    <a:pt x="293" y="681"/>
                  </a:lnTo>
                  <a:lnTo>
                    <a:pt x="296" y="685"/>
                  </a:lnTo>
                  <a:lnTo>
                    <a:pt x="303" y="693"/>
                  </a:lnTo>
                  <a:lnTo>
                    <a:pt x="311" y="701"/>
                  </a:lnTo>
                  <a:lnTo>
                    <a:pt x="319" y="705"/>
                  </a:lnTo>
                  <a:lnTo>
                    <a:pt x="327" y="709"/>
                  </a:lnTo>
                  <a:lnTo>
                    <a:pt x="336" y="713"/>
                  </a:lnTo>
                  <a:lnTo>
                    <a:pt x="345" y="713"/>
                  </a:lnTo>
                  <a:lnTo>
                    <a:pt x="354" y="713"/>
                  </a:lnTo>
                  <a:lnTo>
                    <a:pt x="372" y="713"/>
                  </a:lnTo>
                  <a:lnTo>
                    <a:pt x="390" y="709"/>
                  </a:lnTo>
                  <a:lnTo>
                    <a:pt x="410" y="703"/>
                  </a:lnTo>
                  <a:lnTo>
                    <a:pt x="429" y="697"/>
                  </a:lnTo>
                  <a:lnTo>
                    <a:pt x="431" y="697"/>
                  </a:lnTo>
                  <a:lnTo>
                    <a:pt x="432" y="697"/>
                  </a:lnTo>
                  <a:lnTo>
                    <a:pt x="436" y="697"/>
                  </a:lnTo>
                  <a:lnTo>
                    <a:pt x="437" y="699"/>
                  </a:lnTo>
                  <a:lnTo>
                    <a:pt x="438" y="703"/>
                  </a:lnTo>
                  <a:lnTo>
                    <a:pt x="439" y="705"/>
                  </a:lnTo>
                  <a:lnTo>
                    <a:pt x="439" y="709"/>
                  </a:lnTo>
                  <a:lnTo>
                    <a:pt x="439" y="721"/>
                  </a:lnTo>
                  <a:lnTo>
                    <a:pt x="438" y="725"/>
                  </a:lnTo>
                  <a:lnTo>
                    <a:pt x="437" y="729"/>
                  </a:lnTo>
                  <a:lnTo>
                    <a:pt x="436" y="731"/>
                  </a:lnTo>
                  <a:lnTo>
                    <a:pt x="434" y="733"/>
                  </a:lnTo>
                  <a:lnTo>
                    <a:pt x="430" y="737"/>
                  </a:lnTo>
                  <a:lnTo>
                    <a:pt x="411" y="743"/>
                  </a:lnTo>
                  <a:lnTo>
                    <a:pt x="391" y="749"/>
                  </a:lnTo>
                  <a:lnTo>
                    <a:pt x="372" y="751"/>
                  </a:lnTo>
                  <a:lnTo>
                    <a:pt x="354" y="753"/>
                  </a:lnTo>
                  <a:lnTo>
                    <a:pt x="343" y="753"/>
                  </a:lnTo>
                  <a:lnTo>
                    <a:pt x="331" y="751"/>
                  </a:lnTo>
                  <a:lnTo>
                    <a:pt x="320" y="747"/>
                  </a:lnTo>
                  <a:lnTo>
                    <a:pt x="310" y="741"/>
                  </a:lnTo>
                  <a:lnTo>
                    <a:pt x="300" y="735"/>
                  </a:lnTo>
                  <a:lnTo>
                    <a:pt x="295" y="731"/>
                  </a:lnTo>
                  <a:lnTo>
                    <a:pt x="291" y="727"/>
                  </a:lnTo>
                  <a:lnTo>
                    <a:pt x="282" y="715"/>
                  </a:lnTo>
                  <a:lnTo>
                    <a:pt x="274" y="703"/>
                  </a:lnTo>
                  <a:lnTo>
                    <a:pt x="270" y="695"/>
                  </a:lnTo>
                  <a:lnTo>
                    <a:pt x="267" y="687"/>
                  </a:lnTo>
                  <a:lnTo>
                    <a:pt x="260" y="669"/>
                  </a:lnTo>
                  <a:lnTo>
                    <a:pt x="255" y="649"/>
                  </a:lnTo>
                  <a:lnTo>
                    <a:pt x="250" y="627"/>
                  </a:lnTo>
                  <a:lnTo>
                    <a:pt x="248" y="615"/>
                  </a:lnTo>
                  <a:lnTo>
                    <a:pt x="246" y="601"/>
                  </a:lnTo>
                  <a:lnTo>
                    <a:pt x="243" y="573"/>
                  </a:lnTo>
                  <a:lnTo>
                    <a:pt x="241" y="543"/>
                  </a:lnTo>
                  <a:lnTo>
                    <a:pt x="241" y="527"/>
                  </a:lnTo>
                  <a:lnTo>
                    <a:pt x="241" y="509"/>
                  </a:lnTo>
                  <a:lnTo>
                    <a:pt x="241" y="443"/>
                  </a:lnTo>
                  <a:lnTo>
                    <a:pt x="241" y="417"/>
                  </a:lnTo>
                  <a:lnTo>
                    <a:pt x="242" y="391"/>
                  </a:lnTo>
                  <a:lnTo>
                    <a:pt x="245" y="369"/>
                  </a:lnTo>
                  <a:lnTo>
                    <a:pt x="247" y="345"/>
                  </a:lnTo>
                  <a:lnTo>
                    <a:pt x="249" y="335"/>
                  </a:lnTo>
                  <a:lnTo>
                    <a:pt x="251" y="325"/>
                  </a:lnTo>
                  <a:lnTo>
                    <a:pt x="253" y="315"/>
                  </a:lnTo>
                  <a:lnTo>
                    <a:pt x="255" y="305"/>
                  </a:lnTo>
                  <a:lnTo>
                    <a:pt x="258" y="296"/>
                  </a:lnTo>
                  <a:lnTo>
                    <a:pt x="261" y="288"/>
                  </a:lnTo>
                  <a:lnTo>
                    <a:pt x="267" y="270"/>
                  </a:lnTo>
                  <a:lnTo>
                    <a:pt x="274" y="256"/>
                  </a:lnTo>
                  <a:lnTo>
                    <a:pt x="281" y="242"/>
                  </a:lnTo>
                  <a:lnTo>
                    <a:pt x="289" y="230"/>
                  </a:lnTo>
                  <a:lnTo>
                    <a:pt x="299" y="220"/>
                  </a:lnTo>
                  <a:lnTo>
                    <a:pt x="308" y="212"/>
                  </a:lnTo>
                  <a:lnTo>
                    <a:pt x="319" y="208"/>
                  </a:lnTo>
                  <a:lnTo>
                    <a:pt x="330" y="204"/>
                  </a:lnTo>
                  <a:lnTo>
                    <a:pt x="336" y="202"/>
                  </a:lnTo>
                  <a:lnTo>
                    <a:pt x="343" y="202"/>
                  </a:lnTo>
                  <a:lnTo>
                    <a:pt x="355" y="204"/>
                  </a:lnTo>
                  <a:lnTo>
                    <a:pt x="361" y="204"/>
                  </a:lnTo>
                  <a:lnTo>
                    <a:pt x="367" y="206"/>
                  </a:lnTo>
                  <a:lnTo>
                    <a:pt x="378" y="212"/>
                  </a:lnTo>
                  <a:lnTo>
                    <a:pt x="383" y="216"/>
                  </a:lnTo>
                  <a:lnTo>
                    <a:pt x="387" y="220"/>
                  </a:lnTo>
                  <a:lnTo>
                    <a:pt x="397" y="230"/>
                  </a:lnTo>
                  <a:lnTo>
                    <a:pt x="405" y="240"/>
                  </a:lnTo>
                  <a:lnTo>
                    <a:pt x="412" y="254"/>
                  </a:lnTo>
                  <a:lnTo>
                    <a:pt x="416" y="260"/>
                  </a:lnTo>
                  <a:lnTo>
                    <a:pt x="419" y="268"/>
                  </a:lnTo>
                  <a:lnTo>
                    <a:pt x="424" y="286"/>
                  </a:lnTo>
                  <a:lnTo>
                    <a:pt x="429" y="303"/>
                  </a:lnTo>
                  <a:lnTo>
                    <a:pt x="433" y="323"/>
                  </a:lnTo>
                  <a:lnTo>
                    <a:pt x="437" y="343"/>
                  </a:lnTo>
                  <a:lnTo>
                    <a:pt x="439" y="365"/>
                  </a:lnTo>
                  <a:lnTo>
                    <a:pt x="441" y="389"/>
                  </a:lnTo>
                  <a:lnTo>
                    <a:pt x="442" y="415"/>
                  </a:lnTo>
                  <a:lnTo>
                    <a:pt x="443" y="441"/>
                  </a:lnTo>
                  <a:lnTo>
                    <a:pt x="443" y="469"/>
                  </a:lnTo>
                  <a:lnTo>
                    <a:pt x="443" y="473"/>
                  </a:lnTo>
                  <a:lnTo>
                    <a:pt x="442" y="475"/>
                  </a:lnTo>
                  <a:lnTo>
                    <a:pt x="440" y="483"/>
                  </a:lnTo>
                  <a:lnTo>
                    <a:pt x="437" y="487"/>
                  </a:lnTo>
                  <a:lnTo>
                    <a:pt x="433" y="487"/>
                  </a:lnTo>
                  <a:close/>
                  <a:moveTo>
                    <a:pt x="421" y="441"/>
                  </a:moveTo>
                  <a:lnTo>
                    <a:pt x="420" y="417"/>
                  </a:lnTo>
                  <a:lnTo>
                    <a:pt x="420" y="397"/>
                  </a:lnTo>
                  <a:lnTo>
                    <a:pt x="418" y="375"/>
                  </a:lnTo>
                  <a:lnTo>
                    <a:pt x="416" y="357"/>
                  </a:lnTo>
                  <a:lnTo>
                    <a:pt x="414" y="339"/>
                  </a:lnTo>
                  <a:lnTo>
                    <a:pt x="411" y="321"/>
                  </a:lnTo>
                  <a:lnTo>
                    <a:pt x="409" y="315"/>
                  </a:lnTo>
                  <a:lnTo>
                    <a:pt x="407" y="307"/>
                  </a:lnTo>
                  <a:lnTo>
                    <a:pt x="403" y="294"/>
                  </a:lnTo>
                  <a:lnTo>
                    <a:pt x="400" y="288"/>
                  </a:lnTo>
                  <a:lnTo>
                    <a:pt x="398" y="282"/>
                  </a:lnTo>
                  <a:lnTo>
                    <a:pt x="395" y="276"/>
                  </a:lnTo>
                  <a:lnTo>
                    <a:pt x="392" y="272"/>
                  </a:lnTo>
                  <a:lnTo>
                    <a:pt x="389" y="266"/>
                  </a:lnTo>
                  <a:lnTo>
                    <a:pt x="386" y="262"/>
                  </a:lnTo>
                  <a:lnTo>
                    <a:pt x="379" y="256"/>
                  </a:lnTo>
                  <a:lnTo>
                    <a:pt x="371" y="250"/>
                  </a:lnTo>
                  <a:lnTo>
                    <a:pt x="362" y="246"/>
                  </a:lnTo>
                  <a:lnTo>
                    <a:pt x="353" y="242"/>
                  </a:lnTo>
                  <a:lnTo>
                    <a:pt x="343" y="242"/>
                  </a:lnTo>
                  <a:lnTo>
                    <a:pt x="332" y="242"/>
                  </a:lnTo>
                  <a:lnTo>
                    <a:pt x="328" y="244"/>
                  </a:lnTo>
                  <a:lnTo>
                    <a:pt x="323" y="246"/>
                  </a:lnTo>
                  <a:lnTo>
                    <a:pt x="314" y="250"/>
                  </a:lnTo>
                  <a:lnTo>
                    <a:pt x="307" y="256"/>
                  </a:lnTo>
                  <a:lnTo>
                    <a:pt x="299" y="264"/>
                  </a:lnTo>
                  <a:lnTo>
                    <a:pt x="293" y="274"/>
                  </a:lnTo>
                  <a:lnTo>
                    <a:pt x="287" y="284"/>
                  </a:lnTo>
                  <a:lnTo>
                    <a:pt x="282" y="298"/>
                  </a:lnTo>
                  <a:lnTo>
                    <a:pt x="277" y="311"/>
                  </a:lnTo>
                  <a:lnTo>
                    <a:pt x="275" y="317"/>
                  </a:lnTo>
                  <a:lnTo>
                    <a:pt x="273" y="325"/>
                  </a:lnTo>
                  <a:lnTo>
                    <a:pt x="270" y="343"/>
                  </a:lnTo>
                  <a:lnTo>
                    <a:pt x="268" y="361"/>
                  </a:lnTo>
                  <a:lnTo>
                    <a:pt x="266" y="379"/>
                  </a:lnTo>
                  <a:lnTo>
                    <a:pt x="264" y="399"/>
                  </a:lnTo>
                  <a:lnTo>
                    <a:pt x="263" y="421"/>
                  </a:lnTo>
                  <a:lnTo>
                    <a:pt x="263" y="443"/>
                  </a:lnTo>
                  <a:lnTo>
                    <a:pt x="421" y="447"/>
                  </a:lnTo>
                  <a:lnTo>
                    <a:pt x="421" y="441"/>
                  </a:lnTo>
                  <a:close/>
                  <a:moveTo>
                    <a:pt x="649" y="751"/>
                  </a:moveTo>
                  <a:lnTo>
                    <a:pt x="636" y="753"/>
                  </a:lnTo>
                  <a:lnTo>
                    <a:pt x="622" y="753"/>
                  </a:lnTo>
                  <a:lnTo>
                    <a:pt x="610" y="753"/>
                  </a:lnTo>
                  <a:lnTo>
                    <a:pt x="598" y="749"/>
                  </a:lnTo>
                  <a:lnTo>
                    <a:pt x="593" y="745"/>
                  </a:lnTo>
                  <a:lnTo>
                    <a:pt x="589" y="741"/>
                  </a:lnTo>
                  <a:lnTo>
                    <a:pt x="584" y="737"/>
                  </a:lnTo>
                  <a:lnTo>
                    <a:pt x="581" y="731"/>
                  </a:lnTo>
                  <a:lnTo>
                    <a:pt x="577" y="725"/>
                  </a:lnTo>
                  <a:lnTo>
                    <a:pt x="574" y="717"/>
                  </a:lnTo>
                  <a:lnTo>
                    <a:pt x="571" y="709"/>
                  </a:lnTo>
                  <a:lnTo>
                    <a:pt x="569" y="699"/>
                  </a:lnTo>
                  <a:lnTo>
                    <a:pt x="568" y="687"/>
                  </a:lnTo>
                  <a:lnTo>
                    <a:pt x="566" y="675"/>
                  </a:lnTo>
                  <a:lnTo>
                    <a:pt x="566" y="659"/>
                  </a:lnTo>
                  <a:lnTo>
                    <a:pt x="565" y="645"/>
                  </a:lnTo>
                  <a:lnTo>
                    <a:pt x="565" y="248"/>
                  </a:lnTo>
                  <a:lnTo>
                    <a:pt x="516" y="248"/>
                  </a:lnTo>
                  <a:lnTo>
                    <a:pt x="512" y="248"/>
                  </a:lnTo>
                  <a:lnTo>
                    <a:pt x="510" y="246"/>
                  </a:lnTo>
                  <a:lnTo>
                    <a:pt x="509" y="244"/>
                  </a:lnTo>
                  <a:lnTo>
                    <a:pt x="507" y="240"/>
                  </a:lnTo>
                  <a:lnTo>
                    <a:pt x="506" y="236"/>
                  </a:lnTo>
                  <a:lnTo>
                    <a:pt x="506" y="232"/>
                  </a:lnTo>
                  <a:lnTo>
                    <a:pt x="506" y="222"/>
                  </a:lnTo>
                  <a:lnTo>
                    <a:pt x="506" y="220"/>
                  </a:lnTo>
                  <a:lnTo>
                    <a:pt x="507" y="216"/>
                  </a:lnTo>
                  <a:lnTo>
                    <a:pt x="508" y="214"/>
                  </a:lnTo>
                  <a:lnTo>
                    <a:pt x="509" y="212"/>
                  </a:lnTo>
                  <a:lnTo>
                    <a:pt x="510" y="210"/>
                  </a:lnTo>
                  <a:lnTo>
                    <a:pt x="512" y="208"/>
                  </a:lnTo>
                  <a:lnTo>
                    <a:pt x="516" y="208"/>
                  </a:lnTo>
                  <a:lnTo>
                    <a:pt x="565" y="208"/>
                  </a:lnTo>
                  <a:lnTo>
                    <a:pt x="565" y="104"/>
                  </a:lnTo>
                  <a:lnTo>
                    <a:pt x="566" y="96"/>
                  </a:lnTo>
                  <a:lnTo>
                    <a:pt x="567" y="94"/>
                  </a:lnTo>
                  <a:lnTo>
                    <a:pt x="568" y="90"/>
                  </a:lnTo>
                  <a:lnTo>
                    <a:pt x="569" y="88"/>
                  </a:lnTo>
                  <a:lnTo>
                    <a:pt x="570" y="86"/>
                  </a:lnTo>
                  <a:lnTo>
                    <a:pt x="572" y="86"/>
                  </a:lnTo>
                  <a:lnTo>
                    <a:pt x="574" y="84"/>
                  </a:lnTo>
                  <a:lnTo>
                    <a:pt x="580" y="84"/>
                  </a:lnTo>
                  <a:lnTo>
                    <a:pt x="583" y="86"/>
                  </a:lnTo>
                  <a:lnTo>
                    <a:pt x="585" y="90"/>
                  </a:lnTo>
                  <a:lnTo>
                    <a:pt x="587" y="96"/>
                  </a:lnTo>
                  <a:lnTo>
                    <a:pt x="588" y="104"/>
                  </a:lnTo>
                  <a:lnTo>
                    <a:pt x="588" y="208"/>
                  </a:lnTo>
                  <a:lnTo>
                    <a:pt x="648" y="208"/>
                  </a:lnTo>
                  <a:lnTo>
                    <a:pt x="651" y="208"/>
                  </a:lnTo>
                  <a:lnTo>
                    <a:pt x="653" y="210"/>
                  </a:lnTo>
                  <a:lnTo>
                    <a:pt x="654" y="212"/>
                  </a:lnTo>
                  <a:lnTo>
                    <a:pt x="656" y="216"/>
                  </a:lnTo>
                  <a:lnTo>
                    <a:pt x="657" y="220"/>
                  </a:lnTo>
                  <a:lnTo>
                    <a:pt x="657" y="222"/>
                  </a:lnTo>
                  <a:lnTo>
                    <a:pt x="657" y="232"/>
                  </a:lnTo>
                  <a:lnTo>
                    <a:pt x="657" y="236"/>
                  </a:lnTo>
                  <a:lnTo>
                    <a:pt x="656" y="240"/>
                  </a:lnTo>
                  <a:lnTo>
                    <a:pt x="654" y="244"/>
                  </a:lnTo>
                  <a:lnTo>
                    <a:pt x="653" y="246"/>
                  </a:lnTo>
                  <a:lnTo>
                    <a:pt x="651" y="248"/>
                  </a:lnTo>
                  <a:lnTo>
                    <a:pt x="648" y="248"/>
                  </a:lnTo>
                  <a:lnTo>
                    <a:pt x="588" y="248"/>
                  </a:lnTo>
                  <a:lnTo>
                    <a:pt x="588" y="645"/>
                  </a:lnTo>
                  <a:lnTo>
                    <a:pt x="588" y="665"/>
                  </a:lnTo>
                  <a:lnTo>
                    <a:pt x="590" y="681"/>
                  </a:lnTo>
                  <a:lnTo>
                    <a:pt x="593" y="693"/>
                  </a:lnTo>
                  <a:lnTo>
                    <a:pt x="595" y="697"/>
                  </a:lnTo>
                  <a:lnTo>
                    <a:pt x="597" y="701"/>
                  </a:lnTo>
                  <a:lnTo>
                    <a:pt x="599" y="705"/>
                  </a:lnTo>
                  <a:lnTo>
                    <a:pt x="602" y="707"/>
                  </a:lnTo>
                  <a:lnTo>
                    <a:pt x="605" y="711"/>
                  </a:lnTo>
                  <a:lnTo>
                    <a:pt x="608" y="711"/>
                  </a:lnTo>
                  <a:lnTo>
                    <a:pt x="615" y="713"/>
                  </a:lnTo>
                  <a:lnTo>
                    <a:pt x="622" y="713"/>
                  </a:lnTo>
                  <a:lnTo>
                    <a:pt x="647" y="713"/>
                  </a:lnTo>
                  <a:lnTo>
                    <a:pt x="651" y="715"/>
                  </a:lnTo>
                  <a:lnTo>
                    <a:pt x="655" y="717"/>
                  </a:lnTo>
                  <a:lnTo>
                    <a:pt x="656" y="719"/>
                  </a:lnTo>
                  <a:lnTo>
                    <a:pt x="657" y="723"/>
                  </a:lnTo>
                  <a:lnTo>
                    <a:pt x="657" y="725"/>
                  </a:lnTo>
                  <a:lnTo>
                    <a:pt x="657" y="729"/>
                  </a:lnTo>
                  <a:lnTo>
                    <a:pt x="657" y="737"/>
                  </a:lnTo>
                  <a:lnTo>
                    <a:pt x="655" y="743"/>
                  </a:lnTo>
                  <a:lnTo>
                    <a:pt x="654" y="747"/>
                  </a:lnTo>
                  <a:lnTo>
                    <a:pt x="653" y="747"/>
                  </a:lnTo>
                  <a:lnTo>
                    <a:pt x="649" y="751"/>
                  </a:lnTo>
                  <a:close/>
                  <a:moveTo>
                    <a:pt x="767" y="20"/>
                  </a:moveTo>
                  <a:lnTo>
                    <a:pt x="743" y="192"/>
                  </a:lnTo>
                  <a:lnTo>
                    <a:pt x="742" y="202"/>
                  </a:lnTo>
                  <a:lnTo>
                    <a:pt x="740" y="208"/>
                  </a:lnTo>
                  <a:lnTo>
                    <a:pt x="737" y="210"/>
                  </a:lnTo>
                  <a:lnTo>
                    <a:pt x="734" y="212"/>
                  </a:lnTo>
                  <a:lnTo>
                    <a:pt x="726" y="212"/>
                  </a:lnTo>
                  <a:lnTo>
                    <a:pt x="724" y="210"/>
                  </a:lnTo>
                  <a:lnTo>
                    <a:pt x="722" y="208"/>
                  </a:lnTo>
                  <a:lnTo>
                    <a:pt x="722" y="206"/>
                  </a:lnTo>
                  <a:lnTo>
                    <a:pt x="722" y="202"/>
                  </a:lnTo>
                  <a:lnTo>
                    <a:pt x="722" y="198"/>
                  </a:lnTo>
                  <a:lnTo>
                    <a:pt x="722" y="192"/>
                  </a:lnTo>
                  <a:lnTo>
                    <a:pt x="743" y="20"/>
                  </a:lnTo>
                  <a:lnTo>
                    <a:pt x="744" y="10"/>
                  </a:lnTo>
                  <a:lnTo>
                    <a:pt x="745" y="6"/>
                  </a:lnTo>
                  <a:lnTo>
                    <a:pt x="746" y="4"/>
                  </a:lnTo>
                  <a:lnTo>
                    <a:pt x="749" y="2"/>
                  </a:lnTo>
                  <a:lnTo>
                    <a:pt x="753" y="0"/>
                  </a:lnTo>
                  <a:lnTo>
                    <a:pt x="762" y="0"/>
                  </a:lnTo>
                  <a:lnTo>
                    <a:pt x="765" y="0"/>
                  </a:lnTo>
                  <a:lnTo>
                    <a:pt x="767" y="2"/>
                  </a:lnTo>
                  <a:lnTo>
                    <a:pt x="768" y="6"/>
                  </a:lnTo>
                  <a:lnTo>
                    <a:pt x="768" y="12"/>
                  </a:lnTo>
                  <a:lnTo>
                    <a:pt x="768" y="14"/>
                  </a:lnTo>
                  <a:lnTo>
                    <a:pt x="767" y="20"/>
                  </a:lnTo>
                  <a:close/>
                  <a:moveTo>
                    <a:pt x="898" y="753"/>
                  </a:moveTo>
                  <a:lnTo>
                    <a:pt x="879" y="753"/>
                  </a:lnTo>
                  <a:lnTo>
                    <a:pt x="859" y="749"/>
                  </a:lnTo>
                  <a:lnTo>
                    <a:pt x="841" y="745"/>
                  </a:lnTo>
                  <a:lnTo>
                    <a:pt x="825" y="739"/>
                  </a:lnTo>
                  <a:lnTo>
                    <a:pt x="820" y="737"/>
                  </a:lnTo>
                  <a:lnTo>
                    <a:pt x="818" y="735"/>
                  </a:lnTo>
                  <a:lnTo>
                    <a:pt x="817" y="735"/>
                  </a:lnTo>
                  <a:lnTo>
                    <a:pt x="815" y="733"/>
                  </a:lnTo>
                  <a:lnTo>
                    <a:pt x="814" y="729"/>
                  </a:lnTo>
                  <a:lnTo>
                    <a:pt x="814" y="727"/>
                  </a:lnTo>
                  <a:lnTo>
                    <a:pt x="814" y="723"/>
                  </a:lnTo>
                  <a:lnTo>
                    <a:pt x="814" y="711"/>
                  </a:lnTo>
                  <a:lnTo>
                    <a:pt x="814" y="707"/>
                  </a:lnTo>
                  <a:lnTo>
                    <a:pt x="814" y="705"/>
                  </a:lnTo>
                  <a:lnTo>
                    <a:pt x="816" y="701"/>
                  </a:lnTo>
                  <a:lnTo>
                    <a:pt x="817" y="699"/>
                  </a:lnTo>
                  <a:lnTo>
                    <a:pt x="819" y="699"/>
                  </a:lnTo>
                  <a:lnTo>
                    <a:pt x="820" y="697"/>
                  </a:lnTo>
                  <a:lnTo>
                    <a:pt x="822" y="697"/>
                  </a:lnTo>
                  <a:lnTo>
                    <a:pt x="825" y="697"/>
                  </a:lnTo>
                  <a:lnTo>
                    <a:pt x="844" y="703"/>
                  </a:lnTo>
                  <a:lnTo>
                    <a:pt x="863" y="709"/>
                  </a:lnTo>
                  <a:lnTo>
                    <a:pt x="873" y="711"/>
                  </a:lnTo>
                  <a:lnTo>
                    <a:pt x="882" y="713"/>
                  </a:lnTo>
                  <a:lnTo>
                    <a:pt x="899" y="713"/>
                  </a:lnTo>
                  <a:lnTo>
                    <a:pt x="912" y="713"/>
                  </a:lnTo>
                  <a:lnTo>
                    <a:pt x="918" y="711"/>
                  </a:lnTo>
                  <a:lnTo>
                    <a:pt x="924" y="709"/>
                  </a:lnTo>
                  <a:lnTo>
                    <a:pt x="930" y="707"/>
                  </a:lnTo>
                  <a:lnTo>
                    <a:pt x="935" y="703"/>
                  </a:lnTo>
                  <a:lnTo>
                    <a:pt x="940" y="699"/>
                  </a:lnTo>
                  <a:lnTo>
                    <a:pt x="944" y="695"/>
                  </a:lnTo>
                  <a:lnTo>
                    <a:pt x="948" y="689"/>
                  </a:lnTo>
                  <a:lnTo>
                    <a:pt x="952" y="681"/>
                  </a:lnTo>
                  <a:lnTo>
                    <a:pt x="955" y="673"/>
                  </a:lnTo>
                  <a:lnTo>
                    <a:pt x="958" y="663"/>
                  </a:lnTo>
                  <a:lnTo>
                    <a:pt x="960" y="653"/>
                  </a:lnTo>
                  <a:lnTo>
                    <a:pt x="961" y="641"/>
                  </a:lnTo>
                  <a:lnTo>
                    <a:pt x="962" y="627"/>
                  </a:lnTo>
                  <a:lnTo>
                    <a:pt x="963" y="613"/>
                  </a:lnTo>
                  <a:lnTo>
                    <a:pt x="962" y="599"/>
                  </a:lnTo>
                  <a:lnTo>
                    <a:pt x="960" y="585"/>
                  </a:lnTo>
                  <a:lnTo>
                    <a:pt x="959" y="579"/>
                  </a:lnTo>
                  <a:lnTo>
                    <a:pt x="957" y="573"/>
                  </a:lnTo>
                  <a:lnTo>
                    <a:pt x="952" y="561"/>
                  </a:lnTo>
                  <a:lnTo>
                    <a:pt x="949" y="555"/>
                  </a:lnTo>
                  <a:lnTo>
                    <a:pt x="945" y="547"/>
                  </a:lnTo>
                  <a:lnTo>
                    <a:pt x="935" y="535"/>
                  </a:lnTo>
                  <a:lnTo>
                    <a:pt x="924" y="519"/>
                  </a:lnTo>
                  <a:lnTo>
                    <a:pt x="909" y="503"/>
                  </a:lnTo>
                  <a:lnTo>
                    <a:pt x="877" y="469"/>
                  </a:lnTo>
                  <a:lnTo>
                    <a:pt x="864" y="453"/>
                  </a:lnTo>
                  <a:lnTo>
                    <a:pt x="852" y="439"/>
                  </a:lnTo>
                  <a:lnTo>
                    <a:pt x="841" y="423"/>
                  </a:lnTo>
                  <a:lnTo>
                    <a:pt x="839" y="419"/>
                  </a:lnTo>
                  <a:lnTo>
                    <a:pt x="837" y="415"/>
                  </a:lnTo>
                  <a:lnTo>
                    <a:pt x="832" y="407"/>
                  </a:lnTo>
                  <a:lnTo>
                    <a:pt x="829" y="399"/>
                  </a:lnTo>
                  <a:lnTo>
                    <a:pt x="825" y="389"/>
                  </a:lnTo>
                  <a:lnTo>
                    <a:pt x="823" y="381"/>
                  </a:lnTo>
                  <a:lnTo>
                    <a:pt x="820" y="371"/>
                  </a:lnTo>
                  <a:lnTo>
                    <a:pt x="819" y="361"/>
                  </a:lnTo>
                  <a:lnTo>
                    <a:pt x="817" y="349"/>
                  </a:lnTo>
                  <a:lnTo>
                    <a:pt x="816" y="337"/>
                  </a:lnTo>
                  <a:lnTo>
                    <a:pt x="816" y="325"/>
                  </a:lnTo>
                  <a:lnTo>
                    <a:pt x="817" y="309"/>
                  </a:lnTo>
                  <a:lnTo>
                    <a:pt x="818" y="294"/>
                  </a:lnTo>
                  <a:lnTo>
                    <a:pt x="820" y="280"/>
                  </a:lnTo>
                  <a:lnTo>
                    <a:pt x="823" y="268"/>
                  </a:lnTo>
                  <a:lnTo>
                    <a:pt x="826" y="256"/>
                  </a:lnTo>
                  <a:lnTo>
                    <a:pt x="830" y="246"/>
                  </a:lnTo>
                  <a:lnTo>
                    <a:pt x="835" y="238"/>
                  </a:lnTo>
                  <a:lnTo>
                    <a:pt x="840" y="230"/>
                  </a:lnTo>
                  <a:lnTo>
                    <a:pt x="845" y="222"/>
                  </a:lnTo>
                  <a:lnTo>
                    <a:pt x="851" y="216"/>
                  </a:lnTo>
                  <a:lnTo>
                    <a:pt x="858" y="212"/>
                  </a:lnTo>
                  <a:lnTo>
                    <a:pt x="864" y="208"/>
                  </a:lnTo>
                  <a:lnTo>
                    <a:pt x="871" y="206"/>
                  </a:lnTo>
                  <a:lnTo>
                    <a:pt x="878" y="204"/>
                  </a:lnTo>
                  <a:lnTo>
                    <a:pt x="893" y="202"/>
                  </a:lnTo>
                  <a:lnTo>
                    <a:pt x="917" y="204"/>
                  </a:lnTo>
                  <a:lnTo>
                    <a:pt x="936" y="206"/>
                  </a:lnTo>
                  <a:lnTo>
                    <a:pt x="965" y="212"/>
                  </a:lnTo>
                  <a:lnTo>
                    <a:pt x="970" y="214"/>
                  </a:lnTo>
                  <a:lnTo>
                    <a:pt x="973" y="216"/>
                  </a:lnTo>
                  <a:lnTo>
                    <a:pt x="974" y="218"/>
                  </a:lnTo>
                  <a:lnTo>
                    <a:pt x="975" y="220"/>
                  </a:lnTo>
                  <a:lnTo>
                    <a:pt x="976" y="224"/>
                  </a:lnTo>
                  <a:lnTo>
                    <a:pt x="976" y="228"/>
                  </a:lnTo>
                  <a:lnTo>
                    <a:pt x="976" y="236"/>
                  </a:lnTo>
                  <a:lnTo>
                    <a:pt x="975" y="246"/>
                  </a:lnTo>
                  <a:lnTo>
                    <a:pt x="973" y="252"/>
                  </a:lnTo>
                  <a:lnTo>
                    <a:pt x="970" y="254"/>
                  </a:lnTo>
                  <a:lnTo>
                    <a:pt x="965" y="252"/>
                  </a:lnTo>
                  <a:lnTo>
                    <a:pt x="953" y="250"/>
                  </a:lnTo>
                  <a:lnTo>
                    <a:pt x="936" y="246"/>
                  </a:lnTo>
                  <a:lnTo>
                    <a:pt x="926" y="244"/>
                  </a:lnTo>
                  <a:lnTo>
                    <a:pt x="916" y="244"/>
                  </a:lnTo>
                  <a:lnTo>
                    <a:pt x="895" y="242"/>
                  </a:lnTo>
                  <a:lnTo>
                    <a:pt x="883" y="242"/>
                  </a:lnTo>
                  <a:lnTo>
                    <a:pt x="873" y="244"/>
                  </a:lnTo>
                  <a:lnTo>
                    <a:pt x="868" y="246"/>
                  </a:lnTo>
                  <a:lnTo>
                    <a:pt x="863" y="250"/>
                  </a:lnTo>
                  <a:lnTo>
                    <a:pt x="859" y="254"/>
                  </a:lnTo>
                  <a:lnTo>
                    <a:pt x="855" y="258"/>
                  </a:lnTo>
                  <a:lnTo>
                    <a:pt x="851" y="262"/>
                  </a:lnTo>
                  <a:lnTo>
                    <a:pt x="848" y="268"/>
                  </a:lnTo>
                  <a:lnTo>
                    <a:pt x="845" y="276"/>
                  </a:lnTo>
                  <a:lnTo>
                    <a:pt x="844" y="278"/>
                  </a:lnTo>
                  <a:lnTo>
                    <a:pt x="843" y="282"/>
                  </a:lnTo>
                  <a:lnTo>
                    <a:pt x="841" y="292"/>
                  </a:lnTo>
                  <a:lnTo>
                    <a:pt x="839" y="301"/>
                  </a:lnTo>
                  <a:lnTo>
                    <a:pt x="839" y="313"/>
                  </a:lnTo>
                  <a:lnTo>
                    <a:pt x="838" y="325"/>
                  </a:lnTo>
                  <a:lnTo>
                    <a:pt x="838" y="333"/>
                  </a:lnTo>
                  <a:lnTo>
                    <a:pt x="839" y="341"/>
                  </a:lnTo>
                  <a:lnTo>
                    <a:pt x="840" y="349"/>
                  </a:lnTo>
                  <a:lnTo>
                    <a:pt x="842" y="355"/>
                  </a:lnTo>
                  <a:lnTo>
                    <a:pt x="843" y="363"/>
                  </a:lnTo>
                  <a:lnTo>
                    <a:pt x="846" y="369"/>
                  </a:lnTo>
                  <a:lnTo>
                    <a:pt x="848" y="375"/>
                  </a:lnTo>
                  <a:lnTo>
                    <a:pt x="851" y="381"/>
                  </a:lnTo>
                  <a:lnTo>
                    <a:pt x="858" y="393"/>
                  </a:lnTo>
                  <a:lnTo>
                    <a:pt x="867" y="405"/>
                  </a:lnTo>
                  <a:lnTo>
                    <a:pt x="876" y="417"/>
                  </a:lnTo>
                  <a:lnTo>
                    <a:pt x="887" y="431"/>
                  </a:lnTo>
                  <a:lnTo>
                    <a:pt x="921" y="467"/>
                  </a:lnTo>
                  <a:lnTo>
                    <a:pt x="936" y="485"/>
                  </a:lnTo>
                  <a:lnTo>
                    <a:pt x="948" y="501"/>
                  </a:lnTo>
                  <a:lnTo>
                    <a:pt x="954" y="509"/>
                  </a:lnTo>
                  <a:lnTo>
                    <a:pt x="959" y="517"/>
                  </a:lnTo>
                  <a:lnTo>
                    <a:pt x="968" y="533"/>
                  </a:lnTo>
                  <a:lnTo>
                    <a:pt x="972" y="541"/>
                  </a:lnTo>
                  <a:lnTo>
                    <a:pt x="976" y="551"/>
                  </a:lnTo>
                  <a:lnTo>
                    <a:pt x="978" y="559"/>
                  </a:lnTo>
                  <a:lnTo>
                    <a:pt x="981" y="569"/>
                  </a:lnTo>
                  <a:lnTo>
                    <a:pt x="982" y="579"/>
                  </a:lnTo>
                  <a:lnTo>
                    <a:pt x="984" y="589"/>
                  </a:lnTo>
                  <a:lnTo>
                    <a:pt x="985" y="601"/>
                  </a:lnTo>
                  <a:lnTo>
                    <a:pt x="985" y="613"/>
                  </a:lnTo>
                  <a:lnTo>
                    <a:pt x="984" y="633"/>
                  </a:lnTo>
                  <a:lnTo>
                    <a:pt x="983" y="651"/>
                  </a:lnTo>
                  <a:lnTo>
                    <a:pt x="982" y="659"/>
                  </a:lnTo>
                  <a:lnTo>
                    <a:pt x="981" y="667"/>
                  </a:lnTo>
                  <a:lnTo>
                    <a:pt x="979" y="673"/>
                  </a:lnTo>
                  <a:lnTo>
                    <a:pt x="978" y="681"/>
                  </a:lnTo>
                  <a:lnTo>
                    <a:pt x="974" y="693"/>
                  </a:lnTo>
                  <a:lnTo>
                    <a:pt x="972" y="699"/>
                  </a:lnTo>
                  <a:lnTo>
                    <a:pt x="970" y="705"/>
                  </a:lnTo>
                  <a:lnTo>
                    <a:pt x="964" y="715"/>
                  </a:lnTo>
                  <a:lnTo>
                    <a:pt x="959" y="723"/>
                  </a:lnTo>
                  <a:lnTo>
                    <a:pt x="953" y="731"/>
                  </a:lnTo>
                  <a:lnTo>
                    <a:pt x="946" y="737"/>
                  </a:lnTo>
                  <a:lnTo>
                    <a:pt x="939" y="743"/>
                  </a:lnTo>
                  <a:lnTo>
                    <a:pt x="931" y="747"/>
                  </a:lnTo>
                  <a:lnTo>
                    <a:pt x="923" y="749"/>
                  </a:lnTo>
                  <a:lnTo>
                    <a:pt x="915" y="751"/>
                  </a:lnTo>
                  <a:lnTo>
                    <a:pt x="906" y="753"/>
                  </a:lnTo>
                  <a:lnTo>
                    <a:pt x="898" y="753"/>
                  </a:lnTo>
                  <a:close/>
                  <a:moveTo>
                    <a:pt x="1357" y="745"/>
                  </a:moveTo>
                  <a:lnTo>
                    <a:pt x="1341" y="747"/>
                  </a:lnTo>
                  <a:lnTo>
                    <a:pt x="1324" y="751"/>
                  </a:lnTo>
                  <a:lnTo>
                    <a:pt x="1309" y="753"/>
                  </a:lnTo>
                  <a:lnTo>
                    <a:pt x="1296" y="753"/>
                  </a:lnTo>
                  <a:lnTo>
                    <a:pt x="1283" y="751"/>
                  </a:lnTo>
                  <a:lnTo>
                    <a:pt x="1277" y="751"/>
                  </a:lnTo>
                  <a:lnTo>
                    <a:pt x="1271" y="749"/>
                  </a:lnTo>
                  <a:lnTo>
                    <a:pt x="1265" y="745"/>
                  </a:lnTo>
                  <a:lnTo>
                    <a:pt x="1260" y="743"/>
                  </a:lnTo>
                  <a:lnTo>
                    <a:pt x="1255" y="739"/>
                  </a:lnTo>
                  <a:lnTo>
                    <a:pt x="1250" y="733"/>
                  </a:lnTo>
                  <a:lnTo>
                    <a:pt x="1245" y="729"/>
                  </a:lnTo>
                  <a:lnTo>
                    <a:pt x="1241" y="723"/>
                  </a:lnTo>
                  <a:lnTo>
                    <a:pt x="1233" y="711"/>
                  </a:lnTo>
                  <a:lnTo>
                    <a:pt x="1225" y="697"/>
                  </a:lnTo>
                  <a:lnTo>
                    <a:pt x="1219" y="681"/>
                  </a:lnTo>
                  <a:lnTo>
                    <a:pt x="1213" y="663"/>
                  </a:lnTo>
                  <a:lnTo>
                    <a:pt x="1209" y="645"/>
                  </a:lnTo>
                  <a:lnTo>
                    <a:pt x="1205" y="625"/>
                  </a:lnTo>
                  <a:lnTo>
                    <a:pt x="1202" y="603"/>
                  </a:lnTo>
                  <a:lnTo>
                    <a:pt x="1199" y="581"/>
                  </a:lnTo>
                  <a:lnTo>
                    <a:pt x="1197" y="557"/>
                  </a:lnTo>
                  <a:lnTo>
                    <a:pt x="1196" y="535"/>
                  </a:lnTo>
                  <a:lnTo>
                    <a:pt x="1196" y="509"/>
                  </a:lnTo>
                  <a:lnTo>
                    <a:pt x="1196" y="443"/>
                  </a:lnTo>
                  <a:lnTo>
                    <a:pt x="1196" y="417"/>
                  </a:lnTo>
                  <a:lnTo>
                    <a:pt x="1197" y="393"/>
                  </a:lnTo>
                  <a:lnTo>
                    <a:pt x="1199" y="371"/>
                  </a:lnTo>
                  <a:lnTo>
                    <a:pt x="1202" y="349"/>
                  </a:lnTo>
                  <a:lnTo>
                    <a:pt x="1205" y="327"/>
                  </a:lnTo>
                  <a:lnTo>
                    <a:pt x="1209" y="307"/>
                  </a:lnTo>
                  <a:lnTo>
                    <a:pt x="1213" y="290"/>
                  </a:lnTo>
                  <a:lnTo>
                    <a:pt x="1219" y="272"/>
                  </a:lnTo>
                  <a:lnTo>
                    <a:pt x="1222" y="264"/>
                  </a:lnTo>
                  <a:lnTo>
                    <a:pt x="1225" y="258"/>
                  </a:lnTo>
                  <a:lnTo>
                    <a:pt x="1233" y="244"/>
                  </a:lnTo>
                  <a:lnTo>
                    <a:pt x="1237" y="238"/>
                  </a:lnTo>
                  <a:lnTo>
                    <a:pt x="1241" y="232"/>
                  </a:lnTo>
                  <a:lnTo>
                    <a:pt x="1250" y="222"/>
                  </a:lnTo>
                  <a:lnTo>
                    <a:pt x="1260" y="214"/>
                  </a:lnTo>
                  <a:lnTo>
                    <a:pt x="1265" y="210"/>
                  </a:lnTo>
                  <a:lnTo>
                    <a:pt x="1271" y="208"/>
                  </a:lnTo>
                  <a:lnTo>
                    <a:pt x="1277" y="206"/>
                  </a:lnTo>
                  <a:lnTo>
                    <a:pt x="1283" y="204"/>
                  </a:lnTo>
                  <a:lnTo>
                    <a:pt x="1289" y="202"/>
                  </a:lnTo>
                  <a:lnTo>
                    <a:pt x="1296" y="202"/>
                  </a:lnTo>
                  <a:lnTo>
                    <a:pt x="1309" y="204"/>
                  </a:lnTo>
                  <a:lnTo>
                    <a:pt x="1324" y="206"/>
                  </a:lnTo>
                  <a:lnTo>
                    <a:pt x="1341" y="208"/>
                  </a:lnTo>
                  <a:lnTo>
                    <a:pt x="1357" y="212"/>
                  </a:lnTo>
                  <a:lnTo>
                    <a:pt x="1361" y="214"/>
                  </a:lnTo>
                  <a:lnTo>
                    <a:pt x="1364" y="218"/>
                  </a:lnTo>
                  <a:lnTo>
                    <a:pt x="1365" y="220"/>
                  </a:lnTo>
                  <a:lnTo>
                    <a:pt x="1366" y="222"/>
                  </a:lnTo>
                  <a:lnTo>
                    <a:pt x="1366" y="230"/>
                  </a:lnTo>
                  <a:lnTo>
                    <a:pt x="1366" y="236"/>
                  </a:lnTo>
                  <a:lnTo>
                    <a:pt x="1365" y="240"/>
                  </a:lnTo>
                  <a:lnTo>
                    <a:pt x="1365" y="244"/>
                  </a:lnTo>
                  <a:lnTo>
                    <a:pt x="1363" y="248"/>
                  </a:lnTo>
                  <a:lnTo>
                    <a:pt x="1362" y="250"/>
                  </a:lnTo>
                  <a:lnTo>
                    <a:pt x="1360" y="250"/>
                  </a:lnTo>
                  <a:lnTo>
                    <a:pt x="1356" y="250"/>
                  </a:lnTo>
                  <a:lnTo>
                    <a:pt x="1339" y="246"/>
                  </a:lnTo>
                  <a:lnTo>
                    <a:pt x="1323" y="244"/>
                  </a:lnTo>
                  <a:lnTo>
                    <a:pt x="1309" y="242"/>
                  </a:lnTo>
                  <a:lnTo>
                    <a:pt x="1296" y="242"/>
                  </a:lnTo>
                  <a:lnTo>
                    <a:pt x="1285" y="242"/>
                  </a:lnTo>
                  <a:lnTo>
                    <a:pt x="1276" y="246"/>
                  </a:lnTo>
                  <a:lnTo>
                    <a:pt x="1272" y="248"/>
                  </a:lnTo>
                  <a:lnTo>
                    <a:pt x="1267" y="250"/>
                  </a:lnTo>
                  <a:lnTo>
                    <a:pt x="1259" y="256"/>
                  </a:lnTo>
                  <a:lnTo>
                    <a:pt x="1252" y="264"/>
                  </a:lnTo>
                  <a:lnTo>
                    <a:pt x="1246" y="274"/>
                  </a:lnTo>
                  <a:lnTo>
                    <a:pt x="1240" y="284"/>
                  </a:lnTo>
                  <a:lnTo>
                    <a:pt x="1236" y="296"/>
                  </a:lnTo>
                  <a:lnTo>
                    <a:pt x="1231" y="309"/>
                  </a:lnTo>
                  <a:lnTo>
                    <a:pt x="1228" y="325"/>
                  </a:lnTo>
                  <a:lnTo>
                    <a:pt x="1225" y="341"/>
                  </a:lnTo>
                  <a:lnTo>
                    <a:pt x="1222" y="359"/>
                  </a:lnTo>
                  <a:lnTo>
                    <a:pt x="1221" y="379"/>
                  </a:lnTo>
                  <a:lnTo>
                    <a:pt x="1219" y="399"/>
                  </a:lnTo>
                  <a:lnTo>
                    <a:pt x="1219" y="419"/>
                  </a:lnTo>
                  <a:lnTo>
                    <a:pt x="1218" y="443"/>
                  </a:lnTo>
                  <a:lnTo>
                    <a:pt x="1218" y="509"/>
                  </a:lnTo>
                  <a:lnTo>
                    <a:pt x="1219" y="531"/>
                  </a:lnTo>
                  <a:lnTo>
                    <a:pt x="1219" y="553"/>
                  </a:lnTo>
                  <a:lnTo>
                    <a:pt x="1221" y="573"/>
                  </a:lnTo>
                  <a:lnTo>
                    <a:pt x="1222" y="593"/>
                  </a:lnTo>
                  <a:lnTo>
                    <a:pt x="1225" y="611"/>
                  </a:lnTo>
                  <a:lnTo>
                    <a:pt x="1228" y="627"/>
                  </a:lnTo>
                  <a:lnTo>
                    <a:pt x="1231" y="643"/>
                  </a:lnTo>
                  <a:lnTo>
                    <a:pt x="1236" y="657"/>
                  </a:lnTo>
                  <a:lnTo>
                    <a:pt x="1240" y="671"/>
                  </a:lnTo>
                  <a:lnTo>
                    <a:pt x="1246" y="681"/>
                  </a:lnTo>
                  <a:lnTo>
                    <a:pt x="1252" y="691"/>
                  </a:lnTo>
                  <a:lnTo>
                    <a:pt x="1259" y="699"/>
                  </a:lnTo>
                  <a:lnTo>
                    <a:pt x="1267" y="705"/>
                  </a:lnTo>
                  <a:lnTo>
                    <a:pt x="1272" y="709"/>
                  </a:lnTo>
                  <a:lnTo>
                    <a:pt x="1276" y="711"/>
                  </a:lnTo>
                  <a:lnTo>
                    <a:pt x="1285" y="713"/>
                  </a:lnTo>
                  <a:lnTo>
                    <a:pt x="1296" y="713"/>
                  </a:lnTo>
                  <a:lnTo>
                    <a:pt x="1309" y="713"/>
                  </a:lnTo>
                  <a:lnTo>
                    <a:pt x="1323" y="711"/>
                  </a:lnTo>
                  <a:lnTo>
                    <a:pt x="1339" y="709"/>
                  </a:lnTo>
                  <a:lnTo>
                    <a:pt x="1356" y="705"/>
                  </a:lnTo>
                  <a:lnTo>
                    <a:pt x="1360" y="705"/>
                  </a:lnTo>
                  <a:lnTo>
                    <a:pt x="1362" y="705"/>
                  </a:lnTo>
                  <a:lnTo>
                    <a:pt x="1363" y="707"/>
                  </a:lnTo>
                  <a:lnTo>
                    <a:pt x="1365" y="709"/>
                  </a:lnTo>
                  <a:lnTo>
                    <a:pt x="1365" y="711"/>
                  </a:lnTo>
                  <a:lnTo>
                    <a:pt x="1366" y="715"/>
                  </a:lnTo>
                  <a:lnTo>
                    <a:pt x="1366" y="719"/>
                  </a:lnTo>
                  <a:lnTo>
                    <a:pt x="1366" y="731"/>
                  </a:lnTo>
                  <a:lnTo>
                    <a:pt x="1365" y="735"/>
                  </a:lnTo>
                  <a:lnTo>
                    <a:pt x="1364" y="737"/>
                  </a:lnTo>
                  <a:lnTo>
                    <a:pt x="1363" y="741"/>
                  </a:lnTo>
                  <a:lnTo>
                    <a:pt x="1361" y="741"/>
                  </a:lnTo>
                  <a:lnTo>
                    <a:pt x="1357" y="745"/>
                  </a:lnTo>
                  <a:close/>
                  <a:moveTo>
                    <a:pt x="1467" y="753"/>
                  </a:moveTo>
                  <a:lnTo>
                    <a:pt x="1462" y="753"/>
                  </a:lnTo>
                  <a:lnTo>
                    <a:pt x="1458" y="751"/>
                  </a:lnTo>
                  <a:lnTo>
                    <a:pt x="1456" y="747"/>
                  </a:lnTo>
                  <a:lnTo>
                    <a:pt x="1454" y="741"/>
                  </a:lnTo>
                  <a:lnTo>
                    <a:pt x="1453" y="735"/>
                  </a:lnTo>
                  <a:lnTo>
                    <a:pt x="1453" y="20"/>
                  </a:lnTo>
                  <a:lnTo>
                    <a:pt x="1454" y="16"/>
                  </a:lnTo>
                  <a:lnTo>
                    <a:pt x="1454" y="12"/>
                  </a:lnTo>
                  <a:lnTo>
                    <a:pt x="1456" y="6"/>
                  </a:lnTo>
                  <a:lnTo>
                    <a:pt x="1457" y="4"/>
                  </a:lnTo>
                  <a:lnTo>
                    <a:pt x="1458" y="2"/>
                  </a:lnTo>
                  <a:lnTo>
                    <a:pt x="1462" y="0"/>
                  </a:lnTo>
                  <a:lnTo>
                    <a:pt x="1467" y="0"/>
                  </a:lnTo>
                  <a:lnTo>
                    <a:pt x="1470" y="2"/>
                  </a:lnTo>
                  <a:lnTo>
                    <a:pt x="1473" y="6"/>
                  </a:lnTo>
                  <a:lnTo>
                    <a:pt x="1475" y="12"/>
                  </a:lnTo>
                  <a:lnTo>
                    <a:pt x="1476" y="20"/>
                  </a:lnTo>
                  <a:lnTo>
                    <a:pt x="1476" y="735"/>
                  </a:lnTo>
                  <a:lnTo>
                    <a:pt x="1475" y="737"/>
                  </a:lnTo>
                  <a:lnTo>
                    <a:pt x="1475" y="741"/>
                  </a:lnTo>
                  <a:lnTo>
                    <a:pt x="1473" y="747"/>
                  </a:lnTo>
                  <a:lnTo>
                    <a:pt x="1472" y="749"/>
                  </a:lnTo>
                  <a:lnTo>
                    <a:pt x="1470" y="751"/>
                  </a:lnTo>
                  <a:lnTo>
                    <a:pt x="1467" y="753"/>
                  </a:lnTo>
                  <a:close/>
                  <a:moveTo>
                    <a:pt x="1761" y="487"/>
                  </a:moveTo>
                  <a:lnTo>
                    <a:pt x="1591" y="487"/>
                  </a:lnTo>
                  <a:lnTo>
                    <a:pt x="1591" y="509"/>
                  </a:lnTo>
                  <a:lnTo>
                    <a:pt x="1591" y="539"/>
                  </a:lnTo>
                  <a:lnTo>
                    <a:pt x="1592" y="553"/>
                  </a:lnTo>
                  <a:lnTo>
                    <a:pt x="1593" y="565"/>
                  </a:lnTo>
                  <a:lnTo>
                    <a:pt x="1594" y="579"/>
                  </a:lnTo>
                  <a:lnTo>
                    <a:pt x="1595" y="591"/>
                  </a:lnTo>
                  <a:lnTo>
                    <a:pt x="1598" y="613"/>
                  </a:lnTo>
                  <a:lnTo>
                    <a:pt x="1602" y="631"/>
                  </a:lnTo>
                  <a:lnTo>
                    <a:pt x="1606" y="647"/>
                  </a:lnTo>
                  <a:lnTo>
                    <a:pt x="1612" y="663"/>
                  </a:lnTo>
                  <a:lnTo>
                    <a:pt x="1614" y="669"/>
                  </a:lnTo>
                  <a:lnTo>
                    <a:pt x="1617" y="675"/>
                  </a:lnTo>
                  <a:lnTo>
                    <a:pt x="1621" y="681"/>
                  </a:lnTo>
                  <a:lnTo>
                    <a:pt x="1624" y="685"/>
                  </a:lnTo>
                  <a:lnTo>
                    <a:pt x="1631" y="693"/>
                  </a:lnTo>
                  <a:lnTo>
                    <a:pt x="1638" y="701"/>
                  </a:lnTo>
                  <a:lnTo>
                    <a:pt x="1646" y="705"/>
                  </a:lnTo>
                  <a:lnTo>
                    <a:pt x="1655" y="709"/>
                  </a:lnTo>
                  <a:lnTo>
                    <a:pt x="1664" y="713"/>
                  </a:lnTo>
                  <a:lnTo>
                    <a:pt x="1673" y="713"/>
                  </a:lnTo>
                  <a:lnTo>
                    <a:pt x="1682" y="713"/>
                  </a:lnTo>
                  <a:lnTo>
                    <a:pt x="1699" y="713"/>
                  </a:lnTo>
                  <a:lnTo>
                    <a:pt x="1718" y="709"/>
                  </a:lnTo>
                  <a:lnTo>
                    <a:pt x="1737" y="703"/>
                  </a:lnTo>
                  <a:lnTo>
                    <a:pt x="1756" y="697"/>
                  </a:lnTo>
                  <a:lnTo>
                    <a:pt x="1758" y="697"/>
                  </a:lnTo>
                  <a:lnTo>
                    <a:pt x="1760" y="697"/>
                  </a:lnTo>
                  <a:lnTo>
                    <a:pt x="1764" y="697"/>
                  </a:lnTo>
                  <a:lnTo>
                    <a:pt x="1765" y="699"/>
                  </a:lnTo>
                  <a:lnTo>
                    <a:pt x="1766" y="703"/>
                  </a:lnTo>
                  <a:lnTo>
                    <a:pt x="1767" y="705"/>
                  </a:lnTo>
                  <a:lnTo>
                    <a:pt x="1767" y="709"/>
                  </a:lnTo>
                  <a:lnTo>
                    <a:pt x="1767" y="721"/>
                  </a:lnTo>
                  <a:lnTo>
                    <a:pt x="1766" y="725"/>
                  </a:lnTo>
                  <a:lnTo>
                    <a:pt x="1765" y="729"/>
                  </a:lnTo>
                  <a:lnTo>
                    <a:pt x="1764" y="731"/>
                  </a:lnTo>
                  <a:lnTo>
                    <a:pt x="1762" y="733"/>
                  </a:lnTo>
                  <a:lnTo>
                    <a:pt x="1757" y="737"/>
                  </a:lnTo>
                  <a:lnTo>
                    <a:pt x="1739" y="743"/>
                  </a:lnTo>
                  <a:lnTo>
                    <a:pt x="1719" y="749"/>
                  </a:lnTo>
                  <a:lnTo>
                    <a:pt x="1700" y="751"/>
                  </a:lnTo>
                  <a:lnTo>
                    <a:pt x="1682" y="753"/>
                  </a:lnTo>
                  <a:lnTo>
                    <a:pt x="1670" y="753"/>
                  </a:lnTo>
                  <a:lnTo>
                    <a:pt x="1659" y="751"/>
                  </a:lnTo>
                  <a:lnTo>
                    <a:pt x="1648" y="747"/>
                  </a:lnTo>
                  <a:lnTo>
                    <a:pt x="1638" y="741"/>
                  </a:lnTo>
                  <a:lnTo>
                    <a:pt x="1628" y="735"/>
                  </a:lnTo>
                  <a:lnTo>
                    <a:pt x="1623" y="731"/>
                  </a:lnTo>
                  <a:lnTo>
                    <a:pt x="1619" y="727"/>
                  </a:lnTo>
                  <a:lnTo>
                    <a:pt x="1610" y="715"/>
                  </a:lnTo>
                  <a:lnTo>
                    <a:pt x="1602" y="703"/>
                  </a:lnTo>
                  <a:lnTo>
                    <a:pt x="1598" y="695"/>
                  </a:lnTo>
                  <a:lnTo>
                    <a:pt x="1595" y="687"/>
                  </a:lnTo>
                  <a:lnTo>
                    <a:pt x="1588" y="669"/>
                  </a:lnTo>
                  <a:lnTo>
                    <a:pt x="1582" y="649"/>
                  </a:lnTo>
                  <a:lnTo>
                    <a:pt x="1578" y="627"/>
                  </a:lnTo>
                  <a:lnTo>
                    <a:pt x="1575" y="615"/>
                  </a:lnTo>
                  <a:lnTo>
                    <a:pt x="1574" y="601"/>
                  </a:lnTo>
                  <a:lnTo>
                    <a:pt x="1571" y="573"/>
                  </a:lnTo>
                  <a:lnTo>
                    <a:pt x="1569" y="543"/>
                  </a:lnTo>
                  <a:lnTo>
                    <a:pt x="1569" y="527"/>
                  </a:lnTo>
                  <a:lnTo>
                    <a:pt x="1569" y="509"/>
                  </a:lnTo>
                  <a:lnTo>
                    <a:pt x="1569" y="443"/>
                  </a:lnTo>
                  <a:lnTo>
                    <a:pt x="1569" y="417"/>
                  </a:lnTo>
                  <a:lnTo>
                    <a:pt x="1570" y="391"/>
                  </a:lnTo>
                  <a:lnTo>
                    <a:pt x="1572" y="369"/>
                  </a:lnTo>
                  <a:lnTo>
                    <a:pt x="1575" y="345"/>
                  </a:lnTo>
                  <a:lnTo>
                    <a:pt x="1577" y="335"/>
                  </a:lnTo>
                  <a:lnTo>
                    <a:pt x="1579" y="325"/>
                  </a:lnTo>
                  <a:lnTo>
                    <a:pt x="1581" y="315"/>
                  </a:lnTo>
                  <a:lnTo>
                    <a:pt x="1583" y="305"/>
                  </a:lnTo>
                  <a:lnTo>
                    <a:pt x="1586" y="296"/>
                  </a:lnTo>
                  <a:lnTo>
                    <a:pt x="1589" y="288"/>
                  </a:lnTo>
                  <a:lnTo>
                    <a:pt x="1595" y="270"/>
                  </a:lnTo>
                  <a:lnTo>
                    <a:pt x="1601" y="256"/>
                  </a:lnTo>
                  <a:lnTo>
                    <a:pt x="1609" y="242"/>
                  </a:lnTo>
                  <a:lnTo>
                    <a:pt x="1617" y="230"/>
                  </a:lnTo>
                  <a:lnTo>
                    <a:pt x="1626" y="220"/>
                  </a:lnTo>
                  <a:lnTo>
                    <a:pt x="1636" y="212"/>
                  </a:lnTo>
                  <a:lnTo>
                    <a:pt x="1647" y="208"/>
                  </a:lnTo>
                  <a:lnTo>
                    <a:pt x="1658" y="204"/>
                  </a:lnTo>
                  <a:lnTo>
                    <a:pt x="1664" y="202"/>
                  </a:lnTo>
                  <a:lnTo>
                    <a:pt x="1670" y="202"/>
                  </a:lnTo>
                  <a:lnTo>
                    <a:pt x="1683" y="204"/>
                  </a:lnTo>
                  <a:lnTo>
                    <a:pt x="1689" y="204"/>
                  </a:lnTo>
                  <a:lnTo>
                    <a:pt x="1695" y="206"/>
                  </a:lnTo>
                  <a:lnTo>
                    <a:pt x="1705" y="212"/>
                  </a:lnTo>
                  <a:lnTo>
                    <a:pt x="1710" y="216"/>
                  </a:lnTo>
                  <a:lnTo>
                    <a:pt x="1715" y="220"/>
                  </a:lnTo>
                  <a:lnTo>
                    <a:pt x="1724" y="230"/>
                  </a:lnTo>
                  <a:lnTo>
                    <a:pt x="1733" y="240"/>
                  </a:lnTo>
                  <a:lnTo>
                    <a:pt x="1740" y="254"/>
                  </a:lnTo>
                  <a:lnTo>
                    <a:pt x="1743" y="260"/>
                  </a:lnTo>
                  <a:lnTo>
                    <a:pt x="1746" y="268"/>
                  </a:lnTo>
                  <a:lnTo>
                    <a:pt x="1752" y="286"/>
                  </a:lnTo>
                  <a:lnTo>
                    <a:pt x="1757" y="303"/>
                  </a:lnTo>
                  <a:lnTo>
                    <a:pt x="1761" y="323"/>
                  </a:lnTo>
                  <a:lnTo>
                    <a:pt x="1765" y="343"/>
                  </a:lnTo>
                  <a:lnTo>
                    <a:pt x="1767" y="365"/>
                  </a:lnTo>
                  <a:lnTo>
                    <a:pt x="1769" y="389"/>
                  </a:lnTo>
                  <a:lnTo>
                    <a:pt x="1770" y="415"/>
                  </a:lnTo>
                  <a:lnTo>
                    <a:pt x="1770" y="441"/>
                  </a:lnTo>
                  <a:lnTo>
                    <a:pt x="1770" y="469"/>
                  </a:lnTo>
                  <a:lnTo>
                    <a:pt x="1770" y="473"/>
                  </a:lnTo>
                  <a:lnTo>
                    <a:pt x="1770" y="475"/>
                  </a:lnTo>
                  <a:lnTo>
                    <a:pt x="1768" y="483"/>
                  </a:lnTo>
                  <a:lnTo>
                    <a:pt x="1765" y="487"/>
                  </a:lnTo>
                  <a:lnTo>
                    <a:pt x="1761" y="487"/>
                  </a:lnTo>
                  <a:close/>
                  <a:moveTo>
                    <a:pt x="1748" y="441"/>
                  </a:moveTo>
                  <a:lnTo>
                    <a:pt x="1748" y="417"/>
                  </a:lnTo>
                  <a:lnTo>
                    <a:pt x="1747" y="397"/>
                  </a:lnTo>
                  <a:lnTo>
                    <a:pt x="1746" y="375"/>
                  </a:lnTo>
                  <a:lnTo>
                    <a:pt x="1744" y="357"/>
                  </a:lnTo>
                  <a:lnTo>
                    <a:pt x="1742" y="339"/>
                  </a:lnTo>
                  <a:lnTo>
                    <a:pt x="1739" y="321"/>
                  </a:lnTo>
                  <a:lnTo>
                    <a:pt x="1737" y="315"/>
                  </a:lnTo>
                  <a:lnTo>
                    <a:pt x="1735" y="307"/>
                  </a:lnTo>
                  <a:lnTo>
                    <a:pt x="1731" y="294"/>
                  </a:lnTo>
                  <a:lnTo>
                    <a:pt x="1728" y="288"/>
                  </a:lnTo>
                  <a:lnTo>
                    <a:pt x="1726" y="282"/>
                  </a:lnTo>
                  <a:lnTo>
                    <a:pt x="1723" y="276"/>
                  </a:lnTo>
                  <a:lnTo>
                    <a:pt x="1720" y="272"/>
                  </a:lnTo>
                  <a:lnTo>
                    <a:pt x="1717" y="266"/>
                  </a:lnTo>
                  <a:lnTo>
                    <a:pt x="1714" y="262"/>
                  </a:lnTo>
                  <a:lnTo>
                    <a:pt x="1706" y="256"/>
                  </a:lnTo>
                  <a:lnTo>
                    <a:pt x="1699" y="250"/>
                  </a:lnTo>
                  <a:lnTo>
                    <a:pt x="1690" y="246"/>
                  </a:lnTo>
                  <a:lnTo>
                    <a:pt x="1681" y="242"/>
                  </a:lnTo>
                  <a:lnTo>
                    <a:pt x="1670" y="242"/>
                  </a:lnTo>
                  <a:lnTo>
                    <a:pt x="1660" y="242"/>
                  </a:lnTo>
                  <a:lnTo>
                    <a:pt x="1655" y="244"/>
                  </a:lnTo>
                  <a:lnTo>
                    <a:pt x="1651" y="246"/>
                  </a:lnTo>
                  <a:lnTo>
                    <a:pt x="1642" y="250"/>
                  </a:lnTo>
                  <a:lnTo>
                    <a:pt x="1634" y="256"/>
                  </a:lnTo>
                  <a:lnTo>
                    <a:pt x="1627" y="264"/>
                  </a:lnTo>
                  <a:lnTo>
                    <a:pt x="1621" y="274"/>
                  </a:lnTo>
                  <a:lnTo>
                    <a:pt x="1615" y="284"/>
                  </a:lnTo>
                  <a:lnTo>
                    <a:pt x="1610" y="298"/>
                  </a:lnTo>
                  <a:lnTo>
                    <a:pt x="1605" y="311"/>
                  </a:lnTo>
                  <a:lnTo>
                    <a:pt x="1603" y="317"/>
                  </a:lnTo>
                  <a:lnTo>
                    <a:pt x="1601" y="325"/>
                  </a:lnTo>
                  <a:lnTo>
                    <a:pt x="1598" y="343"/>
                  </a:lnTo>
                  <a:lnTo>
                    <a:pt x="1595" y="361"/>
                  </a:lnTo>
                  <a:lnTo>
                    <a:pt x="1593" y="379"/>
                  </a:lnTo>
                  <a:lnTo>
                    <a:pt x="1592" y="399"/>
                  </a:lnTo>
                  <a:lnTo>
                    <a:pt x="1591" y="421"/>
                  </a:lnTo>
                  <a:lnTo>
                    <a:pt x="1591" y="443"/>
                  </a:lnTo>
                  <a:lnTo>
                    <a:pt x="1748" y="447"/>
                  </a:lnTo>
                  <a:lnTo>
                    <a:pt x="1748" y="441"/>
                  </a:lnTo>
                  <a:close/>
                  <a:moveTo>
                    <a:pt x="2024" y="747"/>
                  </a:moveTo>
                  <a:lnTo>
                    <a:pt x="2021" y="747"/>
                  </a:lnTo>
                  <a:lnTo>
                    <a:pt x="2019" y="745"/>
                  </a:lnTo>
                  <a:lnTo>
                    <a:pt x="2017" y="743"/>
                  </a:lnTo>
                  <a:lnTo>
                    <a:pt x="2015" y="741"/>
                  </a:lnTo>
                  <a:lnTo>
                    <a:pt x="2013" y="739"/>
                  </a:lnTo>
                  <a:lnTo>
                    <a:pt x="2012" y="735"/>
                  </a:lnTo>
                  <a:lnTo>
                    <a:pt x="2012" y="731"/>
                  </a:lnTo>
                  <a:lnTo>
                    <a:pt x="2012" y="727"/>
                  </a:lnTo>
                  <a:lnTo>
                    <a:pt x="2012" y="701"/>
                  </a:lnTo>
                  <a:lnTo>
                    <a:pt x="2002" y="711"/>
                  </a:lnTo>
                  <a:lnTo>
                    <a:pt x="1992" y="721"/>
                  </a:lnTo>
                  <a:lnTo>
                    <a:pt x="1982" y="731"/>
                  </a:lnTo>
                  <a:lnTo>
                    <a:pt x="1977" y="735"/>
                  </a:lnTo>
                  <a:lnTo>
                    <a:pt x="1971" y="737"/>
                  </a:lnTo>
                  <a:lnTo>
                    <a:pt x="1960" y="745"/>
                  </a:lnTo>
                  <a:lnTo>
                    <a:pt x="1949" y="749"/>
                  </a:lnTo>
                  <a:lnTo>
                    <a:pt x="1943" y="751"/>
                  </a:lnTo>
                  <a:lnTo>
                    <a:pt x="1938" y="753"/>
                  </a:lnTo>
                  <a:lnTo>
                    <a:pt x="1926" y="753"/>
                  </a:lnTo>
                  <a:lnTo>
                    <a:pt x="1919" y="753"/>
                  </a:lnTo>
                  <a:lnTo>
                    <a:pt x="1912" y="751"/>
                  </a:lnTo>
                  <a:lnTo>
                    <a:pt x="1905" y="749"/>
                  </a:lnTo>
                  <a:lnTo>
                    <a:pt x="1898" y="745"/>
                  </a:lnTo>
                  <a:lnTo>
                    <a:pt x="1891" y="741"/>
                  </a:lnTo>
                  <a:lnTo>
                    <a:pt x="1888" y="739"/>
                  </a:lnTo>
                  <a:lnTo>
                    <a:pt x="1885" y="735"/>
                  </a:lnTo>
                  <a:lnTo>
                    <a:pt x="1879" y="727"/>
                  </a:lnTo>
                  <a:lnTo>
                    <a:pt x="1873" y="719"/>
                  </a:lnTo>
                  <a:lnTo>
                    <a:pt x="1868" y="709"/>
                  </a:lnTo>
                  <a:lnTo>
                    <a:pt x="1863" y="697"/>
                  </a:lnTo>
                  <a:lnTo>
                    <a:pt x="1859" y="685"/>
                  </a:lnTo>
                  <a:lnTo>
                    <a:pt x="1856" y="669"/>
                  </a:lnTo>
                  <a:lnTo>
                    <a:pt x="1853" y="653"/>
                  </a:lnTo>
                  <a:lnTo>
                    <a:pt x="1851" y="635"/>
                  </a:lnTo>
                  <a:lnTo>
                    <a:pt x="1849" y="613"/>
                  </a:lnTo>
                  <a:lnTo>
                    <a:pt x="1849" y="591"/>
                  </a:lnTo>
                  <a:lnTo>
                    <a:pt x="1849" y="579"/>
                  </a:lnTo>
                  <a:lnTo>
                    <a:pt x="1849" y="559"/>
                  </a:lnTo>
                  <a:lnTo>
                    <a:pt x="1851" y="541"/>
                  </a:lnTo>
                  <a:lnTo>
                    <a:pt x="1853" y="525"/>
                  </a:lnTo>
                  <a:lnTo>
                    <a:pt x="1854" y="517"/>
                  </a:lnTo>
                  <a:lnTo>
                    <a:pt x="1855" y="511"/>
                  </a:lnTo>
                  <a:lnTo>
                    <a:pt x="1859" y="497"/>
                  </a:lnTo>
                  <a:lnTo>
                    <a:pt x="1864" y="483"/>
                  </a:lnTo>
                  <a:lnTo>
                    <a:pt x="1870" y="471"/>
                  </a:lnTo>
                  <a:lnTo>
                    <a:pt x="1877" y="461"/>
                  </a:lnTo>
                  <a:lnTo>
                    <a:pt x="1885" y="453"/>
                  </a:lnTo>
                  <a:lnTo>
                    <a:pt x="1894" y="445"/>
                  </a:lnTo>
                  <a:lnTo>
                    <a:pt x="1904" y="439"/>
                  </a:lnTo>
                  <a:lnTo>
                    <a:pt x="1915" y="433"/>
                  </a:lnTo>
                  <a:lnTo>
                    <a:pt x="1928" y="429"/>
                  </a:lnTo>
                  <a:lnTo>
                    <a:pt x="1942" y="425"/>
                  </a:lnTo>
                  <a:lnTo>
                    <a:pt x="1957" y="423"/>
                  </a:lnTo>
                  <a:lnTo>
                    <a:pt x="1973" y="423"/>
                  </a:lnTo>
                  <a:lnTo>
                    <a:pt x="2012" y="423"/>
                  </a:lnTo>
                  <a:lnTo>
                    <a:pt x="2012" y="387"/>
                  </a:lnTo>
                  <a:lnTo>
                    <a:pt x="2012" y="367"/>
                  </a:lnTo>
                  <a:lnTo>
                    <a:pt x="2011" y="351"/>
                  </a:lnTo>
                  <a:lnTo>
                    <a:pt x="2010" y="335"/>
                  </a:lnTo>
                  <a:lnTo>
                    <a:pt x="2010" y="327"/>
                  </a:lnTo>
                  <a:lnTo>
                    <a:pt x="2009" y="319"/>
                  </a:lnTo>
                  <a:lnTo>
                    <a:pt x="2007" y="307"/>
                  </a:lnTo>
                  <a:lnTo>
                    <a:pt x="2005" y="296"/>
                  </a:lnTo>
                  <a:lnTo>
                    <a:pt x="2002" y="284"/>
                  </a:lnTo>
                  <a:lnTo>
                    <a:pt x="1999" y="276"/>
                  </a:lnTo>
                  <a:lnTo>
                    <a:pt x="1995" y="268"/>
                  </a:lnTo>
                  <a:lnTo>
                    <a:pt x="1990" y="260"/>
                  </a:lnTo>
                  <a:lnTo>
                    <a:pt x="1985" y="254"/>
                  </a:lnTo>
                  <a:lnTo>
                    <a:pt x="1979" y="250"/>
                  </a:lnTo>
                  <a:lnTo>
                    <a:pt x="1973" y="246"/>
                  </a:lnTo>
                  <a:lnTo>
                    <a:pt x="1965" y="244"/>
                  </a:lnTo>
                  <a:lnTo>
                    <a:pt x="1957" y="242"/>
                  </a:lnTo>
                  <a:lnTo>
                    <a:pt x="1949" y="242"/>
                  </a:lnTo>
                  <a:lnTo>
                    <a:pt x="1927" y="242"/>
                  </a:lnTo>
                  <a:lnTo>
                    <a:pt x="1909" y="244"/>
                  </a:lnTo>
                  <a:lnTo>
                    <a:pt x="1894" y="248"/>
                  </a:lnTo>
                  <a:lnTo>
                    <a:pt x="1877" y="250"/>
                  </a:lnTo>
                  <a:lnTo>
                    <a:pt x="1873" y="250"/>
                  </a:lnTo>
                  <a:lnTo>
                    <a:pt x="1869" y="250"/>
                  </a:lnTo>
                  <a:lnTo>
                    <a:pt x="1868" y="248"/>
                  </a:lnTo>
                  <a:lnTo>
                    <a:pt x="1867" y="246"/>
                  </a:lnTo>
                  <a:lnTo>
                    <a:pt x="1867" y="244"/>
                  </a:lnTo>
                  <a:lnTo>
                    <a:pt x="1866" y="240"/>
                  </a:lnTo>
                  <a:lnTo>
                    <a:pt x="1866" y="236"/>
                  </a:lnTo>
                  <a:lnTo>
                    <a:pt x="1866" y="230"/>
                  </a:lnTo>
                  <a:lnTo>
                    <a:pt x="1866" y="224"/>
                  </a:lnTo>
                  <a:lnTo>
                    <a:pt x="1867" y="220"/>
                  </a:lnTo>
                  <a:lnTo>
                    <a:pt x="1869" y="218"/>
                  </a:lnTo>
                  <a:lnTo>
                    <a:pt x="1870" y="216"/>
                  </a:lnTo>
                  <a:lnTo>
                    <a:pt x="1872" y="214"/>
                  </a:lnTo>
                  <a:lnTo>
                    <a:pt x="1877" y="212"/>
                  </a:lnTo>
                  <a:lnTo>
                    <a:pt x="1893" y="208"/>
                  </a:lnTo>
                  <a:lnTo>
                    <a:pt x="1908" y="206"/>
                  </a:lnTo>
                  <a:lnTo>
                    <a:pt x="1926" y="204"/>
                  </a:lnTo>
                  <a:lnTo>
                    <a:pt x="1949" y="202"/>
                  </a:lnTo>
                  <a:lnTo>
                    <a:pt x="1961" y="204"/>
                  </a:lnTo>
                  <a:lnTo>
                    <a:pt x="1972" y="206"/>
                  </a:lnTo>
                  <a:lnTo>
                    <a:pt x="1977" y="208"/>
                  </a:lnTo>
                  <a:lnTo>
                    <a:pt x="1982" y="210"/>
                  </a:lnTo>
                  <a:lnTo>
                    <a:pt x="1986" y="212"/>
                  </a:lnTo>
                  <a:lnTo>
                    <a:pt x="1991" y="216"/>
                  </a:lnTo>
                  <a:lnTo>
                    <a:pt x="1995" y="220"/>
                  </a:lnTo>
                  <a:lnTo>
                    <a:pt x="1999" y="224"/>
                  </a:lnTo>
                  <a:lnTo>
                    <a:pt x="2002" y="228"/>
                  </a:lnTo>
                  <a:lnTo>
                    <a:pt x="2006" y="232"/>
                  </a:lnTo>
                  <a:lnTo>
                    <a:pt x="2009" y="238"/>
                  </a:lnTo>
                  <a:lnTo>
                    <a:pt x="2012" y="242"/>
                  </a:lnTo>
                  <a:lnTo>
                    <a:pt x="2014" y="248"/>
                  </a:lnTo>
                  <a:lnTo>
                    <a:pt x="2017" y="254"/>
                  </a:lnTo>
                  <a:lnTo>
                    <a:pt x="2021" y="268"/>
                  </a:lnTo>
                  <a:lnTo>
                    <a:pt x="2025" y="282"/>
                  </a:lnTo>
                  <a:lnTo>
                    <a:pt x="2028" y="296"/>
                  </a:lnTo>
                  <a:lnTo>
                    <a:pt x="2029" y="303"/>
                  </a:lnTo>
                  <a:lnTo>
                    <a:pt x="2030" y="311"/>
                  </a:lnTo>
                  <a:lnTo>
                    <a:pt x="2032" y="329"/>
                  </a:lnTo>
                  <a:lnTo>
                    <a:pt x="2033" y="347"/>
                  </a:lnTo>
                  <a:lnTo>
                    <a:pt x="2034" y="367"/>
                  </a:lnTo>
                  <a:lnTo>
                    <a:pt x="2034" y="387"/>
                  </a:lnTo>
                  <a:lnTo>
                    <a:pt x="2034" y="727"/>
                  </a:lnTo>
                  <a:lnTo>
                    <a:pt x="2034" y="731"/>
                  </a:lnTo>
                  <a:lnTo>
                    <a:pt x="2033" y="735"/>
                  </a:lnTo>
                  <a:lnTo>
                    <a:pt x="2032" y="739"/>
                  </a:lnTo>
                  <a:lnTo>
                    <a:pt x="2031" y="741"/>
                  </a:lnTo>
                  <a:lnTo>
                    <a:pt x="2030" y="743"/>
                  </a:lnTo>
                  <a:lnTo>
                    <a:pt x="2028" y="745"/>
                  </a:lnTo>
                  <a:lnTo>
                    <a:pt x="2024" y="747"/>
                  </a:lnTo>
                  <a:close/>
                  <a:moveTo>
                    <a:pt x="2012" y="463"/>
                  </a:moveTo>
                  <a:lnTo>
                    <a:pt x="1973" y="463"/>
                  </a:lnTo>
                  <a:lnTo>
                    <a:pt x="1960" y="463"/>
                  </a:lnTo>
                  <a:lnTo>
                    <a:pt x="1947" y="463"/>
                  </a:lnTo>
                  <a:lnTo>
                    <a:pt x="1936" y="465"/>
                  </a:lnTo>
                  <a:lnTo>
                    <a:pt x="1925" y="469"/>
                  </a:lnTo>
                  <a:lnTo>
                    <a:pt x="1916" y="471"/>
                  </a:lnTo>
                  <a:lnTo>
                    <a:pt x="1908" y="477"/>
                  </a:lnTo>
                  <a:lnTo>
                    <a:pt x="1900" y="481"/>
                  </a:lnTo>
                  <a:lnTo>
                    <a:pt x="1894" y="489"/>
                  </a:lnTo>
                  <a:lnTo>
                    <a:pt x="1888" y="495"/>
                  </a:lnTo>
                  <a:lnTo>
                    <a:pt x="1883" y="503"/>
                  </a:lnTo>
                  <a:lnTo>
                    <a:pt x="1879" y="513"/>
                  </a:lnTo>
                  <a:lnTo>
                    <a:pt x="1876" y="523"/>
                  </a:lnTo>
                  <a:lnTo>
                    <a:pt x="1875" y="529"/>
                  </a:lnTo>
                  <a:lnTo>
                    <a:pt x="1874" y="535"/>
                  </a:lnTo>
                  <a:lnTo>
                    <a:pt x="1872" y="549"/>
                  </a:lnTo>
                  <a:lnTo>
                    <a:pt x="1871" y="563"/>
                  </a:lnTo>
                  <a:lnTo>
                    <a:pt x="1871" y="579"/>
                  </a:lnTo>
                  <a:lnTo>
                    <a:pt x="1871" y="591"/>
                  </a:lnTo>
                  <a:lnTo>
                    <a:pt x="1871" y="607"/>
                  </a:lnTo>
                  <a:lnTo>
                    <a:pt x="1872" y="623"/>
                  </a:lnTo>
                  <a:lnTo>
                    <a:pt x="1874" y="637"/>
                  </a:lnTo>
                  <a:lnTo>
                    <a:pt x="1875" y="649"/>
                  </a:lnTo>
                  <a:lnTo>
                    <a:pt x="1878" y="661"/>
                  </a:lnTo>
                  <a:lnTo>
                    <a:pt x="1881" y="671"/>
                  </a:lnTo>
                  <a:lnTo>
                    <a:pt x="1884" y="679"/>
                  </a:lnTo>
                  <a:lnTo>
                    <a:pt x="1885" y="683"/>
                  </a:lnTo>
                  <a:lnTo>
                    <a:pt x="1887" y="687"/>
                  </a:lnTo>
                  <a:lnTo>
                    <a:pt x="1891" y="695"/>
                  </a:lnTo>
                  <a:lnTo>
                    <a:pt x="1895" y="699"/>
                  </a:lnTo>
                  <a:lnTo>
                    <a:pt x="1900" y="705"/>
                  </a:lnTo>
                  <a:lnTo>
                    <a:pt x="1905" y="707"/>
                  </a:lnTo>
                  <a:lnTo>
                    <a:pt x="1910" y="711"/>
                  </a:lnTo>
                  <a:lnTo>
                    <a:pt x="1915" y="713"/>
                  </a:lnTo>
                  <a:lnTo>
                    <a:pt x="1926" y="713"/>
                  </a:lnTo>
                  <a:lnTo>
                    <a:pt x="1936" y="713"/>
                  </a:lnTo>
                  <a:lnTo>
                    <a:pt x="1947" y="711"/>
                  </a:lnTo>
                  <a:lnTo>
                    <a:pt x="1952" y="709"/>
                  </a:lnTo>
                  <a:lnTo>
                    <a:pt x="1957" y="707"/>
                  </a:lnTo>
                  <a:lnTo>
                    <a:pt x="1967" y="701"/>
                  </a:lnTo>
                  <a:lnTo>
                    <a:pt x="1977" y="695"/>
                  </a:lnTo>
                  <a:lnTo>
                    <a:pt x="1988" y="685"/>
                  </a:lnTo>
                  <a:lnTo>
                    <a:pt x="2000" y="675"/>
                  </a:lnTo>
                  <a:lnTo>
                    <a:pt x="2012" y="663"/>
                  </a:lnTo>
                  <a:lnTo>
                    <a:pt x="2012" y="463"/>
                  </a:lnTo>
                  <a:close/>
                  <a:moveTo>
                    <a:pt x="2313" y="747"/>
                  </a:moveTo>
                  <a:lnTo>
                    <a:pt x="2310" y="747"/>
                  </a:lnTo>
                  <a:lnTo>
                    <a:pt x="2307" y="745"/>
                  </a:lnTo>
                  <a:lnTo>
                    <a:pt x="2303" y="741"/>
                  </a:lnTo>
                  <a:lnTo>
                    <a:pt x="2301" y="735"/>
                  </a:lnTo>
                  <a:lnTo>
                    <a:pt x="2300" y="729"/>
                  </a:lnTo>
                  <a:lnTo>
                    <a:pt x="2300" y="393"/>
                  </a:lnTo>
                  <a:lnTo>
                    <a:pt x="2300" y="373"/>
                  </a:lnTo>
                  <a:lnTo>
                    <a:pt x="2299" y="355"/>
                  </a:lnTo>
                  <a:lnTo>
                    <a:pt x="2297" y="337"/>
                  </a:lnTo>
                  <a:lnTo>
                    <a:pt x="2295" y="321"/>
                  </a:lnTo>
                  <a:lnTo>
                    <a:pt x="2292" y="307"/>
                  </a:lnTo>
                  <a:lnTo>
                    <a:pt x="2288" y="296"/>
                  </a:lnTo>
                  <a:lnTo>
                    <a:pt x="2285" y="284"/>
                  </a:lnTo>
                  <a:lnTo>
                    <a:pt x="2280" y="276"/>
                  </a:lnTo>
                  <a:lnTo>
                    <a:pt x="2275" y="266"/>
                  </a:lnTo>
                  <a:lnTo>
                    <a:pt x="2270" y="260"/>
                  </a:lnTo>
                  <a:lnTo>
                    <a:pt x="2265" y="254"/>
                  </a:lnTo>
                  <a:lnTo>
                    <a:pt x="2259" y="250"/>
                  </a:lnTo>
                  <a:lnTo>
                    <a:pt x="2252" y="246"/>
                  </a:lnTo>
                  <a:lnTo>
                    <a:pt x="2246" y="244"/>
                  </a:lnTo>
                  <a:lnTo>
                    <a:pt x="2239" y="242"/>
                  </a:lnTo>
                  <a:lnTo>
                    <a:pt x="2232" y="242"/>
                  </a:lnTo>
                  <a:lnTo>
                    <a:pt x="2222" y="242"/>
                  </a:lnTo>
                  <a:lnTo>
                    <a:pt x="2212" y="244"/>
                  </a:lnTo>
                  <a:lnTo>
                    <a:pt x="2202" y="248"/>
                  </a:lnTo>
                  <a:lnTo>
                    <a:pt x="2192" y="254"/>
                  </a:lnTo>
                  <a:lnTo>
                    <a:pt x="2182" y="260"/>
                  </a:lnTo>
                  <a:lnTo>
                    <a:pt x="2172" y="266"/>
                  </a:lnTo>
                  <a:lnTo>
                    <a:pt x="2162" y="274"/>
                  </a:lnTo>
                  <a:lnTo>
                    <a:pt x="2152" y="284"/>
                  </a:lnTo>
                  <a:lnTo>
                    <a:pt x="2152" y="729"/>
                  </a:lnTo>
                  <a:lnTo>
                    <a:pt x="2152" y="731"/>
                  </a:lnTo>
                  <a:lnTo>
                    <a:pt x="2152" y="735"/>
                  </a:lnTo>
                  <a:lnTo>
                    <a:pt x="2150" y="741"/>
                  </a:lnTo>
                  <a:lnTo>
                    <a:pt x="2147" y="745"/>
                  </a:lnTo>
                  <a:lnTo>
                    <a:pt x="2142" y="747"/>
                  </a:lnTo>
                  <a:lnTo>
                    <a:pt x="2139" y="747"/>
                  </a:lnTo>
                  <a:lnTo>
                    <a:pt x="2137" y="745"/>
                  </a:lnTo>
                  <a:lnTo>
                    <a:pt x="2133" y="741"/>
                  </a:lnTo>
                  <a:lnTo>
                    <a:pt x="2130" y="735"/>
                  </a:lnTo>
                  <a:lnTo>
                    <a:pt x="2129" y="729"/>
                  </a:lnTo>
                  <a:lnTo>
                    <a:pt x="2129" y="228"/>
                  </a:lnTo>
                  <a:lnTo>
                    <a:pt x="2129" y="224"/>
                  </a:lnTo>
                  <a:lnTo>
                    <a:pt x="2130" y="220"/>
                  </a:lnTo>
                  <a:lnTo>
                    <a:pt x="2132" y="214"/>
                  </a:lnTo>
                  <a:lnTo>
                    <a:pt x="2133" y="210"/>
                  </a:lnTo>
                  <a:lnTo>
                    <a:pt x="2135" y="210"/>
                  </a:lnTo>
                  <a:lnTo>
                    <a:pt x="2136" y="208"/>
                  </a:lnTo>
                  <a:lnTo>
                    <a:pt x="2138" y="208"/>
                  </a:lnTo>
                  <a:lnTo>
                    <a:pt x="2142" y="208"/>
                  </a:lnTo>
                  <a:lnTo>
                    <a:pt x="2144" y="208"/>
                  </a:lnTo>
                  <a:lnTo>
                    <a:pt x="2147" y="210"/>
                  </a:lnTo>
                  <a:lnTo>
                    <a:pt x="2149" y="210"/>
                  </a:lnTo>
                  <a:lnTo>
                    <a:pt x="2150" y="214"/>
                  </a:lnTo>
                  <a:lnTo>
                    <a:pt x="2151" y="216"/>
                  </a:lnTo>
                  <a:lnTo>
                    <a:pt x="2152" y="220"/>
                  </a:lnTo>
                  <a:lnTo>
                    <a:pt x="2152" y="224"/>
                  </a:lnTo>
                  <a:lnTo>
                    <a:pt x="2152" y="228"/>
                  </a:lnTo>
                  <a:lnTo>
                    <a:pt x="2152" y="244"/>
                  </a:lnTo>
                  <a:lnTo>
                    <a:pt x="2162" y="234"/>
                  </a:lnTo>
                  <a:lnTo>
                    <a:pt x="2172" y="226"/>
                  </a:lnTo>
                  <a:lnTo>
                    <a:pt x="2183" y="220"/>
                  </a:lnTo>
                  <a:lnTo>
                    <a:pt x="2193" y="214"/>
                  </a:lnTo>
                  <a:lnTo>
                    <a:pt x="2203" y="208"/>
                  </a:lnTo>
                  <a:lnTo>
                    <a:pt x="2213" y="206"/>
                  </a:lnTo>
                  <a:lnTo>
                    <a:pt x="2224" y="204"/>
                  </a:lnTo>
                  <a:lnTo>
                    <a:pt x="2234" y="202"/>
                  </a:lnTo>
                  <a:lnTo>
                    <a:pt x="2242" y="204"/>
                  </a:lnTo>
                  <a:lnTo>
                    <a:pt x="2251" y="204"/>
                  </a:lnTo>
                  <a:lnTo>
                    <a:pt x="2260" y="208"/>
                  </a:lnTo>
                  <a:lnTo>
                    <a:pt x="2268" y="212"/>
                  </a:lnTo>
                  <a:lnTo>
                    <a:pt x="2275" y="218"/>
                  </a:lnTo>
                  <a:lnTo>
                    <a:pt x="2283" y="226"/>
                  </a:lnTo>
                  <a:lnTo>
                    <a:pt x="2290" y="236"/>
                  </a:lnTo>
                  <a:lnTo>
                    <a:pt x="2296" y="246"/>
                  </a:lnTo>
                  <a:lnTo>
                    <a:pt x="2302" y="258"/>
                  </a:lnTo>
                  <a:lnTo>
                    <a:pt x="2307" y="272"/>
                  </a:lnTo>
                  <a:lnTo>
                    <a:pt x="2311" y="288"/>
                  </a:lnTo>
                  <a:lnTo>
                    <a:pt x="2313" y="296"/>
                  </a:lnTo>
                  <a:lnTo>
                    <a:pt x="2315" y="305"/>
                  </a:lnTo>
                  <a:lnTo>
                    <a:pt x="2317" y="315"/>
                  </a:lnTo>
                  <a:lnTo>
                    <a:pt x="2318" y="325"/>
                  </a:lnTo>
                  <a:lnTo>
                    <a:pt x="2320" y="345"/>
                  </a:lnTo>
                  <a:lnTo>
                    <a:pt x="2322" y="369"/>
                  </a:lnTo>
                  <a:lnTo>
                    <a:pt x="2322" y="393"/>
                  </a:lnTo>
                  <a:lnTo>
                    <a:pt x="2322" y="729"/>
                  </a:lnTo>
                  <a:lnTo>
                    <a:pt x="2322" y="731"/>
                  </a:lnTo>
                  <a:lnTo>
                    <a:pt x="2321" y="735"/>
                  </a:lnTo>
                  <a:lnTo>
                    <a:pt x="2319" y="741"/>
                  </a:lnTo>
                  <a:lnTo>
                    <a:pt x="2318" y="743"/>
                  </a:lnTo>
                  <a:lnTo>
                    <a:pt x="2316" y="745"/>
                  </a:lnTo>
                  <a:lnTo>
                    <a:pt x="2313" y="747"/>
                  </a:lnTo>
                  <a:close/>
                  <a:moveTo>
                    <a:pt x="2678" y="751"/>
                  </a:moveTo>
                  <a:lnTo>
                    <a:pt x="2665" y="753"/>
                  </a:lnTo>
                  <a:lnTo>
                    <a:pt x="2652" y="753"/>
                  </a:lnTo>
                  <a:lnTo>
                    <a:pt x="2639" y="753"/>
                  </a:lnTo>
                  <a:lnTo>
                    <a:pt x="2628" y="749"/>
                  </a:lnTo>
                  <a:lnTo>
                    <a:pt x="2623" y="745"/>
                  </a:lnTo>
                  <a:lnTo>
                    <a:pt x="2618" y="741"/>
                  </a:lnTo>
                  <a:lnTo>
                    <a:pt x="2614" y="737"/>
                  </a:lnTo>
                  <a:lnTo>
                    <a:pt x="2610" y="731"/>
                  </a:lnTo>
                  <a:lnTo>
                    <a:pt x="2606" y="725"/>
                  </a:lnTo>
                  <a:lnTo>
                    <a:pt x="2603" y="717"/>
                  </a:lnTo>
                  <a:lnTo>
                    <a:pt x="2601" y="709"/>
                  </a:lnTo>
                  <a:lnTo>
                    <a:pt x="2599" y="699"/>
                  </a:lnTo>
                  <a:lnTo>
                    <a:pt x="2597" y="687"/>
                  </a:lnTo>
                  <a:lnTo>
                    <a:pt x="2596" y="675"/>
                  </a:lnTo>
                  <a:lnTo>
                    <a:pt x="2595" y="659"/>
                  </a:lnTo>
                  <a:lnTo>
                    <a:pt x="2595" y="645"/>
                  </a:lnTo>
                  <a:lnTo>
                    <a:pt x="2595" y="248"/>
                  </a:lnTo>
                  <a:lnTo>
                    <a:pt x="2545" y="248"/>
                  </a:lnTo>
                  <a:lnTo>
                    <a:pt x="2541" y="248"/>
                  </a:lnTo>
                  <a:lnTo>
                    <a:pt x="2540" y="246"/>
                  </a:lnTo>
                  <a:lnTo>
                    <a:pt x="2538" y="244"/>
                  </a:lnTo>
                  <a:lnTo>
                    <a:pt x="2536" y="240"/>
                  </a:lnTo>
                  <a:lnTo>
                    <a:pt x="2536" y="236"/>
                  </a:lnTo>
                  <a:lnTo>
                    <a:pt x="2535" y="232"/>
                  </a:lnTo>
                  <a:lnTo>
                    <a:pt x="2535" y="222"/>
                  </a:lnTo>
                  <a:lnTo>
                    <a:pt x="2536" y="220"/>
                  </a:lnTo>
                  <a:lnTo>
                    <a:pt x="2536" y="216"/>
                  </a:lnTo>
                  <a:lnTo>
                    <a:pt x="2537" y="214"/>
                  </a:lnTo>
                  <a:lnTo>
                    <a:pt x="2538" y="212"/>
                  </a:lnTo>
                  <a:lnTo>
                    <a:pt x="2540" y="210"/>
                  </a:lnTo>
                  <a:lnTo>
                    <a:pt x="2541" y="208"/>
                  </a:lnTo>
                  <a:lnTo>
                    <a:pt x="2545" y="208"/>
                  </a:lnTo>
                  <a:lnTo>
                    <a:pt x="2595" y="208"/>
                  </a:lnTo>
                  <a:lnTo>
                    <a:pt x="2595" y="104"/>
                  </a:lnTo>
                  <a:lnTo>
                    <a:pt x="2595" y="96"/>
                  </a:lnTo>
                  <a:lnTo>
                    <a:pt x="2596" y="94"/>
                  </a:lnTo>
                  <a:lnTo>
                    <a:pt x="2597" y="90"/>
                  </a:lnTo>
                  <a:lnTo>
                    <a:pt x="2598" y="88"/>
                  </a:lnTo>
                  <a:lnTo>
                    <a:pt x="2600" y="86"/>
                  </a:lnTo>
                  <a:lnTo>
                    <a:pt x="2602" y="86"/>
                  </a:lnTo>
                  <a:lnTo>
                    <a:pt x="2603" y="84"/>
                  </a:lnTo>
                  <a:lnTo>
                    <a:pt x="2609" y="84"/>
                  </a:lnTo>
                  <a:lnTo>
                    <a:pt x="2612" y="86"/>
                  </a:lnTo>
                  <a:lnTo>
                    <a:pt x="2615" y="90"/>
                  </a:lnTo>
                  <a:lnTo>
                    <a:pt x="2617" y="96"/>
                  </a:lnTo>
                  <a:lnTo>
                    <a:pt x="2617" y="104"/>
                  </a:lnTo>
                  <a:lnTo>
                    <a:pt x="2617" y="208"/>
                  </a:lnTo>
                  <a:lnTo>
                    <a:pt x="2677" y="208"/>
                  </a:lnTo>
                  <a:lnTo>
                    <a:pt x="2681" y="208"/>
                  </a:lnTo>
                  <a:lnTo>
                    <a:pt x="2682" y="210"/>
                  </a:lnTo>
                  <a:lnTo>
                    <a:pt x="2684" y="212"/>
                  </a:lnTo>
                  <a:lnTo>
                    <a:pt x="2686" y="216"/>
                  </a:lnTo>
                  <a:lnTo>
                    <a:pt x="2686" y="220"/>
                  </a:lnTo>
                  <a:lnTo>
                    <a:pt x="2687" y="222"/>
                  </a:lnTo>
                  <a:lnTo>
                    <a:pt x="2687" y="232"/>
                  </a:lnTo>
                  <a:lnTo>
                    <a:pt x="2686" y="236"/>
                  </a:lnTo>
                  <a:lnTo>
                    <a:pt x="2686" y="240"/>
                  </a:lnTo>
                  <a:lnTo>
                    <a:pt x="2684" y="244"/>
                  </a:lnTo>
                  <a:lnTo>
                    <a:pt x="2682" y="246"/>
                  </a:lnTo>
                  <a:lnTo>
                    <a:pt x="2681" y="248"/>
                  </a:lnTo>
                  <a:lnTo>
                    <a:pt x="2677" y="248"/>
                  </a:lnTo>
                  <a:lnTo>
                    <a:pt x="2617" y="248"/>
                  </a:lnTo>
                  <a:lnTo>
                    <a:pt x="2617" y="645"/>
                  </a:lnTo>
                  <a:lnTo>
                    <a:pt x="2618" y="665"/>
                  </a:lnTo>
                  <a:lnTo>
                    <a:pt x="2619" y="681"/>
                  </a:lnTo>
                  <a:lnTo>
                    <a:pt x="2622" y="693"/>
                  </a:lnTo>
                  <a:lnTo>
                    <a:pt x="2624" y="697"/>
                  </a:lnTo>
                  <a:lnTo>
                    <a:pt x="2626" y="701"/>
                  </a:lnTo>
                  <a:lnTo>
                    <a:pt x="2628" y="705"/>
                  </a:lnTo>
                  <a:lnTo>
                    <a:pt x="2631" y="707"/>
                  </a:lnTo>
                  <a:lnTo>
                    <a:pt x="2634" y="711"/>
                  </a:lnTo>
                  <a:lnTo>
                    <a:pt x="2637" y="711"/>
                  </a:lnTo>
                  <a:lnTo>
                    <a:pt x="2644" y="713"/>
                  </a:lnTo>
                  <a:lnTo>
                    <a:pt x="2652" y="713"/>
                  </a:lnTo>
                  <a:lnTo>
                    <a:pt x="2676" y="713"/>
                  </a:lnTo>
                  <a:lnTo>
                    <a:pt x="2681" y="715"/>
                  </a:lnTo>
                  <a:lnTo>
                    <a:pt x="2684" y="717"/>
                  </a:lnTo>
                  <a:lnTo>
                    <a:pt x="2685" y="719"/>
                  </a:lnTo>
                  <a:lnTo>
                    <a:pt x="2686" y="723"/>
                  </a:lnTo>
                  <a:lnTo>
                    <a:pt x="2686" y="725"/>
                  </a:lnTo>
                  <a:lnTo>
                    <a:pt x="2687" y="729"/>
                  </a:lnTo>
                  <a:lnTo>
                    <a:pt x="2686" y="737"/>
                  </a:lnTo>
                  <a:lnTo>
                    <a:pt x="2685" y="743"/>
                  </a:lnTo>
                  <a:lnTo>
                    <a:pt x="2684" y="747"/>
                  </a:lnTo>
                  <a:lnTo>
                    <a:pt x="2682" y="747"/>
                  </a:lnTo>
                  <a:lnTo>
                    <a:pt x="2678" y="751"/>
                  </a:lnTo>
                  <a:close/>
                  <a:moveTo>
                    <a:pt x="2945" y="753"/>
                  </a:moveTo>
                  <a:lnTo>
                    <a:pt x="2940" y="753"/>
                  </a:lnTo>
                  <a:lnTo>
                    <a:pt x="2937" y="751"/>
                  </a:lnTo>
                  <a:lnTo>
                    <a:pt x="2934" y="747"/>
                  </a:lnTo>
                  <a:lnTo>
                    <a:pt x="2933" y="741"/>
                  </a:lnTo>
                  <a:lnTo>
                    <a:pt x="2932" y="735"/>
                  </a:lnTo>
                  <a:lnTo>
                    <a:pt x="2932" y="395"/>
                  </a:lnTo>
                  <a:lnTo>
                    <a:pt x="2932" y="377"/>
                  </a:lnTo>
                  <a:lnTo>
                    <a:pt x="2931" y="359"/>
                  </a:lnTo>
                  <a:lnTo>
                    <a:pt x="2930" y="343"/>
                  </a:lnTo>
                  <a:lnTo>
                    <a:pt x="2928" y="329"/>
                  </a:lnTo>
                  <a:lnTo>
                    <a:pt x="2926" y="315"/>
                  </a:lnTo>
                  <a:lnTo>
                    <a:pt x="2923" y="303"/>
                  </a:lnTo>
                  <a:lnTo>
                    <a:pt x="2919" y="292"/>
                  </a:lnTo>
                  <a:lnTo>
                    <a:pt x="2915" y="282"/>
                  </a:lnTo>
                  <a:lnTo>
                    <a:pt x="2913" y="276"/>
                  </a:lnTo>
                  <a:lnTo>
                    <a:pt x="2910" y="272"/>
                  </a:lnTo>
                  <a:lnTo>
                    <a:pt x="2905" y="264"/>
                  </a:lnTo>
                  <a:lnTo>
                    <a:pt x="2899" y="258"/>
                  </a:lnTo>
                  <a:lnTo>
                    <a:pt x="2892" y="252"/>
                  </a:lnTo>
                  <a:lnTo>
                    <a:pt x="2885" y="248"/>
                  </a:lnTo>
                  <a:lnTo>
                    <a:pt x="2881" y="246"/>
                  </a:lnTo>
                  <a:lnTo>
                    <a:pt x="2876" y="244"/>
                  </a:lnTo>
                  <a:lnTo>
                    <a:pt x="2867" y="242"/>
                  </a:lnTo>
                  <a:lnTo>
                    <a:pt x="2858" y="242"/>
                  </a:lnTo>
                  <a:lnTo>
                    <a:pt x="2841" y="244"/>
                  </a:lnTo>
                  <a:lnTo>
                    <a:pt x="2823" y="246"/>
                  </a:lnTo>
                  <a:lnTo>
                    <a:pt x="2804" y="252"/>
                  </a:lnTo>
                  <a:lnTo>
                    <a:pt x="2796" y="256"/>
                  </a:lnTo>
                  <a:lnTo>
                    <a:pt x="2789" y="260"/>
                  </a:lnTo>
                  <a:lnTo>
                    <a:pt x="2789" y="735"/>
                  </a:lnTo>
                  <a:lnTo>
                    <a:pt x="2789" y="737"/>
                  </a:lnTo>
                  <a:lnTo>
                    <a:pt x="2788" y="741"/>
                  </a:lnTo>
                  <a:lnTo>
                    <a:pt x="2786" y="747"/>
                  </a:lnTo>
                  <a:lnTo>
                    <a:pt x="2785" y="749"/>
                  </a:lnTo>
                  <a:lnTo>
                    <a:pt x="2784" y="751"/>
                  </a:lnTo>
                  <a:lnTo>
                    <a:pt x="2780" y="753"/>
                  </a:lnTo>
                  <a:lnTo>
                    <a:pt x="2775" y="753"/>
                  </a:lnTo>
                  <a:lnTo>
                    <a:pt x="2772" y="751"/>
                  </a:lnTo>
                  <a:lnTo>
                    <a:pt x="2769" y="747"/>
                  </a:lnTo>
                  <a:lnTo>
                    <a:pt x="2767" y="741"/>
                  </a:lnTo>
                  <a:lnTo>
                    <a:pt x="2767" y="735"/>
                  </a:lnTo>
                  <a:lnTo>
                    <a:pt x="2767" y="20"/>
                  </a:lnTo>
                  <a:lnTo>
                    <a:pt x="2767" y="16"/>
                  </a:lnTo>
                  <a:lnTo>
                    <a:pt x="2767" y="12"/>
                  </a:lnTo>
                  <a:lnTo>
                    <a:pt x="2769" y="6"/>
                  </a:lnTo>
                  <a:lnTo>
                    <a:pt x="2770" y="4"/>
                  </a:lnTo>
                  <a:lnTo>
                    <a:pt x="2772" y="2"/>
                  </a:lnTo>
                  <a:lnTo>
                    <a:pt x="2775" y="0"/>
                  </a:lnTo>
                  <a:lnTo>
                    <a:pt x="2780" y="0"/>
                  </a:lnTo>
                  <a:lnTo>
                    <a:pt x="2784" y="2"/>
                  </a:lnTo>
                  <a:lnTo>
                    <a:pt x="2786" y="6"/>
                  </a:lnTo>
                  <a:lnTo>
                    <a:pt x="2788" y="12"/>
                  </a:lnTo>
                  <a:lnTo>
                    <a:pt x="2789" y="20"/>
                  </a:lnTo>
                  <a:lnTo>
                    <a:pt x="2789" y="220"/>
                  </a:lnTo>
                  <a:lnTo>
                    <a:pt x="2804" y="214"/>
                  </a:lnTo>
                  <a:lnTo>
                    <a:pt x="2823" y="208"/>
                  </a:lnTo>
                  <a:lnTo>
                    <a:pt x="2840" y="204"/>
                  </a:lnTo>
                  <a:lnTo>
                    <a:pt x="2858" y="202"/>
                  </a:lnTo>
                  <a:lnTo>
                    <a:pt x="2870" y="204"/>
                  </a:lnTo>
                  <a:lnTo>
                    <a:pt x="2882" y="206"/>
                  </a:lnTo>
                  <a:lnTo>
                    <a:pt x="2887" y="208"/>
                  </a:lnTo>
                  <a:lnTo>
                    <a:pt x="2892" y="210"/>
                  </a:lnTo>
                  <a:lnTo>
                    <a:pt x="2902" y="216"/>
                  </a:lnTo>
                  <a:lnTo>
                    <a:pt x="2911" y="224"/>
                  </a:lnTo>
                  <a:lnTo>
                    <a:pt x="2915" y="230"/>
                  </a:lnTo>
                  <a:lnTo>
                    <a:pt x="2919" y="234"/>
                  </a:lnTo>
                  <a:lnTo>
                    <a:pt x="2926" y="244"/>
                  </a:lnTo>
                  <a:lnTo>
                    <a:pt x="2932" y="256"/>
                  </a:lnTo>
                  <a:lnTo>
                    <a:pt x="2937" y="270"/>
                  </a:lnTo>
                  <a:lnTo>
                    <a:pt x="2940" y="278"/>
                  </a:lnTo>
                  <a:lnTo>
                    <a:pt x="2942" y="286"/>
                  </a:lnTo>
                  <a:lnTo>
                    <a:pt x="2944" y="292"/>
                  </a:lnTo>
                  <a:lnTo>
                    <a:pt x="2946" y="300"/>
                  </a:lnTo>
                  <a:lnTo>
                    <a:pt x="2947" y="309"/>
                  </a:lnTo>
                  <a:lnTo>
                    <a:pt x="2949" y="317"/>
                  </a:lnTo>
                  <a:lnTo>
                    <a:pt x="2951" y="335"/>
                  </a:lnTo>
                  <a:lnTo>
                    <a:pt x="2952" y="345"/>
                  </a:lnTo>
                  <a:lnTo>
                    <a:pt x="2953" y="355"/>
                  </a:lnTo>
                  <a:lnTo>
                    <a:pt x="2953" y="375"/>
                  </a:lnTo>
                  <a:lnTo>
                    <a:pt x="2954" y="395"/>
                  </a:lnTo>
                  <a:lnTo>
                    <a:pt x="2954" y="735"/>
                  </a:lnTo>
                  <a:lnTo>
                    <a:pt x="2953" y="741"/>
                  </a:lnTo>
                  <a:lnTo>
                    <a:pt x="2953" y="745"/>
                  </a:lnTo>
                  <a:lnTo>
                    <a:pt x="2952" y="747"/>
                  </a:lnTo>
                  <a:lnTo>
                    <a:pt x="2950" y="749"/>
                  </a:lnTo>
                  <a:lnTo>
                    <a:pt x="2949" y="751"/>
                  </a:lnTo>
                  <a:lnTo>
                    <a:pt x="2947" y="753"/>
                  </a:lnTo>
                  <a:lnTo>
                    <a:pt x="2945" y="753"/>
                  </a:lnTo>
                  <a:close/>
                  <a:moveTo>
                    <a:pt x="3232" y="487"/>
                  </a:moveTo>
                  <a:lnTo>
                    <a:pt x="3061" y="487"/>
                  </a:lnTo>
                  <a:lnTo>
                    <a:pt x="3061" y="509"/>
                  </a:lnTo>
                  <a:lnTo>
                    <a:pt x="3061" y="539"/>
                  </a:lnTo>
                  <a:lnTo>
                    <a:pt x="3062" y="553"/>
                  </a:lnTo>
                  <a:lnTo>
                    <a:pt x="3063" y="565"/>
                  </a:lnTo>
                  <a:lnTo>
                    <a:pt x="3064" y="579"/>
                  </a:lnTo>
                  <a:lnTo>
                    <a:pt x="3065" y="591"/>
                  </a:lnTo>
                  <a:lnTo>
                    <a:pt x="3068" y="613"/>
                  </a:lnTo>
                  <a:lnTo>
                    <a:pt x="3072" y="631"/>
                  </a:lnTo>
                  <a:lnTo>
                    <a:pt x="3077" y="647"/>
                  </a:lnTo>
                  <a:lnTo>
                    <a:pt x="3082" y="663"/>
                  </a:lnTo>
                  <a:lnTo>
                    <a:pt x="3085" y="669"/>
                  </a:lnTo>
                  <a:lnTo>
                    <a:pt x="3088" y="675"/>
                  </a:lnTo>
                  <a:lnTo>
                    <a:pt x="3091" y="681"/>
                  </a:lnTo>
                  <a:lnTo>
                    <a:pt x="3094" y="685"/>
                  </a:lnTo>
                  <a:lnTo>
                    <a:pt x="3101" y="693"/>
                  </a:lnTo>
                  <a:lnTo>
                    <a:pt x="3109" y="701"/>
                  </a:lnTo>
                  <a:lnTo>
                    <a:pt x="3117" y="705"/>
                  </a:lnTo>
                  <a:lnTo>
                    <a:pt x="3125" y="709"/>
                  </a:lnTo>
                  <a:lnTo>
                    <a:pt x="3134" y="713"/>
                  </a:lnTo>
                  <a:lnTo>
                    <a:pt x="3143" y="713"/>
                  </a:lnTo>
                  <a:lnTo>
                    <a:pt x="3153" y="713"/>
                  </a:lnTo>
                  <a:lnTo>
                    <a:pt x="3171" y="713"/>
                  </a:lnTo>
                  <a:lnTo>
                    <a:pt x="3189" y="709"/>
                  </a:lnTo>
                  <a:lnTo>
                    <a:pt x="3209" y="703"/>
                  </a:lnTo>
                  <a:lnTo>
                    <a:pt x="3228" y="697"/>
                  </a:lnTo>
                  <a:lnTo>
                    <a:pt x="3229" y="697"/>
                  </a:lnTo>
                  <a:lnTo>
                    <a:pt x="3231" y="697"/>
                  </a:lnTo>
                  <a:lnTo>
                    <a:pt x="3235" y="697"/>
                  </a:lnTo>
                  <a:lnTo>
                    <a:pt x="3236" y="699"/>
                  </a:lnTo>
                  <a:lnTo>
                    <a:pt x="3237" y="703"/>
                  </a:lnTo>
                  <a:lnTo>
                    <a:pt x="3238" y="705"/>
                  </a:lnTo>
                  <a:lnTo>
                    <a:pt x="3238" y="709"/>
                  </a:lnTo>
                  <a:lnTo>
                    <a:pt x="3238" y="721"/>
                  </a:lnTo>
                  <a:lnTo>
                    <a:pt x="3237" y="725"/>
                  </a:lnTo>
                  <a:lnTo>
                    <a:pt x="3236" y="729"/>
                  </a:lnTo>
                  <a:lnTo>
                    <a:pt x="3235" y="731"/>
                  </a:lnTo>
                  <a:lnTo>
                    <a:pt x="3233" y="733"/>
                  </a:lnTo>
                  <a:lnTo>
                    <a:pt x="3229" y="737"/>
                  </a:lnTo>
                  <a:lnTo>
                    <a:pt x="3210" y="743"/>
                  </a:lnTo>
                  <a:lnTo>
                    <a:pt x="3190" y="749"/>
                  </a:lnTo>
                  <a:lnTo>
                    <a:pt x="3171" y="751"/>
                  </a:lnTo>
                  <a:lnTo>
                    <a:pt x="3153" y="753"/>
                  </a:lnTo>
                  <a:lnTo>
                    <a:pt x="3141" y="753"/>
                  </a:lnTo>
                  <a:lnTo>
                    <a:pt x="3129" y="751"/>
                  </a:lnTo>
                  <a:lnTo>
                    <a:pt x="3118" y="747"/>
                  </a:lnTo>
                  <a:lnTo>
                    <a:pt x="3108" y="741"/>
                  </a:lnTo>
                  <a:lnTo>
                    <a:pt x="3098" y="735"/>
                  </a:lnTo>
                  <a:lnTo>
                    <a:pt x="3093" y="731"/>
                  </a:lnTo>
                  <a:lnTo>
                    <a:pt x="3089" y="727"/>
                  </a:lnTo>
                  <a:lnTo>
                    <a:pt x="3080" y="715"/>
                  </a:lnTo>
                  <a:lnTo>
                    <a:pt x="3072" y="703"/>
                  </a:lnTo>
                  <a:lnTo>
                    <a:pt x="3068" y="695"/>
                  </a:lnTo>
                  <a:lnTo>
                    <a:pt x="3065" y="687"/>
                  </a:lnTo>
                  <a:lnTo>
                    <a:pt x="3058" y="669"/>
                  </a:lnTo>
                  <a:lnTo>
                    <a:pt x="3053" y="649"/>
                  </a:lnTo>
                  <a:lnTo>
                    <a:pt x="3048" y="627"/>
                  </a:lnTo>
                  <a:lnTo>
                    <a:pt x="3046" y="615"/>
                  </a:lnTo>
                  <a:lnTo>
                    <a:pt x="3044" y="601"/>
                  </a:lnTo>
                  <a:lnTo>
                    <a:pt x="3041" y="573"/>
                  </a:lnTo>
                  <a:lnTo>
                    <a:pt x="3039" y="543"/>
                  </a:lnTo>
                  <a:lnTo>
                    <a:pt x="3039" y="527"/>
                  </a:lnTo>
                  <a:lnTo>
                    <a:pt x="3039" y="509"/>
                  </a:lnTo>
                  <a:lnTo>
                    <a:pt x="3039" y="443"/>
                  </a:lnTo>
                  <a:lnTo>
                    <a:pt x="3039" y="417"/>
                  </a:lnTo>
                  <a:lnTo>
                    <a:pt x="3040" y="391"/>
                  </a:lnTo>
                  <a:lnTo>
                    <a:pt x="3043" y="369"/>
                  </a:lnTo>
                  <a:lnTo>
                    <a:pt x="3045" y="345"/>
                  </a:lnTo>
                  <a:lnTo>
                    <a:pt x="3047" y="335"/>
                  </a:lnTo>
                  <a:lnTo>
                    <a:pt x="3049" y="325"/>
                  </a:lnTo>
                  <a:lnTo>
                    <a:pt x="3051" y="315"/>
                  </a:lnTo>
                  <a:lnTo>
                    <a:pt x="3053" y="305"/>
                  </a:lnTo>
                  <a:lnTo>
                    <a:pt x="3056" y="296"/>
                  </a:lnTo>
                  <a:lnTo>
                    <a:pt x="3059" y="288"/>
                  </a:lnTo>
                  <a:lnTo>
                    <a:pt x="3065" y="270"/>
                  </a:lnTo>
                  <a:lnTo>
                    <a:pt x="3072" y="256"/>
                  </a:lnTo>
                  <a:lnTo>
                    <a:pt x="3079" y="242"/>
                  </a:lnTo>
                  <a:lnTo>
                    <a:pt x="3087" y="230"/>
                  </a:lnTo>
                  <a:lnTo>
                    <a:pt x="3097" y="220"/>
                  </a:lnTo>
                  <a:lnTo>
                    <a:pt x="3106" y="212"/>
                  </a:lnTo>
                  <a:lnTo>
                    <a:pt x="3117" y="208"/>
                  </a:lnTo>
                  <a:lnTo>
                    <a:pt x="3128" y="204"/>
                  </a:lnTo>
                  <a:lnTo>
                    <a:pt x="3134" y="202"/>
                  </a:lnTo>
                  <a:lnTo>
                    <a:pt x="3141" y="202"/>
                  </a:lnTo>
                  <a:lnTo>
                    <a:pt x="3154" y="204"/>
                  </a:lnTo>
                  <a:lnTo>
                    <a:pt x="3160" y="204"/>
                  </a:lnTo>
                  <a:lnTo>
                    <a:pt x="3166" y="206"/>
                  </a:lnTo>
                  <a:lnTo>
                    <a:pt x="3177" y="212"/>
                  </a:lnTo>
                  <a:lnTo>
                    <a:pt x="3182" y="216"/>
                  </a:lnTo>
                  <a:lnTo>
                    <a:pt x="3186" y="220"/>
                  </a:lnTo>
                  <a:lnTo>
                    <a:pt x="3196" y="230"/>
                  </a:lnTo>
                  <a:lnTo>
                    <a:pt x="3204" y="240"/>
                  </a:lnTo>
                  <a:lnTo>
                    <a:pt x="3211" y="254"/>
                  </a:lnTo>
                  <a:lnTo>
                    <a:pt x="3214" y="260"/>
                  </a:lnTo>
                  <a:lnTo>
                    <a:pt x="3218" y="268"/>
                  </a:lnTo>
                  <a:lnTo>
                    <a:pt x="3223" y="286"/>
                  </a:lnTo>
                  <a:lnTo>
                    <a:pt x="3228" y="303"/>
                  </a:lnTo>
                  <a:lnTo>
                    <a:pt x="3232" y="323"/>
                  </a:lnTo>
                  <a:lnTo>
                    <a:pt x="3236" y="343"/>
                  </a:lnTo>
                  <a:lnTo>
                    <a:pt x="3238" y="365"/>
                  </a:lnTo>
                  <a:lnTo>
                    <a:pt x="3240" y="389"/>
                  </a:lnTo>
                  <a:lnTo>
                    <a:pt x="3241" y="415"/>
                  </a:lnTo>
                  <a:lnTo>
                    <a:pt x="3242" y="441"/>
                  </a:lnTo>
                  <a:lnTo>
                    <a:pt x="3242" y="469"/>
                  </a:lnTo>
                  <a:lnTo>
                    <a:pt x="3241" y="473"/>
                  </a:lnTo>
                  <a:lnTo>
                    <a:pt x="3241" y="475"/>
                  </a:lnTo>
                  <a:lnTo>
                    <a:pt x="3239" y="483"/>
                  </a:lnTo>
                  <a:lnTo>
                    <a:pt x="3236" y="487"/>
                  </a:lnTo>
                  <a:lnTo>
                    <a:pt x="3232" y="487"/>
                  </a:lnTo>
                  <a:close/>
                  <a:moveTo>
                    <a:pt x="3220" y="441"/>
                  </a:moveTo>
                  <a:lnTo>
                    <a:pt x="3219" y="417"/>
                  </a:lnTo>
                  <a:lnTo>
                    <a:pt x="3219" y="397"/>
                  </a:lnTo>
                  <a:lnTo>
                    <a:pt x="3217" y="375"/>
                  </a:lnTo>
                  <a:lnTo>
                    <a:pt x="3215" y="357"/>
                  </a:lnTo>
                  <a:lnTo>
                    <a:pt x="3213" y="339"/>
                  </a:lnTo>
                  <a:lnTo>
                    <a:pt x="3210" y="321"/>
                  </a:lnTo>
                  <a:lnTo>
                    <a:pt x="3208" y="315"/>
                  </a:lnTo>
                  <a:lnTo>
                    <a:pt x="3206" y="307"/>
                  </a:lnTo>
                  <a:lnTo>
                    <a:pt x="3202" y="294"/>
                  </a:lnTo>
                  <a:lnTo>
                    <a:pt x="3199" y="288"/>
                  </a:lnTo>
                  <a:lnTo>
                    <a:pt x="3197" y="282"/>
                  </a:lnTo>
                  <a:lnTo>
                    <a:pt x="3194" y="276"/>
                  </a:lnTo>
                  <a:lnTo>
                    <a:pt x="3191" y="272"/>
                  </a:lnTo>
                  <a:lnTo>
                    <a:pt x="3188" y="266"/>
                  </a:lnTo>
                  <a:lnTo>
                    <a:pt x="3185" y="262"/>
                  </a:lnTo>
                  <a:lnTo>
                    <a:pt x="3178" y="256"/>
                  </a:lnTo>
                  <a:lnTo>
                    <a:pt x="3170" y="250"/>
                  </a:lnTo>
                  <a:lnTo>
                    <a:pt x="3161" y="246"/>
                  </a:lnTo>
                  <a:lnTo>
                    <a:pt x="3152" y="242"/>
                  </a:lnTo>
                  <a:lnTo>
                    <a:pt x="3141" y="242"/>
                  </a:lnTo>
                  <a:lnTo>
                    <a:pt x="3130" y="242"/>
                  </a:lnTo>
                  <a:lnTo>
                    <a:pt x="3126" y="244"/>
                  </a:lnTo>
                  <a:lnTo>
                    <a:pt x="3121" y="246"/>
                  </a:lnTo>
                  <a:lnTo>
                    <a:pt x="3112" y="250"/>
                  </a:lnTo>
                  <a:lnTo>
                    <a:pt x="3105" y="256"/>
                  </a:lnTo>
                  <a:lnTo>
                    <a:pt x="3097" y="264"/>
                  </a:lnTo>
                  <a:lnTo>
                    <a:pt x="3091" y="274"/>
                  </a:lnTo>
                  <a:lnTo>
                    <a:pt x="3085" y="284"/>
                  </a:lnTo>
                  <a:lnTo>
                    <a:pt x="3080" y="298"/>
                  </a:lnTo>
                  <a:lnTo>
                    <a:pt x="3075" y="311"/>
                  </a:lnTo>
                  <a:lnTo>
                    <a:pt x="3073" y="317"/>
                  </a:lnTo>
                  <a:lnTo>
                    <a:pt x="3071" y="325"/>
                  </a:lnTo>
                  <a:lnTo>
                    <a:pt x="3068" y="343"/>
                  </a:lnTo>
                  <a:lnTo>
                    <a:pt x="3066" y="361"/>
                  </a:lnTo>
                  <a:lnTo>
                    <a:pt x="3064" y="379"/>
                  </a:lnTo>
                  <a:lnTo>
                    <a:pt x="3062" y="399"/>
                  </a:lnTo>
                  <a:lnTo>
                    <a:pt x="3061" y="421"/>
                  </a:lnTo>
                  <a:lnTo>
                    <a:pt x="3061" y="443"/>
                  </a:lnTo>
                  <a:lnTo>
                    <a:pt x="3220" y="447"/>
                  </a:lnTo>
                  <a:lnTo>
                    <a:pt x="3220" y="441"/>
                  </a:lnTo>
                  <a:close/>
                  <a:moveTo>
                    <a:pt x="3726" y="699"/>
                  </a:moveTo>
                  <a:lnTo>
                    <a:pt x="3724" y="713"/>
                  </a:lnTo>
                  <a:lnTo>
                    <a:pt x="3722" y="723"/>
                  </a:lnTo>
                  <a:lnTo>
                    <a:pt x="3720" y="733"/>
                  </a:lnTo>
                  <a:lnTo>
                    <a:pt x="3718" y="737"/>
                  </a:lnTo>
                  <a:lnTo>
                    <a:pt x="3717" y="741"/>
                  </a:lnTo>
                  <a:lnTo>
                    <a:pt x="3714" y="747"/>
                  </a:lnTo>
                  <a:lnTo>
                    <a:pt x="3710" y="751"/>
                  </a:lnTo>
                  <a:lnTo>
                    <a:pt x="3705" y="753"/>
                  </a:lnTo>
                  <a:lnTo>
                    <a:pt x="3700" y="753"/>
                  </a:lnTo>
                  <a:lnTo>
                    <a:pt x="3694" y="753"/>
                  </a:lnTo>
                  <a:lnTo>
                    <a:pt x="3692" y="751"/>
                  </a:lnTo>
                  <a:lnTo>
                    <a:pt x="3690" y="749"/>
                  </a:lnTo>
                  <a:lnTo>
                    <a:pt x="3688" y="747"/>
                  </a:lnTo>
                  <a:lnTo>
                    <a:pt x="3686" y="745"/>
                  </a:lnTo>
                  <a:lnTo>
                    <a:pt x="3684" y="741"/>
                  </a:lnTo>
                  <a:lnTo>
                    <a:pt x="3683" y="739"/>
                  </a:lnTo>
                  <a:lnTo>
                    <a:pt x="3680" y="731"/>
                  </a:lnTo>
                  <a:lnTo>
                    <a:pt x="3678" y="721"/>
                  </a:lnTo>
                  <a:lnTo>
                    <a:pt x="3676" y="709"/>
                  </a:lnTo>
                  <a:lnTo>
                    <a:pt x="3674" y="695"/>
                  </a:lnTo>
                  <a:lnTo>
                    <a:pt x="3621" y="313"/>
                  </a:lnTo>
                  <a:lnTo>
                    <a:pt x="3619" y="305"/>
                  </a:lnTo>
                  <a:lnTo>
                    <a:pt x="3618" y="305"/>
                  </a:lnTo>
                  <a:lnTo>
                    <a:pt x="3617" y="305"/>
                  </a:lnTo>
                  <a:lnTo>
                    <a:pt x="3615" y="305"/>
                  </a:lnTo>
                  <a:lnTo>
                    <a:pt x="3614" y="313"/>
                  </a:lnTo>
                  <a:lnTo>
                    <a:pt x="3560" y="695"/>
                  </a:lnTo>
                  <a:lnTo>
                    <a:pt x="3556" y="721"/>
                  </a:lnTo>
                  <a:lnTo>
                    <a:pt x="3554" y="731"/>
                  </a:lnTo>
                  <a:lnTo>
                    <a:pt x="3552" y="739"/>
                  </a:lnTo>
                  <a:lnTo>
                    <a:pt x="3548" y="745"/>
                  </a:lnTo>
                  <a:lnTo>
                    <a:pt x="3545" y="749"/>
                  </a:lnTo>
                  <a:lnTo>
                    <a:pt x="3540" y="753"/>
                  </a:lnTo>
                  <a:lnTo>
                    <a:pt x="3535" y="753"/>
                  </a:lnTo>
                  <a:lnTo>
                    <a:pt x="3529" y="753"/>
                  </a:lnTo>
                  <a:lnTo>
                    <a:pt x="3525" y="751"/>
                  </a:lnTo>
                  <a:lnTo>
                    <a:pt x="3521" y="747"/>
                  </a:lnTo>
                  <a:lnTo>
                    <a:pt x="3517" y="741"/>
                  </a:lnTo>
                  <a:lnTo>
                    <a:pt x="3516" y="737"/>
                  </a:lnTo>
                  <a:lnTo>
                    <a:pt x="3515" y="733"/>
                  </a:lnTo>
                  <a:lnTo>
                    <a:pt x="3513" y="729"/>
                  </a:lnTo>
                  <a:lnTo>
                    <a:pt x="3512" y="723"/>
                  </a:lnTo>
                  <a:lnTo>
                    <a:pt x="3510" y="713"/>
                  </a:lnTo>
                  <a:lnTo>
                    <a:pt x="3508" y="699"/>
                  </a:lnTo>
                  <a:lnTo>
                    <a:pt x="3452" y="232"/>
                  </a:lnTo>
                  <a:lnTo>
                    <a:pt x="3452" y="228"/>
                  </a:lnTo>
                  <a:lnTo>
                    <a:pt x="3452" y="222"/>
                  </a:lnTo>
                  <a:lnTo>
                    <a:pt x="3452" y="218"/>
                  </a:lnTo>
                  <a:lnTo>
                    <a:pt x="3453" y="216"/>
                  </a:lnTo>
                  <a:lnTo>
                    <a:pt x="3454" y="212"/>
                  </a:lnTo>
                  <a:lnTo>
                    <a:pt x="3456" y="210"/>
                  </a:lnTo>
                  <a:lnTo>
                    <a:pt x="3458" y="208"/>
                  </a:lnTo>
                  <a:lnTo>
                    <a:pt x="3461" y="208"/>
                  </a:lnTo>
                  <a:lnTo>
                    <a:pt x="3467" y="208"/>
                  </a:lnTo>
                  <a:lnTo>
                    <a:pt x="3470" y="212"/>
                  </a:lnTo>
                  <a:lnTo>
                    <a:pt x="3471" y="216"/>
                  </a:lnTo>
                  <a:lnTo>
                    <a:pt x="3472" y="222"/>
                  </a:lnTo>
                  <a:lnTo>
                    <a:pt x="3528" y="689"/>
                  </a:lnTo>
                  <a:lnTo>
                    <a:pt x="3530" y="703"/>
                  </a:lnTo>
                  <a:lnTo>
                    <a:pt x="3531" y="711"/>
                  </a:lnTo>
                  <a:lnTo>
                    <a:pt x="3533" y="713"/>
                  </a:lnTo>
                  <a:lnTo>
                    <a:pt x="3535" y="713"/>
                  </a:lnTo>
                  <a:lnTo>
                    <a:pt x="3536" y="713"/>
                  </a:lnTo>
                  <a:lnTo>
                    <a:pt x="3538" y="709"/>
                  </a:lnTo>
                  <a:lnTo>
                    <a:pt x="3539" y="703"/>
                  </a:lnTo>
                  <a:lnTo>
                    <a:pt x="3541" y="689"/>
                  </a:lnTo>
                  <a:lnTo>
                    <a:pt x="3596" y="301"/>
                  </a:lnTo>
                  <a:lnTo>
                    <a:pt x="3597" y="294"/>
                  </a:lnTo>
                  <a:lnTo>
                    <a:pt x="3599" y="286"/>
                  </a:lnTo>
                  <a:lnTo>
                    <a:pt x="3601" y="280"/>
                  </a:lnTo>
                  <a:lnTo>
                    <a:pt x="3604" y="274"/>
                  </a:lnTo>
                  <a:lnTo>
                    <a:pt x="3607" y="270"/>
                  </a:lnTo>
                  <a:lnTo>
                    <a:pt x="3610" y="268"/>
                  </a:lnTo>
                  <a:lnTo>
                    <a:pt x="3614" y="266"/>
                  </a:lnTo>
                  <a:lnTo>
                    <a:pt x="3617" y="266"/>
                  </a:lnTo>
                  <a:lnTo>
                    <a:pt x="3621" y="266"/>
                  </a:lnTo>
                  <a:lnTo>
                    <a:pt x="3624" y="268"/>
                  </a:lnTo>
                  <a:lnTo>
                    <a:pt x="3627" y="270"/>
                  </a:lnTo>
                  <a:lnTo>
                    <a:pt x="3630" y="274"/>
                  </a:lnTo>
                  <a:lnTo>
                    <a:pt x="3633" y="280"/>
                  </a:lnTo>
                  <a:lnTo>
                    <a:pt x="3634" y="282"/>
                  </a:lnTo>
                  <a:lnTo>
                    <a:pt x="3635" y="286"/>
                  </a:lnTo>
                  <a:lnTo>
                    <a:pt x="3637" y="294"/>
                  </a:lnTo>
                  <a:lnTo>
                    <a:pt x="3639" y="301"/>
                  </a:lnTo>
                  <a:lnTo>
                    <a:pt x="3693" y="689"/>
                  </a:lnTo>
                  <a:lnTo>
                    <a:pt x="3695" y="703"/>
                  </a:lnTo>
                  <a:lnTo>
                    <a:pt x="3696" y="707"/>
                  </a:lnTo>
                  <a:lnTo>
                    <a:pt x="3697" y="709"/>
                  </a:lnTo>
                  <a:lnTo>
                    <a:pt x="3698" y="713"/>
                  </a:lnTo>
                  <a:lnTo>
                    <a:pt x="3700" y="713"/>
                  </a:lnTo>
                  <a:lnTo>
                    <a:pt x="3701" y="713"/>
                  </a:lnTo>
                  <a:lnTo>
                    <a:pt x="3702" y="713"/>
                  </a:lnTo>
                  <a:lnTo>
                    <a:pt x="3703" y="711"/>
                  </a:lnTo>
                  <a:lnTo>
                    <a:pt x="3704" y="707"/>
                  </a:lnTo>
                  <a:lnTo>
                    <a:pt x="3705" y="703"/>
                  </a:lnTo>
                  <a:lnTo>
                    <a:pt x="3707" y="689"/>
                  </a:lnTo>
                  <a:lnTo>
                    <a:pt x="3761" y="222"/>
                  </a:lnTo>
                  <a:lnTo>
                    <a:pt x="3762" y="216"/>
                  </a:lnTo>
                  <a:lnTo>
                    <a:pt x="3763" y="212"/>
                  </a:lnTo>
                  <a:lnTo>
                    <a:pt x="3764" y="210"/>
                  </a:lnTo>
                  <a:lnTo>
                    <a:pt x="3766" y="208"/>
                  </a:lnTo>
                  <a:lnTo>
                    <a:pt x="3767" y="208"/>
                  </a:lnTo>
                  <a:lnTo>
                    <a:pt x="3769" y="208"/>
                  </a:lnTo>
                  <a:lnTo>
                    <a:pt x="3773" y="208"/>
                  </a:lnTo>
                  <a:lnTo>
                    <a:pt x="3777" y="210"/>
                  </a:lnTo>
                  <a:lnTo>
                    <a:pt x="3779" y="212"/>
                  </a:lnTo>
                  <a:lnTo>
                    <a:pt x="3781" y="214"/>
                  </a:lnTo>
                  <a:lnTo>
                    <a:pt x="3782" y="218"/>
                  </a:lnTo>
                  <a:lnTo>
                    <a:pt x="3782" y="222"/>
                  </a:lnTo>
                  <a:lnTo>
                    <a:pt x="3781" y="232"/>
                  </a:lnTo>
                  <a:lnTo>
                    <a:pt x="3726" y="699"/>
                  </a:lnTo>
                  <a:close/>
                  <a:moveTo>
                    <a:pt x="3953" y="753"/>
                  </a:moveTo>
                  <a:lnTo>
                    <a:pt x="3940" y="753"/>
                  </a:lnTo>
                  <a:lnTo>
                    <a:pt x="3934" y="751"/>
                  </a:lnTo>
                  <a:lnTo>
                    <a:pt x="3929" y="749"/>
                  </a:lnTo>
                  <a:lnTo>
                    <a:pt x="3918" y="745"/>
                  </a:lnTo>
                  <a:lnTo>
                    <a:pt x="3908" y="737"/>
                  </a:lnTo>
                  <a:lnTo>
                    <a:pt x="3903" y="733"/>
                  </a:lnTo>
                  <a:lnTo>
                    <a:pt x="3898" y="729"/>
                  </a:lnTo>
                  <a:lnTo>
                    <a:pt x="3890" y="717"/>
                  </a:lnTo>
                  <a:lnTo>
                    <a:pt x="3882" y="705"/>
                  </a:lnTo>
                  <a:lnTo>
                    <a:pt x="3875" y="689"/>
                  </a:lnTo>
                  <a:lnTo>
                    <a:pt x="3872" y="683"/>
                  </a:lnTo>
                  <a:lnTo>
                    <a:pt x="3869" y="673"/>
                  </a:lnTo>
                  <a:lnTo>
                    <a:pt x="3866" y="665"/>
                  </a:lnTo>
                  <a:lnTo>
                    <a:pt x="3864" y="655"/>
                  </a:lnTo>
                  <a:lnTo>
                    <a:pt x="3859" y="635"/>
                  </a:lnTo>
                  <a:lnTo>
                    <a:pt x="3856" y="615"/>
                  </a:lnTo>
                  <a:lnTo>
                    <a:pt x="3853" y="591"/>
                  </a:lnTo>
                  <a:lnTo>
                    <a:pt x="3851" y="567"/>
                  </a:lnTo>
                  <a:lnTo>
                    <a:pt x="3850" y="541"/>
                  </a:lnTo>
                  <a:lnTo>
                    <a:pt x="3849" y="513"/>
                  </a:lnTo>
                  <a:lnTo>
                    <a:pt x="3849" y="443"/>
                  </a:lnTo>
                  <a:lnTo>
                    <a:pt x="3850" y="415"/>
                  </a:lnTo>
                  <a:lnTo>
                    <a:pt x="3851" y="389"/>
                  </a:lnTo>
                  <a:lnTo>
                    <a:pt x="3853" y="363"/>
                  </a:lnTo>
                  <a:lnTo>
                    <a:pt x="3856" y="341"/>
                  </a:lnTo>
                  <a:lnTo>
                    <a:pt x="3857" y="329"/>
                  </a:lnTo>
                  <a:lnTo>
                    <a:pt x="3859" y="319"/>
                  </a:lnTo>
                  <a:lnTo>
                    <a:pt x="3861" y="309"/>
                  </a:lnTo>
                  <a:lnTo>
                    <a:pt x="3864" y="300"/>
                  </a:lnTo>
                  <a:lnTo>
                    <a:pt x="3866" y="290"/>
                  </a:lnTo>
                  <a:lnTo>
                    <a:pt x="3869" y="282"/>
                  </a:lnTo>
                  <a:lnTo>
                    <a:pt x="3875" y="266"/>
                  </a:lnTo>
                  <a:lnTo>
                    <a:pt x="3882" y="252"/>
                  </a:lnTo>
                  <a:lnTo>
                    <a:pt x="3886" y="244"/>
                  </a:lnTo>
                  <a:lnTo>
                    <a:pt x="3890" y="238"/>
                  </a:lnTo>
                  <a:lnTo>
                    <a:pt x="3898" y="228"/>
                  </a:lnTo>
                  <a:lnTo>
                    <a:pt x="3903" y="222"/>
                  </a:lnTo>
                  <a:lnTo>
                    <a:pt x="3908" y="218"/>
                  </a:lnTo>
                  <a:lnTo>
                    <a:pt x="3918" y="212"/>
                  </a:lnTo>
                  <a:lnTo>
                    <a:pt x="3929" y="206"/>
                  </a:lnTo>
                  <a:lnTo>
                    <a:pt x="3934" y="204"/>
                  </a:lnTo>
                  <a:lnTo>
                    <a:pt x="3940" y="204"/>
                  </a:lnTo>
                  <a:lnTo>
                    <a:pt x="3953" y="202"/>
                  </a:lnTo>
                  <a:lnTo>
                    <a:pt x="3965" y="204"/>
                  </a:lnTo>
                  <a:lnTo>
                    <a:pt x="3971" y="204"/>
                  </a:lnTo>
                  <a:lnTo>
                    <a:pt x="3977" y="206"/>
                  </a:lnTo>
                  <a:lnTo>
                    <a:pt x="3988" y="212"/>
                  </a:lnTo>
                  <a:lnTo>
                    <a:pt x="3998" y="218"/>
                  </a:lnTo>
                  <a:lnTo>
                    <a:pt x="4003" y="222"/>
                  </a:lnTo>
                  <a:lnTo>
                    <a:pt x="4007" y="228"/>
                  </a:lnTo>
                  <a:lnTo>
                    <a:pt x="4016" y="238"/>
                  </a:lnTo>
                  <a:lnTo>
                    <a:pt x="4024" y="252"/>
                  </a:lnTo>
                  <a:lnTo>
                    <a:pt x="4031" y="266"/>
                  </a:lnTo>
                  <a:lnTo>
                    <a:pt x="4034" y="274"/>
                  </a:lnTo>
                  <a:lnTo>
                    <a:pt x="4037" y="282"/>
                  </a:lnTo>
                  <a:lnTo>
                    <a:pt x="4039" y="290"/>
                  </a:lnTo>
                  <a:lnTo>
                    <a:pt x="4042" y="300"/>
                  </a:lnTo>
                  <a:lnTo>
                    <a:pt x="4046" y="319"/>
                  </a:lnTo>
                  <a:lnTo>
                    <a:pt x="4050" y="341"/>
                  </a:lnTo>
                  <a:lnTo>
                    <a:pt x="4053" y="363"/>
                  </a:lnTo>
                  <a:lnTo>
                    <a:pt x="4055" y="389"/>
                  </a:lnTo>
                  <a:lnTo>
                    <a:pt x="4056" y="415"/>
                  </a:lnTo>
                  <a:lnTo>
                    <a:pt x="4057" y="443"/>
                  </a:lnTo>
                  <a:lnTo>
                    <a:pt x="4057" y="513"/>
                  </a:lnTo>
                  <a:lnTo>
                    <a:pt x="4056" y="541"/>
                  </a:lnTo>
                  <a:lnTo>
                    <a:pt x="4055" y="567"/>
                  </a:lnTo>
                  <a:lnTo>
                    <a:pt x="4053" y="591"/>
                  </a:lnTo>
                  <a:lnTo>
                    <a:pt x="4050" y="615"/>
                  </a:lnTo>
                  <a:lnTo>
                    <a:pt x="4048" y="625"/>
                  </a:lnTo>
                  <a:lnTo>
                    <a:pt x="4046" y="635"/>
                  </a:lnTo>
                  <a:lnTo>
                    <a:pt x="4044" y="645"/>
                  </a:lnTo>
                  <a:lnTo>
                    <a:pt x="4042" y="655"/>
                  </a:lnTo>
                  <a:lnTo>
                    <a:pt x="4039" y="665"/>
                  </a:lnTo>
                  <a:lnTo>
                    <a:pt x="4037" y="673"/>
                  </a:lnTo>
                  <a:lnTo>
                    <a:pt x="4031" y="689"/>
                  </a:lnTo>
                  <a:lnTo>
                    <a:pt x="4024" y="705"/>
                  </a:lnTo>
                  <a:lnTo>
                    <a:pt x="4020" y="711"/>
                  </a:lnTo>
                  <a:lnTo>
                    <a:pt x="4016" y="717"/>
                  </a:lnTo>
                  <a:lnTo>
                    <a:pt x="4007" y="729"/>
                  </a:lnTo>
                  <a:lnTo>
                    <a:pt x="4003" y="733"/>
                  </a:lnTo>
                  <a:lnTo>
                    <a:pt x="3998" y="737"/>
                  </a:lnTo>
                  <a:lnTo>
                    <a:pt x="3988" y="745"/>
                  </a:lnTo>
                  <a:lnTo>
                    <a:pt x="3977" y="749"/>
                  </a:lnTo>
                  <a:lnTo>
                    <a:pt x="3971" y="751"/>
                  </a:lnTo>
                  <a:lnTo>
                    <a:pt x="3965" y="753"/>
                  </a:lnTo>
                  <a:lnTo>
                    <a:pt x="3953" y="753"/>
                  </a:lnTo>
                  <a:close/>
                  <a:moveTo>
                    <a:pt x="4034" y="443"/>
                  </a:moveTo>
                  <a:lnTo>
                    <a:pt x="4034" y="419"/>
                  </a:lnTo>
                  <a:lnTo>
                    <a:pt x="4033" y="397"/>
                  </a:lnTo>
                  <a:lnTo>
                    <a:pt x="4033" y="387"/>
                  </a:lnTo>
                  <a:lnTo>
                    <a:pt x="4032" y="377"/>
                  </a:lnTo>
                  <a:lnTo>
                    <a:pt x="4030" y="359"/>
                  </a:lnTo>
                  <a:lnTo>
                    <a:pt x="4027" y="341"/>
                  </a:lnTo>
                  <a:lnTo>
                    <a:pt x="4024" y="323"/>
                  </a:lnTo>
                  <a:lnTo>
                    <a:pt x="4020" y="309"/>
                  </a:lnTo>
                  <a:lnTo>
                    <a:pt x="4016" y="296"/>
                  </a:lnTo>
                  <a:lnTo>
                    <a:pt x="4011" y="284"/>
                  </a:lnTo>
                  <a:lnTo>
                    <a:pt x="4008" y="278"/>
                  </a:lnTo>
                  <a:lnTo>
                    <a:pt x="4005" y="272"/>
                  </a:lnTo>
                  <a:lnTo>
                    <a:pt x="3998" y="264"/>
                  </a:lnTo>
                  <a:lnTo>
                    <a:pt x="3994" y="260"/>
                  </a:lnTo>
                  <a:lnTo>
                    <a:pt x="3990" y="256"/>
                  </a:lnTo>
                  <a:lnTo>
                    <a:pt x="3986" y="252"/>
                  </a:lnTo>
                  <a:lnTo>
                    <a:pt x="3982" y="250"/>
                  </a:lnTo>
                  <a:lnTo>
                    <a:pt x="3973" y="246"/>
                  </a:lnTo>
                  <a:lnTo>
                    <a:pt x="3963" y="242"/>
                  </a:lnTo>
                  <a:lnTo>
                    <a:pt x="3953" y="242"/>
                  </a:lnTo>
                  <a:lnTo>
                    <a:pt x="3942" y="242"/>
                  </a:lnTo>
                  <a:lnTo>
                    <a:pt x="3932" y="246"/>
                  </a:lnTo>
                  <a:lnTo>
                    <a:pt x="3928" y="248"/>
                  </a:lnTo>
                  <a:lnTo>
                    <a:pt x="3923" y="250"/>
                  </a:lnTo>
                  <a:lnTo>
                    <a:pt x="3915" y="256"/>
                  </a:lnTo>
                  <a:lnTo>
                    <a:pt x="3908" y="264"/>
                  </a:lnTo>
                  <a:lnTo>
                    <a:pt x="3901" y="272"/>
                  </a:lnTo>
                  <a:lnTo>
                    <a:pt x="3895" y="284"/>
                  </a:lnTo>
                  <a:lnTo>
                    <a:pt x="3890" y="296"/>
                  </a:lnTo>
                  <a:lnTo>
                    <a:pt x="3888" y="301"/>
                  </a:lnTo>
                  <a:lnTo>
                    <a:pt x="3885" y="309"/>
                  </a:lnTo>
                  <a:lnTo>
                    <a:pt x="3882" y="323"/>
                  </a:lnTo>
                  <a:lnTo>
                    <a:pt x="3878" y="341"/>
                  </a:lnTo>
                  <a:lnTo>
                    <a:pt x="3876" y="359"/>
                  </a:lnTo>
                  <a:lnTo>
                    <a:pt x="3874" y="377"/>
                  </a:lnTo>
                  <a:lnTo>
                    <a:pt x="3872" y="397"/>
                  </a:lnTo>
                  <a:lnTo>
                    <a:pt x="3872" y="409"/>
                  </a:lnTo>
                  <a:lnTo>
                    <a:pt x="3872" y="419"/>
                  </a:lnTo>
                  <a:lnTo>
                    <a:pt x="3871" y="443"/>
                  </a:lnTo>
                  <a:lnTo>
                    <a:pt x="3871" y="513"/>
                  </a:lnTo>
                  <a:lnTo>
                    <a:pt x="3872" y="535"/>
                  </a:lnTo>
                  <a:lnTo>
                    <a:pt x="3872" y="557"/>
                  </a:lnTo>
                  <a:lnTo>
                    <a:pt x="3873" y="567"/>
                  </a:lnTo>
                  <a:lnTo>
                    <a:pt x="3874" y="577"/>
                  </a:lnTo>
                  <a:lnTo>
                    <a:pt x="3876" y="597"/>
                  </a:lnTo>
                  <a:lnTo>
                    <a:pt x="3878" y="615"/>
                  </a:lnTo>
                  <a:lnTo>
                    <a:pt x="3882" y="631"/>
                  </a:lnTo>
                  <a:lnTo>
                    <a:pt x="3885" y="645"/>
                  </a:lnTo>
                  <a:lnTo>
                    <a:pt x="3890" y="659"/>
                  </a:lnTo>
                  <a:lnTo>
                    <a:pt x="3895" y="673"/>
                  </a:lnTo>
                  <a:lnTo>
                    <a:pt x="3898" y="677"/>
                  </a:lnTo>
                  <a:lnTo>
                    <a:pt x="3901" y="683"/>
                  </a:lnTo>
                  <a:lnTo>
                    <a:pt x="3908" y="693"/>
                  </a:lnTo>
                  <a:lnTo>
                    <a:pt x="3911" y="697"/>
                  </a:lnTo>
                  <a:lnTo>
                    <a:pt x="3915" y="699"/>
                  </a:lnTo>
                  <a:lnTo>
                    <a:pt x="3919" y="703"/>
                  </a:lnTo>
                  <a:lnTo>
                    <a:pt x="3923" y="707"/>
                  </a:lnTo>
                  <a:lnTo>
                    <a:pt x="3932" y="711"/>
                  </a:lnTo>
                  <a:lnTo>
                    <a:pt x="3942" y="713"/>
                  </a:lnTo>
                  <a:lnTo>
                    <a:pt x="3953" y="713"/>
                  </a:lnTo>
                  <a:lnTo>
                    <a:pt x="3963" y="713"/>
                  </a:lnTo>
                  <a:lnTo>
                    <a:pt x="3973" y="711"/>
                  </a:lnTo>
                  <a:lnTo>
                    <a:pt x="3978" y="709"/>
                  </a:lnTo>
                  <a:lnTo>
                    <a:pt x="3982" y="707"/>
                  </a:lnTo>
                  <a:lnTo>
                    <a:pt x="3990" y="699"/>
                  </a:lnTo>
                  <a:lnTo>
                    <a:pt x="3998" y="693"/>
                  </a:lnTo>
                  <a:lnTo>
                    <a:pt x="4005" y="683"/>
                  </a:lnTo>
                  <a:lnTo>
                    <a:pt x="4011" y="673"/>
                  </a:lnTo>
                  <a:lnTo>
                    <a:pt x="4016" y="659"/>
                  </a:lnTo>
                  <a:lnTo>
                    <a:pt x="4018" y="653"/>
                  </a:lnTo>
                  <a:lnTo>
                    <a:pt x="4020" y="645"/>
                  </a:lnTo>
                  <a:lnTo>
                    <a:pt x="4024" y="631"/>
                  </a:lnTo>
                  <a:lnTo>
                    <a:pt x="4027" y="615"/>
                  </a:lnTo>
                  <a:lnTo>
                    <a:pt x="4030" y="597"/>
                  </a:lnTo>
                  <a:lnTo>
                    <a:pt x="4032" y="577"/>
                  </a:lnTo>
                  <a:lnTo>
                    <a:pt x="4033" y="557"/>
                  </a:lnTo>
                  <a:lnTo>
                    <a:pt x="4034" y="547"/>
                  </a:lnTo>
                  <a:lnTo>
                    <a:pt x="4034" y="535"/>
                  </a:lnTo>
                  <a:lnTo>
                    <a:pt x="4034" y="513"/>
                  </a:lnTo>
                  <a:lnTo>
                    <a:pt x="4034" y="443"/>
                  </a:lnTo>
                  <a:close/>
                  <a:moveTo>
                    <a:pt x="4237" y="242"/>
                  </a:moveTo>
                  <a:lnTo>
                    <a:pt x="4230" y="242"/>
                  </a:lnTo>
                  <a:lnTo>
                    <a:pt x="4222" y="244"/>
                  </a:lnTo>
                  <a:lnTo>
                    <a:pt x="4215" y="246"/>
                  </a:lnTo>
                  <a:lnTo>
                    <a:pt x="4206" y="250"/>
                  </a:lnTo>
                  <a:lnTo>
                    <a:pt x="4197" y="258"/>
                  </a:lnTo>
                  <a:lnTo>
                    <a:pt x="4188" y="266"/>
                  </a:lnTo>
                  <a:lnTo>
                    <a:pt x="4178" y="276"/>
                  </a:lnTo>
                  <a:lnTo>
                    <a:pt x="4167" y="288"/>
                  </a:lnTo>
                  <a:lnTo>
                    <a:pt x="4167" y="729"/>
                  </a:lnTo>
                  <a:lnTo>
                    <a:pt x="4167" y="731"/>
                  </a:lnTo>
                  <a:lnTo>
                    <a:pt x="4167" y="735"/>
                  </a:lnTo>
                  <a:lnTo>
                    <a:pt x="4164" y="741"/>
                  </a:lnTo>
                  <a:lnTo>
                    <a:pt x="4161" y="745"/>
                  </a:lnTo>
                  <a:lnTo>
                    <a:pt x="4158" y="747"/>
                  </a:lnTo>
                  <a:lnTo>
                    <a:pt x="4155" y="747"/>
                  </a:lnTo>
                  <a:lnTo>
                    <a:pt x="4152" y="745"/>
                  </a:lnTo>
                  <a:lnTo>
                    <a:pt x="4147" y="741"/>
                  </a:lnTo>
                  <a:lnTo>
                    <a:pt x="4145" y="735"/>
                  </a:lnTo>
                  <a:lnTo>
                    <a:pt x="4144" y="729"/>
                  </a:lnTo>
                  <a:lnTo>
                    <a:pt x="4144" y="228"/>
                  </a:lnTo>
                  <a:lnTo>
                    <a:pt x="4144" y="224"/>
                  </a:lnTo>
                  <a:lnTo>
                    <a:pt x="4145" y="220"/>
                  </a:lnTo>
                  <a:lnTo>
                    <a:pt x="4147" y="214"/>
                  </a:lnTo>
                  <a:lnTo>
                    <a:pt x="4149" y="210"/>
                  </a:lnTo>
                  <a:lnTo>
                    <a:pt x="4150" y="210"/>
                  </a:lnTo>
                  <a:lnTo>
                    <a:pt x="4152" y="208"/>
                  </a:lnTo>
                  <a:lnTo>
                    <a:pt x="4154" y="208"/>
                  </a:lnTo>
                  <a:lnTo>
                    <a:pt x="4158" y="208"/>
                  </a:lnTo>
                  <a:lnTo>
                    <a:pt x="4160" y="208"/>
                  </a:lnTo>
                  <a:lnTo>
                    <a:pt x="4162" y="210"/>
                  </a:lnTo>
                  <a:lnTo>
                    <a:pt x="4164" y="210"/>
                  </a:lnTo>
                  <a:lnTo>
                    <a:pt x="4165" y="214"/>
                  </a:lnTo>
                  <a:lnTo>
                    <a:pt x="4166" y="216"/>
                  </a:lnTo>
                  <a:lnTo>
                    <a:pt x="4167" y="220"/>
                  </a:lnTo>
                  <a:lnTo>
                    <a:pt x="4167" y="224"/>
                  </a:lnTo>
                  <a:lnTo>
                    <a:pt x="4167" y="228"/>
                  </a:lnTo>
                  <a:lnTo>
                    <a:pt x="4167" y="248"/>
                  </a:lnTo>
                  <a:lnTo>
                    <a:pt x="4177" y="238"/>
                  </a:lnTo>
                  <a:lnTo>
                    <a:pt x="4181" y="232"/>
                  </a:lnTo>
                  <a:lnTo>
                    <a:pt x="4186" y="228"/>
                  </a:lnTo>
                  <a:lnTo>
                    <a:pt x="4194" y="220"/>
                  </a:lnTo>
                  <a:lnTo>
                    <a:pt x="4203" y="214"/>
                  </a:lnTo>
                  <a:lnTo>
                    <a:pt x="4211" y="208"/>
                  </a:lnTo>
                  <a:lnTo>
                    <a:pt x="4220" y="206"/>
                  </a:lnTo>
                  <a:lnTo>
                    <a:pt x="4228" y="204"/>
                  </a:lnTo>
                  <a:lnTo>
                    <a:pt x="4237" y="202"/>
                  </a:lnTo>
                  <a:lnTo>
                    <a:pt x="4243" y="204"/>
                  </a:lnTo>
                  <a:lnTo>
                    <a:pt x="4245" y="204"/>
                  </a:lnTo>
                  <a:lnTo>
                    <a:pt x="4247" y="206"/>
                  </a:lnTo>
                  <a:lnTo>
                    <a:pt x="4249" y="208"/>
                  </a:lnTo>
                  <a:lnTo>
                    <a:pt x="4250" y="210"/>
                  </a:lnTo>
                  <a:lnTo>
                    <a:pt x="4251" y="214"/>
                  </a:lnTo>
                  <a:lnTo>
                    <a:pt x="4251" y="218"/>
                  </a:lnTo>
                  <a:lnTo>
                    <a:pt x="4251" y="226"/>
                  </a:lnTo>
                  <a:lnTo>
                    <a:pt x="4251" y="230"/>
                  </a:lnTo>
                  <a:lnTo>
                    <a:pt x="4250" y="234"/>
                  </a:lnTo>
                  <a:lnTo>
                    <a:pt x="4249" y="236"/>
                  </a:lnTo>
                  <a:lnTo>
                    <a:pt x="4247" y="238"/>
                  </a:lnTo>
                  <a:lnTo>
                    <a:pt x="4243" y="242"/>
                  </a:lnTo>
                  <a:lnTo>
                    <a:pt x="4237" y="242"/>
                  </a:lnTo>
                  <a:close/>
                  <a:moveTo>
                    <a:pt x="4344" y="753"/>
                  </a:moveTo>
                  <a:lnTo>
                    <a:pt x="4339" y="753"/>
                  </a:lnTo>
                  <a:lnTo>
                    <a:pt x="4335" y="751"/>
                  </a:lnTo>
                  <a:lnTo>
                    <a:pt x="4333" y="747"/>
                  </a:lnTo>
                  <a:lnTo>
                    <a:pt x="4331" y="741"/>
                  </a:lnTo>
                  <a:lnTo>
                    <a:pt x="4330" y="735"/>
                  </a:lnTo>
                  <a:lnTo>
                    <a:pt x="4330" y="20"/>
                  </a:lnTo>
                  <a:lnTo>
                    <a:pt x="4331" y="16"/>
                  </a:lnTo>
                  <a:lnTo>
                    <a:pt x="4331" y="12"/>
                  </a:lnTo>
                  <a:lnTo>
                    <a:pt x="4333" y="6"/>
                  </a:lnTo>
                  <a:lnTo>
                    <a:pt x="4334" y="4"/>
                  </a:lnTo>
                  <a:lnTo>
                    <a:pt x="4335" y="2"/>
                  </a:lnTo>
                  <a:lnTo>
                    <a:pt x="4339" y="0"/>
                  </a:lnTo>
                  <a:lnTo>
                    <a:pt x="4344" y="0"/>
                  </a:lnTo>
                  <a:lnTo>
                    <a:pt x="4347" y="2"/>
                  </a:lnTo>
                  <a:lnTo>
                    <a:pt x="4350" y="6"/>
                  </a:lnTo>
                  <a:lnTo>
                    <a:pt x="4352" y="12"/>
                  </a:lnTo>
                  <a:lnTo>
                    <a:pt x="4353" y="20"/>
                  </a:lnTo>
                  <a:lnTo>
                    <a:pt x="4353" y="735"/>
                  </a:lnTo>
                  <a:lnTo>
                    <a:pt x="4352" y="737"/>
                  </a:lnTo>
                  <a:lnTo>
                    <a:pt x="4352" y="741"/>
                  </a:lnTo>
                  <a:lnTo>
                    <a:pt x="4350" y="747"/>
                  </a:lnTo>
                  <a:lnTo>
                    <a:pt x="4349" y="749"/>
                  </a:lnTo>
                  <a:lnTo>
                    <a:pt x="4347" y="751"/>
                  </a:lnTo>
                  <a:lnTo>
                    <a:pt x="4344" y="75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1" name="Freeform 6">
              <a:extLst>
                <a:ext uri="{FF2B5EF4-FFF2-40B4-BE49-F238E27FC236}">
                  <a16:creationId xmlns:a16="http://schemas.microsoft.com/office/drawing/2014/main" id="{066AA960-BA64-4BEB-B4C1-6A3D54D66B28}"/>
                </a:ext>
              </a:extLst>
            </p:cNvPr>
            <p:cNvSpPr>
              <a:spLocks noEditPoints="1"/>
            </p:cNvSpPr>
            <p:nvPr/>
          </p:nvSpPr>
          <p:spPr bwMode="auto">
            <a:xfrm>
              <a:off x="2389188" y="1992313"/>
              <a:ext cx="7424738" cy="1890713"/>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679113764"/>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p:cSld name="Logo Light Blue">
    <p:bg>
      <p:bgPr>
        <a:solidFill>
          <a:schemeClr val="accent6"/>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76795B2-FE30-1DC4-C7F8-C133E7F17889}"/>
              </a:ext>
            </a:extLst>
          </p:cNvPr>
          <p:cNvSpPr>
            <a:spLocks noGrp="1"/>
          </p:cNvSpPr>
          <p:nvPr>
            <p:ph type="dt" sz="half" idx="10"/>
          </p:nvPr>
        </p:nvSpPr>
        <p:spPr/>
        <p:txBody>
          <a:bodyPr/>
          <a:lstStyle>
            <a:lvl1pPr>
              <a:defRPr>
                <a:noFill/>
              </a:defRPr>
            </a:lvl1pPr>
          </a:lstStyle>
          <a:p>
            <a:fld id="{9F5B65EA-EE44-45C4-A4B8-0C6C07CC8D04}" type="datetime3">
              <a:rPr lang="en-US" smtClean="0"/>
              <a:t>1 October 2026</a:t>
            </a:fld>
            <a:endParaRPr lang="en-US" dirty="0"/>
          </a:p>
        </p:txBody>
      </p:sp>
      <p:sp>
        <p:nvSpPr>
          <p:cNvPr id="4" name="Footer Placeholder 3">
            <a:extLst>
              <a:ext uri="{FF2B5EF4-FFF2-40B4-BE49-F238E27FC236}">
                <a16:creationId xmlns:a16="http://schemas.microsoft.com/office/drawing/2014/main" id="{96C8F627-8C81-B2E2-4671-5B5E302AA87C}"/>
              </a:ext>
            </a:extLst>
          </p:cNvPr>
          <p:cNvSpPr>
            <a:spLocks noGrp="1"/>
          </p:cNvSpPr>
          <p:nvPr>
            <p:ph type="ftr" sz="quarter" idx="11"/>
          </p:nvPr>
        </p:nvSpPr>
        <p:spPr/>
        <p:txBody>
          <a:bodyPr/>
          <a:lstStyle>
            <a:lvl1pPr>
              <a:defRPr>
                <a:noFill/>
              </a:defRPr>
            </a:lvl1pPr>
          </a:lstStyle>
          <a:p>
            <a:endParaRPr lang="en-US" dirty="0"/>
          </a:p>
        </p:txBody>
      </p:sp>
      <p:sp>
        <p:nvSpPr>
          <p:cNvPr id="5" name="Slide Number Placeholder 4">
            <a:extLst>
              <a:ext uri="{FF2B5EF4-FFF2-40B4-BE49-F238E27FC236}">
                <a16:creationId xmlns:a16="http://schemas.microsoft.com/office/drawing/2014/main" id="{3861CE72-161B-1D80-1C28-F6DAF5B974DF}"/>
              </a:ext>
            </a:extLst>
          </p:cNvPr>
          <p:cNvSpPr>
            <a:spLocks noGrp="1"/>
          </p:cNvSpPr>
          <p:nvPr>
            <p:ph type="sldNum" sz="quarter" idx="12"/>
          </p:nvPr>
        </p:nvSpPr>
        <p:spPr/>
        <p:txBody>
          <a:bodyPr/>
          <a:lstStyle>
            <a:lvl1pPr>
              <a:defRPr>
                <a:noFill/>
              </a:defRPr>
            </a:lvl1pPr>
          </a:lstStyle>
          <a:p>
            <a:fld id="{5B16D1FE-3A35-41BA-8EBE-413702045235}" type="slidenum">
              <a:rPr lang="en-US" smtClean="0"/>
              <a:pPr/>
              <a:t>‹#›</a:t>
            </a:fld>
            <a:endParaRPr lang="en-US" dirty="0"/>
          </a:p>
        </p:txBody>
      </p:sp>
      <p:grpSp>
        <p:nvGrpSpPr>
          <p:cNvPr id="2" name="Group 1">
            <a:extLst>
              <a:ext uri="{FF2B5EF4-FFF2-40B4-BE49-F238E27FC236}">
                <a16:creationId xmlns:a16="http://schemas.microsoft.com/office/drawing/2014/main" id="{9CE59E56-778D-B4BE-5F7C-6F85EEB11C5A}"/>
              </a:ext>
            </a:extLst>
          </p:cNvPr>
          <p:cNvGrpSpPr>
            <a:grpSpLocks noChangeAspect="1"/>
          </p:cNvGrpSpPr>
          <p:nvPr/>
        </p:nvGrpSpPr>
        <p:grpSpPr>
          <a:xfrm>
            <a:off x="4237590" y="2709000"/>
            <a:ext cx="3716820" cy="1440000"/>
            <a:chOff x="2389188" y="1992313"/>
            <a:chExt cx="7424738" cy="2876551"/>
          </a:xfrm>
          <a:solidFill>
            <a:schemeClr val="bg1"/>
          </a:solidFill>
        </p:grpSpPr>
        <p:sp>
          <p:nvSpPr>
            <p:cNvPr id="10" name="Freeform 5">
              <a:extLst>
                <a:ext uri="{FF2B5EF4-FFF2-40B4-BE49-F238E27FC236}">
                  <a16:creationId xmlns:a16="http://schemas.microsoft.com/office/drawing/2014/main" id="{2250B84F-BEFC-3CD3-E0E3-6FEA5EDEA1A8}"/>
                </a:ext>
              </a:extLst>
            </p:cNvPr>
            <p:cNvSpPr>
              <a:spLocks noEditPoints="1"/>
            </p:cNvSpPr>
            <p:nvPr/>
          </p:nvSpPr>
          <p:spPr bwMode="auto">
            <a:xfrm>
              <a:off x="2424113" y="4270376"/>
              <a:ext cx="7361238" cy="598488"/>
            </a:xfrm>
            <a:custGeom>
              <a:avLst/>
              <a:gdLst>
                <a:gd name="T0" fmla="*/ 4474 w 4637"/>
                <a:gd name="T1" fmla="*/ 613 h 753"/>
                <a:gd name="T2" fmla="*/ 4500 w 4637"/>
                <a:gd name="T3" fmla="*/ 735 h 753"/>
                <a:gd name="T4" fmla="*/ 4506 w 4637"/>
                <a:gd name="T5" fmla="*/ 214 h 753"/>
                <a:gd name="T6" fmla="*/ 61 w 4637"/>
                <a:gd name="T7" fmla="*/ 747 h 753"/>
                <a:gd name="T8" fmla="*/ 22 w 4637"/>
                <a:gd name="T9" fmla="*/ 20 h 753"/>
                <a:gd name="T10" fmla="*/ 263 w 4637"/>
                <a:gd name="T11" fmla="*/ 487 h 753"/>
                <a:gd name="T12" fmla="*/ 437 w 4637"/>
                <a:gd name="T13" fmla="*/ 699 h 753"/>
                <a:gd name="T14" fmla="*/ 246 w 4637"/>
                <a:gd name="T15" fmla="*/ 601 h 753"/>
                <a:gd name="T16" fmla="*/ 378 w 4637"/>
                <a:gd name="T17" fmla="*/ 212 h 753"/>
                <a:gd name="T18" fmla="*/ 409 w 4637"/>
                <a:gd name="T19" fmla="*/ 315 h 753"/>
                <a:gd name="T20" fmla="*/ 264 w 4637"/>
                <a:gd name="T21" fmla="*/ 399 h 753"/>
                <a:gd name="T22" fmla="*/ 506 w 4637"/>
                <a:gd name="T23" fmla="*/ 232 h 753"/>
                <a:gd name="T24" fmla="*/ 657 w 4637"/>
                <a:gd name="T25" fmla="*/ 220 h 753"/>
                <a:gd name="T26" fmla="*/ 657 w 4637"/>
                <a:gd name="T27" fmla="*/ 737 h 753"/>
                <a:gd name="T28" fmla="*/ 768 w 4637"/>
                <a:gd name="T29" fmla="*/ 14 h 753"/>
                <a:gd name="T30" fmla="*/ 918 w 4637"/>
                <a:gd name="T31" fmla="*/ 711 h 753"/>
                <a:gd name="T32" fmla="*/ 837 w 4637"/>
                <a:gd name="T33" fmla="*/ 415 h 753"/>
                <a:gd name="T34" fmla="*/ 973 w 4637"/>
                <a:gd name="T35" fmla="*/ 216 h 753"/>
                <a:gd name="T36" fmla="*/ 838 w 4637"/>
                <a:gd name="T37" fmla="*/ 325 h 753"/>
                <a:gd name="T38" fmla="*/ 982 w 4637"/>
                <a:gd name="T39" fmla="*/ 659 h 753"/>
                <a:gd name="T40" fmla="*/ 1245 w 4637"/>
                <a:gd name="T41" fmla="*/ 729 h 753"/>
                <a:gd name="T42" fmla="*/ 1265 w 4637"/>
                <a:gd name="T43" fmla="*/ 210 h 753"/>
                <a:gd name="T44" fmla="*/ 1267 w 4637"/>
                <a:gd name="T45" fmla="*/ 250 h 753"/>
                <a:gd name="T46" fmla="*/ 1276 w 4637"/>
                <a:gd name="T47" fmla="*/ 711 h 753"/>
                <a:gd name="T48" fmla="*/ 1456 w 4637"/>
                <a:gd name="T49" fmla="*/ 6 h 753"/>
                <a:gd name="T50" fmla="*/ 1617 w 4637"/>
                <a:gd name="T51" fmla="*/ 675 h 753"/>
                <a:gd name="T52" fmla="*/ 1700 w 4637"/>
                <a:gd name="T53" fmla="*/ 751 h 753"/>
                <a:gd name="T54" fmla="*/ 1581 w 4637"/>
                <a:gd name="T55" fmla="*/ 315 h 753"/>
                <a:gd name="T56" fmla="*/ 1767 w 4637"/>
                <a:gd name="T57" fmla="*/ 365 h 753"/>
                <a:gd name="T58" fmla="*/ 1681 w 4637"/>
                <a:gd name="T59" fmla="*/ 242 h 753"/>
                <a:gd name="T60" fmla="*/ 2012 w 4637"/>
                <a:gd name="T61" fmla="*/ 731 h 753"/>
                <a:gd name="T62" fmla="*/ 1849 w 4637"/>
                <a:gd name="T63" fmla="*/ 591 h 753"/>
                <a:gd name="T64" fmla="*/ 1999 w 4637"/>
                <a:gd name="T65" fmla="*/ 276 h 753"/>
                <a:gd name="T66" fmla="*/ 1926 w 4637"/>
                <a:gd name="T67" fmla="*/ 204 h 753"/>
                <a:gd name="T68" fmla="*/ 2031 w 4637"/>
                <a:gd name="T69" fmla="*/ 741 h 753"/>
                <a:gd name="T70" fmla="*/ 1881 w 4637"/>
                <a:gd name="T71" fmla="*/ 671 h 753"/>
                <a:gd name="T72" fmla="*/ 2299 w 4637"/>
                <a:gd name="T73" fmla="*/ 355 h 753"/>
                <a:gd name="T74" fmla="*/ 2139 w 4637"/>
                <a:gd name="T75" fmla="*/ 747 h 753"/>
                <a:gd name="T76" fmla="*/ 2224 w 4637"/>
                <a:gd name="T77" fmla="*/ 204 h 753"/>
                <a:gd name="T78" fmla="*/ 2652 w 4637"/>
                <a:gd name="T79" fmla="*/ 753 h 753"/>
                <a:gd name="T80" fmla="*/ 2541 w 4637"/>
                <a:gd name="T81" fmla="*/ 208 h 753"/>
                <a:gd name="T82" fmla="*/ 2681 w 4637"/>
                <a:gd name="T83" fmla="*/ 248 h 753"/>
                <a:gd name="T84" fmla="*/ 2937 w 4637"/>
                <a:gd name="T85" fmla="*/ 751 h 753"/>
                <a:gd name="T86" fmla="*/ 2789 w 4637"/>
                <a:gd name="T87" fmla="*/ 737 h 753"/>
                <a:gd name="T88" fmla="*/ 2882 w 4637"/>
                <a:gd name="T89" fmla="*/ 206 h 753"/>
                <a:gd name="T90" fmla="*/ 3232 w 4637"/>
                <a:gd name="T91" fmla="*/ 487 h 753"/>
                <a:gd name="T92" fmla="*/ 3235 w 4637"/>
                <a:gd name="T93" fmla="*/ 697 h 753"/>
                <a:gd name="T94" fmla="*/ 3046 w 4637"/>
                <a:gd name="T95" fmla="*/ 615 h 753"/>
                <a:gd name="T96" fmla="*/ 3166 w 4637"/>
                <a:gd name="T97" fmla="*/ 206 h 753"/>
                <a:gd name="T98" fmla="*/ 3210 w 4637"/>
                <a:gd name="T99" fmla="*/ 321 h 753"/>
                <a:gd name="T100" fmla="*/ 3064 w 4637"/>
                <a:gd name="T101" fmla="*/ 379 h 753"/>
                <a:gd name="T102" fmla="*/ 3618 w 4637"/>
                <a:gd name="T103" fmla="*/ 305 h 753"/>
                <a:gd name="T104" fmla="*/ 3458 w 4637"/>
                <a:gd name="T105" fmla="*/ 208 h 753"/>
                <a:gd name="T106" fmla="*/ 3634 w 4637"/>
                <a:gd name="T107" fmla="*/ 282 h 753"/>
                <a:gd name="T108" fmla="*/ 3781 w 4637"/>
                <a:gd name="T109" fmla="*/ 232 h 753"/>
                <a:gd name="T110" fmla="*/ 3859 w 4637"/>
                <a:gd name="T111" fmla="*/ 319 h 753"/>
                <a:gd name="T112" fmla="*/ 4039 w 4637"/>
                <a:gd name="T113" fmla="*/ 290 h 753"/>
                <a:gd name="T114" fmla="*/ 3965 w 4637"/>
                <a:gd name="T115" fmla="*/ 753 h 753"/>
                <a:gd name="T116" fmla="*/ 3901 w 4637"/>
                <a:gd name="T117" fmla="*/ 272 h 753"/>
                <a:gd name="T118" fmla="*/ 3919 w 4637"/>
                <a:gd name="T119" fmla="*/ 703 h 753"/>
                <a:gd name="T120" fmla="*/ 4206 w 4637"/>
                <a:gd name="T121" fmla="*/ 250 h 753"/>
                <a:gd name="T122" fmla="*/ 4166 w 4637"/>
                <a:gd name="T123" fmla="*/ 216 h 753"/>
                <a:gd name="T124" fmla="*/ 4339 w 4637"/>
                <a:gd name="T125" fmla="*/ 753 h 7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37" h="753">
                  <a:moveTo>
                    <a:pt x="4615" y="254"/>
                  </a:moveTo>
                  <a:lnTo>
                    <a:pt x="4599" y="250"/>
                  </a:lnTo>
                  <a:lnTo>
                    <a:pt x="4580" y="246"/>
                  </a:lnTo>
                  <a:lnTo>
                    <a:pt x="4561" y="242"/>
                  </a:lnTo>
                  <a:lnTo>
                    <a:pt x="4545" y="242"/>
                  </a:lnTo>
                  <a:lnTo>
                    <a:pt x="4535" y="242"/>
                  </a:lnTo>
                  <a:lnTo>
                    <a:pt x="4526" y="244"/>
                  </a:lnTo>
                  <a:lnTo>
                    <a:pt x="4517" y="248"/>
                  </a:lnTo>
                  <a:lnTo>
                    <a:pt x="4509" y="254"/>
                  </a:lnTo>
                  <a:lnTo>
                    <a:pt x="4503" y="262"/>
                  </a:lnTo>
                  <a:lnTo>
                    <a:pt x="4496" y="270"/>
                  </a:lnTo>
                  <a:lnTo>
                    <a:pt x="4493" y="276"/>
                  </a:lnTo>
                  <a:lnTo>
                    <a:pt x="4491" y="280"/>
                  </a:lnTo>
                  <a:lnTo>
                    <a:pt x="4488" y="286"/>
                  </a:lnTo>
                  <a:lnTo>
                    <a:pt x="4486" y="292"/>
                  </a:lnTo>
                  <a:lnTo>
                    <a:pt x="4482" y="305"/>
                  </a:lnTo>
                  <a:lnTo>
                    <a:pt x="4477" y="319"/>
                  </a:lnTo>
                  <a:lnTo>
                    <a:pt x="4474" y="337"/>
                  </a:lnTo>
                  <a:lnTo>
                    <a:pt x="4471" y="355"/>
                  </a:lnTo>
                  <a:lnTo>
                    <a:pt x="4470" y="375"/>
                  </a:lnTo>
                  <a:lnTo>
                    <a:pt x="4468" y="395"/>
                  </a:lnTo>
                  <a:lnTo>
                    <a:pt x="4468" y="417"/>
                  </a:lnTo>
                  <a:lnTo>
                    <a:pt x="4467" y="443"/>
                  </a:lnTo>
                  <a:lnTo>
                    <a:pt x="4467" y="509"/>
                  </a:lnTo>
                  <a:lnTo>
                    <a:pt x="4468" y="533"/>
                  </a:lnTo>
                  <a:lnTo>
                    <a:pt x="4468" y="555"/>
                  </a:lnTo>
                  <a:lnTo>
                    <a:pt x="4470" y="575"/>
                  </a:lnTo>
                  <a:lnTo>
                    <a:pt x="4471" y="595"/>
                  </a:lnTo>
                  <a:lnTo>
                    <a:pt x="4474" y="613"/>
                  </a:lnTo>
                  <a:lnTo>
                    <a:pt x="4477" y="631"/>
                  </a:lnTo>
                  <a:lnTo>
                    <a:pt x="4480" y="647"/>
                  </a:lnTo>
                  <a:lnTo>
                    <a:pt x="4485" y="659"/>
                  </a:lnTo>
                  <a:lnTo>
                    <a:pt x="4490" y="673"/>
                  </a:lnTo>
                  <a:lnTo>
                    <a:pt x="4496" y="683"/>
                  </a:lnTo>
                  <a:lnTo>
                    <a:pt x="4502" y="693"/>
                  </a:lnTo>
                  <a:lnTo>
                    <a:pt x="4505" y="697"/>
                  </a:lnTo>
                  <a:lnTo>
                    <a:pt x="4509" y="701"/>
                  </a:lnTo>
                  <a:lnTo>
                    <a:pt x="4513" y="703"/>
                  </a:lnTo>
                  <a:lnTo>
                    <a:pt x="4517" y="707"/>
                  </a:lnTo>
                  <a:lnTo>
                    <a:pt x="4525" y="711"/>
                  </a:lnTo>
                  <a:lnTo>
                    <a:pt x="4535" y="713"/>
                  </a:lnTo>
                  <a:lnTo>
                    <a:pt x="4545" y="713"/>
                  </a:lnTo>
                  <a:lnTo>
                    <a:pt x="4563" y="713"/>
                  </a:lnTo>
                  <a:lnTo>
                    <a:pt x="4582" y="709"/>
                  </a:lnTo>
                  <a:lnTo>
                    <a:pt x="4600" y="705"/>
                  </a:lnTo>
                  <a:lnTo>
                    <a:pt x="4615" y="701"/>
                  </a:lnTo>
                  <a:lnTo>
                    <a:pt x="4615" y="254"/>
                  </a:lnTo>
                  <a:close/>
                  <a:moveTo>
                    <a:pt x="4629" y="735"/>
                  </a:moveTo>
                  <a:lnTo>
                    <a:pt x="4611" y="741"/>
                  </a:lnTo>
                  <a:lnTo>
                    <a:pt x="4600" y="745"/>
                  </a:lnTo>
                  <a:lnTo>
                    <a:pt x="4590" y="747"/>
                  </a:lnTo>
                  <a:lnTo>
                    <a:pt x="4567" y="751"/>
                  </a:lnTo>
                  <a:lnTo>
                    <a:pt x="4545" y="753"/>
                  </a:lnTo>
                  <a:lnTo>
                    <a:pt x="4532" y="753"/>
                  </a:lnTo>
                  <a:lnTo>
                    <a:pt x="4521" y="749"/>
                  </a:lnTo>
                  <a:lnTo>
                    <a:pt x="4510" y="743"/>
                  </a:lnTo>
                  <a:lnTo>
                    <a:pt x="4505" y="739"/>
                  </a:lnTo>
                  <a:lnTo>
                    <a:pt x="4500" y="735"/>
                  </a:lnTo>
                  <a:lnTo>
                    <a:pt x="4491" y="725"/>
                  </a:lnTo>
                  <a:lnTo>
                    <a:pt x="4483" y="715"/>
                  </a:lnTo>
                  <a:lnTo>
                    <a:pt x="4478" y="707"/>
                  </a:lnTo>
                  <a:lnTo>
                    <a:pt x="4475" y="701"/>
                  </a:lnTo>
                  <a:lnTo>
                    <a:pt x="4468" y="685"/>
                  </a:lnTo>
                  <a:lnTo>
                    <a:pt x="4463" y="669"/>
                  </a:lnTo>
                  <a:lnTo>
                    <a:pt x="4458" y="649"/>
                  </a:lnTo>
                  <a:lnTo>
                    <a:pt x="4454" y="629"/>
                  </a:lnTo>
                  <a:lnTo>
                    <a:pt x="4451" y="607"/>
                  </a:lnTo>
                  <a:lnTo>
                    <a:pt x="4448" y="585"/>
                  </a:lnTo>
                  <a:lnTo>
                    <a:pt x="4447" y="561"/>
                  </a:lnTo>
                  <a:lnTo>
                    <a:pt x="4445" y="535"/>
                  </a:lnTo>
                  <a:lnTo>
                    <a:pt x="4445" y="509"/>
                  </a:lnTo>
                  <a:lnTo>
                    <a:pt x="4445" y="443"/>
                  </a:lnTo>
                  <a:lnTo>
                    <a:pt x="4446" y="413"/>
                  </a:lnTo>
                  <a:lnTo>
                    <a:pt x="4447" y="387"/>
                  </a:lnTo>
                  <a:lnTo>
                    <a:pt x="4449" y="361"/>
                  </a:lnTo>
                  <a:lnTo>
                    <a:pt x="4451" y="337"/>
                  </a:lnTo>
                  <a:lnTo>
                    <a:pt x="4455" y="315"/>
                  </a:lnTo>
                  <a:lnTo>
                    <a:pt x="4459" y="298"/>
                  </a:lnTo>
                  <a:lnTo>
                    <a:pt x="4464" y="280"/>
                  </a:lnTo>
                  <a:lnTo>
                    <a:pt x="4470" y="264"/>
                  </a:lnTo>
                  <a:lnTo>
                    <a:pt x="4473" y="256"/>
                  </a:lnTo>
                  <a:lnTo>
                    <a:pt x="4476" y="248"/>
                  </a:lnTo>
                  <a:lnTo>
                    <a:pt x="4485" y="236"/>
                  </a:lnTo>
                  <a:lnTo>
                    <a:pt x="4489" y="232"/>
                  </a:lnTo>
                  <a:lnTo>
                    <a:pt x="4493" y="226"/>
                  </a:lnTo>
                  <a:lnTo>
                    <a:pt x="4502" y="218"/>
                  </a:lnTo>
                  <a:lnTo>
                    <a:pt x="4506" y="214"/>
                  </a:lnTo>
                  <a:lnTo>
                    <a:pt x="4511" y="212"/>
                  </a:lnTo>
                  <a:lnTo>
                    <a:pt x="4522" y="206"/>
                  </a:lnTo>
                  <a:lnTo>
                    <a:pt x="4527" y="204"/>
                  </a:lnTo>
                  <a:lnTo>
                    <a:pt x="4533" y="204"/>
                  </a:lnTo>
                  <a:lnTo>
                    <a:pt x="4545" y="202"/>
                  </a:lnTo>
                  <a:lnTo>
                    <a:pt x="4561" y="204"/>
                  </a:lnTo>
                  <a:lnTo>
                    <a:pt x="4580" y="206"/>
                  </a:lnTo>
                  <a:lnTo>
                    <a:pt x="4598" y="212"/>
                  </a:lnTo>
                  <a:lnTo>
                    <a:pt x="4615" y="218"/>
                  </a:lnTo>
                  <a:lnTo>
                    <a:pt x="4615" y="20"/>
                  </a:lnTo>
                  <a:lnTo>
                    <a:pt x="4615" y="16"/>
                  </a:lnTo>
                  <a:lnTo>
                    <a:pt x="4615" y="12"/>
                  </a:lnTo>
                  <a:lnTo>
                    <a:pt x="4617" y="6"/>
                  </a:lnTo>
                  <a:lnTo>
                    <a:pt x="4618" y="4"/>
                  </a:lnTo>
                  <a:lnTo>
                    <a:pt x="4620" y="2"/>
                  </a:lnTo>
                  <a:lnTo>
                    <a:pt x="4623" y="0"/>
                  </a:lnTo>
                  <a:lnTo>
                    <a:pt x="4628" y="0"/>
                  </a:lnTo>
                  <a:lnTo>
                    <a:pt x="4632" y="2"/>
                  </a:lnTo>
                  <a:lnTo>
                    <a:pt x="4635" y="6"/>
                  </a:lnTo>
                  <a:lnTo>
                    <a:pt x="4636" y="12"/>
                  </a:lnTo>
                  <a:lnTo>
                    <a:pt x="4637" y="20"/>
                  </a:lnTo>
                  <a:lnTo>
                    <a:pt x="4637" y="715"/>
                  </a:lnTo>
                  <a:lnTo>
                    <a:pt x="4637" y="723"/>
                  </a:lnTo>
                  <a:lnTo>
                    <a:pt x="4636" y="725"/>
                  </a:lnTo>
                  <a:lnTo>
                    <a:pt x="4635" y="727"/>
                  </a:lnTo>
                  <a:lnTo>
                    <a:pt x="4633" y="731"/>
                  </a:lnTo>
                  <a:lnTo>
                    <a:pt x="4629" y="735"/>
                  </a:lnTo>
                  <a:close/>
                  <a:moveTo>
                    <a:pt x="177" y="747"/>
                  </a:moveTo>
                  <a:lnTo>
                    <a:pt x="61" y="747"/>
                  </a:lnTo>
                  <a:lnTo>
                    <a:pt x="54" y="747"/>
                  </a:lnTo>
                  <a:lnTo>
                    <a:pt x="48" y="745"/>
                  </a:lnTo>
                  <a:lnTo>
                    <a:pt x="41" y="745"/>
                  </a:lnTo>
                  <a:lnTo>
                    <a:pt x="36" y="741"/>
                  </a:lnTo>
                  <a:lnTo>
                    <a:pt x="30" y="739"/>
                  </a:lnTo>
                  <a:lnTo>
                    <a:pt x="28" y="737"/>
                  </a:lnTo>
                  <a:lnTo>
                    <a:pt x="25" y="733"/>
                  </a:lnTo>
                  <a:lnTo>
                    <a:pt x="21" y="729"/>
                  </a:lnTo>
                  <a:lnTo>
                    <a:pt x="16" y="723"/>
                  </a:lnTo>
                  <a:lnTo>
                    <a:pt x="13" y="715"/>
                  </a:lnTo>
                  <a:lnTo>
                    <a:pt x="9" y="707"/>
                  </a:lnTo>
                  <a:lnTo>
                    <a:pt x="7" y="699"/>
                  </a:lnTo>
                  <a:lnTo>
                    <a:pt x="4" y="687"/>
                  </a:lnTo>
                  <a:lnTo>
                    <a:pt x="3" y="677"/>
                  </a:lnTo>
                  <a:lnTo>
                    <a:pt x="1" y="663"/>
                  </a:lnTo>
                  <a:lnTo>
                    <a:pt x="1" y="649"/>
                  </a:lnTo>
                  <a:lnTo>
                    <a:pt x="0" y="635"/>
                  </a:lnTo>
                  <a:lnTo>
                    <a:pt x="0" y="20"/>
                  </a:lnTo>
                  <a:lnTo>
                    <a:pt x="0" y="16"/>
                  </a:lnTo>
                  <a:lnTo>
                    <a:pt x="1" y="12"/>
                  </a:lnTo>
                  <a:lnTo>
                    <a:pt x="3" y="6"/>
                  </a:lnTo>
                  <a:lnTo>
                    <a:pt x="4" y="4"/>
                  </a:lnTo>
                  <a:lnTo>
                    <a:pt x="5" y="2"/>
                  </a:lnTo>
                  <a:lnTo>
                    <a:pt x="9" y="0"/>
                  </a:lnTo>
                  <a:lnTo>
                    <a:pt x="14" y="0"/>
                  </a:lnTo>
                  <a:lnTo>
                    <a:pt x="17" y="2"/>
                  </a:lnTo>
                  <a:lnTo>
                    <a:pt x="20" y="6"/>
                  </a:lnTo>
                  <a:lnTo>
                    <a:pt x="22" y="12"/>
                  </a:lnTo>
                  <a:lnTo>
                    <a:pt x="22" y="20"/>
                  </a:lnTo>
                  <a:lnTo>
                    <a:pt x="22" y="635"/>
                  </a:lnTo>
                  <a:lnTo>
                    <a:pt x="23" y="645"/>
                  </a:lnTo>
                  <a:lnTo>
                    <a:pt x="23" y="655"/>
                  </a:lnTo>
                  <a:lnTo>
                    <a:pt x="24" y="665"/>
                  </a:lnTo>
                  <a:lnTo>
                    <a:pt x="25" y="671"/>
                  </a:lnTo>
                  <a:lnTo>
                    <a:pt x="27" y="679"/>
                  </a:lnTo>
                  <a:lnTo>
                    <a:pt x="28" y="685"/>
                  </a:lnTo>
                  <a:lnTo>
                    <a:pt x="30" y="689"/>
                  </a:lnTo>
                  <a:lnTo>
                    <a:pt x="33" y="693"/>
                  </a:lnTo>
                  <a:lnTo>
                    <a:pt x="35" y="697"/>
                  </a:lnTo>
                  <a:lnTo>
                    <a:pt x="38" y="699"/>
                  </a:lnTo>
                  <a:lnTo>
                    <a:pt x="45" y="703"/>
                  </a:lnTo>
                  <a:lnTo>
                    <a:pt x="53" y="705"/>
                  </a:lnTo>
                  <a:lnTo>
                    <a:pt x="61" y="705"/>
                  </a:lnTo>
                  <a:lnTo>
                    <a:pt x="177" y="705"/>
                  </a:lnTo>
                  <a:lnTo>
                    <a:pt x="181" y="707"/>
                  </a:lnTo>
                  <a:lnTo>
                    <a:pt x="182" y="709"/>
                  </a:lnTo>
                  <a:lnTo>
                    <a:pt x="184" y="711"/>
                  </a:lnTo>
                  <a:lnTo>
                    <a:pt x="186" y="715"/>
                  </a:lnTo>
                  <a:lnTo>
                    <a:pt x="186" y="719"/>
                  </a:lnTo>
                  <a:lnTo>
                    <a:pt x="187" y="723"/>
                  </a:lnTo>
                  <a:lnTo>
                    <a:pt x="187" y="731"/>
                  </a:lnTo>
                  <a:lnTo>
                    <a:pt x="186" y="733"/>
                  </a:lnTo>
                  <a:lnTo>
                    <a:pt x="186" y="737"/>
                  </a:lnTo>
                  <a:lnTo>
                    <a:pt x="184" y="743"/>
                  </a:lnTo>
                  <a:lnTo>
                    <a:pt x="181" y="745"/>
                  </a:lnTo>
                  <a:lnTo>
                    <a:pt x="177" y="747"/>
                  </a:lnTo>
                  <a:close/>
                  <a:moveTo>
                    <a:pt x="433" y="487"/>
                  </a:moveTo>
                  <a:lnTo>
                    <a:pt x="263" y="487"/>
                  </a:lnTo>
                  <a:lnTo>
                    <a:pt x="263" y="509"/>
                  </a:lnTo>
                  <a:lnTo>
                    <a:pt x="263" y="539"/>
                  </a:lnTo>
                  <a:lnTo>
                    <a:pt x="264" y="553"/>
                  </a:lnTo>
                  <a:lnTo>
                    <a:pt x="265" y="565"/>
                  </a:lnTo>
                  <a:lnTo>
                    <a:pt x="266" y="579"/>
                  </a:lnTo>
                  <a:lnTo>
                    <a:pt x="267" y="591"/>
                  </a:lnTo>
                  <a:lnTo>
                    <a:pt x="270" y="613"/>
                  </a:lnTo>
                  <a:lnTo>
                    <a:pt x="274" y="631"/>
                  </a:lnTo>
                  <a:lnTo>
                    <a:pt x="279" y="647"/>
                  </a:lnTo>
                  <a:lnTo>
                    <a:pt x="284" y="663"/>
                  </a:lnTo>
                  <a:lnTo>
                    <a:pt x="287" y="669"/>
                  </a:lnTo>
                  <a:lnTo>
                    <a:pt x="290" y="675"/>
                  </a:lnTo>
                  <a:lnTo>
                    <a:pt x="293" y="681"/>
                  </a:lnTo>
                  <a:lnTo>
                    <a:pt x="296" y="685"/>
                  </a:lnTo>
                  <a:lnTo>
                    <a:pt x="303" y="693"/>
                  </a:lnTo>
                  <a:lnTo>
                    <a:pt x="311" y="701"/>
                  </a:lnTo>
                  <a:lnTo>
                    <a:pt x="319" y="705"/>
                  </a:lnTo>
                  <a:lnTo>
                    <a:pt x="327" y="709"/>
                  </a:lnTo>
                  <a:lnTo>
                    <a:pt x="336" y="713"/>
                  </a:lnTo>
                  <a:lnTo>
                    <a:pt x="345" y="713"/>
                  </a:lnTo>
                  <a:lnTo>
                    <a:pt x="354" y="713"/>
                  </a:lnTo>
                  <a:lnTo>
                    <a:pt x="372" y="713"/>
                  </a:lnTo>
                  <a:lnTo>
                    <a:pt x="390" y="709"/>
                  </a:lnTo>
                  <a:lnTo>
                    <a:pt x="410" y="703"/>
                  </a:lnTo>
                  <a:lnTo>
                    <a:pt x="429" y="697"/>
                  </a:lnTo>
                  <a:lnTo>
                    <a:pt x="431" y="697"/>
                  </a:lnTo>
                  <a:lnTo>
                    <a:pt x="432" y="697"/>
                  </a:lnTo>
                  <a:lnTo>
                    <a:pt x="436" y="697"/>
                  </a:lnTo>
                  <a:lnTo>
                    <a:pt x="437" y="699"/>
                  </a:lnTo>
                  <a:lnTo>
                    <a:pt x="438" y="703"/>
                  </a:lnTo>
                  <a:lnTo>
                    <a:pt x="439" y="705"/>
                  </a:lnTo>
                  <a:lnTo>
                    <a:pt x="439" y="709"/>
                  </a:lnTo>
                  <a:lnTo>
                    <a:pt x="439" y="721"/>
                  </a:lnTo>
                  <a:lnTo>
                    <a:pt x="438" y="725"/>
                  </a:lnTo>
                  <a:lnTo>
                    <a:pt x="437" y="729"/>
                  </a:lnTo>
                  <a:lnTo>
                    <a:pt x="436" y="731"/>
                  </a:lnTo>
                  <a:lnTo>
                    <a:pt x="434" y="733"/>
                  </a:lnTo>
                  <a:lnTo>
                    <a:pt x="430" y="737"/>
                  </a:lnTo>
                  <a:lnTo>
                    <a:pt x="411" y="743"/>
                  </a:lnTo>
                  <a:lnTo>
                    <a:pt x="391" y="749"/>
                  </a:lnTo>
                  <a:lnTo>
                    <a:pt x="372" y="751"/>
                  </a:lnTo>
                  <a:lnTo>
                    <a:pt x="354" y="753"/>
                  </a:lnTo>
                  <a:lnTo>
                    <a:pt x="343" y="753"/>
                  </a:lnTo>
                  <a:lnTo>
                    <a:pt x="331" y="751"/>
                  </a:lnTo>
                  <a:lnTo>
                    <a:pt x="320" y="747"/>
                  </a:lnTo>
                  <a:lnTo>
                    <a:pt x="310" y="741"/>
                  </a:lnTo>
                  <a:lnTo>
                    <a:pt x="300" y="735"/>
                  </a:lnTo>
                  <a:lnTo>
                    <a:pt x="295" y="731"/>
                  </a:lnTo>
                  <a:lnTo>
                    <a:pt x="291" y="727"/>
                  </a:lnTo>
                  <a:lnTo>
                    <a:pt x="282" y="715"/>
                  </a:lnTo>
                  <a:lnTo>
                    <a:pt x="274" y="703"/>
                  </a:lnTo>
                  <a:lnTo>
                    <a:pt x="270" y="695"/>
                  </a:lnTo>
                  <a:lnTo>
                    <a:pt x="267" y="687"/>
                  </a:lnTo>
                  <a:lnTo>
                    <a:pt x="260" y="669"/>
                  </a:lnTo>
                  <a:lnTo>
                    <a:pt x="255" y="649"/>
                  </a:lnTo>
                  <a:lnTo>
                    <a:pt x="250" y="627"/>
                  </a:lnTo>
                  <a:lnTo>
                    <a:pt x="248" y="615"/>
                  </a:lnTo>
                  <a:lnTo>
                    <a:pt x="246" y="601"/>
                  </a:lnTo>
                  <a:lnTo>
                    <a:pt x="243" y="573"/>
                  </a:lnTo>
                  <a:lnTo>
                    <a:pt x="241" y="543"/>
                  </a:lnTo>
                  <a:lnTo>
                    <a:pt x="241" y="527"/>
                  </a:lnTo>
                  <a:lnTo>
                    <a:pt x="241" y="509"/>
                  </a:lnTo>
                  <a:lnTo>
                    <a:pt x="241" y="443"/>
                  </a:lnTo>
                  <a:lnTo>
                    <a:pt x="241" y="417"/>
                  </a:lnTo>
                  <a:lnTo>
                    <a:pt x="242" y="391"/>
                  </a:lnTo>
                  <a:lnTo>
                    <a:pt x="245" y="369"/>
                  </a:lnTo>
                  <a:lnTo>
                    <a:pt x="247" y="345"/>
                  </a:lnTo>
                  <a:lnTo>
                    <a:pt x="249" y="335"/>
                  </a:lnTo>
                  <a:lnTo>
                    <a:pt x="251" y="325"/>
                  </a:lnTo>
                  <a:lnTo>
                    <a:pt x="253" y="315"/>
                  </a:lnTo>
                  <a:lnTo>
                    <a:pt x="255" y="305"/>
                  </a:lnTo>
                  <a:lnTo>
                    <a:pt x="258" y="296"/>
                  </a:lnTo>
                  <a:lnTo>
                    <a:pt x="261" y="288"/>
                  </a:lnTo>
                  <a:lnTo>
                    <a:pt x="267" y="270"/>
                  </a:lnTo>
                  <a:lnTo>
                    <a:pt x="274" y="256"/>
                  </a:lnTo>
                  <a:lnTo>
                    <a:pt x="281" y="242"/>
                  </a:lnTo>
                  <a:lnTo>
                    <a:pt x="289" y="230"/>
                  </a:lnTo>
                  <a:lnTo>
                    <a:pt x="299" y="220"/>
                  </a:lnTo>
                  <a:lnTo>
                    <a:pt x="308" y="212"/>
                  </a:lnTo>
                  <a:lnTo>
                    <a:pt x="319" y="208"/>
                  </a:lnTo>
                  <a:lnTo>
                    <a:pt x="330" y="204"/>
                  </a:lnTo>
                  <a:lnTo>
                    <a:pt x="336" y="202"/>
                  </a:lnTo>
                  <a:lnTo>
                    <a:pt x="343" y="202"/>
                  </a:lnTo>
                  <a:lnTo>
                    <a:pt x="355" y="204"/>
                  </a:lnTo>
                  <a:lnTo>
                    <a:pt x="361" y="204"/>
                  </a:lnTo>
                  <a:lnTo>
                    <a:pt x="367" y="206"/>
                  </a:lnTo>
                  <a:lnTo>
                    <a:pt x="378" y="212"/>
                  </a:lnTo>
                  <a:lnTo>
                    <a:pt x="383" y="216"/>
                  </a:lnTo>
                  <a:lnTo>
                    <a:pt x="387" y="220"/>
                  </a:lnTo>
                  <a:lnTo>
                    <a:pt x="397" y="230"/>
                  </a:lnTo>
                  <a:lnTo>
                    <a:pt x="405" y="240"/>
                  </a:lnTo>
                  <a:lnTo>
                    <a:pt x="412" y="254"/>
                  </a:lnTo>
                  <a:lnTo>
                    <a:pt x="416" y="260"/>
                  </a:lnTo>
                  <a:lnTo>
                    <a:pt x="419" y="268"/>
                  </a:lnTo>
                  <a:lnTo>
                    <a:pt x="424" y="286"/>
                  </a:lnTo>
                  <a:lnTo>
                    <a:pt x="429" y="303"/>
                  </a:lnTo>
                  <a:lnTo>
                    <a:pt x="433" y="323"/>
                  </a:lnTo>
                  <a:lnTo>
                    <a:pt x="437" y="343"/>
                  </a:lnTo>
                  <a:lnTo>
                    <a:pt x="439" y="365"/>
                  </a:lnTo>
                  <a:lnTo>
                    <a:pt x="441" y="389"/>
                  </a:lnTo>
                  <a:lnTo>
                    <a:pt x="442" y="415"/>
                  </a:lnTo>
                  <a:lnTo>
                    <a:pt x="443" y="441"/>
                  </a:lnTo>
                  <a:lnTo>
                    <a:pt x="443" y="469"/>
                  </a:lnTo>
                  <a:lnTo>
                    <a:pt x="443" y="473"/>
                  </a:lnTo>
                  <a:lnTo>
                    <a:pt x="442" y="475"/>
                  </a:lnTo>
                  <a:lnTo>
                    <a:pt x="440" y="483"/>
                  </a:lnTo>
                  <a:lnTo>
                    <a:pt x="437" y="487"/>
                  </a:lnTo>
                  <a:lnTo>
                    <a:pt x="433" y="487"/>
                  </a:lnTo>
                  <a:close/>
                  <a:moveTo>
                    <a:pt x="421" y="441"/>
                  </a:moveTo>
                  <a:lnTo>
                    <a:pt x="420" y="417"/>
                  </a:lnTo>
                  <a:lnTo>
                    <a:pt x="420" y="397"/>
                  </a:lnTo>
                  <a:lnTo>
                    <a:pt x="418" y="375"/>
                  </a:lnTo>
                  <a:lnTo>
                    <a:pt x="416" y="357"/>
                  </a:lnTo>
                  <a:lnTo>
                    <a:pt x="414" y="339"/>
                  </a:lnTo>
                  <a:lnTo>
                    <a:pt x="411" y="321"/>
                  </a:lnTo>
                  <a:lnTo>
                    <a:pt x="409" y="315"/>
                  </a:lnTo>
                  <a:lnTo>
                    <a:pt x="407" y="307"/>
                  </a:lnTo>
                  <a:lnTo>
                    <a:pt x="403" y="294"/>
                  </a:lnTo>
                  <a:lnTo>
                    <a:pt x="400" y="288"/>
                  </a:lnTo>
                  <a:lnTo>
                    <a:pt x="398" y="282"/>
                  </a:lnTo>
                  <a:lnTo>
                    <a:pt x="395" y="276"/>
                  </a:lnTo>
                  <a:lnTo>
                    <a:pt x="392" y="272"/>
                  </a:lnTo>
                  <a:lnTo>
                    <a:pt x="389" y="266"/>
                  </a:lnTo>
                  <a:lnTo>
                    <a:pt x="386" y="262"/>
                  </a:lnTo>
                  <a:lnTo>
                    <a:pt x="379" y="256"/>
                  </a:lnTo>
                  <a:lnTo>
                    <a:pt x="371" y="250"/>
                  </a:lnTo>
                  <a:lnTo>
                    <a:pt x="362" y="246"/>
                  </a:lnTo>
                  <a:lnTo>
                    <a:pt x="353" y="242"/>
                  </a:lnTo>
                  <a:lnTo>
                    <a:pt x="343" y="242"/>
                  </a:lnTo>
                  <a:lnTo>
                    <a:pt x="332" y="242"/>
                  </a:lnTo>
                  <a:lnTo>
                    <a:pt x="328" y="244"/>
                  </a:lnTo>
                  <a:lnTo>
                    <a:pt x="323" y="246"/>
                  </a:lnTo>
                  <a:lnTo>
                    <a:pt x="314" y="250"/>
                  </a:lnTo>
                  <a:lnTo>
                    <a:pt x="307" y="256"/>
                  </a:lnTo>
                  <a:lnTo>
                    <a:pt x="299" y="264"/>
                  </a:lnTo>
                  <a:lnTo>
                    <a:pt x="293" y="274"/>
                  </a:lnTo>
                  <a:lnTo>
                    <a:pt x="287" y="284"/>
                  </a:lnTo>
                  <a:lnTo>
                    <a:pt x="282" y="298"/>
                  </a:lnTo>
                  <a:lnTo>
                    <a:pt x="277" y="311"/>
                  </a:lnTo>
                  <a:lnTo>
                    <a:pt x="275" y="317"/>
                  </a:lnTo>
                  <a:lnTo>
                    <a:pt x="273" y="325"/>
                  </a:lnTo>
                  <a:lnTo>
                    <a:pt x="270" y="343"/>
                  </a:lnTo>
                  <a:lnTo>
                    <a:pt x="268" y="361"/>
                  </a:lnTo>
                  <a:lnTo>
                    <a:pt x="266" y="379"/>
                  </a:lnTo>
                  <a:lnTo>
                    <a:pt x="264" y="399"/>
                  </a:lnTo>
                  <a:lnTo>
                    <a:pt x="263" y="421"/>
                  </a:lnTo>
                  <a:lnTo>
                    <a:pt x="263" y="443"/>
                  </a:lnTo>
                  <a:lnTo>
                    <a:pt x="421" y="447"/>
                  </a:lnTo>
                  <a:lnTo>
                    <a:pt x="421" y="441"/>
                  </a:lnTo>
                  <a:close/>
                  <a:moveTo>
                    <a:pt x="649" y="751"/>
                  </a:moveTo>
                  <a:lnTo>
                    <a:pt x="636" y="753"/>
                  </a:lnTo>
                  <a:lnTo>
                    <a:pt x="622" y="753"/>
                  </a:lnTo>
                  <a:lnTo>
                    <a:pt x="610" y="753"/>
                  </a:lnTo>
                  <a:lnTo>
                    <a:pt x="598" y="749"/>
                  </a:lnTo>
                  <a:lnTo>
                    <a:pt x="593" y="745"/>
                  </a:lnTo>
                  <a:lnTo>
                    <a:pt x="589" y="741"/>
                  </a:lnTo>
                  <a:lnTo>
                    <a:pt x="584" y="737"/>
                  </a:lnTo>
                  <a:lnTo>
                    <a:pt x="581" y="731"/>
                  </a:lnTo>
                  <a:lnTo>
                    <a:pt x="577" y="725"/>
                  </a:lnTo>
                  <a:lnTo>
                    <a:pt x="574" y="717"/>
                  </a:lnTo>
                  <a:lnTo>
                    <a:pt x="571" y="709"/>
                  </a:lnTo>
                  <a:lnTo>
                    <a:pt x="569" y="699"/>
                  </a:lnTo>
                  <a:lnTo>
                    <a:pt x="568" y="687"/>
                  </a:lnTo>
                  <a:lnTo>
                    <a:pt x="566" y="675"/>
                  </a:lnTo>
                  <a:lnTo>
                    <a:pt x="566" y="659"/>
                  </a:lnTo>
                  <a:lnTo>
                    <a:pt x="565" y="645"/>
                  </a:lnTo>
                  <a:lnTo>
                    <a:pt x="565" y="248"/>
                  </a:lnTo>
                  <a:lnTo>
                    <a:pt x="516" y="248"/>
                  </a:lnTo>
                  <a:lnTo>
                    <a:pt x="512" y="248"/>
                  </a:lnTo>
                  <a:lnTo>
                    <a:pt x="510" y="246"/>
                  </a:lnTo>
                  <a:lnTo>
                    <a:pt x="509" y="244"/>
                  </a:lnTo>
                  <a:lnTo>
                    <a:pt x="507" y="240"/>
                  </a:lnTo>
                  <a:lnTo>
                    <a:pt x="506" y="236"/>
                  </a:lnTo>
                  <a:lnTo>
                    <a:pt x="506" y="232"/>
                  </a:lnTo>
                  <a:lnTo>
                    <a:pt x="506" y="222"/>
                  </a:lnTo>
                  <a:lnTo>
                    <a:pt x="506" y="220"/>
                  </a:lnTo>
                  <a:lnTo>
                    <a:pt x="507" y="216"/>
                  </a:lnTo>
                  <a:lnTo>
                    <a:pt x="508" y="214"/>
                  </a:lnTo>
                  <a:lnTo>
                    <a:pt x="509" y="212"/>
                  </a:lnTo>
                  <a:lnTo>
                    <a:pt x="510" y="210"/>
                  </a:lnTo>
                  <a:lnTo>
                    <a:pt x="512" y="208"/>
                  </a:lnTo>
                  <a:lnTo>
                    <a:pt x="516" y="208"/>
                  </a:lnTo>
                  <a:lnTo>
                    <a:pt x="565" y="208"/>
                  </a:lnTo>
                  <a:lnTo>
                    <a:pt x="565" y="104"/>
                  </a:lnTo>
                  <a:lnTo>
                    <a:pt x="566" y="96"/>
                  </a:lnTo>
                  <a:lnTo>
                    <a:pt x="567" y="94"/>
                  </a:lnTo>
                  <a:lnTo>
                    <a:pt x="568" y="90"/>
                  </a:lnTo>
                  <a:lnTo>
                    <a:pt x="569" y="88"/>
                  </a:lnTo>
                  <a:lnTo>
                    <a:pt x="570" y="86"/>
                  </a:lnTo>
                  <a:lnTo>
                    <a:pt x="572" y="86"/>
                  </a:lnTo>
                  <a:lnTo>
                    <a:pt x="574" y="84"/>
                  </a:lnTo>
                  <a:lnTo>
                    <a:pt x="580" y="84"/>
                  </a:lnTo>
                  <a:lnTo>
                    <a:pt x="583" y="86"/>
                  </a:lnTo>
                  <a:lnTo>
                    <a:pt x="585" y="90"/>
                  </a:lnTo>
                  <a:lnTo>
                    <a:pt x="587" y="96"/>
                  </a:lnTo>
                  <a:lnTo>
                    <a:pt x="588" y="104"/>
                  </a:lnTo>
                  <a:lnTo>
                    <a:pt x="588" y="208"/>
                  </a:lnTo>
                  <a:lnTo>
                    <a:pt x="648" y="208"/>
                  </a:lnTo>
                  <a:lnTo>
                    <a:pt x="651" y="208"/>
                  </a:lnTo>
                  <a:lnTo>
                    <a:pt x="653" y="210"/>
                  </a:lnTo>
                  <a:lnTo>
                    <a:pt x="654" y="212"/>
                  </a:lnTo>
                  <a:lnTo>
                    <a:pt x="656" y="216"/>
                  </a:lnTo>
                  <a:lnTo>
                    <a:pt x="657" y="220"/>
                  </a:lnTo>
                  <a:lnTo>
                    <a:pt x="657" y="222"/>
                  </a:lnTo>
                  <a:lnTo>
                    <a:pt x="657" y="232"/>
                  </a:lnTo>
                  <a:lnTo>
                    <a:pt x="657" y="236"/>
                  </a:lnTo>
                  <a:lnTo>
                    <a:pt x="656" y="240"/>
                  </a:lnTo>
                  <a:lnTo>
                    <a:pt x="654" y="244"/>
                  </a:lnTo>
                  <a:lnTo>
                    <a:pt x="653" y="246"/>
                  </a:lnTo>
                  <a:lnTo>
                    <a:pt x="651" y="248"/>
                  </a:lnTo>
                  <a:lnTo>
                    <a:pt x="648" y="248"/>
                  </a:lnTo>
                  <a:lnTo>
                    <a:pt x="588" y="248"/>
                  </a:lnTo>
                  <a:lnTo>
                    <a:pt x="588" y="645"/>
                  </a:lnTo>
                  <a:lnTo>
                    <a:pt x="588" y="665"/>
                  </a:lnTo>
                  <a:lnTo>
                    <a:pt x="590" y="681"/>
                  </a:lnTo>
                  <a:lnTo>
                    <a:pt x="593" y="693"/>
                  </a:lnTo>
                  <a:lnTo>
                    <a:pt x="595" y="697"/>
                  </a:lnTo>
                  <a:lnTo>
                    <a:pt x="597" y="701"/>
                  </a:lnTo>
                  <a:lnTo>
                    <a:pt x="599" y="705"/>
                  </a:lnTo>
                  <a:lnTo>
                    <a:pt x="602" y="707"/>
                  </a:lnTo>
                  <a:lnTo>
                    <a:pt x="605" y="711"/>
                  </a:lnTo>
                  <a:lnTo>
                    <a:pt x="608" y="711"/>
                  </a:lnTo>
                  <a:lnTo>
                    <a:pt x="615" y="713"/>
                  </a:lnTo>
                  <a:lnTo>
                    <a:pt x="622" y="713"/>
                  </a:lnTo>
                  <a:lnTo>
                    <a:pt x="647" y="713"/>
                  </a:lnTo>
                  <a:lnTo>
                    <a:pt x="651" y="715"/>
                  </a:lnTo>
                  <a:lnTo>
                    <a:pt x="655" y="717"/>
                  </a:lnTo>
                  <a:lnTo>
                    <a:pt x="656" y="719"/>
                  </a:lnTo>
                  <a:lnTo>
                    <a:pt x="657" y="723"/>
                  </a:lnTo>
                  <a:lnTo>
                    <a:pt x="657" y="725"/>
                  </a:lnTo>
                  <a:lnTo>
                    <a:pt x="657" y="729"/>
                  </a:lnTo>
                  <a:lnTo>
                    <a:pt x="657" y="737"/>
                  </a:lnTo>
                  <a:lnTo>
                    <a:pt x="655" y="743"/>
                  </a:lnTo>
                  <a:lnTo>
                    <a:pt x="654" y="747"/>
                  </a:lnTo>
                  <a:lnTo>
                    <a:pt x="653" y="747"/>
                  </a:lnTo>
                  <a:lnTo>
                    <a:pt x="649" y="751"/>
                  </a:lnTo>
                  <a:close/>
                  <a:moveTo>
                    <a:pt x="767" y="20"/>
                  </a:moveTo>
                  <a:lnTo>
                    <a:pt x="743" y="192"/>
                  </a:lnTo>
                  <a:lnTo>
                    <a:pt x="742" y="202"/>
                  </a:lnTo>
                  <a:lnTo>
                    <a:pt x="740" y="208"/>
                  </a:lnTo>
                  <a:lnTo>
                    <a:pt x="737" y="210"/>
                  </a:lnTo>
                  <a:lnTo>
                    <a:pt x="734" y="212"/>
                  </a:lnTo>
                  <a:lnTo>
                    <a:pt x="726" y="212"/>
                  </a:lnTo>
                  <a:lnTo>
                    <a:pt x="724" y="210"/>
                  </a:lnTo>
                  <a:lnTo>
                    <a:pt x="722" y="208"/>
                  </a:lnTo>
                  <a:lnTo>
                    <a:pt x="722" y="206"/>
                  </a:lnTo>
                  <a:lnTo>
                    <a:pt x="722" y="202"/>
                  </a:lnTo>
                  <a:lnTo>
                    <a:pt x="722" y="198"/>
                  </a:lnTo>
                  <a:lnTo>
                    <a:pt x="722" y="192"/>
                  </a:lnTo>
                  <a:lnTo>
                    <a:pt x="743" y="20"/>
                  </a:lnTo>
                  <a:lnTo>
                    <a:pt x="744" y="10"/>
                  </a:lnTo>
                  <a:lnTo>
                    <a:pt x="745" y="6"/>
                  </a:lnTo>
                  <a:lnTo>
                    <a:pt x="746" y="4"/>
                  </a:lnTo>
                  <a:lnTo>
                    <a:pt x="749" y="2"/>
                  </a:lnTo>
                  <a:lnTo>
                    <a:pt x="753" y="0"/>
                  </a:lnTo>
                  <a:lnTo>
                    <a:pt x="762" y="0"/>
                  </a:lnTo>
                  <a:lnTo>
                    <a:pt x="765" y="0"/>
                  </a:lnTo>
                  <a:lnTo>
                    <a:pt x="767" y="2"/>
                  </a:lnTo>
                  <a:lnTo>
                    <a:pt x="768" y="6"/>
                  </a:lnTo>
                  <a:lnTo>
                    <a:pt x="768" y="12"/>
                  </a:lnTo>
                  <a:lnTo>
                    <a:pt x="768" y="14"/>
                  </a:lnTo>
                  <a:lnTo>
                    <a:pt x="767" y="20"/>
                  </a:lnTo>
                  <a:close/>
                  <a:moveTo>
                    <a:pt x="898" y="753"/>
                  </a:moveTo>
                  <a:lnTo>
                    <a:pt x="879" y="753"/>
                  </a:lnTo>
                  <a:lnTo>
                    <a:pt x="859" y="749"/>
                  </a:lnTo>
                  <a:lnTo>
                    <a:pt x="841" y="745"/>
                  </a:lnTo>
                  <a:lnTo>
                    <a:pt x="825" y="739"/>
                  </a:lnTo>
                  <a:lnTo>
                    <a:pt x="820" y="737"/>
                  </a:lnTo>
                  <a:lnTo>
                    <a:pt x="818" y="735"/>
                  </a:lnTo>
                  <a:lnTo>
                    <a:pt x="817" y="735"/>
                  </a:lnTo>
                  <a:lnTo>
                    <a:pt x="815" y="733"/>
                  </a:lnTo>
                  <a:lnTo>
                    <a:pt x="814" y="729"/>
                  </a:lnTo>
                  <a:lnTo>
                    <a:pt x="814" y="727"/>
                  </a:lnTo>
                  <a:lnTo>
                    <a:pt x="814" y="723"/>
                  </a:lnTo>
                  <a:lnTo>
                    <a:pt x="814" y="711"/>
                  </a:lnTo>
                  <a:lnTo>
                    <a:pt x="814" y="707"/>
                  </a:lnTo>
                  <a:lnTo>
                    <a:pt x="814" y="705"/>
                  </a:lnTo>
                  <a:lnTo>
                    <a:pt x="816" y="701"/>
                  </a:lnTo>
                  <a:lnTo>
                    <a:pt x="817" y="699"/>
                  </a:lnTo>
                  <a:lnTo>
                    <a:pt x="819" y="699"/>
                  </a:lnTo>
                  <a:lnTo>
                    <a:pt x="820" y="697"/>
                  </a:lnTo>
                  <a:lnTo>
                    <a:pt x="822" y="697"/>
                  </a:lnTo>
                  <a:lnTo>
                    <a:pt x="825" y="697"/>
                  </a:lnTo>
                  <a:lnTo>
                    <a:pt x="844" y="703"/>
                  </a:lnTo>
                  <a:lnTo>
                    <a:pt x="863" y="709"/>
                  </a:lnTo>
                  <a:lnTo>
                    <a:pt x="873" y="711"/>
                  </a:lnTo>
                  <a:lnTo>
                    <a:pt x="882" y="713"/>
                  </a:lnTo>
                  <a:lnTo>
                    <a:pt x="899" y="713"/>
                  </a:lnTo>
                  <a:lnTo>
                    <a:pt x="912" y="713"/>
                  </a:lnTo>
                  <a:lnTo>
                    <a:pt x="918" y="711"/>
                  </a:lnTo>
                  <a:lnTo>
                    <a:pt x="924" y="709"/>
                  </a:lnTo>
                  <a:lnTo>
                    <a:pt x="930" y="707"/>
                  </a:lnTo>
                  <a:lnTo>
                    <a:pt x="935" y="703"/>
                  </a:lnTo>
                  <a:lnTo>
                    <a:pt x="940" y="699"/>
                  </a:lnTo>
                  <a:lnTo>
                    <a:pt x="944" y="695"/>
                  </a:lnTo>
                  <a:lnTo>
                    <a:pt x="948" y="689"/>
                  </a:lnTo>
                  <a:lnTo>
                    <a:pt x="952" y="681"/>
                  </a:lnTo>
                  <a:lnTo>
                    <a:pt x="955" y="673"/>
                  </a:lnTo>
                  <a:lnTo>
                    <a:pt x="958" y="663"/>
                  </a:lnTo>
                  <a:lnTo>
                    <a:pt x="960" y="653"/>
                  </a:lnTo>
                  <a:lnTo>
                    <a:pt x="961" y="641"/>
                  </a:lnTo>
                  <a:lnTo>
                    <a:pt x="962" y="627"/>
                  </a:lnTo>
                  <a:lnTo>
                    <a:pt x="963" y="613"/>
                  </a:lnTo>
                  <a:lnTo>
                    <a:pt x="962" y="599"/>
                  </a:lnTo>
                  <a:lnTo>
                    <a:pt x="960" y="585"/>
                  </a:lnTo>
                  <a:lnTo>
                    <a:pt x="959" y="579"/>
                  </a:lnTo>
                  <a:lnTo>
                    <a:pt x="957" y="573"/>
                  </a:lnTo>
                  <a:lnTo>
                    <a:pt x="952" y="561"/>
                  </a:lnTo>
                  <a:lnTo>
                    <a:pt x="949" y="555"/>
                  </a:lnTo>
                  <a:lnTo>
                    <a:pt x="945" y="547"/>
                  </a:lnTo>
                  <a:lnTo>
                    <a:pt x="935" y="535"/>
                  </a:lnTo>
                  <a:lnTo>
                    <a:pt x="924" y="519"/>
                  </a:lnTo>
                  <a:lnTo>
                    <a:pt x="909" y="503"/>
                  </a:lnTo>
                  <a:lnTo>
                    <a:pt x="877" y="469"/>
                  </a:lnTo>
                  <a:lnTo>
                    <a:pt x="864" y="453"/>
                  </a:lnTo>
                  <a:lnTo>
                    <a:pt x="852" y="439"/>
                  </a:lnTo>
                  <a:lnTo>
                    <a:pt x="841" y="423"/>
                  </a:lnTo>
                  <a:lnTo>
                    <a:pt x="839" y="419"/>
                  </a:lnTo>
                  <a:lnTo>
                    <a:pt x="837" y="415"/>
                  </a:lnTo>
                  <a:lnTo>
                    <a:pt x="832" y="407"/>
                  </a:lnTo>
                  <a:lnTo>
                    <a:pt x="829" y="399"/>
                  </a:lnTo>
                  <a:lnTo>
                    <a:pt x="825" y="389"/>
                  </a:lnTo>
                  <a:lnTo>
                    <a:pt x="823" y="381"/>
                  </a:lnTo>
                  <a:lnTo>
                    <a:pt x="820" y="371"/>
                  </a:lnTo>
                  <a:lnTo>
                    <a:pt x="819" y="361"/>
                  </a:lnTo>
                  <a:lnTo>
                    <a:pt x="817" y="349"/>
                  </a:lnTo>
                  <a:lnTo>
                    <a:pt x="816" y="337"/>
                  </a:lnTo>
                  <a:lnTo>
                    <a:pt x="816" y="325"/>
                  </a:lnTo>
                  <a:lnTo>
                    <a:pt x="817" y="309"/>
                  </a:lnTo>
                  <a:lnTo>
                    <a:pt x="818" y="294"/>
                  </a:lnTo>
                  <a:lnTo>
                    <a:pt x="820" y="280"/>
                  </a:lnTo>
                  <a:lnTo>
                    <a:pt x="823" y="268"/>
                  </a:lnTo>
                  <a:lnTo>
                    <a:pt x="826" y="256"/>
                  </a:lnTo>
                  <a:lnTo>
                    <a:pt x="830" y="246"/>
                  </a:lnTo>
                  <a:lnTo>
                    <a:pt x="835" y="238"/>
                  </a:lnTo>
                  <a:lnTo>
                    <a:pt x="840" y="230"/>
                  </a:lnTo>
                  <a:lnTo>
                    <a:pt x="845" y="222"/>
                  </a:lnTo>
                  <a:lnTo>
                    <a:pt x="851" y="216"/>
                  </a:lnTo>
                  <a:lnTo>
                    <a:pt x="858" y="212"/>
                  </a:lnTo>
                  <a:lnTo>
                    <a:pt x="864" y="208"/>
                  </a:lnTo>
                  <a:lnTo>
                    <a:pt x="871" y="206"/>
                  </a:lnTo>
                  <a:lnTo>
                    <a:pt x="878" y="204"/>
                  </a:lnTo>
                  <a:lnTo>
                    <a:pt x="893" y="202"/>
                  </a:lnTo>
                  <a:lnTo>
                    <a:pt x="917" y="204"/>
                  </a:lnTo>
                  <a:lnTo>
                    <a:pt x="936" y="206"/>
                  </a:lnTo>
                  <a:lnTo>
                    <a:pt x="965" y="212"/>
                  </a:lnTo>
                  <a:lnTo>
                    <a:pt x="970" y="214"/>
                  </a:lnTo>
                  <a:lnTo>
                    <a:pt x="973" y="216"/>
                  </a:lnTo>
                  <a:lnTo>
                    <a:pt x="974" y="218"/>
                  </a:lnTo>
                  <a:lnTo>
                    <a:pt x="975" y="220"/>
                  </a:lnTo>
                  <a:lnTo>
                    <a:pt x="976" y="224"/>
                  </a:lnTo>
                  <a:lnTo>
                    <a:pt x="976" y="228"/>
                  </a:lnTo>
                  <a:lnTo>
                    <a:pt x="976" y="236"/>
                  </a:lnTo>
                  <a:lnTo>
                    <a:pt x="975" y="246"/>
                  </a:lnTo>
                  <a:lnTo>
                    <a:pt x="973" y="252"/>
                  </a:lnTo>
                  <a:lnTo>
                    <a:pt x="970" y="254"/>
                  </a:lnTo>
                  <a:lnTo>
                    <a:pt x="965" y="252"/>
                  </a:lnTo>
                  <a:lnTo>
                    <a:pt x="953" y="250"/>
                  </a:lnTo>
                  <a:lnTo>
                    <a:pt x="936" y="246"/>
                  </a:lnTo>
                  <a:lnTo>
                    <a:pt x="926" y="244"/>
                  </a:lnTo>
                  <a:lnTo>
                    <a:pt x="916" y="244"/>
                  </a:lnTo>
                  <a:lnTo>
                    <a:pt x="895" y="242"/>
                  </a:lnTo>
                  <a:lnTo>
                    <a:pt x="883" y="242"/>
                  </a:lnTo>
                  <a:lnTo>
                    <a:pt x="873" y="244"/>
                  </a:lnTo>
                  <a:lnTo>
                    <a:pt x="868" y="246"/>
                  </a:lnTo>
                  <a:lnTo>
                    <a:pt x="863" y="250"/>
                  </a:lnTo>
                  <a:lnTo>
                    <a:pt x="859" y="254"/>
                  </a:lnTo>
                  <a:lnTo>
                    <a:pt x="855" y="258"/>
                  </a:lnTo>
                  <a:lnTo>
                    <a:pt x="851" y="262"/>
                  </a:lnTo>
                  <a:lnTo>
                    <a:pt x="848" y="268"/>
                  </a:lnTo>
                  <a:lnTo>
                    <a:pt x="845" y="276"/>
                  </a:lnTo>
                  <a:lnTo>
                    <a:pt x="844" y="278"/>
                  </a:lnTo>
                  <a:lnTo>
                    <a:pt x="843" y="282"/>
                  </a:lnTo>
                  <a:lnTo>
                    <a:pt x="841" y="292"/>
                  </a:lnTo>
                  <a:lnTo>
                    <a:pt x="839" y="301"/>
                  </a:lnTo>
                  <a:lnTo>
                    <a:pt x="839" y="313"/>
                  </a:lnTo>
                  <a:lnTo>
                    <a:pt x="838" y="325"/>
                  </a:lnTo>
                  <a:lnTo>
                    <a:pt x="838" y="333"/>
                  </a:lnTo>
                  <a:lnTo>
                    <a:pt x="839" y="341"/>
                  </a:lnTo>
                  <a:lnTo>
                    <a:pt x="840" y="349"/>
                  </a:lnTo>
                  <a:lnTo>
                    <a:pt x="842" y="355"/>
                  </a:lnTo>
                  <a:lnTo>
                    <a:pt x="843" y="363"/>
                  </a:lnTo>
                  <a:lnTo>
                    <a:pt x="846" y="369"/>
                  </a:lnTo>
                  <a:lnTo>
                    <a:pt x="848" y="375"/>
                  </a:lnTo>
                  <a:lnTo>
                    <a:pt x="851" y="381"/>
                  </a:lnTo>
                  <a:lnTo>
                    <a:pt x="858" y="393"/>
                  </a:lnTo>
                  <a:lnTo>
                    <a:pt x="867" y="405"/>
                  </a:lnTo>
                  <a:lnTo>
                    <a:pt x="876" y="417"/>
                  </a:lnTo>
                  <a:lnTo>
                    <a:pt x="887" y="431"/>
                  </a:lnTo>
                  <a:lnTo>
                    <a:pt x="921" y="467"/>
                  </a:lnTo>
                  <a:lnTo>
                    <a:pt x="936" y="485"/>
                  </a:lnTo>
                  <a:lnTo>
                    <a:pt x="948" y="501"/>
                  </a:lnTo>
                  <a:lnTo>
                    <a:pt x="954" y="509"/>
                  </a:lnTo>
                  <a:lnTo>
                    <a:pt x="959" y="517"/>
                  </a:lnTo>
                  <a:lnTo>
                    <a:pt x="968" y="533"/>
                  </a:lnTo>
                  <a:lnTo>
                    <a:pt x="972" y="541"/>
                  </a:lnTo>
                  <a:lnTo>
                    <a:pt x="976" y="551"/>
                  </a:lnTo>
                  <a:lnTo>
                    <a:pt x="978" y="559"/>
                  </a:lnTo>
                  <a:lnTo>
                    <a:pt x="981" y="569"/>
                  </a:lnTo>
                  <a:lnTo>
                    <a:pt x="982" y="579"/>
                  </a:lnTo>
                  <a:lnTo>
                    <a:pt x="984" y="589"/>
                  </a:lnTo>
                  <a:lnTo>
                    <a:pt x="985" y="601"/>
                  </a:lnTo>
                  <a:lnTo>
                    <a:pt x="985" y="613"/>
                  </a:lnTo>
                  <a:lnTo>
                    <a:pt x="984" y="633"/>
                  </a:lnTo>
                  <a:lnTo>
                    <a:pt x="983" y="651"/>
                  </a:lnTo>
                  <a:lnTo>
                    <a:pt x="982" y="659"/>
                  </a:lnTo>
                  <a:lnTo>
                    <a:pt x="981" y="667"/>
                  </a:lnTo>
                  <a:lnTo>
                    <a:pt x="979" y="673"/>
                  </a:lnTo>
                  <a:lnTo>
                    <a:pt x="978" y="681"/>
                  </a:lnTo>
                  <a:lnTo>
                    <a:pt x="974" y="693"/>
                  </a:lnTo>
                  <a:lnTo>
                    <a:pt x="972" y="699"/>
                  </a:lnTo>
                  <a:lnTo>
                    <a:pt x="970" y="705"/>
                  </a:lnTo>
                  <a:lnTo>
                    <a:pt x="964" y="715"/>
                  </a:lnTo>
                  <a:lnTo>
                    <a:pt x="959" y="723"/>
                  </a:lnTo>
                  <a:lnTo>
                    <a:pt x="953" y="731"/>
                  </a:lnTo>
                  <a:lnTo>
                    <a:pt x="946" y="737"/>
                  </a:lnTo>
                  <a:lnTo>
                    <a:pt x="939" y="743"/>
                  </a:lnTo>
                  <a:lnTo>
                    <a:pt x="931" y="747"/>
                  </a:lnTo>
                  <a:lnTo>
                    <a:pt x="923" y="749"/>
                  </a:lnTo>
                  <a:lnTo>
                    <a:pt x="915" y="751"/>
                  </a:lnTo>
                  <a:lnTo>
                    <a:pt x="906" y="753"/>
                  </a:lnTo>
                  <a:lnTo>
                    <a:pt x="898" y="753"/>
                  </a:lnTo>
                  <a:close/>
                  <a:moveTo>
                    <a:pt x="1357" y="745"/>
                  </a:moveTo>
                  <a:lnTo>
                    <a:pt x="1341" y="747"/>
                  </a:lnTo>
                  <a:lnTo>
                    <a:pt x="1324" y="751"/>
                  </a:lnTo>
                  <a:lnTo>
                    <a:pt x="1309" y="753"/>
                  </a:lnTo>
                  <a:lnTo>
                    <a:pt x="1296" y="753"/>
                  </a:lnTo>
                  <a:lnTo>
                    <a:pt x="1283" y="751"/>
                  </a:lnTo>
                  <a:lnTo>
                    <a:pt x="1277" y="751"/>
                  </a:lnTo>
                  <a:lnTo>
                    <a:pt x="1271" y="749"/>
                  </a:lnTo>
                  <a:lnTo>
                    <a:pt x="1265" y="745"/>
                  </a:lnTo>
                  <a:lnTo>
                    <a:pt x="1260" y="743"/>
                  </a:lnTo>
                  <a:lnTo>
                    <a:pt x="1255" y="739"/>
                  </a:lnTo>
                  <a:lnTo>
                    <a:pt x="1250" y="733"/>
                  </a:lnTo>
                  <a:lnTo>
                    <a:pt x="1245" y="729"/>
                  </a:lnTo>
                  <a:lnTo>
                    <a:pt x="1241" y="723"/>
                  </a:lnTo>
                  <a:lnTo>
                    <a:pt x="1233" y="711"/>
                  </a:lnTo>
                  <a:lnTo>
                    <a:pt x="1225" y="697"/>
                  </a:lnTo>
                  <a:lnTo>
                    <a:pt x="1219" y="681"/>
                  </a:lnTo>
                  <a:lnTo>
                    <a:pt x="1213" y="663"/>
                  </a:lnTo>
                  <a:lnTo>
                    <a:pt x="1209" y="645"/>
                  </a:lnTo>
                  <a:lnTo>
                    <a:pt x="1205" y="625"/>
                  </a:lnTo>
                  <a:lnTo>
                    <a:pt x="1202" y="603"/>
                  </a:lnTo>
                  <a:lnTo>
                    <a:pt x="1199" y="581"/>
                  </a:lnTo>
                  <a:lnTo>
                    <a:pt x="1197" y="557"/>
                  </a:lnTo>
                  <a:lnTo>
                    <a:pt x="1196" y="535"/>
                  </a:lnTo>
                  <a:lnTo>
                    <a:pt x="1196" y="509"/>
                  </a:lnTo>
                  <a:lnTo>
                    <a:pt x="1196" y="443"/>
                  </a:lnTo>
                  <a:lnTo>
                    <a:pt x="1196" y="417"/>
                  </a:lnTo>
                  <a:lnTo>
                    <a:pt x="1197" y="393"/>
                  </a:lnTo>
                  <a:lnTo>
                    <a:pt x="1199" y="371"/>
                  </a:lnTo>
                  <a:lnTo>
                    <a:pt x="1202" y="349"/>
                  </a:lnTo>
                  <a:lnTo>
                    <a:pt x="1205" y="327"/>
                  </a:lnTo>
                  <a:lnTo>
                    <a:pt x="1209" y="307"/>
                  </a:lnTo>
                  <a:lnTo>
                    <a:pt x="1213" y="290"/>
                  </a:lnTo>
                  <a:lnTo>
                    <a:pt x="1219" y="272"/>
                  </a:lnTo>
                  <a:lnTo>
                    <a:pt x="1222" y="264"/>
                  </a:lnTo>
                  <a:lnTo>
                    <a:pt x="1225" y="258"/>
                  </a:lnTo>
                  <a:lnTo>
                    <a:pt x="1233" y="244"/>
                  </a:lnTo>
                  <a:lnTo>
                    <a:pt x="1237" y="238"/>
                  </a:lnTo>
                  <a:lnTo>
                    <a:pt x="1241" y="232"/>
                  </a:lnTo>
                  <a:lnTo>
                    <a:pt x="1250" y="222"/>
                  </a:lnTo>
                  <a:lnTo>
                    <a:pt x="1260" y="214"/>
                  </a:lnTo>
                  <a:lnTo>
                    <a:pt x="1265" y="210"/>
                  </a:lnTo>
                  <a:lnTo>
                    <a:pt x="1271" y="208"/>
                  </a:lnTo>
                  <a:lnTo>
                    <a:pt x="1277" y="206"/>
                  </a:lnTo>
                  <a:lnTo>
                    <a:pt x="1283" y="204"/>
                  </a:lnTo>
                  <a:lnTo>
                    <a:pt x="1289" y="202"/>
                  </a:lnTo>
                  <a:lnTo>
                    <a:pt x="1296" y="202"/>
                  </a:lnTo>
                  <a:lnTo>
                    <a:pt x="1309" y="204"/>
                  </a:lnTo>
                  <a:lnTo>
                    <a:pt x="1324" y="206"/>
                  </a:lnTo>
                  <a:lnTo>
                    <a:pt x="1341" y="208"/>
                  </a:lnTo>
                  <a:lnTo>
                    <a:pt x="1357" y="212"/>
                  </a:lnTo>
                  <a:lnTo>
                    <a:pt x="1361" y="214"/>
                  </a:lnTo>
                  <a:lnTo>
                    <a:pt x="1364" y="218"/>
                  </a:lnTo>
                  <a:lnTo>
                    <a:pt x="1365" y="220"/>
                  </a:lnTo>
                  <a:lnTo>
                    <a:pt x="1366" y="222"/>
                  </a:lnTo>
                  <a:lnTo>
                    <a:pt x="1366" y="230"/>
                  </a:lnTo>
                  <a:lnTo>
                    <a:pt x="1366" y="236"/>
                  </a:lnTo>
                  <a:lnTo>
                    <a:pt x="1365" y="240"/>
                  </a:lnTo>
                  <a:lnTo>
                    <a:pt x="1365" y="244"/>
                  </a:lnTo>
                  <a:lnTo>
                    <a:pt x="1363" y="248"/>
                  </a:lnTo>
                  <a:lnTo>
                    <a:pt x="1362" y="250"/>
                  </a:lnTo>
                  <a:lnTo>
                    <a:pt x="1360" y="250"/>
                  </a:lnTo>
                  <a:lnTo>
                    <a:pt x="1356" y="250"/>
                  </a:lnTo>
                  <a:lnTo>
                    <a:pt x="1339" y="246"/>
                  </a:lnTo>
                  <a:lnTo>
                    <a:pt x="1323" y="244"/>
                  </a:lnTo>
                  <a:lnTo>
                    <a:pt x="1309" y="242"/>
                  </a:lnTo>
                  <a:lnTo>
                    <a:pt x="1296" y="242"/>
                  </a:lnTo>
                  <a:lnTo>
                    <a:pt x="1285" y="242"/>
                  </a:lnTo>
                  <a:lnTo>
                    <a:pt x="1276" y="246"/>
                  </a:lnTo>
                  <a:lnTo>
                    <a:pt x="1272" y="248"/>
                  </a:lnTo>
                  <a:lnTo>
                    <a:pt x="1267" y="250"/>
                  </a:lnTo>
                  <a:lnTo>
                    <a:pt x="1259" y="256"/>
                  </a:lnTo>
                  <a:lnTo>
                    <a:pt x="1252" y="264"/>
                  </a:lnTo>
                  <a:lnTo>
                    <a:pt x="1246" y="274"/>
                  </a:lnTo>
                  <a:lnTo>
                    <a:pt x="1240" y="284"/>
                  </a:lnTo>
                  <a:lnTo>
                    <a:pt x="1236" y="296"/>
                  </a:lnTo>
                  <a:lnTo>
                    <a:pt x="1231" y="309"/>
                  </a:lnTo>
                  <a:lnTo>
                    <a:pt x="1228" y="325"/>
                  </a:lnTo>
                  <a:lnTo>
                    <a:pt x="1225" y="341"/>
                  </a:lnTo>
                  <a:lnTo>
                    <a:pt x="1222" y="359"/>
                  </a:lnTo>
                  <a:lnTo>
                    <a:pt x="1221" y="379"/>
                  </a:lnTo>
                  <a:lnTo>
                    <a:pt x="1219" y="399"/>
                  </a:lnTo>
                  <a:lnTo>
                    <a:pt x="1219" y="419"/>
                  </a:lnTo>
                  <a:lnTo>
                    <a:pt x="1218" y="443"/>
                  </a:lnTo>
                  <a:lnTo>
                    <a:pt x="1218" y="509"/>
                  </a:lnTo>
                  <a:lnTo>
                    <a:pt x="1219" y="531"/>
                  </a:lnTo>
                  <a:lnTo>
                    <a:pt x="1219" y="553"/>
                  </a:lnTo>
                  <a:lnTo>
                    <a:pt x="1221" y="573"/>
                  </a:lnTo>
                  <a:lnTo>
                    <a:pt x="1222" y="593"/>
                  </a:lnTo>
                  <a:lnTo>
                    <a:pt x="1225" y="611"/>
                  </a:lnTo>
                  <a:lnTo>
                    <a:pt x="1228" y="627"/>
                  </a:lnTo>
                  <a:lnTo>
                    <a:pt x="1231" y="643"/>
                  </a:lnTo>
                  <a:lnTo>
                    <a:pt x="1236" y="657"/>
                  </a:lnTo>
                  <a:lnTo>
                    <a:pt x="1240" y="671"/>
                  </a:lnTo>
                  <a:lnTo>
                    <a:pt x="1246" y="681"/>
                  </a:lnTo>
                  <a:lnTo>
                    <a:pt x="1252" y="691"/>
                  </a:lnTo>
                  <a:lnTo>
                    <a:pt x="1259" y="699"/>
                  </a:lnTo>
                  <a:lnTo>
                    <a:pt x="1267" y="705"/>
                  </a:lnTo>
                  <a:lnTo>
                    <a:pt x="1272" y="709"/>
                  </a:lnTo>
                  <a:lnTo>
                    <a:pt x="1276" y="711"/>
                  </a:lnTo>
                  <a:lnTo>
                    <a:pt x="1285" y="713"/>
                  </a:lnTo>
                  <a:lnTo>
                    <a:pt x="1296" y="713"/>
                  </a:lnTo>
                  <a:lnTo>
                    <a:pt x="1309" y="713"/>
                  </a:lnTo>
                  <a:lnTo>
                    <a:pt x="1323" y="711"/>
                  </a:lnTo>
                  <a:lnTo>
                    <a:pt x="1339" y="709"/>
                  </a:lnTo>
                  <a:lnTo>
                    <a:pt x="1356" y="705"/>
                  </a:lnTo>
                  <a:lnTo>
                    <a:pt x="1360" y="705"/>
                  </a:lnTo>
                  <a:lnTo>
                    <a:pt x="1362" y="705"/>
                  </a:lnTo>
                  <a:lnTo>
                    <a:pt x="1363" y="707"/>
                  </a:lnTo>
                  <a:lnTo>
                    <a:pt x="1365" y="709"/>
                  </a:lnTo>
                  <a:lnTo>
                    <a:pt x="1365" y="711"/>
                  </a:lnTo>
                  <a:lnTo>
                    <a:pt x="1366" y="715"/>
                  </a:lnTo>
                  <a:lnTo>
                    <a:pt x="1366" y="719"/>
                  </a:lnTo>
                  <a:lnTo>
                    <a:pt x="1366" y="731"/>
                  </a:lnTo>
                  <a:lnTo>
                    <a:pt x="1365" y="735"/>
                  </a:lnTo>
                  <a:lnTo>
                    <a:pt x="1364" y="737"/>
                  </a:lnTo>
                  <a:lnTo>
                    <a:pt x="1363" y="741"/>
                  </a:lnTo>
                  <a:lnTo>
                    <a:pt x="1361" y="741"/>
                  </a:lnTo>
                  <a:lnTo>
                    <a:pt x="1357" y="745"/>
                  </a:lnTo>
                  <a:close/>
                  <a:moveTo>
                    <a:pt x="1467" y="753"/>
                  </a:moveTo>
                  <a:lnTo>
                    <a:pt x="1462" y="753"/>
                  </a:lnTo>
                  <a:lnTo>
                    <a:pt x="1458" y="751"/>
                  </a:lnTo>
                  <a:lnTo>
                    <a:pt x="1456" y="747"/>
                  </a:lnTo>
                  <a:lnTo>
                    <a:pt x="1454" y="741"/>
                  </a:lnTo>
                  <a:lnTo>
                    <a:pt x="1453" y="735"/>
                  </a:lnTo>
                  <a:lnTo>
                    <a:pt x="1453" y="20"/>
                  </a:lnTo>
                  <a:lnTo>
                    <a:pt x="1454" y="16"/>
                  </a:lnTo>
                  <a:lnTo>
                    <a:pt x="1454" y="12"/>
                  </a:lnTo>
                  <a:lnTo>
                    <a:pt x="1456" y="6"/>
                  </a:lnTo>
                  <a:lnTo>
                    <a:pt x="1457" y="4"/>
                  </a:lnTo>
                  <a:lnTo>
                    <a:pt x="1458" y="2"/>
                  </a:lnTo>
                  <a:lnTo>
                    <a:pt x="1462" y="0"/>
                  </a:lnTo>
                  <a:lnTo>
                    <a:pt x="1467" y="0"/>
                  </a:lnTo>
                  <a:lnTo>
                    <a:pt x="1470" y="2"/>
                  </a:lnTo>
                  <a:lnTo>
                    <a:pt x="1473" y="6"/>
                  </a:lnTo>
                  <a:lnTo>
                    <a:pt x="1475" y="12"/>
                  </a:lnTo>
                  <a:lnTo>
                    <a:pt x="1476" y="20"/>
                  </a:lnTo>
                  <a:lnTo>
                    <a:pt x="1476" y="735"/>
                  </a:lnTo>
                  <a:lnTo>
                    <a:pt x="1475" y="737"/>
                  </a:lnTo>
                  <a:lnTo>
                    <a:pt x="1475" y="741"/>
                  </a:lnTo>
                  <a:lnTo>
                    <a:pt x="1473" y="747"/>
                  </a:lnTo>
                  <a:lnTo>
                    <a:pt x="1472" y="749"/>
                  </a:lnTo>
                  <a:lnTo>
                    <a:pt x="1470" y="751"/>
                  </a:lnTo>
                  <a:lnTo>
                    <a:pt x="1467" y="753"/>
                  </a:lnTo>
                  <a:close/>
                  <a:moveTo>
                    <a:pt x="1761" y="487"/>
                  </a:moveTo>
                  <a:lnTo>
                    <a:pt x="1591" y="487"/>
                  </a:lnTo>
                  <a:lnTo>
                    <a:pt x="1591" y="509"/>
                  </a:lnTo>
                  <a:lnTo>
                    <a:pt x="1591" y="539"/>
                  </a:lnTo>
                  <a:lnTo>
                    <a:pt x="1592" y="553"/>
                  </a:lnTo>
                  <a:lnTo>
                    <a:pt x="1593" y="565"/>
                  </a:lnTo>
                  <a:lnTo>
                    <a:pt x="1594" y="579"/>
                  </a:lnTo>
                  <a:lnTo>
                    <a:pt x="1595" y="591"/>
                  </a:lnTo>
                  <a:lnTo>
                    <a:pt x="1598" y="613"/>
                  </a:lnTo>
                  <a:lnTo>
                    <a:pt x="1602" y="631"/>
                  </a:lnTo>
                  <a:lnTo>
                    <a:pt x="1606" y="647"/>
                  </a:lnTo>
                  <a:lnTo>
                    <a:pt x="1612" y="663"/>
                  </a:lnTo>
                  <a:lnTo>
                    <a:pt x="1614" y="669"/>
                  </a:lnTo>
                  <a:lnTo>
                    <a:pt x="1617" y="675"/>
                  </a:lnTo>
                  <a:lnTo>
                    <a:pt x="1621" y="681"/>
                  </a:lnTo>
                  <a:lnTo>
                    <a:pt x="1624" y="685"/>
                  </a:lnTo>
                  <a:lnTo>
                    <a:pt x="1631" y="693"/>
                  </a:lnTo>
                  <a:lnTo>
                    <a:pt x="1638" y="701"/>
                  </a:lnTo>
                  <a:lnTo>
                    <a:pt x="1646" y="705"/>
                  </a:lnTo>
                  <a:lnTo>
                    <a:pt x="1655" y="709"/>
                  </a:lnTo>
                  <a:lnTo>
                    <a:pt x="1664" y="713"/>
                  </a:lnTo>
                  <a:lnTo>
                    <a:pt x="1673" y="713"/>
                  </a:lnTo>
                  <a:lnTo>
                    <a:pt x="1682" y="713"/>
                  </a:lnTo>
                  <a:lnTo>
                    <a:pt x="1699" y="713"/>
                  </a:lnTo>
                  <a:lnTo>
                    <a:pt x="1718" y="709"/>
                  </a:lnTo>
                  <a:lnTo>
                    <a:pt x="1737" y="703"/>
                  </a:lnTo>
                  <a:lnTo>
                    <a:pt x="1756" y="697"/>
                  </a:lnTo>
                  <a:lnTo>
                    <a:pt x="1758" y="697"/>
                  </a:lnTo>
                  <a:lnTo>
                    <a:pt x="1760" y="697"/>
                  </a:lnTo>
                  <a:lnTo>
                    <a:pt x="1764" y="697"/>
                  </a:lnTo>
                  <a:lnTo>
                    <a:pt x="1765" y="699"/>
                  </a:lnTo>
                  <a:lnTo>
                    <a:pt x="1766" y="703"/>
                  </a:lnTo>
                  <a:lnTo>
                    <a:pt x="1767" y="705"/>
                  </a:lnTo>
                  <a:lnTo>
                    <a:pt x="1767" y="709"/>
                  </a:lnTo>
                  <a:lnTo>
                    <a:pt x="1767" y="721"/>
                  </a:lnTo>
                  <a:lnTo>
                    <a:pt x="1766" y="725"/>
                  </a:lnTo>
                  <a:lnTo>
                    <a:pt x="1765" y="729"/>
                  </a:lnTo>
                  <a:lnTo>
                    <a:pt x="1764" y="731"/>
                  </a:lnTo>
                  <a:lnTo>
                    <a:pt x="1762" y="733"/>
                  </a:lnTo>
                  <a:lnTo>
                    <a:pt x="1757" y="737"/>
                  </a:lnTo>
                  <a:lnTo>
                    <a:pt x="1739" y="743"/>
                  </a:lnTo>
                  <a:lnTo>
                    <a:pt x="1719" y="749"/>
                  </a:lnTo>
                  <a:lnTo>
                    <a:pt x="1700" y="751"/>
                  </a:lnTo>
                  <a:lnTo>
                    <a:pt x="1682" y="753"/>
                  </a:lnTo>
                  <a:lnTo>
                    <a:pt x="1670" y="753"/>
                  </a:lnTo>
                  <a:lnTo>
                    <a:pt x="1659" y="751"/>
                  </a:lnTo>
                  <a:lnTo>
                    <a:pt x="1648" y="747"/>
                  </a:lnTo>
                  <a:lnTo>
                    <a:pt x="1638" y="741"/>
                  </a:lnTo>
                  <a:lnTo>
                    <a:pt x="1628" y="735"/>
                  </a:lnTo>
                  <a:lnTo>
                    <a:pt x="1623" y="731"/>
                  </a:lnTo>
                  <a:lnTo>
                    <a:pt x="1619" y="727"/>
                  </a:lnTo>
                  <a:lnTo>
                    <a:pt x="1610" y="715"/>
                  </a:lnTo>
                  <a:lnTo>
                    <a:pt x="1602" y="703"/>
                  </a:lnTo>
                  <a:lnTo>
                    <a:pt x="1598" y="695"/>
                  </a:lnTo>
                  <a:lnTo>
                    <a:pt x="1595" y="687"/>
                  </a:lnTo>
                  <a:lnTo>
                    <a:pt x="1588" y="669"/>
                  </a:lnTo>
                  <a:lnTo>
                    <a:pt x="1582" y="649"/>
                  </a:lnTo>
                  <a:lnTo>
                    <a:pt x="1578" y="627"/>
                  </a:lnTo>
                  <a:lnTo>
                    <a:pt x="1575" y="615"/>
                  </a:lnTo>
                  <a:lnTo>
                    <a:pt x="1574" y="601"/>
                  </a:lnTo>
                  <a:lnTo>
                    <a:pt x="1571" y="573"/>
                  </a:lnTo>
                  <a:lnTo>
                    <a:pt x="1569" y="543"/>
                  </a:lnTo>
                  <a:lnTo>
                    <a:pt x="1569" y="527"/>
                  </a:lnTo>
                  <a:lnTo>
                    <a:pt x="1569" y="509"/>
                  </a:lnTo>
                  <a:lnTo>
                    <a:pt x="1569" y="443"/>
                  </a:lnTo>
                  <a:lnTo>
                    <a:pt x="1569" y="417"/>
                  </a:lnTo>
                  <a:lnTo>
                    <a:pt x="1570" y="391"/>
                  </a:lnTo>
                  <a:lnTo>
                    <a:pt x="1572" y="369"/>
                  </a:lnTo>
                  <a:lnTo>
                    <a:pt x="1575" y="345"/>
                  </a:lnTo>
                  <a:lnTo>
                    <a:pt x="1577" y="335"/>
                  </a:lnTo>
                  <a:lnTo>
                    <a:pt x="1579" y="325"/>
                  </a:lnTo>
                  <a:lnTo>
                    <a:pt x="1581" y="315"/>
                  </a:lnTo>
                  <a:lnTo>
                    <a:pt x="1583" y="305"/>
                  </a:lnTo>
                  <a:lnTo>
                    <a:pt x="1586" y="296"/>
                  </a:lnTo>
                  <a:lnTo>
                    <a:pt x="1589" y="288"/>
                  </a:lnTo>
                  <a:lnTo>
                    <a:pt x="1595" y="270"/>
                  </a:lnTo>
                  <a:lnTo>
                    <a:pt x="1601" y="256"/>
                  </a:lnTo>
                  <a:lnTo>
                    <a:pt x="1609" y="242"/>
                  </a:lnTo>
                  <a:lnTo>
                    <a:pt x="1617" y="230"/>
                  </a:lnTo>
                  <a:lnTo>
                    <a:pt x="1626" y="220"/>
                  </a:lnTo>
                  <a:lnTo>
                    <a:pt x="1636" y="212"/>
                  </a:lnTo>
                  <a:lnTo>
                    <a:pt x="1647" y="208"/>
                  </a:lnTo>
                  <a:lnTo>
                    <a:pt x="1658" y="204"/>
                  </a:lnTo>
                  <a:lnTo>
                    <a:pt x="1664" y="202"/>
                  </a:lnTo>
                  <a:lnTo>
                    <a:pt x="1670" y="202"/>
                  </a:lnTo>
                  <a:lnTo>
                    <a:pt x="1683" y="204"/>
                  </a:lnTo>
                  <a:lnTo>
                    <a:pt x="1689" y="204"/>
                  </a:lnTo>
                  <a:lnTo>
                    <a:pt x="1695" y="206"/>
                  </a:lnTo>
                  <a:lnTo>
                    <a:pt x="1705" y="212"/>
                  </a:lnTo>
                  <a:lnTo>
                    <a:pt x="1710" y="216"/>
                  </a:lnTo>
                  <a:lnTo>
                    <a:pt x="1715" y="220"/>
                  </a:lnTo>
                  <a:lnTo>
                    <a:pt x="1724" y="230"/>
                  </a:lnTo>
                  <a:lnTo>
                    <a:pt x="1733" y="240"/>
                  </a:lnTo>
                  <a:lnTo>
                    <a:pt x="1740" y="254"/>
                  </a:lnTo>
                  <a:lnTo>
                    <a:pt x="1743" y="260"/>
                  </a:lnTo>
                  <a:lnTo>
                    <a:pt x="1746" y="268"/>
                  </a:lnTo>
                  <a:lnTo>
                    <a:pt x="1752" y="286"/>
                  </a:lnTo>
                  <a:lnTo>
                    <a:pt x="1757" y="303"/>
                  </a:lnTo>
                  <a:lnTo>
                    <a:pt x="1761" y="323"/>
                  </a:lnTo>
                  <a:lnTo>
                    <a:pt x="1765" y="343"/>
                  </a:lnTo>
                  <a:lnTo>
                    <a:pt x="1767" y="365"/>
                  </a:lnTo>
                  <a:lnTo>
                    <a:pt x="1769" y="389"/>
                  </a:lnTo>
                  <a:lnTo>
                    <a:pt x="1770" y="415"/>
                  </a:lnTo>
                  <a:lnTo>
                    <a:pt x="1770" y="441"/>
                  </a:lnTo>
                  <a:lnTo>
                    <a:pt x="1770" y="469"/>
                  </a:lnTo>
                  <a:lnTo>
                    <a:pt x="1770" y="473"/>
                  </a:lnTo>
                  <a:lnTo>
                    <a:pt x="1770" y="475"/>
                  </a:lnTo>
                  <a:lnTo>
                    <a:pt x="1768" y="483"/>
                  </a:lnTo>
                  <a:lnTo>
                    <a:pt x="1765" y="487"/>
                  </a:lnTo>
                  <a:lnTo>
                    <a:pt x="1761" y="487"/>
                  </a:lnTo>
                  <a:close/>
                  <a:moveTo>
                    <a:pt x="1748" y="441"/>
                  </a:moveTo>
                  <a:lnTo>
                    <a:pt x="1748" y="417"/>
                  </a:lnTo>
                  <a:lnTo>
                    <a:pt x="1747" y="397"/>
                  </a:lnTo>
                  <a:lnTo>
                    <a:pt x="1746" y="375"/>
                  </a:lnTo>
                  <a:lnTo>
                    <a:pt x="1744" y="357"/>
                  </a:lnTo>
                  <a:lnTo>
                    <a:pt x="1742" y="339"/>
                  </a:lnTo>
                  <a:lnTo>
                    <a:pt x="1739" y="321"/>
                  </a:lnTo>
                  <a:lnTo>
                    <a:pt x="1737" y="315"/>
                  </a:lnTo>
                  <a:lnTo>
                    <a:pt x="1735" y="307"/>
                  </a:lnTo>
                  <a:lnTo>
                    <a:pt x="1731" y="294"/>
                  </a:lnTo>
                  <a:lnTo>
                    <a:pt x="1728" y="288"/>
                  </a:lnTo>
                  <a:lnTo>
                    <a:pt x="1726" y="282"/>
                  </a:lnTo>
                  <a:lnTo>
                    <a:pt x="1723" y="276"/>
                  </a:lnTo>
                  <a:lnTo>
                    <a:pt x="1720" y="272"/>
                  </a:lnTo>
                  <a:lnTo>
                    <a:pt x="1717" y="266"/>
                  </a:lnTo>
                  <a:lnTo>
                    <a:pt x="1714" y="262"/>
                  </a:lnTo>
                  <a:lnTo>
                    <a:pt x="1706" y="256"/>
                  </a:lnTo>
                  <a:lnTo>
                    <a:pt x="1699" y="250"/>
                  </a:lnTo>
                  <a:lnTo>
                    <a:pt x="1690" y="246"/>
                  </a:lnTo>
                  <a:lnTo>
                    <a:pt x="1681" y="242"/>
                  </a:lnTo>
                  <a:lnTo>
                    <a:pt x="1670" y="242"/>
                  </a:lnTo>
                  <a:lnTo>
                    <a:pt x="1660" y="242"/>
                  </a:lnTo>
                  <a:lnTo>
                    <a:pt x="1655" y="244"/>
                  </a:lnTo>
                  <a:lnTo>
                    <a:pt x="1651" y="246"/>
                  </a:lnTo>
                  <a:lnTo>
                    <a:pt x="1642" y="250"/>
                  </a:lnTo>
                  <a:lnTo>
                    <a:pt x="1634" y="256"/>
                  </a:lnTo>
                  <a:lnTo>
                    <a:pt x="1627" y="264"/>
                  </a:lnTo>
                  <a:lnTo>
                    <a:pt x="1621" y="274"/>
                  </a:lnTo>
                  <a:lnTo>
                    <a:pt x="1615" y="284"/>
                  </a:lnTo>
                  <a:lnTo>
                    <a:pt x="1610" y="298"/>
                  </a:lnTo>
                  <a:lnTo>
                    <a:pt x="1605" y="311"/>
                  </a:lnTo>
                  <a:lnTo>
                    <a:pt x="1603" y="317"/>
                  </a:lnTo>
                  <a:lnTo>
                    <a:pt x="1601" y="325"/>
                  </a:lnTo>
                  <a:lnTo>
                    <a:pt x="1598" y="343"/>
                  </a:lnTo>
                  <a:lnTo>
                    <a:pt x="1595" y="361"/>
                  </a:lnTo>
                  <a:lnTo>
                    <a:pt x="1593" y="379"/>
                  </a:lnTo>
                  <a:lnTo>
                    <a:pt x="1592" y="399"/>
                  </a:lnTo>
                  <a:lnTo>
                    <a:pt x="1591" y="421"/>
                  </a:lnTo>
                  <a:lnTo>
                    <a:pt x="1591" y="443"/>
                  </a:lnTo>
                  <a:lnTo>
                    <a:pt x="1748" y="447"/>
                  </a:lnTo>
                  <a:lnTo>
                    <a:pt x="1748" y="441"/>
                  </a:lnTo>
                  <a:close/>
                  <a:moveTo>
                    <a:pt x="2024" y="747"/>
                  </a:moveTo>
                  <a:lnTo>
                    <a:pt x="2021" y="747"/>
                  </a:lnTo>
                  <a:lnTo>
                    <a:pt x="2019" y="745"/>
                  </a:lnTo>
                  <a:lnTo>
                    <a:pt x="2017" y="743"/>
                  </a:lnTo>
                  <a:lnTo>
                    <a:pt x="2015" y="741"/>
                  </a:lnTo>
                  <a:lnTo>
                    <a:pt x="2013" y="739"/>
                  </a:lnTo>
                  <a:lnTo>
                    <a:pt x="2012" y="735"/>
                  </a:lnTo>
                  <a:lnTo>
                    <a:pt x="2012" y="731"/>
                  </a:lnTo>
                  <a:lnTo>
                    <a:pt x="2012" y="727"/>
                  </a:lnTo>
                  <a:lnTo>
                    <a:pt x="2012" y="701"/>
                  </a:lnTo>
                  <a:lnTo>
                    <a:pt x="2002" y="711"/>
                  </a:lnTo>
                  <a:lnTo>
                    <a:pt x="1992" y="721"/>
                  </a:lnTo>
                  <a:lnTo>
                    <a:pt x="1982" y="731"/>
                  </a:lnTo>
                  <a:lnTo>
                    <a:pt x="1977" y="735"/>
                  </a:lnTo>
                  <a:lnTo>
                    <a:pt x="1971" y="737"/>
                  </a:lnTo>
                  <a:lnTo>
                    <a:pt x="1960" y="745"/>
                  </a:lnTo>
                  <a:lnTo>
                    <a:pt x="1949" y="749"/>
                  </a:lnTo>
                  <a:lnTo>
                    <a:pt x="1943" y="751"/>
                  </a:lnTo>
                  <a:lnTo>
                    <a:pt x="1938" y="753"/>
                  </a:lnTo>
                  <a:lnTo>
                    <a:pt x="1926" y="753"/>
                  </a:lnTo>
                  <a:lnTo>
                    <a:pt x="1919" y="753"/>
                  </a:lnTo>
                  <a:lnTo>
                    <a:pt x="1912" y="751"/>
                  </a:lnTo>
                  <a:lnTo>
                    <a:pt x="1905" y="749"/>
                  </a:lnTo>
                  <a:lnTo>
                    <a:pt x="1898" y="745"/>
                  </a:lnTo>
                  <a:lnTo>
                    <a:pt x="1891" y="741"/>
                  </a:lnTo>
                  <a:lnTo>
                    <a:pt x="1888" y="739"/>
                  </a:lnTo>
                  <a:lnTo>
                    <a:pt x="1885" y="735"/>
                  </a:lnTo>
                  <a:lnTo>
                    <a:pt x="1879" y="727"/>
                  </a:lnTo>
                  <a:lnTo>
                    <a:pt x="1873" y="719"/>
                  </a:lnTo>
                  <a:lnTo>
                    <a:pt x="1868" y="709"/>
                  </a:lnTo>
                  <a:lnTo>
                    <a:pt x="1863" y="697"/>
                  </a:lnTo>
                  <a:lnTo>
                    <a:pt x="1859" y="685"/>
                  </a:lnTo>
                  <a:lnTo>
                    <a:pt x="1856" y="669"/>
                  </a:lnTo>
                  <a:lnTo>
                    <a:pt x="1853" y="653"/>
                  </a:lnTo>
                  <a:lnTo>
                    <a:pt x="1851" y="635"/>
                  </a:lnTo>
                  <a:lnTo>
                    <a:pt x="1849" y="613"/>
                  </a:lnTo>
                  <a:lnTo>
                    <a:pt x="1849" y="591"/>
                  </a:lnTo>
                  <a:lnTo>
                    <a:pt x="1849" y="579"/>
                  </a:lnTo>
                  <a:lnTo>
                    <a:pt x="1849" y="559"/>
                  </a:lnTo>
                  <a:lnTo>
                    <a:pt x="1851" y="541"/>
                  </a:lnTo>
                  <a:lnTo>
                    <a:pt x="1853" y="525"/>
                  </a:lnTo>
                  <a:lnTo>
                    <a:pt x="1854" y="517"/>
                  </a:lnTo>
                  <a:lnTo>
                    <a:pt x="1855" y="511"/>
                  </a:lnTo>
                  <a:lnTo>
                    <a:pt x="1859" y="497"/>
                  </a:lnTo>
                  <a:lnTo>
                    <a:pt x="1864" y="483"/>
                  </a:lnTo>
                  <a:lnTo>
                    <a:pt x="1870" y="471"/>
                  </a:lnTo>
                  <a:lnTo>
                    <a:pt x="1877" y="461"/>
                  </a:lnTo>
                  <a:lnTo>
                    <a:pt x="1885" y="453"/>
                  </a:lnTo>
                  <a:lnTo>
                    <a:pt x="1894" y="445"/>
                  </a:lnTo>
                  <a:lnTo>
                    <a:pt x="1904" y="439"/>
                  </a:lnTo>
                  <a:lnTo>
                    <a:pt x="1915" y="433"/>
                  </a:lnTo>
                  <a:lnTo>
                    <a:pt x="1928" y="429"/>
                  </a:lnTo>
                  <a:lnTo>
                    <a:pt x="1942" y="425"/>
                  </a:lnTo>
                  <a:lnTo>
                    <a:pt x="1957" y="423"/>
                  </a:lnTo>
                  <a:lnTo>
                    <a:pt x="1973" y="423"/>
                  </a:lnTo>
                  <a:lnTo>
                    <a:pt x="2012" y="423"/>
                  </a:lnTo>
                  <a:lnTo>
                    <a:pt x="2012" y="387"/>
                  </a:lnTo>
                  <a:lnTo>
                    <a:pt x="2012" y="367"/>
                  </a:lnTo>
                  <a:lnTo>
                    <a:pt x="2011" y="351"/>
                  </a:lnTo>
                  <a:lnTo>
                    <a:pt x="2010" y="335"/>
                  </a:lnTo>
                  <a:lnTo>
                    <a:pt x="2010" y="327"/>
                  </a:lnTo>
                  <a:lnTo>
                    <a:pt x="2009" y="319"/>
                  </a:lnTo>
                  <a:lnTo>
                    <a:pt x="2007" y="307"/>
                  </a:lnTo>
                  <a:lnTo>
                    <a:pt x="2005" y="296"/>
                  </a:lnTo>
                  <a:lnTo>
                    <a:pt x="2002" y="284"/>
                  </a:lnTo>
                  <a:lnTo>
                    <a:pt x="1999" y="276"/>
                  </a:lnTo>
                  <a:lnTo>
                    <a:pt x="1995" y="268"/>
                  </a:lnTo>
                  <a:lnTo>
                    <a:pt x="1990" y="260"/>
                  </a:lnTo>
                  <a:lnTo>
                    <a:pt x="1985" y="254"/>
                  </a:lnTo>
                  <a:lnTo>
                    <a:pt x="1979" y="250"/>
                  </a:lnTo>
                  <a:lnTo>
                    <a:pt x="1973" y="246"/>
                  </a:lnTo>
                  <a:lnTo>
                    <a:pt x="1965" y="244"/>
                  </a:lnTo>
                  <a:lnTo>
                    <a:pt x="1957" y="242"/>
                  </a:lnTo>
                  <a:lnTo>
                    <a:pt x="1949" y="242"/>
                  </a:lnTo>
                  <a:lnTo>
                    <a:pt x="1927" y="242"/>
                  </a:lnTo>
                  <a:lnTo>
                    <a:pt x="1909" y="244"/>
                  </a:lnTo>
                  <a:lnTo>
                    <a:pt x="1894" y="248"/>
                  </a:lnTo>
                  <a:lnTo>
                    <a:pt x="1877" y="250"/>
                  </a:lnTo>
                  <a:lnTo>
                    <a:pt x="1873" y="250"/>
                  </a:lnTo>
                  <a:lnTo>
                    <a:pt x="1869" y="250"/>
                  </a:lnTo>
                  <a:lnTo>
                    <a:pt x="1868" y="248"/>
                  </a:lnTo>
                  <a:lnTo>
                    <a:pt x="1867" y="246"/>
                  </a:lnTo>
                  <a:lnTo>
                    <a:pt x="1867" y="244"/>
                  </a:lnTo>
                  <a:lnTo>
                    <a:pt x="1866" y="240"/>
                  </a:lnTo>
                  <a:lnTo>
                    <a:pt x="1866" y="236"/>
                  </a:lnTo>
                  <a:lnTo>
                    <a:pt x="1866" y="230"/>
                  </a:lnTo>
                  <a:lnTo>
                    <a:pt x="1866" y="224"/>
                  </a:lnTo>
                  <a:lnTo>
                    <a:pt x="1867" y="220"/>
                  </a:lnTo>
                  <a:lnTo>
                    <a:pt x="1869" y="218"/>
                  </a:lnTo>
                  <a:lnTo>
                    <a:pt x="1870" y="216"/>
                  </a:lnTo>
                  <a:lnTo>
                    <a:pt x="1872" y="214"/>
                  </a:lnTo>
                  <a:lnTo>
                    <a:pt x="1877" y="212"/>
                  </a:lnTo>
                  <a:lnTo>
                    <a:pt x="1893" y="208"/>
                  </a:lnTo>
                  <a:lnTo>
                    <a:pt x="1908" y="206"/>
                  </a:lnTo>
                  <a:lnTo>
                    <a:pt x="1926" y="204"/>
                  </a:lnTo>
                  <a:lnTo>
                    <a:pt x="1949" y="202"/>
                  </a:lnTo>
                  <a:lnTo>
                    <a:pt x="1961" y="204"/>
                  </a:lnTo>
                  <a:lnTo>
                    <a:pt x="1972" y="206"/>
                  </a:lnTo>
                  <a:lnTo>
                    <a:pt x="1977" y="208"/>
                  </a:lnTo>
                  <a:lnTo>
                    <a:pt x="1982" y="210"/>
                  </a:lnTo>
                  <a:lnTo>
                    <a:pt x="1986" y="212"/>
                  </a:lnTo>
                  <a:lnTo>
                    <a:pt x="1991" y="216"/>
                  </a:lnTo>
                  <a:lnTo>
                    <a:pt x="1995" y="220"/>
                  </a:lnTo>
                  <a:lnTo>
                    <a:pt x="1999" y="224"/>
                  </a:lnTo>
                  <a:lnTo>
                    <a:pt x="2002" y="228"/>
                  </a:lnTo>
                  <a:lnTo>
                    <a:pt x="2006" y="232"/>
                  </a:lnTo>
                  <a:lnTo>
                    <a:pt x="2009" y="238"/>
                  </a:lnTo>
                  <a:lnTo>
                    <a:pt x="2012" y="242"/>
                  </a:lnTo>
                  <a:lnTo>
                    <a:pt x="2014" y="248"/>
                  </a:lnTo>
                  <a:lnTo>
                    <a:pt x="2017" y="254"/>
                  </a:lnTo>
                  <a:lnTo>
                    <a:pt x="2021" y="268"/>
                  </a:lnTo>
                  <a:lnTo>
                    <a:pt x="2025" y="282"/>
                  </a:lnTo>
                  <a:lnTo>
                    <a:pt x="2028" y="296"/>
                  </a:lnTo>
                  <a:lnTo>
                    <a:pt x="2029" y="303"/>
                  </a:lnTo>
                  <a:lnTo>
                    <a:pt x="2030" y="311"/>
                  </a:lnTo>
                  <a:lnTo>
                    <a:pt x="2032" y="329"/>
                  </a:lnTo>
                  <a:lnTo>
                    <a:pt x="2033" y="347"/>
                  </a:lnTo>
                  <a:lnTo>
                    <a:pt x="2034" y="367"/>
                  </a:lnTo>
                  <a:lnTo>
                    <a:pt x="2034" y="387"/>
                  </a:lnTo>
                  <a:lnTo>
                    <a:pt x="2034" y="727"/>
                  </a:lnTo>
                  <a:lnTo>
                    <a:pt x="2034" y="731"/>
                  </a:lnTo>
                  <a:lnTo>
                    <a:pt x="2033" y="735"/>
                  </a:lnTo>
                  <a:lnTo>
                    <a:pt x="2032" y="739"/>
                  </a:lnTo>
                  <a:lnTo>
                    <a:pt x="2031" y="741"/>
                  </a:lnTo>
                  <a:lnTo>
                    <a:pt x="2030" y="743"/>
                  </a:lnTo>
                  <a:lnTo>
                    <a:pt x="2028" y="745"/>
                  </a:lnTo>
                  <a:lnTo>
                    <a:pt x="2024" y="747"/>
                  </a:lnTo>
                  <a:close/>
                  <a:moveTo>
                    <a:pt x="2012" y="463"/>
                  </a:moveTo>
                  <a:lnTo>
                    <a:pt x="1973" y="463"/>
                  </a:lnTo>
                  <a:lnTo>
                    <a:pt x="1960" y="463"/>
                  </a:lnTo>
                  <a:lnTo>
                    <a:pt x="1947" y="463"/>
                  </a:lnTo>
                  <a:lnTo>
                    <a:pt x="1936" y="465"/>
                  </a:lnTo>
                  <a:lnTo>
                    <a:pt x="1925" y="469"/>
                  </a:lnTo>
                  <a:lnTo>
                    <a:pt x="1916" y="471"/>
                  </a:lnTo>
                  <a:lnTo>
                    <a:pt x="1908" y="477"/>
                  </a:lnTo>
                  <a:lnTo>
                    <a:pt x="1900" y="481"/>
                  </a:lnTo>
                  <a:lnTo>
                    <a:pt x="1894" y="489"/>
                  </a:lnTo>
                  <a:lnTo>
                    <a:pt x="1888" y="495"/>
                  </a:lnTo>
                  <a:lnTo>
                    <a:pt x="1883" y="503"/>
                  </a:lnTo>
                  <a:lnTo>
                    <a:pt x="1879" y="513"/>
                  </a:lnTo>
                  <a:lnTo>
                    <a:pt x="1876" y="523"/>
                  </a:lnTo>
                  <a:lnTo>
                    <a:pt x="1875" y="529"/>
                  </a:lnTo>
                  <a:lnTo>
                    <a:pt x="1874" y="535"/>
                  </a:lnTo>
                  <a:lnTo>
                    <a:pt x="1872" y="549"/>
                  </a:lnTo>
                  <a:lnTo>
                    <a:pt x="1871" y="563"/>
                  </a:lnTo>
                  <a:lnTo>
                    <a:pt x="1871" y="579"/>
                  </a:lnTo>
                  <a:lnTo>
                    <a:pt x="1871" y="591"/>
                  </a:lnTo>
                  <a:lnTo>
                    <a:pt x="1871" y="607"/>
                  </a:lnTo>
                  <a:lnTo>
                    <a:pt x="1872" y="623"/>
                  </a:lnTo>
                  <a:lnTo>
                    <a:pt x="1874" y="637"/>
                  </a:lnTo>
                  <a:lnTo>
                    <a:pt x="1875" y="649"/>
                  </a:lnTo>
                  <a:lnTo>
                    <a:pt x="1878" y="661"/>
                  </a:lnTo>
                  <a:lnTo>
                    <a:pt x="1881" y="671"/>
                  </a:lnTo>
                  <a:lnTo>
                    <a:pt x="1884" y="679"/>
                  </a:lnTo>
                  <a:lnTo>
                    <a:pt x="1885" y="683"/>
                  </a:lnTo>
                  <a:lnTo>
                    <a:pt x="1887" y="687"/>
                  </a:lnTo>
                  <a:lnTo>
                    <a:pt x="1891" y="695"/>
                  </a:lnTo>
                  <a:lnTo>
                    <a:pt x="1895" y="699"/>
                  </a:lnTo>
                  <a:lnTo>
                    <a:pt x="1900" y="705"/>
                  </a:lnTo>
                  <a:lnTo>
                    <a:pt x="1905" y="707"/>
                  </a:lnTo>
                  <a:lnTo>
                    <a:pt x="1910" y="711"/>
                  </a:lnTo>
                  <a:lnTo>
                    <a:pt x="1915" y="713"/>
                  </a:lnTo>
                  <a:lnTo>
                    <a:pt x="1926" y="713"/>
                  </a:lnTo>
                  <a:lnTo>
                    <a:pt x="1936" y="713"/>
                  </a:lnTo>
                  <a:lnTo>
                    <a:pt x="1947" y="711"/>
                  </a:lnTo>
                  <a:lnTo>
                    <a:pt x="1952" y="709"/>
                  </a:lnTo>
                  <a:lnTo>
                    <a:pt x="1957" y="707"/>
                  </a:lnTo>
                  <a:lnTo>
                    <a:pt x="1967" y="701"/>
                  </a:lnTo>
                  <a:lnTo>
                    <a:pt x="1977" y="695"/>
                  </a:lnTo>
                  <a:lnTo>
                    <a:pt x="1988" y="685"/>
                  </a:lnTo>
                  <a:lnTo>
                    <a:pt x="2000" y="675"/>
                  </a:lnTo>
                  <a:lnTo>
                    <a:pt x="2012" y="663"/>
                  </a:lnTo>
                  <a:lnTo>
                    <a:pt x="2012" y="463"/>
                  </a:lnTo>
                  <a:close/>
                  <a:moveTo>
                    <a:pt x="2313" y="747"/>
                  </a:moveTo>
                  <a:lnTo>
                    <a:pt x="2310" y="747"/>
                  </a:lnTo>
                  <a:lnTo>
                    <a:pt x="2307" y="745"/>
                  </a:lnTo>
                  <a:lnTo>
                    <a:pt x="2303" y="741"/>
                  </a:lnTo>
                  <a:lnTo>
                    <a:pt x="2301" y="735"/>
                  </a:lnTo>
                  <a:lnTo>
                    <a:pt x="2300" y="729"/>
                  </a:lnTo>
                  <a:lnTo>
                    <a:pt x="2300" y="393"/>
                  </a:lnTo>
                  <a:lnTo>
                    <a:pt x="2300" y="373"/>
                  </a:lnTo>
                  <a:lnTo>
                    <a:pt x="2299" y="355"/>
                  </a:lnTo>
                  <a:lnTo>
                    <a:pt x="2297" y="337"/>
                  </a:lnTo>
                  <a:lnTo>
                    <a:pt x="2295" y="321"/>
                  </a:lnTo>
                  <a:lnTo>
                    <a:pt x="2292" y="307"/>
                  </a:lnTo>
                  <a:lnTo>
                    <a:pt x="2288" y="296"/>
                  </a:lnTo>
                  <a:lnTo>
                    <a:pt x="2285" y="284"/>
                  </a:lnTo>
                  <a:lnTo>
                    <a:pt x="2280" y="276"/>
                  </a:lnTo>
                  <a:lnTo>
                    <a:pt x="2275" y="266"/>
                  </a:lnTo>
                  <a:lnTo>
                    <a:pt x="2270" y="260"/>
                  </a:lnTo>
                  <a:lnTo>
                    <a:pt x="2265" y="254"/>
                  </a:lnTo>
                  <a:lnTo>
                    <a:pt x="2259" y="250"/>
                  </a:lnTo>
                  <a:lnTo>
                    <a:pt x="2252" y="246"/>
                  </a:lnTo>
                  <a:lnTo>
                    <a:pt x="2246" y="244"/>
                  </a:lnTo>
                  <a:lnTo>
                    <a:pt x="2239" y="242"/>
                  </a:lnTo>
                  <a:lnTo>
                    <a:pt x="2232" y="242"/>
                  </a:lnTo>
                  <a:lnTo>
                    <a:pt x="2222" y="242"/>
                  </a:lnTo>
                  <a:lnTo>
                    <a:pt x="2212" y="244"/>
                  </a:lnTo>
                  <a:lnTo>
                    <a:pt x="2202" y="248"/>
                  </a:lnTo>
                  <a:lnTo>
                    <a:pt x="2192" y="254"/>
                  </a:lnTo>
                  <a:lnTo>
                    <a:pt x="2182" y="260"/>
                  </a:lnTo>
                  <a:lnTo>
                    <a:pt x="2172" y="266"/>
                  </a:lnTo>
                  <a:lnTo>
                    <a:pt x="2162" y="274"/>
                  </a:lnTo>
                  <a:lnTo>
                    <a:pt x="2152" y="284"/>
                  </a:lnTo>
                  <a:lnTo>
                    <a:pt x="2152" y="729"/>
                  </a:lnTo>
                  <a:lnTo>
                    <a:pt x="2152" y="731"/>
                  </a:lnTo>
                  <a:lnTo>
                    <a:pt x="2152" y="735"/>
                  </a:lnTo>
                  <a:lnTo>
                    <a:pt x="2150" y="741"/>
                  </a:lnTo>
                  <a:lnTo>
                    <a:pt x="2147" y="745"/>
                  </a:lnTo>
                  <a:lnTo>
                    <a:pt x="2142" y="747"/>
                  </a:lnTo>
                  <a:lnTo>
                    <a:pt x="2139" y="747"/>
                  </a:lnTo>
                  <a:lnTo>
                    <a:pt x="2137" y="745"/>
                  </a:lnTo>
                  <a:lnTo>
                    <a:pt x="2133" y="741"/>
                  </a:lnTo>
                  <a:lnTo>
                    <a:pt x="2130" y="735"/>
                  </a:lnTo>
                  <a:lnTo>
                    <a:pt x="2129" y="729"/>
                  </a:lnTo>
                  <a:lnTo>
                    <a:pt x="2129" y="228"/>
                  </a:lnTo>
                  <a:lnTo>
                    <a:pt x="2129" y="224"/>
                  </a:lnTo>
                  <a:lnTo>
                    <a:pt x="2130" y="220"/>
                  </a:lnTo>
                  <a:lnTo>
                    <a:pt x="2132" y="214"/>
                  </a:lnTo>
                  <a:lnTo>
                    <a:pt x="2133" y="210"/>
                  </a:lnTo>
                  <a:lnTo>
                    <a:pt x="2135" y="210"/>
                  </a:lnTo>
                  <a:lnTo>
                    <a:pt x="2136" y="208"/>
                  </a:lnTo>
                  <a:lnTo>
                    <a:pt x="2138" y="208"/>
                  </a:lnTo>
                  <a:lnTo>
                    <a:pt x="2142" y="208"/>
                  </a:lnTo>
                  <a:lnTo>
                    <a:pt x="2144" y="208"/>
                  </a:lnTo>
                  <a:lnTo>
                    <a:pt x="2147" y="210"/>
                  </a:lnTo>
                  <a:lnTo>
                    <a:pt x="2149" y="210"/>
                  </a:lnTo>
                  <a:lnTo>
                    <a:pt x="2150" y="214"/>
                  </a:lnTo>
                  <a:lnTo>
                    <a:pt x="2151" y="216"/>
                  </a:lnTo>
                  <a:lnTo>
                    <a:pt x="2152" y="220"/>
                  </a:lnTo>
                  <a:lnTo>
                    <a:pt x="2152" y="224"/>
                  </a:lnTo>
                  <a:lnTo>
                    <a:pt x="2152" y="228"/>
                  </a:lnTo>
                  <a:lnTo>
                    <a:pt x="2152" y="244"/>
                  </a:lnTo>
                  <a:lnTo>
                    <a:pt x="2162" y="234"/>
                  </a:lnTo>
                  <a:lnTo>
                    <a:pt x="2172" y="226"/>
                  </a:lnTo>
                  <a:lnTo>
                    <a:pt x="2183" y="220"/>
                  </a:lnTo>
                  <a:lnTo>
                    <a:pt x="2193" y="214"/>
                  </a:lnTo>
                  <a:lnTo>
                    <a:pt x="2203" y="208"/>
                  </a:lnTo>
                  <a:lnTo>
                    <a:pt x="2213" y="206"/>
                  </a:lnTo>
                  <a:lnTo>
                    <a:pt x="2224" y="204"/>
                  </a:lnTo>
                  <a:lnTo>
                    <a:pt x="2234" y="202"/>
                  </a:lnTo>
                  <a:lnTo>
                    <a:pt x="2242" y="204"/>
                  </a:lnTo>
                  <a:lnTo>
                    <a:pt x="2251" y="204"/>
                  </a:lnTo>
                  <a:lnTo>
                    <a:pt x="2260" y="208"/>
                  </a:lnTo>
                  <a:lnTo>
                    <a:pt x="2268" y="212"/>
                  </a:lnTo>
                  <a:lnTo>
                    <a:pt x="2275" y="218"/>
                  </a:lnTo>
                  <a:lnTo>
                    <a:pt x="2283" y="226"/>
                  </a:lnTo>
                  <a:lnTo>
                    <a:pt x="2290" y="236"/>
                  </a:lnTo>
                  <a:lnTo>
                    <a:pt x="2296" y="246"/>
                  </a:lnTo>
                  <a:lnTo>
                    <a:pt x="2302" y="258"/>
                  </a:lnTo>
                  <a:lnTo>
                    <a:pt x="2307" y="272"/>
                  </a:lnTo>
                  <a:lnTo>
                    <a:pt x="2311" y="288"/>
                  </a:lnTo>
                  <a:lnTo>
                    <a:pt x="2313" y="296"/>
                  </a:lnTo>
                  <a:lnTo>
                    <a:pt x="2315" y="305"/>
                  </a:lnTo>
                  <a:lnTo>
                    <a:pt x="2317" y="315"/>
                  </a:lnTo>
                  <a:lnTo>
                    <a:pt x="2318" y="325"/>
                  </a:lnTo>
                  <a:lnTo>
                    <a:pt x="2320" y="345"/>
                  </a:lnTo>
                  <a:lnTo>
                    <a:pt x="2322" y="369"/>
                  </a:lnTo>
                  <a:lnTo>
                    <a:pt x="2322" y="393"/>
                  </a:lnTo>
                  <a:lnTo>
                    <a:pt x="2322" y="729"/>
                  </a:lnTo>
                  <a:lnTo>
                    <a:pt x="2322" y="731"/>
                  </a:lnTo>
                  <a:lnTo>
                    <a:pt x="2321" y="735"/>
                  </a:lnTo>
                  <a:lnTo>
                    <a:pt x="2319" y="741"/>
                  </a:lnTo>
                  <a:lnTo>
                    <a:pt x="2318" y="743"/>
                  </a:lnTo>
                  <a:lnTo>
                    <a:pt x="2316" y="745"/>
                  </a:lnTo>
                  <a:lnTo>
                    <a:pt x="2313" y="747"/>
                  </a:lnTo>
                  <a:close/>
                  <a:moveTo>
                    <a:pt x="2678" y="751"/>
                  </a:moveTo>
                  <a:lnTo>
                    <a:pt x="2665" y="753"/>
                  </a:lnTo>
                  <a:lnTo>
                    <a:pt x="2652" y="753"/>
                  </a:lnTo>
                  <a:lnTo>
                    <a:pt x="2639" y="753"/>
                  </a:lnTo>
                  <a:lnTo>
                    <a:pt x="2628" y="749"/>
                  </a:lnTo>
                  <a:lnTo>
                    <a:pt x="2623" y="745"/>
                  </a:lnTo>
                  <a:lnTo>
                    <a:pt x="2618" y="741"/>
                  </a:lnTo>
                  <a:lnTo>
                    <a:pt x="2614" y="737"/>
                  </a:lnTo>
                  <a:lnTo>
                    <a:pt x="2610" y="731"/>
                  </a:lnTo>
                  <a:lnTo>
                    <a:pt x="2606" y="725"/>
                  </a:lnTo>
                  <a:lnTo>
                    <a:pt x="2603" y="717"/>
                  </a:lnTo>
                  <a:lnTo>
                    <a:pt x="2601" y="709"/>
                  </a:lnTo>
                  <a:lnTo>
                    <a:pt x="2599" y="699"/>
                  </a:lnTo>
                  <a:lnTo>
                    <a:pt x="2597" y="687"/>
                  </a:lnTo>
                  <a:lnTo>
                    <a:pt x="2596" y="675"/>
                  </a:lnTo>
                  <a:lnTo>
                    <a:pt x="2595" y="659"/>
                  </a:lnTo>
                  <a:lnTo>
                    <a:pt x="2595" y="645"/>
                  </a:lnTo>
                  <a:lnTo>
                    <a:pt x="2595" y="248"/>
                  </a:lnTo>
                  <a:lnTo>
                    <a:pt x="2545" y="248"/>
                  </a:lnTo>
                  <a:lnTo>
                    <a:pt x="2541" y="248"/>
                  </a:lnTo>
                  <a:lnTo>
                    <a:pt x="2540" y="246"/>
                  </a:lnTo>
                  <a:lnTo>
                    <a:pt x="2538" y="244"/>
                  </a:lnTo>
                  <a:lnTo>
                    <a:pt x="2536" y="240"/>
                  </a:lnTo>
                  <a:lnTo>
                    <a:pt x="2536" y="236"/>
                  </a:lnTo>
                  <a:lnTo>
                    <a:pt x="2535" y="232"/>
                  </a:lnTo>
                  <a:lnTo>
                    <a:pt x="2535" y="222"/>
                  </a:lnTo>
                  <a:lnTo>
                    <a:pt x="2536" y="220"/>
                  </a:lnTo>
                  <a:lnTo>
                    <a:pt x="2536" y="216"/>
                  </a:lnTo>
                  <a:lnTo>
                    <a:pt x="2537" y="214"/>
                  </a:lnTo>
                  <a:lnTo>
                    <a:pt x="2538" y="212"/>
                  </a:lnTo>
                  <a:lnTo>
                    <a:pt x="2540" y="210"/>
                  </a:lnTo>
                  <a:lnTo>
                    <a:pt x="2541" y="208"/>
                  </a:lnTo>
                  <a:lnTo>
                    <a:pt x="2545" y="208"/>
                  </a:lnTo>
                  <a:lnTo>
                    <a:pt x="2595" y="208"/>
                  </a:lnTo>
                  <a:lnTo>
                    <a:pt x="2595" y="104"/>
                  </a:lnTo>
                  <a:lnTo>
                    <a:pt x="2595" y="96"/>
                  </a:lnTo>
                  <a:lnTo>
                    <a:pt x="2596" y="94"/>
                  </a:lnTo>
                  <a:lnTo>
                    <a:pt x="2597" y="90"/>
                  </a:lnTo>
                  <a:lnTo>
                    <a:pt x="2598" y="88"/>
                  </a:lnTo>
                  <a:lnTo>
                    <a:pt x="2600" y="86"/>
                  </a:lnTo>
                  <a:lnTo>
                    <a:pt x="2602" y="86"/>
                  </a:lnTo>
                  <a:lnTo>
                    <a:pt x="2603" y="84"/>
                  </a:lnTo>
                  <a:lnTo>
                    <a:pt x="2609" y="84"/>
                  </a:lnTo>
                  <a:lnTo>
                    <a:pt x="2612" y="86"/>
                  </a:lnTo>
                  <a:lnTo>
                    <a:pt x="2615" y="90"/>
                  </a:lnTo>
                  <a:lnTo>
                    <a:pt x="2617" y="96"/>
                  </a:lnTo>
                  <a:lnTo>
                    <a:pt x="2617" y="104"/>
                  </a:lnTo>
                  <a:lnTo>
                    <a:pt x="2617" y="208"/>
                  </a:lnTo>
                  <a:lnTo>
                    <a:pt x="2677" y="208"/>
                  </a:lnTo>
                  <a:lnTo>
                    <a:pt x="2681" y="208"/>
                  </a:lnTo>
                  <a:lnTo>
                    <a:pt x="2682" y="210"/>
                  </a:lnTo>
                  <a:lnTo>
                    <a:pt x="2684" y="212"/>
                  </a:lnTo>
                  <a:lnTo>
                    <a:pt x="2686" y="216"/>
                  </a:lnTo>
                  <a:lnTo>
                    <a:pt x="2686" y="220"/>
                  </a:lnTo>
                  <a:lnTo>
                    <a:pt x="2687" y="222"/>
                  </a:lnTo>
                  <a:lnTo>
                    <a:pt x="2687" y="232"/>
                  </a:lnTo>
                  <a:lnTo>
                    <a:pt x="2686" y="236"/>
                  </a:lnTo>
                  <a:lnTo>
                    <a:pt x="2686" y="240"/>
                  </a:lnTo>
                  <a:lnTo>
                    <a:pt x="2684" y="244"/>
                  </a:lnTo>
                  <a:lnTo>
                    <a:pt x="2682" y="246"/>
                  </a:lnTo>
                  <a:lnTo>
                    <a:pt x="2681" y="248"/>
                  </a:lnTo>
                  <a:lnTo>
                    <a:pt x="2677" y="248"/>
                  </a:lnTo>
                  <a:lnTo>
                    <a:pt x="2617" y="248"/>
                  </a:lnTo>
                  <a:lnTo>
                    <a:pt x="2617" y="645"/>
                  </a:lnTo>
                  <a:lnTo>
                    <a:pt x="2618" y="665"/>
                  </a:lnTo>
                  <a:lnTo>
                    <a:pt x="2619" y="681"/>
                  </a:lnTo>
                  <a:lnTo>
                    <a:pt x="2622" y="693"/>
                  </a:lnTo>
                  <a:lnTo>
                    <a:pt x="2624" y="697"/>
                  </a:lnTo>
                  <a:lnTo>
                    <a:pt x="2626" y="701"/>
                  </a:lnTo>
                  <a:lnTo>
                    <a:pt x="2628" y="705"/>
                  </a:lnTo>
                  <a:lnTo>
                    <a:pt x="2631" y="707"/>
                  </a:lnTo>
                  <a:lnTo>
                    <a:pt x="2634" y="711"/>
                  </a:lnTo>
                  <a:lnTo>
                    <a:pt x="2637" y="711"/>
                  </a:lnTo>
                  <a:lnTo>
                    <a:pt x="2644" y="713"/>
                  </a:lnTo>
                  <a:lnTo>
                    <a:pt x="2652" y="713"/>
                  </a:lnTo>
                  <a:lnTo>
                    <a:pt x="2676" y="713"/>
                  </a:lnTo>
                  <a:lnTo>
                    <a:pt x="2681" y="715"/>
                  </a:lnTo>
                  <a:lnTo>
                    <a:pt x="2684" y="717"/>
                  </a:lnTo>
                  <a:lnTo>
                    <a:pt x="2685" y="719"/>
                  </a:lnTo>
                  <a:lnTo>
                    <a:pt x="2686" y="723"/>
                  </a:lnTo>
                  <a:lnTo>
                    <a:pt x="2686" y="725"/>
                  </a:lnTo>
                  <a:lnTo>
                    <a:pt x="2687" y="729"/>
                  </a:lnTo>
                  <a:lnTo>
                    <a:pt x="2686" y="737"/>
                  </a:lnTo>
                  <a:lnTo>
                    <a:pt x="2685" y="743"/>
                  </a:lnTo>
                  <a:lnTo>
                    <a:pt x="2684" y="747"/>
                  </a:lnTo>
                  <a:lnTo>
                    <a:pt x="2682" y="747"/>
                  </a:lnTo>
                  <a:lnTo>
                    <a:pt x="2678" y="751"/>
                  </a:lnTo>
                  <a:close/>
                  <a:moveTo>
                    <a:pt x="2945" y="753"/>
                  </a:moveTo>
                  <a:lnTo>
                    <a:pt x="2940" y="753"/>
                  </a:lnTo>
                  <a:lnTo>
                    <a:pt x="2937" y="751"/>
                  </a:lnTo>
                  <a:lnTo>
                    <a:pt x="2934" y="747"/>
                  </a:lnTo>
                  <a:lnTo>
                    <a:pt x="2933" y="741"/>
                  </a:lnTo>
                  <a:lnTo>
                    <a:pt x="2932" y="735"/>
                  </a:lnTo>
                  <a:lnTo>
                    <a:pt x="2932" y="395"/>
                  </a:lnTo>
                  <a:lnTo>
                    <a:pt x="2932" y="377"/>
                  </a:lnTo>
                  <a:lnTo>
                    <a:pt x="2931" y="359"/>
                  </a:lnTo>
                  <a:lnTo>
                    <a:pt x="2930" y="343"/>
                  </a:lnTo>
                  <a:lnTo>
                    <a:pt x="2928" y="329"/>
                  </a:lnTo>
                  <a:lnTo>
                    <a:pt x="2926" y="315"/>
                  </a:lnTo>
                  <a:lnTo>
                    <a:pt x="2923" y="303"/>
                  </a:lnTo>
                  <a:lnTo>
                    <a:pt x="2919" y="292"/>
                  </a:lnTo>
                  <a:lnTo>
                    <a:pt x="2915" y="282"/>
                  </a:lnTo>
                  <a:lnTo>
                    <a:pt x="2913" y="276"/>
                  </a:lnTo>
                  <a:lnTo>
                    <a:pt x="2910" y="272"/>
                  </a:lnTo>
                  <a:lnTo>
                    <a:pt x="2905" y="264"/>
                  </a:lnTo>
                  <a:lnTo>
                    <a:pt x="2899" y="258"/>
                  </a:lnTo>
                  <a:lnTo>
                    <a:pt x="2892" y="252"/>
                  </a:lnTo>
                  <a:lnTo>
                    <a:pt x="2885" y="248"/>
                  </a:lnTo>
                  <a:lnTo>
                    <a:pt x="2881" y="246"/>
                  </a:lnTo>
                  <a:lnTo>
                    <a:pt x="2876" y="244"/>
                  </a:lnTo>
                  <a:lnTo>
                    <a:pt x="2867" y="242"/>
                  </a:lnTo>
                  <a:lnTo>
                    <a:pt x="2858" y="242"/>
                  </a:lnTo>
                  <a:lnTo>
                    <a:pt x="2841" y="244"/>
                  </a:lnTo>
                  <a:lnTo>
                    <a:pt x="2823" y="246"/>
                  </a:lnTo>
                  <a:lnTo>
                    <a:pt x="2804" y="252"/>
                  </a:lnTo>
                  <a:lnTo>
                    <a:pt x="2796" y="256"/>
                  </a:lnTo>
                  <a:lnTo>
                    <a:pt x="2789" y="260"/>
                  </a:lnTo>
                  <a:lnTo>
                    <a:pt x="2789" y="735"/>
                  </a:lnTo>
                  <a:lnTo>
                    <a:pt x="2789" y="737"/>
                  </a:lnTo>
                  <a:lnTo>
                    <a:pt x="2788" y="741"/>
                  </a:lnTo>
                  <a:lnTo>
                    <a:pt x="2786" y="747"/>
                  </a:lnTo>
                  <a:lnTo>
                    <a:pt x="2785" y="749"/>
                  </a:lnTo>
                  <a:lnTo>
                    <a:pt x="2784" y="751"/>
                  </a:lnTo>
                  <a:lnTo>
                    <a:pt x="2780" y="753"/>
                  </a:lnTo>
                  <a:lnTo>
                    <a:pt x="2775" y="753"/>
                  </a:lnTo>
                  <a:lnTo>
                    <a:pt x="2772" y="751"/>
                  </a:lnTo>
                  <a:lnTo>
                    <a:pt x="2769" y="747"/>
                  </a:lnTo>
                  <a:lnTo>
                    <a:pt x="2767" y="741"/>
                  </a:lnTo>
                  <a:lnTo>
                    <a:pt x="2767" y="735"/>
                  </a:lnTo>
                  <a:lnTo>
                    <a:pt x="2767" y="20"/>
                  </a:lnTo>
                  <a:lnTo>
                    <a:pt x="2767" y="16"/>
                  </a:lnTo>
                  <a:lnTo>
                    <a:pt x="2767" y="12"/>
                  </a:lnTo>
                  <a:lnTo>
                    <a:pt x="2769" y="6"/>
                  </a:lnTo>
                  <a:lnTo>
                    <a:pt x="2770" y="4"/>
                  </a:lnTo>
                  <a:lnTo>
                    <a:pt x="2772" y="2"/>
                  </a:lnTo>
                  <a:lnTo>
                    <a:pt x="2775" y="0"/>
                  </a:lnTo>
                  <a:lnTo>
                    <a:pt x="2780" y="0"/>
                  </a:lnTo>
                  <a:lnTo>
                    <a:pt x="2784" y="2"/>
                  </a:lnTo>
                  <a:lnTo>
                    <a:pt x="2786" y="6"/>
                  </a:lnTo>
                  <a:lnTo>
                    <a:pt x="2788" y="12"/>
                  </a:lnTo>
                  <a:lnTo>
                    <a:pt x="2789" y="20"/>
                  </a:lnTo>
                  <a:lnTo>
                    <a:pt x="2789" y="220"/>
                  </a:lnTo>
                  <a:lnTo>
                    <a:pt x="2804" y="214"/>
                  </a:lnTo>
                  <a:lnTo>
                    <a:pt x="2823" y="208"/>
                  </a:lnTo>
                  <a:lnTo>
                    <a:pt x="2840" y="204"/>
                  </a:lnTo>
                  <a:lnTo>
                    <a:pt x="2858" y="202"/>
                  </a:lnTo>
                  <a:lnTo>
                    <a:pt x="2870" y="204"/>
                  </a:lnTo>
                  <a:lnTo>
                    <a:pt x="2882" y="206"/>
                  </a:lnTo>
                  <a:lnTo>
                    <a:pt x="2887" y="208"/>
                  </a:lnTo>
                  <a:lnTo>
                    <a:pt x="2892" y="210"/>
                  </a:lnTo>
                  <a:lnTo>
                    <a:pt x="2902" y="216"/>
                  </a:lnTo>
                  <a:lnTo>
                    <a:pt x="2911" y="224"/>
                  </a:lnTo>
                  <a:lnTo>
                    <a:pt x="2915" y="230"/>
                  </a:lnTo>
                  <a:lnTo>
                    <a:pt x="2919" y="234"/>
                  </a:lnTo>
                  <a:lnTo>
                    <a:pt x="2926" y="244"/>
                  </a:lnTo>
                  <a:lnTo>
                    <a:pt x="2932" y="256"/>
                  </a:lnTo>
                  <a:lnTo>
                    <a:pt x="2937" y="270"/>
                  </a:lnTo>
                  <a:lnTo>
                    <a:pt x="2940" y="278"/>
                  </a:lnTo>
                  <a:lnTo>
                    <a:pt x="2942" y="286"/>
                  </a:lnTo>
                  <a:lnTo>
                    <a:pt x="2944" y="292"/>
                  </a:lnTo>
                  <a:lnTo>
                    <a:pt x="2946" y="300"/>
                  </a:lnTo>
                  <a:lnTo>
                    <a:pt x="2947" y="309"/>
                  </a:lnTo>
                  <a:lnTo>
                    <a:pt x="2949" y="317"/>
                  </a:lnTo>
                  <a:lnTo>
                    <a:pt x="2951" y="335"/>
                  </a:lnTo>
                  <a:lnTo>
                    <a:pt x="2952" y="345"/>
                  </a:lnTo>
                  <a:lnTo>
                    <a:pt x="2953" y="355"/>
                  </a:lnTo>
                  <a:lnTo>
                    <a:pt x="2953" y="375"/>
                  </a:lnTo>
                  <a:lnTo>
                    <a:pt x="2954" y="395"/>
                  </a:lnTo>
                  <a:lnTo>
                    <a:pt x="2954" y="735"/>
                  </a:lnTo>
                  <a:lnTo>
                    <a:pt x="2953" y="741"/>
                  </a:lnTo>
                  <a:lnTo>
                    <a:pt x="2953" y="745"/>
                  </a:lnTo>
                  <a:lnTo>
                    <a:pt x="2952" y="747"/>
                  </a:lnTo>
                  <a:lnTo>
                    <a:pt x="2950" y="749"/>
                  </a:lnTo>
                  <a:lnTo>
                    <a:pt x="2949" y="751"/>
                  </a:lnTo>
                  <a:lnTo>
                    <a:pt x="2947" y="753"/>
                  </a:lnTo>
                  <a:lnTo>
                    <a:pt x="2945" y="753"/>
                  </a:lnTo>
                  <a:close/>
                  <a:moveTo>
                    <a:pt x="3232" y="487"/>
                  </a:moveTo>
                  <a:lnTo>
                    <a:pt x="3061" y="487"/>
                  </a:lnTo>
                  <a:lnTo>
                    <a:pt x="3061" y="509"/>
                  </a:lnTo>
                  <a:lnTo>
                    <a:pt x="3061" y="539"/>
                  </a:lnTo>
                  <a:lnTo>
                    <a:pt x="3062" y="553"/>
                  </a:lnTo>
                  <a:lnTo>
                    <a:pt x="3063" y="565"/>
                  </a:lnTo>
                  <a:lnTo>
                    <a:pt x="3064" y="579"/>
                  </a:lnTo>
                  <a:lnTo>
                    <a:pt x="3065" y="591"/>
                  </a:lnTo>
                  <a:lnTo>
                    <a:pt x="3068" y="613"/>
                  </a:lnTo>
                  <a:lnTo>
                    <a:pt x="3072" y="631"/>
                  </a:lnTo>
                  <a:lnTo>
                    <a:pt x="3077" y="647"/>
                  </a:lnTo>
                  <a:lnTo>
                    <a:pt x="3082" y="663"/>
                  </a:lnTo>
                  <a:lnTo>
                    <a:pt x="3085" y="669"/>
                  </a:lnTo>
                  <a:lnTo>
                    <a:pt x="3088" y="675"/>
                  </a:lnTo>
                  <a:lnTo>
                    <a:pt x="3091" y="681"/>
                  </a:lnTo>
                  <a:lnTo>
                    <a:pt x="3094" y="685"/>
                  </a:lnTo>
                  <a:lnTo>
                    <a:pt x="3101" y="693"/>
                  </a:lnTo>
                  <a:lnTo>
                    <a:pt x="3109" y="701"/>
                  </a:lnTo>
                  <a:lnTo>
                    <a:pt x="3117" y="705"/>
                  </a:lnTo>
                  <a:lnTo>
                    <a:pt x="3125" y="709"/>
                  </a:lnTo>
                  <a:lnTo>
                    <a:pt x="3134" y="713"/>
                  </a:lnTo>
                  <a:lnTo>
                    <a:pt x="3143" y="713"/>
                  </a:lnTo>
                  <a:lnTo>
                    <a:pt x="3153" y="713"/>
                  </a:lnTo>
                  <a:lnTo>
                    <a:pt x="3171" y="713"/>
                  </a:lnTo>
                  <a:lnTo>
                    <a:pt x="3189" y="709"/>
                  </a:lnTo>
                  <a:lnTo>
                    <a:pt x="3209" y="703"/>
                  </a:lnTo>
                  <a:lnTo>
                    <a:pt x="3228" y="697"/>
                  </a:lnTo>
                  <a:lnTo>
                    <a:pt x="3229" y="697"/>
                  </a:lnTo>
                  <a:lnTo>
                    <a:pt x="3231" y="697"/>
                  </a:lnTo>
                  <a:lnTo>
                    <a:pt x="3235" y="697"/>
                  </a:lnTo>
                  <a:lnTo>
                    <a:pt x="3236" y="699"/>
                  </a:lnTo>
                  <a:lnTo>
                    <a:pt x="3237" y="703"/>
                  </a:lnTo>
                  <a:lnTo>
                    <a:pt x="3238" y="705"/>
                  </a:lnTo>
                  <a:lnTo>
                    <a:pt x="3238" y="709"/>
                  </a:lnTo>
                  <a:lnTo>
                    <a:pt x="3238" y="721"/>
                  </a:lnTo>
                  <a:lnTo>
                    <a:pt x="3237" y="725"/>
                  </a:lnTo>
                  <a:lnTo>
                    <a:pt x="3236" y="729"/>
                  </a:lnTo>
                  <a:lnTo>
                    <a:pt x="3235" y="731"/>
                  </a:lnTo>
                  <a:lnTo>
                    <a:pt x="3233" y="733"/>
                  </a:lnTo>
                  <a:lnTo>
                    <a:pt x="3229" y="737"/>
                  </a:lnTo>
                  <a:lnTo>
                    <a:pt x="3210" y="743"/>
                  </a:lnTo>
                  <a:lnTo>
                    <a:pt x="3190" y="749"/>
                  </a:lnTo>
                  <a:lnTo>
                    <a:pt x="3171" y="751"/>
                  </a:lnTo>
                  <a:lnTo>
                    <a:pt x="3153" y="753"/>
                  </a:lnTo>
                  <a:lnTo>
                    <a:pt x="3141" y="753"/>
                  </a:lnTo>
                  <a:lnTo>
                    <a:pt x="3129" y="751"/>
                  </a:lnTo>
                  <a:lnTo>
                    <a:pt x="3118" y="747"/>
                  </a:lnTo>
                  <a:lnTo>
                    <a:pt x="3108" y="741"/>
                  </a:lnTo>
                  <a:lnTo>
                    <a:pt x="3098" y="735"/>
                  </a:lnTo>
                  <a:lnTo>
                    <a:pt x="3093" y="731"/>
                  </a:lnTo>
                  <a:lnTo>
                    <a:pt x="3089" y="727"/>
                  </a:lnTo>
                  <a:lnTo>
                    <a:pt x="3080" y="715"/>
                  </a:lnTo>
                  <a:lnTo>
                    <a:pt x="3072" y="703"/>
                  </a:lnTo>
                  <a:lnTo>
                    <a:pt x="3068" y="695"/>
                  </a:lnTo>
                  <a:lnTo>
                    <a:pt x="3065" y="687"/>
                  </a:lnTo>
                  <a:lnTo>
                    <a:pt x="3058" y="669"/>
                  </a:lnTo>
                  <a:lnTo>
                    <a:pt x="3053" y="649"/>
                  </a:lnTo>
                  <a:lnTo>
                    <a:pt x="3048" y="627"/>
                  </a:lnTo>
                  <a:lnTo>
                    <a:pt x="3046" y="615"/>
                  </a:lnTo>
                  <a:lnTo>
                    <a:pt x="3044" y="601"/>
                  </a:lnTo>
                  <a:lnTo>
                    <a:pt x="3041" y="573"/>
                  </a:lnTo>
                  <a:lnTo>
                    <a:pt x="3039" y="543"/>
                  </a:lnTo>
                  <a:lnTo>
                    <a:pt x="3039" y="527"/>
                  </a:lnTo>
                  <a:lnTo>
                    <a:pt x="3039" y="509"/>
                  </a:lnTo>
                  <a:lnTo>
                    <a:pt x="3039" y="443"/>
                  </a:lnTo>
                  <a:lnTo>
                    <a:pt x="3039" y="417"/>
                  </a:lnTo>
                  <a:lnTo>
                    <a:pt x="3040" y="391"/>
                  </a:lnTo>
                  <a:lnTo>
                    <a:pt x="3043" y="369"/>
                  </a:lnTo>
                  <a:lnTo>
                    <a:pt x="3045" y="345"/>
                  </a:lnTo>
                  <a:lnTo>
                    <a:pt x="3047" y="335"/>
                  </a:lnTo>
                  <a:lnTo>
                    <a:pt x="3049" y="325"/>
                  </a:lnTo>
                  <a:lnTo>
                    <a:pt x="3051" y="315"/>
                  </a:lnTo>
                  <a:lnTo>
                    <a:pt x="3053" y="305"/>
                  </a:lnTo>
                  <a:lnTo>
                    <a:pt x="3056" y="296"/>
                  </a:lnTo>
                  <a:lnTo>
                    <a:pt x="3059" y="288"/>
                  </a:lnTo>
                  <a:lnTo>
                    <a:pt x="3065" y="270"/>
                  </a:lnTo>
                  <a:lnTo>
                    <a:pt x="3072" y="256"/>
                  </a:lnTo>
                  <a:lnTo>
                    <a:pt x="3079" y="242"/>
                  </a:lnTo>
                  <a:lnTo>
                    <a:pt x="3087" y="230"/>
                  </a:lnTo>
                  <a:lnTo>
                    <a:pt x="3097" y="220"/>
                  </a:lnTo>
                  <a:lnTo>
                    <a:pt x="3106" y="212"/>
                  </a:lnTo>
                  <a:lnTo>
                    <a:pt x="3117" y="208"/>
                  </a:lnTo>
                  <a:lnTo>
                    <a:pt x="3128" y="204"/>
                  </a:lnTo>
                  <a:lnTo>
                    <a:pt x="3134" y="202"/>
                  </a:lnTo>
                  <a:lnTo>
                    <a:pt x="3141" y="202"/>
                  </a:lnTo>
                  <a:lnTo>
                    <a:pt x="3154" y="204"/>
                  </a:lnTo>
                  <a:lnTo>
                    <a:pt x="3160" y="204"/>
                  </a:lnTo>
                  <a:lnTo>
                    <a:pt x="3166" y="206"/>
                  </a:lnTo>
                  <a:lnTo>
                    <a:pt x="3177" y="212"/>
                  </a:lnTo>
                  <a:lnTo>
                    <a:pt x="3182" y="216"/>
                  </a:lnTo>
                  <a:lnTo>
                    <a:pt x="3186" y="220"/>
                  </a:lnTo>
                  <a:lnTo>
                    <a:pt x="3196" y="230"/>
                  </a:lnTo>
                  <a:lnTo>
                    <a:pt x="3204" y="240"/>
                  </a:lnTo>
                  <a:lnTo>
                    <a:pt x="3211" y="254"/>
                  </a:lnTo>
                  <a:lnTo>
                    <a:pt x="3214" y="260"/>
                  </a:lnTo>
                  <a:lnTo>
                    <a:pt x="3218" y="268"/>
                  </a:lnTo>
                  <a:lnTo>
                    <a:pt x="3223" y="286"/>
                  </a:lnTo>
                  <a:lnTo>
                    <a:pt x="3228" y="303"/>
                  </a:lnTo>
                  <a:lnTo>
                    <a:pt x="3232" y="323"/>
                  </a:lnTo>
                  <a:lnTo>
                    <a:pt x="3236" y="343"/>
                  </a:lnTo>
                  <a:lnTo>
                    <a:pt x="3238" y="365"/>
                  </a:lnTo>
                  <a:lnTo>
                    <a:pt x="3240" y="389"/>
                  </a:lnTo>
                  <a:lnTo>
                    <a:pt x="3241" y="415"/>
                  </a:lnTo>
                  <a:lnTo>
                    <a:pt x="3242" y="441"/>
                  </a:lnTo>
                  <a:lnTo>
                    <a:pt x="3242" y="469"/>
                  </a:lnTo>
                  <a:lnTo>
                    <a:pt x="3241" y="473"/>
                  </a:lnTo>
                  <a:lnTo>
                    <a:pt x="3241" y="475"/>
                  </a:lnTo>
                  <a:lnTo>
                    <a:pt x="3239" y="483"/>
                  </a:lnTo>
                  <a:lnTo>
                    <a:pt x="3236" y="487"/>
                  </a:lnTo>
                  <a:lnTo>
                    <a:pt x="3232" y="487"/>
                  </a:lnTo>
                  <a:close/>
                  <a:moveTo>
                    <a:pt x="3220" y="441"/>
                  </a:moveTo>
                  <a:lnTo>
                    <a:pt x="3219" y="417"/>
                  </a:lnTo>
                  <a:lnTo>
                    <a:pt x="3219" y="397"/>
                  </a:lnTo>
                  <a:lnTo>
                    <a:pt x="3217" y="375"/>
                  </a:lnTo>
                  <a:lnTo>
                    <a:pt x="3215" y="357"/>
                  </a:lnTo>
                  <a:lnTo>
                    <a:pt x="3213" y="339"/>
                  </a:lnTo>
                  <a:lnTo>
                    <a:pt x="3210" y="321"/>
                  </a:lnTo>
                  <a:lnTo>
                    <a:pt x="3208" y="315"/>
                  </a:lnTo>
                  <a:lnTo>
                    <a:pt x="3206" y="307"/>
                  </a:lnTo>
                  <a:lnTo>
                    <a:pt x="3202" y="294"/>
                  </a:lnTo>
                  <a:lnTo>
                    <a:pt x="3199" y="288"/>
                  </a:lnTo>
                  <a:lnTo>
                    <a:pt x="3197" y="282"/>
                  </a:lnTo>
                  <a:lnTo>
                    <a:pt x="3194" y="276"/>
                  </a:lnTo>
                  <a:lnTo>
                    <a:pt x="3191" y="272"/>
                  </a:lnTo>
                  <a:lnTo>
                    <a:pt x="3188" y="266"/>
                  </a:lnTo>
                  <a:lnTo>
                    <a:pt x="3185" y="262"/>
                  </a:lnTo>
                  <a:lnTo>
                    <a:pt x="3178" y="256"/>
                  </a:lnTo>
                  <a:lnTo>
                    <a:pt x="3170" y="250"/>
                  </a:lnTo>
                  <a:lnTo>
                    <a:pt x="3161" y="246"/>
                  </a:lnTo>
                  <a:lnTo>
                    <a:pt x="3152" y="242"/>
                  </a:lnTo>
                  <a:lnTo>
                    <a:pt x="3141" y="242"/>
                  </a:lnTo>
                  <a:lnTo>
                    <a:pt x="3130" y="242"/>
                  </a:lnTo>
                  <a:lnTo>
                    <a:pt x="3126" y="244"/>
                  </a:lnTo>
                  <a:lnTo>
                    <a:pt x="3121" y="246"/>
                  </a:lnTo>
                  <a:lnTo>
                    <a:pt x="3112" y="250"/>
                  </a:lnTo>
                  <a:lnTo>
                    <a:pt x="3105" y="256"/>
                  </a:lnTo>
                  <a:lnTo>
                    <a:pt x="3097" y="264"/>
                  </a:lnTo>
                  <a:lnTo>
                    <a:pt x="3091" y="274"/>
                  </a:lnTo>
                  <a:lnTo>
                    <a:pt x="3085" y="284"/>
                  </a:lnTo>
                  <a:lnTo>
                    <a:pt x="3080" y="298"/>
                  </a:lnTo>
                  <a:lnTo>
                    <a:pt x="3075" y="311"/>
                  </a:lnTo>
                  <a:lnTo>
                    <a:pt x="3073" y="317"/>
                  </a:lnTo>
                  <a:lnTo>
                    <a:pt x="3071" y="325"/>
                  </a:lnTo>
                  <a:lnTo>
                    <a:pt x="3068" y="343"/>
                  </a:lnTo>
                  <a:lnTo>
                    <a:pt x="3066" y="361"/>
                  </a:lnTo>
                  <a:lnTo>
                    <a:pt x="3064" y="379"/>
                  </a:lnTo>
                  <a:lnTo>
                    <a:pt x="3062" y="399"/>
                  </a:lnTo>
                  <a:lnTo>
                    <a:pt x="3061" y="421"/>
                  </a:lnTo>
                  <a:lnTo>
                    <a:pt x="3061" y="443"/>
                  </a:lnTo>
                  <a:lnTo>
                    <a:pt x="3220" y="447"/>
                  </a:lnTo>
                  <a:lnTo>
                    <a:pt x="3220" y="441"/>
                  </a:lnTo>
                  <a:close/>
                  <a:moveTo>
                    <a:pt x="3726" y="699"/>
                  </a:moveTo>
                  <a:lnTo>
                    <a:pt x="3724" y="713"/>
                  </a:lnTo>
                  <a:lnTo>
                    <a:pt x="3722" y="723"/>
                  </a:lnTo>
                  <a:lnTo>
                    <a:pt x="3720" y="733"/>
                  </a:lnTo>
                  <a:lnTo>
                    <a:pt x="3718" y="737"/>
                  </a:lnTo>
                  <a:lnTo>
                    <a:pt x="3717" y="741"/>
                  </a:lnTo>
                  <a:lnTo>
                    <a:pt x="3714" y="747"/>
                  </a:lnTo>
                  <a:lnTo>
                    <a:pt x="3710" y="751"/>
                  </a:lnTo>
                  <a:lnTo>
                    <a:pt x="3705" y="753"/>
                  </a:lnTo>
                  <a:lnTo>
                    <a:pt x="3700" y="753"/>
                  </a:lnTo>
                  <a:lnTo>
                    <a:pt x="3694" y="753"/>
                  </a:lnTo>
                  <a:lnTo>
                    <a:pt x="3692" y="751"/>
                  </a:lnTo>
                  <a:lnTo>
                    <a:pt x="3690" y="749"/>
                  </a:lnTo>
                  <a:lnTo>
                    <a:pt x="3688" y="747"/>
                  </a:lnTo>
                  <a:lnTo>
                    <a:pt x="3686" y="745"/>
                  </a:lnTo>
                  <a:lnTo>
                    <a:pt x="3684" y="741"/>
                  </a:lnTo>
                  <a:lnTo>
                    <a:pt x="3683" y="739"/>
                  </a:lnTo>
                  <a:lnTo>
                    <a:pt x="3680" y="731"/>
                  </a:lnTo>
                  <a:lnTo>
                    <a:pt x="3678" y="721"/>
                  </a:lnTo>
                  <a:lnTo>
                    <a:pt x="3676" y="709"/>
                  </a:lnTo>
                  <a:lnTo>
                    <a:pt x="3674" y="695"/>
                  </a:lnTo>
                  <a:lnTo>
                    <a:pt x="3621" y="313"/>
                  </a:lnTo>
                  <a:lnTo>
                    <a:pt x="3619" y="305"/>
                  </a:lnTo>
                  <a:lnTo>
                    <a:pt x="3618" y="305"/>
                  </a:lnTo>
                  <a:lnTo>
                    <a:pt x="3617" y="305"/>
                  </a:lnTo>
                  <a:lnTo>
                    <a:pt x="3615" y="305"/>
                  </a:lnTo>
                  <a:lnTo>
                    <a:pt x="3614" y="313"/>
                  </a:lnTo>
                  <a:lnTo>
                    <a:pt x="3560" y="695"/>
                  </a:lnTo>
                  <a:lnTo>
                    <a:pt x="3556" y="721"/>
                  </a:lnTo>
                  <a:lnTo>
                    <a:pt x="3554" y="731"/>
                  </a:lnTo>
                  <a:lnTo>
                    <a:pt x="3552" y="739"/>
                  </a:lnTo>
                  <a:lnTo>
                    <a:pt x="3548" y="745"/>
                  </a:lnTo>
                  <a:lnTo>
                    <a:pt x="3545" y="749"/>
                  </a:lnTo>
                  <a:lnTo>
                    <a:pt x="3540" y="753"/>
                  </a:lnTo>
                  <a:lnTo>
                    <a:pt x="3535" y="753"/>
                  </a:lnTo>
                  <a:lnTo>
                    <a:pt x="3529" y="753"/>
                  </a:lnTo>
                  <a:lnTo>
                    <a:pt x="3525" y="751"/>
                  </a:lnTo>
                  <a:lnTo>
                    <a:pt x="3521" y="747"/>
                  </a:lnTo>
                  <a:lnTo>
                    <a:pt x="3517" y="741"/>
                  </a:lnTo>
                  <a:lnTo>
                    <a:pt x="3516" y="737"/>
                  </a:lnTo>
                  <a:lnTo>
                    <a:pt x="3515" y="733"/>
                  </a:lnTo>
                  <a:lnTo>
                    <a:pt x="3513" y="729"/>
                  </a:lnTo>
                  <a:lnTo>
                    <a:pt x="3512" y="723"/>
                  </a:lnTo>
                  <a:lnTo>
                    <a:pt x="3510" y="713"/>
                  </a:lnTo>
                  <a:lnTo>
                    <a:pt x="3508" y="699"/>
                  </a:lnTo>
                  <a:lnTo>
                    <a:pt x="3452" y="232"/>
                  </a:lnTo>
                  <a:lnTo>
                    <a:pt x="3452" y="228"/>
                  </a:lnTo>
                  <a:lnTo>
                    <a:pt x="3452" y="222"/>
                  </a:lnTo>
                  <a:lnTo>
                    <a:pt x="3452" y="218"/>
                  </a:lnTo>
                  <a:lnTo>
                    <a:pt x="3453" y="216"/>
                  </a:lnTo>
                  <a:lnTo>
                    <a:pt x="3454" y="212"/>
                  </a:lnTo>
                  <a:lnTo>
                    <a:pt x="3456" y="210"/>
                  </a:lnTo>
                  <a:lnTo>
                    <a:pt x="3458" y="208"/>
                  </a:lnTo>
                  <a:lnTo>
                    <a:pt x="3461" y="208"/>
                  </a:lnTo>
                  <a:lnTo>
                    <a:pt x="3467" y="208"/>
                  </a:lnTo>
                  <a:lnTo>
                    <a:pt x="3470" y="212"/>
                  </a:lnTo>
                  <a:lnTo>
                    <a:pt x="3471" y="216"/>
                  </a:lnTo>
                  <a:lnTo>
                    <a:pt x="3472" y="222"/>
                  </a:lnTo>
                  <a:lnTo>
                    <a:pt x="3528" y="689"/>
                  </a:lnTo>
                  <a:lnTo>
                    <a:pt x="3530" y="703"/>
                  </a:lnTo>
                  <a:lnTo>
                    <a:pt x="3531" y="711"/>
                  </a:lnTo>
                  <a:lnTo>
                    <a:pt x="3533" y="713"/>
                  </a:lnTo>
                  <a:lnTo>
                    <a:pt x="3535" y="713"/>
                  </a:lnTo>
                  <a:lnTo>
                    <a:pt x="3536" y="713"/>
                  </a:lnTo>
                  <a:lnTo>
                    <a:pt x="3538" y="709"/>
                  </a:lnTo>
                  <a:lnTo>
                    <a:pt x="3539" y="703"/>
                  </a:lnTo>
                  <a:lnTo>
                    <a:pt x="3541" y="689"/>
                  </a:lnTo>
                  <a:lnTo>
                    <a:pt x="3596" y="301"/>
                  </a:lnTo>
                  <a:lnTo>
                    <a:pt x="3597" y="294"/>
                  </a:lnTo>
                  <a:lnTo>
                    <a:pt x="3599" y="286"/>
                  </a:lnTo>
                  <a:lnTo>
                    <a:pt x="3601" y="280"/>
                  </a:lnTo>
                  <a:lnTo>
                    <a:pt x="3604" y="274"/>
                  </a:lnTo>
                  <a:lnTo>
                    <a:pt x="3607" y="270"/>
                  </a:lnTo>
                  <a:lnTo>
                    <a:pt x="3610" y="268"/>
                  </a:lnTo>
                  <a:lnTo>
                    <a:pt x="3614" y="266"/>
                  </a:lnTo>
                  <a:lnTo>
                    <a:pt x="3617" y="266"/>
                  </a:lnTo>
                  <a:lnTo>
                    <a:pt x="3621" y="266"/>
                  </a:lnTo>
                  <a:lnTo>
                    <a:pt x="3624" y="268"/>
                  </a:lnTo>
                  <a:lnTo>
                    <a:pt x="3627" y="270"/>
                  </a:lnTo>
                  <a:lnTo>
                    <a:pt x="3630" y="274"/>
                  </a:lnTo>
                  <a:lnTo>
                    <a:pt x="3633" y="280"/>
                  </a:lnTo>
                  <a:lnTo>
                    <a:pt x="3634" y="282"/>
                  </a:lnTo>
                  <a:lnTo>
                    <a:pt x="3635" y="286"/>
                  </a:lnTo>
                  <a:lnTo>
                    <a:pt x="3637" y="294"/>
                  </a:lnTo>
                  <a:lnTo>
                    <a:pt x="3639" y="301"/>
                  </a:lnTo>
                  <a:lnTo>
                    <a:pt x="3693" y="689"/>
                  </a:lnTo>
                  <a:lnTo>
                    <a:pt x="3695" y="703"/>
                  </a:lnTo>
                  <a:lnTo>
                    <a:pt x="3696" y="707"/>
                  </a:lnTo>
                  <a:lnTo>
                    <a:pt x="3697" y="709"/>
                  </a:lnTo>
                  <a:lnTo>
                    <a:pt x="3698" y="713"/>
                  </a:lnTo>
                  <a:lnTo>
                    <a:pt x="3700" y="713"/>
                  </a:lnTo>
                  <a:lnTo>
                    <a:pt x="3701" y="713"/>
                  </a:lnTo>
                  <a:lnTo>
                    <a:pt x="3702" y="713"/>
                  </a:lnTo>
                  <a:lnTo>
                    <a:pt x="3703" y="711"/>
                  </a:lnTo>
                  <a:lnTo>
                    <a:pt x="3704" y="707"/>
                  </a:lnTo>
                  <a:lnTo>
                    <a:pt x="3705" y="703"/>
                  </a:lnTo>
                  <a:lnTo>
                    <a:pt x="3707" y="689"/>
                  </a:lnTo>
                  <a:lnTo>
                    <a:pt x="3761" y="222"/>
                  </a:lnTo>
                  <a:lnTo>
                    <a:pt x="3762" y="216"/>
                  </a:lnTo>
                  <a:lnTo>
                    <a:pt x="3763" y="212"/>
                  </a:lnTo>
                  <a:lnTo>
                    <a:pt x="3764" y="210"/>
                  </a:lnTo>
                  <a:lnTo>
                    <a:pt x="3766" y="208"/>
                  </a:lnTo>
                  <a:lnTo>
                    <a:pt x="3767" y="208"/>
                  </a:lnTo>
                  <a:lnTo>
                    <a:pt x="3769" y="208"/>
                  </a:lnTo>
                  <a:lnTo>
                    <a:pt x="3773" y="208"/>
                  </a:lnTo>
                  <a:lnTo>
                    <a:pt x="3777" y="210"/>
                  </a:lnTo>
                  <a:lnTo>
                    <a:pt x="3779" y="212"/>
                  </a:lnTo>
                  <a:lnTo>
                    <a:pt x="3781" y="214"/>
                  </a:lnTo>
                  <a:lnTo>
                    <a:pt x="3782" y="218"/>
                  </a:lnTo>
                  <a:lnTo>
                    <a:pt x="3782" y="222"/>
                  </a:lnTo>
                  <a:lnTo>
                    <a:pt x="3781" y="232"/>
                  </a:lnTo>
                  <a:lnTo>
                    <a:pt x="3726" y="699"/>
                  </a:lnTo>
                  <a:close/>
                  <a:moveTo>
                    <a:pt x="3953" y="753"/>
                  </a:moveTo>
                  <a:lnTo>
                    <a:pt x="3940" y="753"/>
                  </a:lnTo>
                  <a:lnTo>
                    <a:pt x="3934" y="751"/>
                  </a:lnTo>
                  <a:lnTo>
                    <a:pt x="3929" y="749"/>
                  </a:lnTo>
                  <a:lnTo>
                    <a:pt x="3918" y="745"/>
                  </a:lnTo>
                  <a:lnTo>
                    <a:pt x="3908" y="737"/>
                  </a:lnTo>
                  <a:lnTo>
                    <a:pt x="3903" y="733"/>
                  </a:lnTo>
                  <a:lnTo>
                    <a:pt x="3898" y="729"/>
                  </a:lnTo>
                  <a:lnTo>
                    <a:pt x="3890" y="717"/>
                  </a:lnTo>
                  <a:lnTo>
                    <a:pt x="3882" y="705"/>
                  </a:lnTo>
                  <a:lnTo>
                    <a:pt x="3875" y="689"/>
                  </a:lnTo>
                  <a:lnTo>
                    <a:pt x="3872" y="683"/>
                  </a:lnTo>
                  <a:lnTo>
                    <a:pt x="3869" y="673"/>
                  </a:lnTo>
                  <a:lnTo>
                    <a:pt x="3866" y="665"/>
                  </a:lnTo>
                  <a:lnTo>
                    <a:pt x="3864" y="655"/>
                  </a:lnTo>
                  <a:lnTo>
                    <a:pt x="3859" y="635"/>
                  </a:lnTo>
                  <a:lnTo>
                    <a:pt x="3856" y="615"/>
                  </a:lnTo>
                  <a:lnTo>
                    <a:pt x="3853" y="591"/>
                  </a:lnTo>
                  <a:lnTo>
                    <a:pt x="3851" y="567"/>
                  </a:lnTo>
                  <a:lnTo>
                    <a:pt x="3850" y="541"/>
                  </a:lnTo>
                  <a:lnTo>
                    <a:pt x="3849" y="513"/>
                  </a:lnTo>
                  <a:lnTo>
                    <a:pt x="3849" y="443"/>
                  </a:lnTo>
                  <a:lnTo>
                    <a:pt x="3850" y="415"/>
                  </a:lnTo>
                  <a:lnTo>
                    <a:pt x="3851" y="389"/>
                  </a:lnTo>
                  <a:lnTo>
                    <a:pt x="3853" y="363"/>
                  </a:lnTo>
                  <a:lnTo>
                    <a:pt x="3856" y="341"/>
                  </a:lnTo>
                  <a:lnTo>
                    <a:pt x="3857" y="329"/>
                  </a:lnTo>
                  <a:lnTo>
                    <a:pt x="3859" y="319"/>
                  </a:lnTo>
                  <a:lnTo>
                    <a:pt x="3861" y="309"/>
                  </a:lnTo>
                  <a:lnTo>
                    <a:pt x="3864" y="300"/>
                  </a:lnTo>
                  <a:lnTo>
                    <a:pt x="3866" y="290"/>
                  </a:lnTo>
                  <a:lnTo>
                    <a:pt x="3869" y="282"/>
                  </a:lnTo>
                  <a:lnTo>
                    <a:pt x="3875" y="266"/>
                  </a:lnTo>
                  <a:lnTo>
                    <a:pt x="3882" y="252"/>
                  </a:lnTo>
                  <a:lnTo>
                    <a:pt x="3886" y="244"/>
                  </a:lnTo>
                  <a:lnTo>
                    <a:pt x="3890" y="238"/>
                  </a:lnTo>
                  <a:lnTo>
                    <a:pt x="3898" y="228"/>
                  </a:lnTo>
                  <a:lnTo>
                    <a:pt x="3903" y="222"/>
                  </a:lnTo>
                  <a:lnTo>
                    <a:pt x="3908" y="218"/>
                  </a:lnTo>
                  <a:lnTo>
                    <a:pt x="3918" y="212"/>
                  </a:lnTo>
                  <a:lnTo>
                    <a:pt x="3929" y="206"/>
                  </a:lnTo>
                  <a:lnTo>
                    <a:pt x="3934" y="204"/>
                  </a:lnTo>
                  <a:lnTo>
                    <a:pt x="3940" y="204"/>
                  </a:lnTo>
                  <a:lnTo>
                    <a:pt x="3953" y="202"/>
                  </a:lnTo>
                  <a:lnTo>
                    <a:pt x="3965" y="204"/>
                  </a:lnTo>
                  <a:lnTo>
                    <a:pt x="3971" y="204"/>
                  </a:lnTo>
                  <a:lnTo>
                    <a:pt x="3977" y="206"/>
                  </a:lnTo>
                  <a:lnTo>
                    <a:pt x="3988" y="212"/>
                  </a:lnTo>
                  <a:lnTo>
                    <a:pt x="3998" y="218"/>
                  </a:lnTo>
                  <a:lnTo>
                    <a:pt x="4003" y="222"/>
                  </a:lnTo>
                  <a:lnTo>
                    <a:pt x="4007" y="228"/>
                  </a:lnTo>
                  <a:lnTo>
                    <a:pt x="4016" y="238"/>
                  </a:lnTo>
                  <a:lnTo>
                    <a:pt x="4024" y="252"/>
                  </a:lnTo>
                  <a:lnTo>
                    <a:pt x="4031" y="266"/>
                  </a:lnTo>
                  <a:lnTo>
                    <a:pt x="4034" y="274"/>
                  </a:lnTo>
                  <a:lnTo>
                    <a:pt x="4037" y="282"/>
                  </a:lnTo>
                  <a:lnTo>
                    <a:pt x="4039" y="290"/>
                  </a:lnTo>
                  <a:lnTo>
                    <a:pt x="4042" y="300"/>
                  </a:lnTo>
                  <a:lnTo>
                    <a:pt x="4046" y="319"/>
                  </a:lnTo>
                  <a:lnTo>
                    <a:pt x="4050" y="341"/>
                  </a:lnTo>
                  <a:lnTo>
                    <a:pt x="4053" y="363"/>
                  </a:lnTo>
                  <a:lnTo>
                    <a:pt x="4055" y="389"/>
                  </a:lnTo>
                  <a:lnTo>
                    <a:pt x="4056" y="415"/>
                  </a:lnTo>
                  <a:lnTo>
                    <a:pt x="4057" y="443"/>
                  </a:lnTo>
                  <a:lnTo>
                    <a:pt x="4057" y="513"/>
                  </a:lnTo>
                  <a:lnTo>
                    <a:pt x="4056" y="541"/>
                  </a:lnTo>
                  <a:lnTo>
                    <a:pt x="4055" y="567"/>
                  </a:lnTo>
                  <a:lnTo>
                    <a:pt x="4053" y="591"/>
                  </a:lnTo>
                  <a:lnTo>
                    <a:pt x="4050" y="615"/>
                  </a:lnTo>
                  <a:lnTo>
                    <a:pt x="4048" y="625"/>
                  </a:lnTo>
                  <a:lnTo>
                    <a:pt x="4046" y="635"/>
                  </a:lnTo>
                  <a:lnTo>
                    <a:pt x="4044" y="645"/>
                  </a:lnTo>
                  <a:lnTo>
                    <a:pt x="4042" y="655"/>
                  </a:lnTo>
                  <a:lnTo>
                    <a:pt x="4039" y="665"/>
                  </a:lnTo>
                  <a:lnTo>
                    <a:pt x="4037" y="673"/>
                  </a:lnTo>
                  <a:lnTo>
                    <a:pt x="4031" y="689"/>
                  </a:lnTo>
                  <a:lnTo>
                    <a:pt x="4024" y="705"/>
                  </a:lnTo>
                  <a:lnTo>
                    <a:pt x="4020" y="711"/>
                  </a:lnTo>
                  <a:lnTo>
                    <a:pt x="4016" y="717"/>
                  </a:lnTo>
                  <a:lnTo>
                    <a:pt x="4007" y="729"/>
                  </a:lnTo>
                  <a:lnTo>
                    <a:pt x="4003" y="733"/>
                  </a:lnTo>
                  <a:lnTo>
                    <a:pt x="3998" y="737"/>
                  </a:lnTo>
                  <a:lnTo>
                    <a:pt x="3988" y="745"/>
                  </a:lnTo>
                  <a:lnTo>
                    <a:pt x="3977" y="749"/>
                  </a:lnTo>
                  <a:lnTo>
                    <a:pt x="3971" y="751"/>
                  </a:lnTo>
                  <a:lnTo>
                    <a:pt x="3965" y="753"/>
                  </a:lnTo>
                  <a:lnTo>
                    <a:pt x="3953" y="753"/>
                  </a:lnTo>
                  <a:close/>
                  <a:moveTo>
                    <a:pt x="4034" y="443"/>
                  </a:moveTo>
                  <a:lnTo>
                    <a:pt x="4034" y="419"/>
                  </a:lnTo>
                  <a:lnTo>
                    <a:pt x="4033" y="397"/>
                  </a:lnTo>
                  <a:lnTo>
                    <a:pt x="4033" y="387"/>
                  </a:lnTo>
                  <a:lnTo>
                    <a:pt x="4032" y="377"/>
                  </a:lnTo>
                  <a:lnTo>
                    <a:pt x="4030" y="359"/>
                  </a:lnTo>
                  <a:lnTo>
                    <a:pt x="4027" y="341"/>
                  </a:lnTo>
                  <a:lnTo>
                    <a:pt x="4024" y="323"/>
                  </a:lnTo>
                  <a:lnTo>
                    <a:pt x="4020" y="309"/>
                  </a:lnTo>
                  <a:lnTo>
                    <a:pt x="4016" y="296"/>
                  </a:lnTo>
                  <a:lnTo>
                    <a:pt x="4011" y="284"/>
                  </a:lnTo>
                  <a:lnTo>
                    <a:pt x="4008" y="278"/>
                  </a:lnTo>
                  <a:lnTo>
                    <a:pt x="4005" y="272"/>
                  </a:lnTo>
                  <a:lnTo>
                    <a:pt x="3998" y="264"/>
                  </a:lnTo>
                  <a:lnTo>
                    <a:pt x="3994" y="260"/>
                  </a:lnTo>
                  <a:lnTo>
                    <a:pt x="3990" y="256"/>
                  </a:lnTo>
                  <a:lnTo>
                    <a:pt x="3986" y="252"/>
                  </a:lnTo>
                  <a:lnTo>
                    <a:pt x="3982" y="250"/>
                  </a:lnTo>
                  <a:lnTo>
                    <a:pt x="3973" y="246"/>
                  </a:lnTo>
                  <a:lnTo>
                    <a:pt x="3963" y="242"/>
                  </a:lnTo>
                  <a:lnTo>
                    <a:pt x="3953" y="242"/>
                  </a:lnTo>
                  <a:lnTo>
                    <a:pt x="3942" y="242"/>
                  </a:lnTo>
                  <a:lnTo>
                    <a:pt x="3932" y="246"/>
                  </a:lnTo>
                  <a:lnTo>
                    <a:pt x="3928" y="248"/>
                  </a:lnTo>
                  <a:lnTo>
                    <a:pt x="3923" y="250"/>
                  </a:lnTo>
                  <a:lnTo>
                    <a:pt x="3915" y="256"/>
                  </a:lnTo>
                  <a:lnTo>
                    <a:pt x="3908" y="264"/>
                  </a:lnTo>
                  <a:lnTo>
                    <a:pt x="3901" y="272"/>
                  </a:lnTo>
                  <a:lnTo>
                    <a:pt x="3895" y="284"/>
                  </a:lnTo>
                  <a:lnTo>
                    <a:pt x="3890" y="296"/>
                  </a:lnTo>
                  <a:lnTo>
                    <a:pt x="3888" y="301"/>
                  </a:lnTo>
                  <a:lnTo>
                    <a:pt x="3885" y="309"/>
                  </a:lnTo>
                  <a:lnTo>
                    <a:pt x="3882" y="323"/>
                  </a:lnTo>
                  <a:lnTo>
                    <a:pt x="3878" y="341"/>
                  </a:lnTo>
                  <a:lnTo>
                    <a:pt x="3876" y="359"/>
                  </a:lnTo>
                  <a:lnTo>
                    <a:pt x="3874" y="377"/>
                  </a:lnTo>
                  <a:lnTo>
                    <a:pt x="3872" y="397"/>
                  </a:lnTo>
                  <a:lnTo>
                    <a:pt x="3872" y="409"/>
                  </a:lnTo>
                  <a:lnTo>
                    <a:pt x="3872" y="419"/>
                  </a:lnTo>
                  <a:lnTo>
                    <a:pt x="3871" y="443"/>
                  </a:lnTo>
                  <a:lnTo>
                    <a:pt x="3871" y="513"/>
                  </a:lnTo>
                  <a:lnTo>
                    <a:pt x="3872" y="535"/>
                  </a:lnTo>
                  <a:lnTo>
                    <a:pt x="3872" y="557"/>
                  </a:lnTo>
                  <a:lnTo>
                    <a:pt x="3873" y="567"/>
                  </a:lnTo>
                  <a:lnTo>
                    <a:pt x="3874" y="577"/>
                  </a:lnTo>
                  <a:lnTo>
                    <a:pt x="3876" y="597"/>
                  </a:lnTo>
                  <a:lnTo>
                    <a:pt x="3878" y="615"/>
                  </a:lnTo>
                  <a:lnTo>
                    <a:pt x="3882" y="631"/>
                  </a:lnTo>
                  <a:lnTo>
                    <a:pt x="3885" y="645"/>
                  </a:lnTo>
                  <a:lnTo>
                    <a:pt x="3890" y="659"/>
                  </a:lnTo>
                  <a:lnTo>
                    <a:pt x="3895" y="673"/>
                  </a:lnTo>
                  <a:lnTo>
                    <a:pt x="3898" y="677"/>
                  </a:lnTo>
                  <a:lnTo>
                    <a:pt x="3901" y="683"/>
                  </a:lnTo>
                  <a:lnTo>
                    <a:pt x="3908" y="693"/>
                  </a:lnTo>
                  <a:lnTo>
                    <a:pt x="3911" y="697"/>
                  </a:lnTo>
                  <a:lnTo>
                    <a:pt x="3915" y="699"/>
                  </a:lnTo>
                  <a:lnTo>
                    <a:pt x="3919" y="703"/>
                  </a:lnTo>
                  <a:lnTo>
                    <a:pt x="3923" y="707"/>
                  </a:lnTo>
                  <a:lnTo>
                    <a:pt x="3932" y="711"/>
                  </a:lnTo>
                  <a:lnTo>
                    <a:pt x="3942" y="713"/>
                  </a:lnTo>
                  <a:lnTo>
                    <a:pt x="3953" y="713"/>
                  </a:lnTo>
                  <a:lnTo>
                    <a:pt x="3963" y="713"/>
                  </a:lnTo>
                  <a:lnTo>
                    <a:pt x="3973" y="711"/>
                  </a:lnTo>
                  <a:lnTo>
                    <a:pt x="3978" y="709"/>
                  </a:lnTo>
                  <a:lnTo>
                    <a:pt x="3982" y="707"/>
                  </a:lnTo>
                  <a:lnTo>
                    <a:pt x="3990" y="699"/>
                  </a:lnTo>
                  <a:lnTo>
                    <a:pt x="3998" y="693"/>
                  </a:lnTo>
                  <a:lnTo>
                    <a:pt x="4005" y="683"/>
                  </a:lnTo>
                  <a:lnTo>
                    <a:pt x="4011" y="673"/>
                  </a:lnTo>
                  <a:lnTo>
                    <a:pt x="4016" y="659"/>
                  </a:lnTo>
                  <a:lnTo>
                    <a:pt x="4018" y="653"/>
                  </a:lnTo>
                  <a:lnTo>
                    <a:pt x="4020" y="645"/>
                  </a:lnTo>
                  <a:lnTo>
                    <a:pt x="4024" y="631"/>
                  </a:lnTo>
                  <a:lnTo>
                    <a:pt x="4027" y="615"/>
                  </a:lnTo>
                  <a:lnTo>
                    <a:pt x="4030" y="597"/>
                  </a:lnTo>
                  <a:lnTo>
                    <a:pt x="4032" y="577"/>
                  </a:lnTo>
                  <a:lnTo>
                    <a:pt x="4033" y="557"/>
                  </a:lnTo>
                  <a:lnTo>
                    <a:pt x="4034" y="547"/>
                  </a:lnTo>
                  <a:lnTo>
                    <a:pt x="4034" y="535"/>
                  </a:lnTo>
                  <a:lnTo>
                    <a:pt x="4034" y="513"/>
                  </a:lnTo>
                  <a:lnTo>
                    <a:pt x="4034" y="443"/>
                  </a:lnTo>
                  <a:close/>
                  <a:moveTo>
                    <a:pt x="4237" y="242"/>
                  </a:moveTo>
                  <a:lnTo>
                    <a:pt x="4230" y="242"/>
                  </a:lnTo>
                  <a:lnTo>
                    <a:pt x="4222" y="244"/>
                  </a:lnTo>
                  <a:lnTo>
                    <a:pt x="4215" y="246"/>
                  </a:lnTo>
                  <a:lnTo>
                    <a:pt x="4206" y="250"/>
                  </a:lnTo>
                  <a:lnTo>
                    <a:pt x="4197" y="258"/>
                  </a:lnTo>
                  <a:lnTo>
                    <a:pt x="4188" y="266"/>
                  </a:lnTo>
                  <a:lnTo>
                    <a:pt x="4178" y="276"/>
                  </a:lnTo>
                  <a:lnTo>
                    <a:pt x="4167" y="288"/>
                  </a:lnTo>
                  <a:lnTo>
                    <a:pt x="4167" y="729"/>
                  </a:lnTo>
                  <a:lnTo>
                    <a:pt x="4167" y="731"/>
                  </a:lnTo>
                  <a:lnTo>
                    <a:pt x="4167" y="735"/>
                  </a:lnTo>
                  <a:lnTo>
                    <a:pt x="4164" y="741"/>
                  </a:lnTo>
                  <a:lnTo>
                    <a:pt x="4161" y="745"/>
                  </a:lnTo>
                  <a:lnTo>
                    <a:pt x="4158" y="747"/>
                  </a:lnTo>
                  <a:lnTo>
                    <a:pt x="4155" y="747"/>
                  </a:lnTo>
                  <a:lnTo>
                    <a:pt x="4152" y="745"/>
                  </a:lnTo>
                  <a:lnTo>
                    <a:pt x="4147" y="741"/>
                  </a:lnTo>
                  <a:lnTo>
                    <a:pt x="4145" y="735"/>
                  </a:lnTo>
                  <a:lnTo>
                    <a:pt x="4144" y="729"/>
                  </a:lnTo>
                  <a:lnTo>
                    <a:pt x="4144" y="228"/>
                  </a:lnTo>
                  <a:lnTo>
                    <a:pt x="4144" y="224"/>
                  </a:lnTo>
                  <a:lnTo>
                    <a:pt x="4145" y="220"/>
                  </a:lnTo>
                  <a:lnTo>
                    <a:pt x="4147" y="214"/>
                  </a:lnTo>
                  <a:lnTo>
                    <a:pt x="4149" y="210"/>
                  </a:lnTo>
                  <a:lnTo>
                    <a:pt x="4150" y="210"/>
                  </a:lnTo>
                  <a:lnTo>
                    <a:pt x="4152" y="208"/>
                  </a:lnTo>
                  <a:lnTo>
                    <a:pt x="4154" y="208"/>
                  </a:lnTo>
                  <a:lnTo>
                    <a:pt x="4158" y="208"/>
                  </a:lnTo>
                  <a:lnTo>
                    <a:pt x="4160" y="208"/>
                  </a:lnTo>
                  <a:lnTo>
                    <a:pt x="4162" y="210"/>
                  </a:lnTo>
                  <a:lnTo>
                    <a:pt x="4164" y="210"/>
                  </a:lnTo>
                  <a:lnTo>
                    <a:pt x="4165" y="214"/>
                  </a:lnTo>
                  <a:lnTo>
                    <a:pt x="4166" y="216"/>
                  </a:lnTo>
                  <a:lnTo>
                    <a:pt x="4167" y="220"/>
                  </a:lnTo>
                  <a:lnTo>
                    <a:pt x="4167" y="224"/>
                  </a:lnTo>
                  <a:lnTo>
                    <a:pt x="4167" y="228"/>
                  </a:lnTo>
                  <a:lnTo>
                    <a:pt x="4167" y="248"/>
                  </a:lnTo>
                  <a:lnTo>
                    <a:pt x="4177" y="238"/>
                  </a:lnTo>
                  <a:lnTo>
                    <a:pt x="4181" y="232"/>
                  </a:lnTo>
                  <a:lnTo>
                    <a:pt x="4186" y="228"/>
                  </a:lnTo>
                  <a:lnTo>
                    <a:pt x="4194" y="220"/>
                  </a:lnTo>
                  <a:lnTo>
                    <a:pt x="4203" y="214"/>
                  </a:lnTo>
                  <a:lnTo>
                    <a:pt x="4211" y="208"/>
                  </a:lnTo>
                  <a:lnTo>
                    <a:pt x="4220" y="206"/>
                  </a:lnTo>
                  <a:lnTo>
                    <a:pt x="4228" y="204"/>
                  </a:lnTo>
                  <a:lnTo>
                    <a:pt x="4237" y="202"/>
                  </a:lnTo>
                  <a:lnTo>
                    <a:pt x="4243" y="204"/>
                  </a:lnTo>
                  <a:lnTo>
                    <a:pt x="4245" y="204"/>
                  </a:lnTo>
                  <a:lnTo>
                    <a:pt x="4247" y="206"/>
                  </a:lnTo>
                  <a:lnTo>
                    <a:pt x="4249" y="208"/>
                  </a:lnTo>
                  <a:lnTo>
                    <a:pt x="4250" y="210"/>
                  </a:lnTo>
                  <a:lnTo>
                    <a:pt x="4251" y="214"/>
                  </a:lnTo>
                  <a:lnTo>
                    <a:pt x="4251" y="218"/>
                  </a:lnTo>
                  <a:lnTo>
                    <a:pt x="4251" y="226"/>
                  </a:lnTo>
                  <a:lnTo>
                    <a:pt x="4251" y="230"/>
                  </a:lnTo>
                  <a:lnTo>
                    <a:pt x="4250" y="234"/>
                  </a:lnTo>
                  <a:lnTo>
                    <a:pt x="4249" y="236"/>
                  </a:lnTo>
                  <a:lnTo>
                    <a:pt x="4247" y="238"/>
                  </a:lnTo>
                  <a:lnTo>
                    <a:pt x="4243" y="242"/>
                  </a:lnTo>
                  <a:lnTo>
                    <a:pt x="4237" y="242"/>
                  </a:lnTo>
                  <a:close/>
                  <a:moveTo>
                    <a:pt x="4344" y="753"/>
                  </a:moveTo>
                  <a:lnTo>
                    <a:pt x="4339" y="753"/>
                  </a:lnTo>
                  <a:lnTo>
                    <a:pt x="4335" y="751"/>
                  </a:lnTo>
                  <a:lnTo>
                    <a:pt x="4333" y="747"/>
                  </a:lnTo>
                  <a:lnTo>
                    <a:pt x="4331" y="741"/>
                  </a:lnTo>
                  <a:lnTo>
                    <a:pt x="4330" y="735"/>
                  </a:lnTo>
                  <a:lnTo>
                    <a:pt x="4330" y="20"/>
                  </a:lnTo>
                  <a:lnTo>
                    <a:pt x="4331" y="16"/>
                  </a:lnTo>
                  <a:lnTo>
                    <a:pt x="4331" y="12"/>
                  </a:lnTo>
                  <a:lnTo>
                    <a:pt x="4333" y="6"/>
                  </a:lnTo>
                  <a:lnTo>
                    <a:pt x="4334" y="4"/>
                  </a:lnTo>
                  <a:lnTo>
                    <a:pt x="4335" y="2"/>
                  </a:lnTo>
                  <a:lnTo>
                    <a:pt x="4339" y="0"/>
                  </a:lnTo>
                  <a:lnTo>
                    <a:pt x="4344" y="0"/>
                  </a:lnTo>
                  <a:lnTo>
                    <a:pt x="4347" y="2"/>
                  </a:lnTo>
                  <a:lnTo>
                    <a:pt x="4350" y="6"/>
                  </a:lnTo>
                  <a:lnTo>
                    <a:pt x="4352" y="12"/>
                  </a:lnTo>
                  <a:lnTo>
                    <a:pt x="4353" y="20"/>
                  </a:lnTo>
                  <a:lnTo>
                    <a:pt x="4353" y="735"/>
                  </a:lnTo>
                  <a:lnTo>
                    <a:pt x="4352" y="737"/>
                  </a:lnTo>
                  <a:lnTo>
                    <a:pt x="4352" y="741"/>
                  </a:lnTo>
                  <a:lnTo>
                    <a:pt x="4350" y="747"/>
                  </a:lnTo>
                  <a:lnTo>
                    <a:pt x="4349" y="749"/>
                  </a:lnTo>
                  <a:lnTo>
                    <a:pt x="4347" y="751"/>
                  </a:lnTo>
                  <a:lnTo>
                    <a:pt x="4344" y="75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1" name="Freeform 6">
              <a:extLst>
                <a:ext uri="{FF2B5EF4-FFF2-40B4-BE49-F238E27FC236}">
                  <a16:creationId xmlns:a16="http://schemas.microsoft.com/office/drawing/2014/main" id="{066AA960-BA64-4BEB-B4C1-6A3D54D66B28}"/>
                </a:ext>
              </a:extLst>
            </p:cNvPr>
            <p:cNvSpPr>
              <a:spLocks noEditPoints="1"/>
            </p:cNvSpPr>
            <p:nvPr/>
          </p:nvSpPr>
          <p:spPr bwMode="auto">
            <a:xfrm>
              <a:off x="2389188" y="1992313"/>
              <a:ext cx="7424738" cy="1890713"/>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2948479803"/>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matchingName="Section Header Blue">
  <p:cSld name="1_Section Header Blue">
    <p:bg>
      <p:bgPr>
        <a:solidFill>
          <a:schemeClr val="accent2"/>
        </a:solidFill>
        <a:effectLst/>
      </p:bgPr>
    </p:bg>
    <p:spTree>
      <p:nvGrpSpPr>
        <p:cNvPr id="1" name="Shape 35"/>
        <p:cNvGrpSpPr/>
        <p:nvPr/>
      </p:nvGrpSpPr>
      <p:grpSpPr>
        <a:xfrm>
          <a:off x="0" y="0"/>
          <a:ext cx="0" cy="0"/>
          <a:chOff x="0" y="0"/>
          <a:chExt cx="0" cy="0"/>
        </a:xfrm>
      </p:grpSpPr>
      <p:sp>
        <p:nvSpPr>
          <p:cNvPr id="36" name="Google Shape;36;p28"/>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8"/>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8"/>
          <p:cNvSpPr>
            <a:spLocks noGrp="1"/>
          </p:cNvSpPr>
          <p:nvPr>
            <p:ph type="sldNum" idx="12"/>
          </p:nvPr>
        </p:nvSpPr>
        <p:spPr>
          <a:xfrm flipH="1">
            <a:off x="407989"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lnSpc>
                <a:spcPct val="100000"/>
              </a:lnSpc>
              <a:spcBef>
                <a:spcPts val="0"/>
              </a:spcBef>
              <a:spcAft>
                <a:spcPts val="0"/>
              </a:spcAft>
              <a:buNone/>
              <a:defRPr sz="450" b="0" i="0" u="none" strike="noStrike" cap="none">
                <a:solidFill>
                  <a:schemeClr val="accent2"/>
                </a:solidFill>
                <a:latin typeface="Arial"/>
                <a:ea typeface="Arial"/>
                <a:cs typeface="Arial"/>
                <a:sym typeface="Arial"/>
              </a:defRPr>
            </a:lvl1pPr>
            <a:lvl2pPr marL="0" lvl="1" indent="0" algn="ctr">
              <a:lnSpc>
                <a:spcPct val="100000"/>
              </a:lnSpc>
              <a:spcBef>
                <a:spcPts val="0"/>
              </a:spcBef>
              <a:spcAft>
                <a:spcPts val="0"/>
              </a:spcAft>
              <a:buNone/>
              <a:defRPr sz="450" b="0" i="0" u="none" strike="noStrike" cap="none">
                <a:solidFill>
                  <a:schemeClr val="accent2"/>
                </a:solidFill>
                <a:latin typeface="Arial"/>
                <a:ea typeface="Arial"/>
                <a:cs typeface="Arial"/>
                <a:sym typeface="Arial"/>
              </a:defRPr>
            </a:lvl2pPr>
            <a:lvl3pPr marL="0" lvl="2" indent="0" algn="ctr">
              <a:lnSpc>
                <a:spcPct val="100000"/>
              </a:lnSpc>
              <a:spcBef>
                <a:spcPts val="0"/>
              </a:spcBef>
              <a:spcAft>
                <a:spcPts val="0"/>
              </a:spcAft>
              <a:buNone/>
              <a:defRPr sz="450" b="0" i="0" u="none" strike="noStrike" cap="none">
                <a:solidFill>
                  <a:schemeClr val="accent2"/>
                </a:solidFill>
                <a:latin typeface="Arial"/>
                <a:ea typeface="Arial"/>
                <a:cs typeface="Arial"/>
                <a:sym typeface="Arial"/>
              </a:defRPr>
            </a:lvl3pPr>
            <a:lvl4pPr marL="0" lvl="3" indent="0" algn="ctr">
              <a:lnSpc>
                <a:spcPct val="100000"/>
              </a:lnSpc>
              <a:spcBef>
                <a:spcPts val="0"/>
              </a:spcBef>
              <a:spcAft>
                <a:spcPts val="0"/>
              </a:spcAft>
              <a:buNone/>
              <a:defRPr sz="450" b="0" i="0" u="none" strike="noStrike" cap="none">
                <a:solidFill>
                  <a:schemeClr val="accent2"/>
                </a:solidFill>
                <a:latin typeface="Arial"/>
                <a:ea typeface="Arial"/>
                <a:cs typeface="Arial"/>
                <a:sym typeface="Arial"/>
              </a:defRPr>
            </a:lvl4pPr>
            <a:lvl5pPr marL="0" lvl="4" indent="0" algn="ctr">
              <a:lnSpc>
                <a:spcPct val="100000"/>
              </a:lnSpc>
              <a:spcBef>
                <a:spcPts val="0"/>
              </a:spcBef>
              <a:spcAft>
                <a:spcPts val="0"/>
              </a:spcAft>
              <a:buNone/>
              <a:defRPr sz="450" b="0" i="0" u="none" strike="noStrike" cap="none">
                <a:solidFill>
                  <a:schemeClr val="accent2"/>
                </a:solidFill>
                <a:latin typeface="Arial"/>
                <a:ea typeface="Arial"/>
                <a:cs typeface="Arial"/>
                <a:sym typeface="Arial"/>
              </a:defRPr>
            </a:lvl5pPr>
            <a:lvl6pPr marL="0" lvl="5" indent="0" algn="ctr">
              <a:lnSpc>
                <a:spcPct val="100000"/>
              </a:lnSpc>
              <a:spcBef>
                <a:spcPts val="0"/>
              </a:spcBef>
              <a:spcAft>
                <a:spcPts val="0"/>
              </a:spcAft>
              <a:buNone/>
              <a:defRPr sz="450" b="0" i="0" u="none" strike="noStrike" cap="none">
                <a:solidFill>
                  <a:schemeClr val="accent2"/>
                </a:solidFill>
                <a:latin typeface="Arial"/>
                <a:ea typeface="Arial"/>
                <a:cs typeface="Arial"/>
                <a:sym typeface="Arial"/>
              </a:defRPr>
            </a:lvl6pPr>
            <a:lvl7pPr marL="0" lvl="6" indent="0" algn="ctr">
              <a:lnSpc>
                <a:spcPct val="100000"/>
              </a:lnSpc>
              <a:spcBef>
                <a:spcPts val="0"/>
              </a:spcBef>
              <a:spcAft>
                <a:spcPts val="0"/>
              </a:spcAft>
              <a:buNone/>
              <a:defRPr sz="450" b="0" i="0" u="none" strike="noStrike" cap="none">
                <a:solidFill>
                  <a:schemeClr val="accent2"/>
                </a:solidFill>
                <a:latin typeface="Arial"/>
                <a:ea typeface="Arial"/>
                <a:cs typeface="Arial"/>
                <a:sym typeface="Arial"/>
              </a:defRPr>
            </a:lvl7pPr>
            <a:lvl8pPr marL="0" lvl="7" indent="0" algn="ctr">
              <a:lnSpc>
                <a:spcPct val="100000"/>
              </a:lnSpc>
              <a:spcBef>
                <a:spcPts val="0"/>
              </a:spcBef>
              <a:spcAft>
                <a:spcPts val="0"/>
              </a:spcAft>
              <a:buNone/>
              <a:defRPr sz="450" b="0" i="0" u="none" strike="noStrike" cap="none">
                <a:solidFill>
                  <a:schemeClr val="accent2"/>
                </a:solidFill>
                <a:latin typeface="Arial"/>
                <a:ea typeface="Arial"/>
                <a:cs typeface="Arial"/>
                <a:sym typeface="Arial"/>
              </a:defRPr>
            </a:lvl8pPr>
            <a:lvl9pPr marL="0" lvl="8" indent="0" algn="ctr">
              <a:lnSpc>
                <a:spcPct val="100000"/>
              </a:lnSpc>
              <a:spcBef>
                <a:spcPts val="0"/>
              </a:spcBef>
              <a:spcAft>
                <a:spcPts val="0"/>
              </a:spcAft>
              <a:buNone/>
              <a:defRPr sz="450" b="0" i="0" u="none" strike="noStrike" cap="none">
                <a:solidFill>
                  <a:schemeClr val="accent2"/>
                </a:solidFill>
                <a:latin typeface="Arial"/>
                <a:ea typeface="Arial"/>
                <a:cs typeface="Arial"/>
                <a:sym typeface="Arial"/>
              </a:defRPr>
            </a:lvl9pPr>
          </a:lstStyle>
          <a:p>
            <a:fld id="{00000000-1234-1234-1234-123412341234}" type="slidenum">
              <a:rPr lang="en-US" smtClean="0"/>
              <a:pPr/>
              <a:t>‹#›</a:t>
            </a:fld>
            <a:endParaRPr lang="en-US"/>
          </a:p>
        </p:txBody>
      </p:sp>
      <p:sp>
        <p:nvSpPr>
          <p:cNvPr id="39" name="Google Shape;39;p28"/>
          <p:cNvSpPr txBox="1">
            <a:spLocks noGrp="1"/>
          </p:cNvSpPr>
          <p:nvPr>
            <p:ph type="title"/>
          </p:nvPr>
        </p:nvSpPr>
        <p:spPr>
          <a:xfrm>
            <a:off x="407989" y="3140968"/>
            <a:ext cx="11376025" cy="1944688"/>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chemeClr val="lt1"/>
              </a:buClr>
              <a:buSzPts val="3600"/>
              <a:buFont typeface="Arial"/>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28"/>
          <p:cNvSpPr txBox="1">
            <a:spLocks noGrp="1"/>
          </p:cNvSpPr>
          <p:nvPr>
            <p:ph type="subTitle" idx="1"/>
          </p:nvPr>
        </p:nvSpPr>
        <p:spPr>
          <a:xfrm>
            <a:off x="407989" y="5373216"/>
            <a:ext cx="11376025" cy="648618"/>
          </a:xfrm>
          <a:prstGeom prst="rect">
            <a:avLst/>
          </a:prstGeom>
          <a:noFill/>
          <a:ln>
            <a:noFill/>
          </a:ln>
        </p:spPr>
        <p:txBody>
          <a:bodyPr spcFirstLastPara="1" wrap="square" lIns="0" tIns="0" rIns="0" bIns="0" anchor="t" anchorCtr="0">
            <a:noAutofit/>
          </a:bodyPr>
          <a:lstStyle>
            <a:lvl1pPr lvl="0" algn="l">
              <a:lnSpc>
                <a:spcPct val="100000"/>
              </a:lnSpc>
              <a:spcBef>
                <a:spcPts val="150"/>
              </a:spcBef>
              <a:spcAft>
                <a:spcPts val="0"/>
              </a:spcAft>
              <a:buClr>
                <a:schemeClr val="lt1"/>
              </a:buClr>
              <a:buSzPts val="1350"/>
              <a:buFont typeface="Arial"/>
              <a:buNone/>
              <a:defRPr sz="1350" b="0">
                <a:solidFill>
                  <a:schemeClr val="lt1"/>
                </a:solidFill>
              </a:defRPr>
            </a:lvl1pPr>
            <a:lvl2pPr lvl="1" algn="ctr">
              <a:lnSpc>
                <a:spcPct val="120000"/>
              </a:lnSpc>
              <a:spcBef>
                <a:spcPts val="450"/>
              </a:spcBef>
              <a:spcAft>
                <a:spcPts val="0"/>
              </a:spcAft>
              <a:buClr>
                <a:schemeClr val="accent2"/>
              </a:buClr>
              <a:buSzPts val="1500"/>
              <a:buNone/>
              <a:defRPr sz="1500"/>
            </a:lvl2pPr>
            <a:lvl3pPr lvl="2" algn="ctr">
              <a:lnSpc>
                <a:spcPct val="120000"/>
              </a:lnSpc>
              <a:spcBef>
                <a:spcPts val="450"/>
              </a:spcBef>
              <a:spcAft>
                <a:spcPts val="0"/>
              </a:spcAft>
              <a:buClr>
                <a:schemeClr val="accent2"/>
              </a:buClr>
              <a:buSzPts val="1350"/>
              <a:buNone/>
              <a:defRPr sz="1350"/>
            </a:lvl3pPr>
            <a:lvl4pPr lvl="3" algn="ctr">
              <a:lnSpc>
                <a:spcPct val="120000"/>
              </a:lnSpc>
              <a:spcBef>
                <a:spcPts val="450"/>
              </a:spcBef>
              <a:spcAft>
                <a:spcPts val="0"/>
              </a:spcAft>
              <a:buClr>
                <a:schemeClr val="accent2"/>
              </a:buClr>
              <a:buSzPts val="1200"/>
              <a:buNone/>
              <a:defRPr sz="1200"/>
            </a:lvl4pPr>
            <a:lvl5pPr lvl="4" algn="ctr">
              <a:lnSpc>
                <a:spcPct val="120000"/>
              </a:lnSpc>
              <a:spcBef>
                <a:spcPts val="450"/>
              </a:spcBef>
              <a:spcAft>
                <a:spcPts val="0"/>
              </a:spcAft>
              <a:buClr>
                <a:schemeClr val="accent2"/>
              </a:buClr>
              <a:buSzPts val="1200"/>
              <a:buNone/>
              <a:defRPr sz="1200"/>
            </a:lvl5pPr>
            <a:lvl6pPr lvl="5" algn="ctr">
              <a:lnSpc>
                <a:spcPct val="120000"/>
              </a:lnSpc>
              <a:spcBef>
                <a:spcPts val="450"/>
              </a:spcBef>
              <a:spcAft>
                <a:spcPts val="0"/>
              </a:spcAft>
              <a:buClr>
                <a:schemeClr val="accent2"/>
              </a:buClr>
              <a:buSzPts val="1200"/>
              <a:buNone/>
              <a:defRPr sz="1200"/>
            </a:lvl6pPr>
            <a:lvl7pPr lvl="6" algn="ctr">
              <a:lnSpc>
                <a:spcPct val="120000"/>
              </a:lnSpc>
              <a:spcBef>
                <a:spcPts val="450"/>
              </a:spcBef>
              <a:spcAft>
                <a:spcPts val="0"/>
              </a:spcAft>
              <a:buClr>
                <a:schemeClr val="accent2"/>
              </a:buClr>
              <a:buSzPts val="1200"/>
              <a:buNone/>
              <a:defRPr sz="1200"/>
            </a:lvl7pPr>
            <a:lvl8pPr lvl="7" algn="ctr">
              <a:lnSpc>
                <a:spcPct val="120000"/>
              </a:lnSpc>
              <a:spcBef>
                <a:spcPts val="450"/>
              </a:spcBef>
              <a:spcAft>
                <a:spcPts val="0"/>
              </a:spcAft>
              <a:buClr>
                <a:schemeClr val="accent2"/>
              </a:buClr>
              <a:buSzPts val="1200"/>
              <a:buNone/>
              <a:defRPr sz="1200"/>
            </a:lvl8pPr>
            <a:lvl9pPr lvl="8" algn="ctr">
              <a:lnSpc>
                <a:spcPct val="120000"/>
              </a:lnSpc>
              <a:spcBef>
                <a:spcPts val="450"/>
              </a:spcBef>
              <a:spcAft>
                <a:spcPts val="0"/>
              </a:spcAft>
              <a:buClr>
                <a:schemeClr val="accent2"/>
              </a:buClr>
              <a:buSzPts val="1200"/>
              <a:buNone/>
              <a:defRPr sz="1200"/>
            </a:lvl9pPr>
          </a:lstStyle>
          <a:p>
            <a:endParaRPr/>
          </a:p>
        </p:txBody>
      </p:sp>
      <p:sp>
        <p:nvSpPr>
          <p:cNvPr id="41" name="Google Shape;41;p28"/>
          <p:cNvSpPr/>
          <p:nvPr/>
        </p:nvSpPr>
        <p:spPr>
          <a:xfrm>
            <a:off x="10646501" y="6236625"/>
            <a:ext cx="1130963" cy="288000"/>
          </a:xfrm>
          <a:custGeom>
            <a:avLst/>
            <a:gdLst/>
            <a:ahLst/>
            <a:cxnLst/>
            <a:rect l="l" t="t" r="r" b="b"/>
            <a:pathLst>
              <a:path w="4677" h="2381" extrusionOk="0">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l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endParaRPr sz="105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038661426"/>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cSld name="2_Just Titl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EDEBD7-2361-B0FF-D550-3B9C61A43324}"/>
              </a:ext>
            </a:extLst>
          </p:cNvPr>
          <p:cNvSpPr>
            <a:spLocks noGrp="1"/>
          </p:cNvSpPr>
          <p:nvPr>
            <p:ph type="title"/>
          </p:nvPr>
        </p:nvSpPr>
        <p:spPr>
          <a:xfrm>
            <a:off x="407989" y="548680"/>
            <a:ext cx="10368531" cy="1008112"/>
          </a:xfrm>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772B3D28-0427-3F85-E66C-35F07DCA1730}"/>
              </a:ext>
            </a:extLst>
          </p:cNvPr>
          <p:cNvSpPr>
            <a:spLocks noGrp="1"/>
          </p:cNvSpPr>
          <p:nvPr>
            <p:ph type="dt" sz="half" idx="10"/>
          </p:nvPr>
        </p:nvSpPr>
        <p:spPr/>
        <p:txBody>
          <a:bodyPr/>
          <a:lstStyle/>
          <a:p>
            <a:fld id="{D993E4D4-F507-4C81-A003-C45002AC76A0}" type="datetime3">
              <a:rPr lang="en-US" smtClean="0"/>
              <a:t>1 October 2026</a:t>
            </a:fld>
            <a:endParaRPr lang="en-US" dirty="0"/>
          </a:p>
        </p:txBody>
      </p:sp>
      <p:sp>
        <p:nvSpPr>
          <p:cNvPr id="4" name="Footer Placeholder 3">
            <a:extLst>
              <a:ext uri="{FF2B5EF4-FFF2-40B4-BE49-F238E27FC236}">
                <a16:creationId xmlns:a16="http://schemas.microsoft.com/office/drawing/2014/main" id="{7380FAA5-158A-A4A5-2E12-00858603C6A8}"/>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BC60D0EB-3C4B-4CAD-CA14-53BE84A56208}"/>
              </a:ext>
            </a:extLst>
          </p:cNvPr>
          <p:cNvSpPr>
            <a:spLocks noGrp="1"/>
          </p:cNvSpPr>
          <p:nvPr>
            <p:ph type="sldNum" sz="quarter" idx="12"/>
          </p:nvPr>
        </p:nvSpPr>
        <p:spPr/>
        <p:txBody>
          <a:bodyPr/>
          <a:lstStyle/>
          <a:p>
            <a:fld id="{5B16D1FE-3A35-41BA-8EBE-413702045235}" type="slidenum">
              <a:rPr lang="en-US" smtClean="0"/>
              <a:pPr/>
              <a:t>‹#›</a:t>
            </a:fld>
            <a:endParaRPr lang="en-US" dirty="0"/>
          </a:p>
        </p:txBody>
      </p:sp>
    </p:spTree>
    <p:extLst>
      <p:ext uri="{BB962C8B-B14F-4D97-AF65-F5344CB8AC3E}">
        <p14:creationId xmlns:p14="http://schemas.microsoft.com/office/powerpoint/2010/main" val="3997436061"/>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image" Target="../media/image1.png"/><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noChangeAspect="1"/>
          </p:cNvSpPr>
          <p:nvPr>
            <p:ph type="sldNum" sz="quarter" idx="4"/>
          </p:nvPr>
        </p:nvSpPr>
        <p:spPr>
          <a:xfrm flipH="1">
            <a:off x="407988" y="6381328"/>
            <a:ext cx="359420" cy="143296"/>
          </a:xfrm>
          <a:prstGeom prst="parallelogram">
            <a:avLst>
              <a:gd name="adj" fmla="val 51419"/>
            </a:avLst>
          </a:prstGeom>
          <a:solidFill>
            <a:schemeClr val="accent1"/>
          </a:solidFill>
          <a:ln>
            <a:noFill/>
          </a:ln>
        </p:spPr>
        <p:txBody>
          <a:bodyPr vert="horz" wrap="none" lIns="0" tIns="0" rIns="0" bIns="0" rtlCol="0" anchor="ctr" anchorCtr="0"/>
          <a:lstStyle>
            <a:lvl1pPr algn="ctr">
              <a:defRPr sz="600" b="0" cap="all" spc="100" baseline="0">
                <a:solidFill>
                  <a:schemeClr val="accent2"/>
                </a:solidFill>
              </a:defRPr>
            </a:lvl1pPr>
          </a:lstStyle>
          <a:p>
            <a:fld id="{5B16D1FE-3A35-41BA-8EBE-413702045235}" type="slidenum">
              <a:rPr lang="en-US" smtClean="0"/>
              <a:pPr/>
              <a:t>‹#›</a:t>
            </a:fld>
            <a:endParaRPr lang="en-US" dirty="0"/>
          </a:p>
        </p:txBody>
      </p:sp>
      <p:sp>
        <p:nvSpPr>
          <p:cNvPr id="2" name="Title Placeholder 1"/>
          <p:cNvSpPr>
            <a:spLocks noGrp="1"/>
          </p:cNvSpPr>
          <p:nvPr>
            <p:ph type="title"/>
          </p:nvPr>
        </p:nvSpPr>
        <p:spPr>
          <a:xfrm>
            <a:off x="407989" y="548680"/>
            <a:ext cx="11376024" cy="1008112"/>
          </a:xfrm>
          <a:prstGeom prst="rect">
            <a:avLst/>
          </a:prstGeom>
        </p:spPr>
        <p:txBody>
          <a:bodyPr vert="horz" wrap="square" lIns="0" tIns="0" rIns="0" bIns="0" rtlCol="0" anchor="t" anchorCtr="0">
            <a:noAutofit/>
          </a:bodyPr>
          <a:lstStyle/>
          <a:p>
            <a:r>
              <a:rPr lang="en-US" noProof="0"/>
              <a:t>Click to edit Master title style</a:t>
            </a:r>
            <a:endParaRPr lang="en-US" noProof="0" dirty="0"/>
          </a:p>
        </p:txBody>
      </p:sp>
      <p:sp>
        <p:nvSpPr>
          <p:cNvPr id="3" name="Text Placeholder 2"/>
          <p:cNvSpPr>
            <a:spLocks noGrp="1"/>
          </p:cNvSpPr>
          <p:nvPr>
            <p:ph type="body" idx="1"/>
          </p:nvPr>
        </p:nvSpPr>
        <p:spPr>
          <a:xfrm>
            <a:off x="407988" y="1844823"/>
            <a:ext cx="11376025" cy="4176565"/>
          </a:xfrm>
          <a:prstGeom prst="rect">
            <a:avLst/>
          </a:prstGeom>
        </p:spPr>
        <p:txBody>
          <a:bodyPr vert="horz" wrap="square" lIns="0" tIns="0" rIns="0" bIns="0" rtlCol="0" anchor="t" anchorCtr="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4" name="Date Placeholder 3"/>
          <p:cNvSpPr>
            <a:spLocks noGrp="1"/>
          </p:cNvSpPr>
          <p:nvPr>
            <p:ph type="dt" sz="half" idx="2"/>
          </p:nvPr>
        </p:nvSpPr>
        <p:spPr>
          <a:xfrm>
            <a:off x="911424" y="6381328"/>
            <a:ext cx="1224136" cy="143296"/>
          </a:xfrm>
          <a:prstGeom prst="rect">
            <a:avLst/>
          </a:prstGeom>
        </p:spPr>
        <p:txBody>
          <a:bodyPr vert="horz" wrap="none" lIns="0" tIns="0" rIns="0" bIns="0" rtlCol="0" anchor="ctr" anchorCtr="0">
            <a:noAutofit/>
          </a:bodyPr>
          <a:lstStyle>
            <a:lvl1pPr algn="l">
              <a:defRPr sz="600" b="0" cap="all" spc="200" baseline="0">
                <a:solidFill>
                  <a:schemeClr val="accent2"/>
                </a:solidFill>
              </a:defRPr>
            </a:lvl1pPr>
          </a:lstStyle>
          <a:p>
            <a:fld id="{07146E88-7547-413C-92A8-02673B838C07}" type="datetime3">
              <a:rPr lang="en-US" smtClean="0"/>
              <a:t>1 October 2026</a:t>
            </a:fld>
            <a:endParaRPr lang="en-US" dirty="0"/>
          </a:p>
        </p:txBody>
      </p:sp>
      <p:sp>
        <p:nvSpPr>
          <p:cNvPr id="5" name="Footer Placeholder 4"/>
          <p:cNvSpPr>
            <a:spLocks noGrp="1"/>
          </p:cNvSpPr>
          <p:nvPr>
            <p:ph type="ftr" sz="quarter" idx="3"/>
          </p:nvPr>
        </p:nvSpPr>
        <p:spPr>
          <a:xfrm>
            <a:off x="2279576" y="6381328"/>
            <a:ext cx="7632848" cy="144016"/>
          </a:xfrm>
          <a:prstGeom prst="rect">
            <a:avLst/>
          </a:prstGeom>
        </p:spPr>
        <p:txBody>
          <a:bodyPr vert="horz" wrap="square" lIns="0" tIns="0" rIns="0" bIns="0" rtlCol="0" anchor="ctr" anchorCtr="0">
            <a:noAutofit/>
          </a:bodyPr>
          <a:lstStyle>
            <a:lvl1pPr algn="l">
              <a:defRPr sz="600" b="0" cap="all" spc="200" baseline="0">
                <a:solidFill>
                  <a:schemeClr val="accent2"/>
                </a:solidFill>
              </a:defRPr>
            </a:lvl1pPr>
          </a:lstStyle>
          <a:p>
            <a:endParaRPr lang="en-US" dirty="0"/>
          </a:p>
        </p:txBody>
      </p:sp>
      <p:sp>
        <p:nvSpPr>
          <p:cNvPr id="14" name="(c)" hidden="1"/>
          <p:cNvSpPr txBox="1"/>
          <p:nvPr/>
        </p:nvSpPr>
        <p:spPr>
          <a:xfrm>
            <a:off x="11997738" y="6891795"/>
            <a:ext cx="187552" cy="30778"/>
          </a:xfrm>
          <a:prstGeom prst="rect">
            <a:avLst/>
          </a:prstGeom>
          <a:noFill/>
        </p:spPr>
        <p:txBody>
          <a:bodyPr wrap="none" lIns="0" tIns="0" rIns="0" bIns="0" rtlCol="0">
            <a:spAutoFit/>
          </a:bodyPr>
          <a:lstStyle/>
          <a:p>
            <a:pPr algn="r"/>
            <a:r>
              <a:rPr lang="fi-FI" sz="200" dirty="0">
                <a:solidFill>
                  <a:schemeClr val="bg1"/>
                </a:solidFill>
                <a:latin typeface="+mn-lt"/>
              </a:rPr>
              <a:t>©grow. for</a:t>
            </a:r>
            <a:r>
              <a:rPr lang="fi-FI" sz="200" baseline="0" dirty="0">
                <a:solidFill>
                  <a:schemeClr val="bg1"/>
                </a:solidFill>
                <a:latin typeface="+mn-lt"/>
              </a:rPr>
              <a:t> </a:t>
            </a:r>
            <a:r>
              <a:rPr lang="fi-FI" sz="200" baseline="0" dirty="0" err="1">
                <a:solidFill>
                  <a:schemeClr val="bg1"/>
                </a:solidFill>
                <a:latin typeface="+mn-lt"/>
              </a:rPr>
              <a:t>lamor</a:t>
            </a:r>
            <a:endParaRPr lang="en-GB" sz="200" dirty="0" err="1">
              <a:solidFill>
                <a:schemeClr val="bg1"/>
              </a:solidFill>
              <a:latin typeface="+mn-lt"/>
            </a:endParaRPr>
          </a:p>
        </p:txBody>
      </p:sp>
      <p:pic>
        <p:nvPicPr>
          <p:cNvPr id="15" name="(logo)" descr="Z:\GRW (grow)\logot\copyright_grow.png" hidden="1"/>
          <p:cNvPicPr>
            <a:picLocks noChangeAspect="1" noChangeArrowheads="1"/>
          </p:cNvPicPr>
          <p:nvPr/>
        </p:nvPicPr>
        <p:blipFill>
          <a:blip r:embed="rId61" cstate="screen">
            <a:extLst>
              <a:ext uri="{28A0092B-C50C-407E-A947-70E740481C1C}">
                <a14:useLocalDpi xmlns:a14="http://schemas.microsoft.com/office/drawing/2010/main"/>
              </a:ext>
            </a:extLst>
          </a:blip>
          <a:srcRect/>
          <a:stretch>
            <a:fillRect/>
          </a:stretch>
        </p:blipFill>
        <p:spPr bwMode="auto">
          <a:xfrm>
            <a:off x="0" y="-36000"/>
            <a:ext cx="60261" cy="18000"/>
          </a:xfrm>
          <a:prstGeom prst="rect">
            <a:avLst/>
          </a:prstGeom>
          <a:noFill/>
          <a:extLst>
            <a:ext uri="{909E8E84-426E-40DD-AFC4-6F175D3DCCD1}">
              <a14:hiddenFill xmlns:a14="http://schemas.microsoft.com/office/drawing/2010/main">
                <a:solidFill>
                  <a:srgbClr val="FFFFFF"/>
                </a:solidFill>
              </a14:hiddenFill>
            </a:ext>
          </a:extLst>
        </p:spPr>
      </p:pic>
      <p:sp>
        <p:nvSpPr>
          <p:cNvPr id="20" name="Freeform 6">
            <a:extLst>
              <a:ext uri="{FF2B5EF4-FFF2-40B4-BE49-F238E27FC236}">
                <a16:creationId xmlns:a16="http://schemas.microsoft.com/office/drawing/2014/main" id="{E86E414C-BDA4-6235-036B-2F3BB126709C}"/>
              </a:ext>
            </a:extLst>
          </p:cNvPr>
          <p:cNvSpPr>
            <a:spLocks noChangeAspect="1" noEditPoints="1"/>
          </p:cNvSpPr>
          <p:nvPr/>
        </p:nvSpPr>
        <p:spPr bwMode="auto">
          <a:xfrm>
            <a:off x="10646502" y="6236625"/>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248088419"/>
      </p:ext>
    </p:extLst>
  </p:cSld>
  <p:clrMap bg1="lt1" tx1="dk1" bg2="lt2" tx2="dk2" accent1="accent1" accent2="accent2" accent3="accent3" accent4="accent4" accent5="accent5" accent6="accent6" hlink="hlink" folHlink="folHlink"/>
  <p:sldLayoutIdLst>
    <p:sldLayoutId id="2147483743" r:id="rId1"/>
    <p:sldLayoutId id="2147483742" r:id="rId2"/>
    <p:sldLayoutId id="2147483762" r:id="rId3"/>
    <p:sldLayoutId id="2147483760" r:id="rId4"/>
    <p:sldLayoutId id="2147483759" r:id="rId5"/>
    <p:sldLayoutId id="2147483747" r:id="rId6"/>
    <p:sldLayoutId id="2147483709" r:id="rId7"/>
    <p:sldLayoutId id="2147483763" r:id="rId8"/>
    <p:sldLayoutId id="2147483746" r:id="rId9"/>
    <p:sldLayoutId id="2147483735" r:id="rId10"/>
    <p:sldLayoutId id="2147483764" r:id="rId11"/>
    <p:sldLayoutId id="2147483650" r:id="rId12"/>
    <p:sldLayoutId id="2147483706" r:id="rId13"/>
    <p:sldLayoutId id="2147483755" r:id="rId14"/>
    <p:sldLayoutId id="2147483769" r:id="rId15"/>
    <p:sldLayoutId id="2147483750" r:id="rId16"/>
    <p:sldLayoutId id="2147483663" r:id="rId17"/>
    <p:sldLayoutId id="2147483765" r:id="rId18"/>
    <p:sldLayoutId id="2147483761" r:id="rId19"/>
    <p:sldLayoutId id="2147483753" r:id="rId20"/>
    <p:sldLayoutId id="2147483752" r:id="rId21"/>
    <p:sldLayoutId id="2147483713" r:id="rId22"/>
    <p:sldLayoutId id="2147483652" r:id="rId23"/>
    <p:sldLayoutId id="2147483741" r:id="rId24"/>
    <p:sldLayoutId id="2147483771" r:id="rId25"/>
    <p:sldLayoutId id="2147483710" r:id="rId26"/>
    <p:sldLayoutId id="2147483711" r:id="rId27"/>
    <p:sldLayoutId id="2147483712" r:id="rId28"/>
    <p:sldLayoutId id="2147483700" r:id="rId29"/>
    <p:sldLayoutId id="2147483701" r:id="rId30"/>
    <p:sldLayoutId id="2147483728" r:id="rId31"/>
    <p:sldLayoutId id="2147483744" r:id="rId32"/>
    <p:sldLayoutId id="2147483703" r:id="rId33"/>
    <p:sldLayoutId id="2147483720" r:id="rId34"/>
    <p:sldLayoutId id="2147483704" r:id="rId35"/>
    <p:sldLayoutId id="2147483705" r:id="rId36"/>
    <p:sldLayoutId id="2147483721" r:id="rId37"/>
    <p:sldLayoutId id="2147483722" r:id="rId38"/>
    <p:sldLayoutId id="2147483723" r:id="rId39"/>
    <p:sldLayoutId id="2147483725" r:id="rId40"/>
    <p:sldLayoutId id="2147483724" r:id="rId41"/>
    <p:sldLayoutId id="2147483727" r:id="rId42"/>
    <p:sldLayoutId id="2147483726" r:id="rId43"/>
    <p:sldLayoutId id="2147483756" r:id="rId44"/>
    <p:sldLayoutId id="2147483770" r:id="rId45"/>
    <p:sldLayoutId id="2147483714" r:id="rId46"/>
    <p:sldLayoutId id="2147483773" r:id="rId47"/>
    <p:sldLayoutId id="2147483754" r:id="rId48"/>
    <p:sldLayoutId id="2147483732" r:id="rId49"/>
    <p:sldLayoutId id="2147483731" r:id="rId50"/>
    <p:sldLayoutId id="2147483766" r:id="rId51"/>
    <p:sldLayoutId id="2147483757" r:id="rId52"/>
    <p:sldLayoutId id="2147483758" r:id="rId53"/>
    <p:sldLayoutId id="2147483767" r:id="rId54"/>
    <p:sldLayoutId id="2147483715" r:id="rId55"/>
    <p:sldLayoutId id="2147483716" r:id="rId56"/>
    <p:sldLayoutId id="2147483768" r:id="rId57"/>
    <p:sldLayoutId id="2147483772" r:id="rId58"/>
    <p:sldLayoutId id="2147483774" r:id="rId59"/>
  </p:sldLayoutIdLst>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hf hdr="0"/>
  <p:txStyles>
    <p:titleStyle>
      <a:lvl1pPr algn="l" defTabSz="914400" rtl="0" eaLnBrk="1" latinLnBrk="0" hangingPunct="1">
        <a:lnSpc>
          <a:spcPct val="100000"/>
        </a:lnSpc>
        <a:spcBef>
          <a:spcPct val="0"/>
        </a:spcBef>
        <a:buNone/>
        <a:defRPr sz="3200" b="1" kern="1200">
          <a:solidFill>
            <a:schemeClr val="accent2"/>
          </a:solidFill>
          <a:latin typeface="+mj-lt"/>
          <a:ea typeface="+mj-ea"/>
          <a:cs typeface="+mj-cs"/>
        </a:defRPr>
      </a:lvl1pPr>
    </p:titleStyle>
    <p:bodyStyle>
      <a:lvl1pPr marL="0" indent="0" algn="l" defTabSz="914400" rtl="0" eaLnBrk="1" latinLnBrk="0" hangingPunct="1">
        <a:lnSpc>
          <a:spcPct val="120000"/>
        </a:lnSpc>
        <a:spcBef>
          <a:spcPts val="600"/>
        </a:spcBef>
        <a:buFontTx/>
        <a:buNone/>
        <a:defRPr sz="1800" kern="1200">
          <a:solidFill>
            <a:schemeClr val="accent2"/>
          </a:solidFill>
          <a:latin typeface="+mn-lt"/>
          <a:ea typeface="+mn-ea"/>
          <a:cs typeface="+mn-cs"/>
        </a:defRPr>
      </a:lvl1pPr>
      <a:lvl2pPr marL="266700" indent="-266700" algn="l" defTabSz="914400" rtl="0" eaLnBrk="1" latinLnBrk="0" hangingPunct="1">
        <a:lnSpc>
          <a:spcPct val="120000"/>
        </a:lnSpc>
        <a:spcBef>
          <a:spcPts val="600"/>
        </a:spcBef>
        <a:buFont typeface="Arial" panose="020B0604020202020204" pitchFamily="34" charset="0"/>
        <a:buChar char="•"/>
        <a:defRPr sz="1800" kern="1200">
          <a:solidFill>
            <a:schemeClr val="accent2"/>
          </a:solidFill>
          <a:latin typeface="+mn-lt"/>
          <a:ea typeface="+mn-ea"/>
          <a:cs typeface="+mn-cs"/>
        </a:defRPr>
      </a:lvl2pPr>
      <a:lvl3pPr marL="542925" indent="-276225" algn="l" defTabSz="914400" rtl="0" eaLnBrk="1" latinLnBrk="0" hangingPunct="1">
        <a:lnSpc>
          <a:spcPct val="120000"/>
        </a:lnSpc>
        <a:spcBef>
          <a:spcPts val="600"/>
        </a:spcBef>
        <a:buFont typeface="Arial" panose="020B0604020202020204" pitchFamily="34" charset="0"/>
        <a:buChar char="•"/>
        <a:defRPr sz="1600" kern="1200">
          <a:solidFill>
            <a:schemeClr val="accent2"/>
          </a:solidFill>
          <a:latin typeface="+mn-lt"/>
          <a:ea typeface="+mn-ea"/>
          <a:cs typeface="+mn-cs"/>
        </a:defRPr>
      </a:lvl3pPr>
      <a:lvl4pPr marL="809625" indent="-266700" algn="l" defTabSz="914400" rtl="0" eaLnBrk="1" latinLnBrk="0" hangingPunct="1">
        <a:lnSpc>
          <a:spcPct val="120000"/>
        </a:lnSpc>
        <a:spcBef>
          <a:spcPts val="600"/>
        </a:spcBef>
        <a:buFont typeface="Arial" panose="020B0604020202020204" pitchFamily="34" charset="0"/>
        <a:buChar char="•"/>
        <a:defRPr sz="1600" kern="1200">
          <a:solidFill>
            <a:schemeClr val="accent2"/>
          </a:solidFill>
          <a:latin typeface="+mn-lt"/>
          <a:ea typeface="+mn-ea"/>
          <a:cs typeface="+mn-cs"/>
        </a:defRPr>
      </a:lvl4pPr>
      <a:lvl5pPr marL="1076325" indent="-266700" algn="l" defTabSz="914400" rtl="0" eaLnBrk="1" latinLnBrk="0" hangingPunct="1">
        <a:lnSpc>
          <a:spcPct val="120000"/>
        </a:lnSpc>
        <a:spcBef>
          <a:spcPts val="600"/>
        </a:spcBef>
        <a:buFont typeface="Arial" panose="020B0604020202020204" pitchFamily="34" charset="0"/>
        <a:buChar char="•"/>
        <a:defRPr sz="1400" kern="1200">
          <a:solidFill>
            <a:schemeClr val="accent2"/>
          </a:solidFill>
          <a:latin typeface="+mn-lt"/>
          <a:ea typeface="+mn-ea"/>
          <a:cs typeface="+mn-cs"/>
        </a:defRPr>
      </a:lvl5pPr>
      <a:lvl6pPr marL="1343025" indent="-266700" algn="l" defTabSz="914400" rtl="0" eaLnBrk="1" latinLnBrk="0" hangingPunct="1">
        <a:lnSpc>
          <a:spcPct val="120000"/>
        </a:lnSpc>
        <a:spcBef>
          <a:spcPts val="600"/>
        </a:spcBef>
        <a:buFont typeface="Arial" panose="020B0604020202020204" pitchFamily="34" charset="0"/>
        <a:buChar char="•"/>
        <a:defRPr sz="1400" kern="1200">
          <a:solidFill>
            <a:schemeClr val="accent2"/>
          </a:solidFill>
          <a:latin typeface="+mn-lt"/>
          <a:ea typeface="+mn-ea"/>
          <a:cs typeface="+mn-cs"/>
        </a:defRPr>
      </a:lvl6pPr>
      <a:lvl7pPr marL="1619250" indent="-276225" algn="l" defTabSz="914400" rtl="0" eaLnBrk="1" latinLnBrk="0" hangingPunct="1">
        <a:lnSpc>
          <a:spcPct val="120000"/>
        </a:lnSpc>
        <a:spcBef>
          <a:spcPts val="600"/>
        </a:spcBef>
        <a:buFont typeface="Arial" panose="020B0604020202020204" pitchFamily="34" charset="0"/>
        <a:buChar char="•"/>
        <a:defRPr sz="1400" kern="1200">
          <a:solidFill>
            <a:schemeClr val="accent2"/>
          </a:solidFill>
          <a:latin typeface="+mn-lt"/>
          <a:ea typeface="+mn-ea"/>
          <a:cs typeface="+mn-cs"/>
        </a:defRPr>
      </a:lvl7pPr>
      <a:lvl8pPr marL="1885950" indent="-266700" algn="l" defTabSz="914400" rtl="0" eaLnBrk="1" latinLnBrk="0" hangingPunct="1">
        <a:lnSpc>
          <a:spcPct val="120000"/>
        </a:lnSpc>
        <a:spcBef>
          <a:spcPts val="600"/>
        </a:spcBef>
        <a:buFont typeface="Arial" panose="020B0604020202020204" pitchFamily="34" charset="0"/>
        <a:buChar char="•"/>
        <a:defRPr sz="1400" kern="1200">
          <a:solidFill>
            <a:schemeClr val="accent2"/>
          </a:solidFill>
          <a:latin typeface="+mn-lt"/>
          <a:ea typeface="+mn-ea"/>
          <a:cs typeface="+mn-cs"/>
        </a:defRPr>
      </a:lvl8pPr>
      <a:lvl9pPr marL="2152650" indent="-266700" algn="l" defTabSz="914400" rtl="0" eaLnBrk="1" latinLnBrk="0" hangingPunct="1">
        <a:lnSpc>
          <a:spcPct val="120000"/>
        </a:lnSpc>
        <a:spcBef>
          <a:spcPts val="600"/>
        </a:spcBef>
        <a:buFont typeface="Arial" panose="020B0604020202020204" pitchFamily="34" charset="0"/>
        <a:buChar char="•"/>
        <a:defRPr sz="1400" kern="1200">
          <a:solidFill>
            <a:schemeClr val="accent2"/>
          </a:solidFill>
          <a:latin typeface="+mn-lt"/>
          <a:ea typeface="+mn-ea"/>
          <a:cs typeface="+mn-cs"/>
        </a:defRPr>
      </a:lvl9pPr>
    </p:bodyStyle>
    <p:otherStyle>
      <a:defPPr>
        <a:defRPr lang="fi-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2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5.xml"/><Relationship Id="rId4" Type="http://schemas.openxmlformats.org/officeDocument/2006/relationships/image" Target="../media/image6.jpeg"/></Relationships>
</file>

<file path=ppt/slides/_rels/slide3.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notesSlide" Target="../notesSlides/notesSlide3.xml"/><Relationship Id="rId1" Type="http://schemas.openxmlformats.org/officeDocument/2006/relationships/slideLayout" Target="../slideLayouts/slideLayout46.xml"/></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46.xml"/></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6.xml"/><Relationship Id="rId1" Type="http://schemas.openxmlformats.org/officeDocument/2006/relationships/slideLayout" Target="../slideLayouts/slideLayout46.xml"/><Relationship Id="rId4" Type="http://schemas.openxmlformats.org/officeDocument/2006/relationships/image" Target="../media/image10.svg"/></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7.xml"/><Relationship Id="rId1" Type="http://schemas.openxmlformats.org/officeDocument/2006/relationships/slideLayout" Target="../slideLayouts/slideLayout44.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46.xml"/><Relationship Id="rId5" Type="http://schemas.openxmlformats.org/officeDocument/2006/relationships/image" Target="../media/image12.png"/><Relationship Id="rId4" Type="http://schemas.openxmlformats.org/officeDocument/2006/relationships/image" Target="../media/image10.svg"/></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7"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46.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0.svg"/></Relationships>
</file>

<file path=ppt/slides/_rels/slide1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0.xml"/><Relationship Id="rId1" Type="http://schemas.openxmlformats.org/officeDocument/2006/relationships/slideLayout" Target="../slideLayouts/slideLayout59.xml"/><Relationship Id="rId4" Type="http://schemas.openxmlformats.org/officeDocument/2006/relationships/image" Target="../media/image16.jpeg"/></Relationships>
</file>

<file path=ppt/slides/_rels/slide11.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jpeg"/><Relationship Id="rId7" Type="http://schemas.openxmlformats.org/officeDocument/2006/relationships/image" Target="../media/image13.svg"/><Relationship Id="rId2" Type="http://schemas.openxmlformats.org/officeDocument/2006/relationships/notesSlide" Target="../notesSlides/notesSlide11.xml"/><Relationship Id="rId1" Type="http://schemas.openxmlformats.org/officeDocument/2006/relationships/slideLayout" Target="../slideLayouts/slideLayout46.xml"/><Relationship Id="rId6" Type="http://schemas.openxmlformats.org/officeDocument/2006/relationships/image" Target="../media/image17.svg"/><Relationship Id="rId5" Type="http://schemas.openxmlformats.org/officeDocument/2006/relationships/image" Target="../media/image12.png"/><Relationship Id="rId4" Type="http://schemas.openxmlformats.org/officeDocument/2006/relationships/image" Target="../media/image10.sv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59.xml"/><Relationship Id="rId4" Type="http://schemas.openxmlformats.org/officeDocument/2006/relationships/image" Target="../media/image19.jpeg"/></Relationships>
</file>

<file path=ppt/slides/_rels/slide13.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9.jpeg"/><Relationship Id="rId7" Type="http://schemas.openxmlformats.org/officeDocument/2006/relationships/image" Target="../media/image20.svg"/><Relationship Id="rId2" Type="http://schemas.openxmlformats.org/officeDocument/2006/relationships/notesSlide" Target="../notesSlides/notesSlide13.xml"/><Relationship Id="rId1" Type="http://schemas.openxmlformats.org/officeDocument/2006/relationships/slideLayout" Target="../slideLayouts/slideLayout46.xml"/><Relationship Id="rId6" Type="http://schemas.openxmlformats.org/officeDocument/2006/relationships/image" Target="../media/image17.svg"/><Relationship Id="rId5" Type="http://schemas.openxmlformats.org/officeDocument/2006/relationships/image" Target="../media/image12.png"/><Relationship Id="rId4" Type="http://schemas.openxmlformats.org/officeDocument/2006/relationships/image" Target="../media/image10.svg"/><Relationship Id="rId9"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4.xml"/><Relationship Id="rId1" Type="http://schemas.openxmlformats.org/officeDocument/2006/relationships/slideLayout" Target="../slideLayouts/slideLayout59.xml"/><Relationship Id="rId4" Type="http://schemas.openxmlformats.org/officeDocument/2006/relationships/image" Target="../media/image22.jpeg"/></Relationships>
</file>

<file path=ppt/slides/_rels/slide15.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9.jpeg"/><Relationship Id="rId7" Type="http://schemas.openxmlformats.org/officeDocument/2006/relationships/image" Target="../media/image20.svg"/><Relationship Id="rId2" Type="http://schemas.openxmlformats.org/officeDocument/2006/relationships/notesSlide" Target="../notesSlides/notesSlide15.xml"/><Relationship Id="rId1" Type="http://schemas.openxmlformats.org/officeDocument/2006/relationships/slideLayout" Target="../slideLayouts/slideLayout46.xml"/><Relationship Id="rId6" Type="http://schemas.openxmlformats.org/officeDocument/2006/relationships/image" Target="../media/image17.svg"/><Relationship Id="rId5" Type="http://schemas.openxmlformats.org/officeDocument/2006/relationships/image" Target="../media/image12.png"/><Relationship Id="rId4" Type="http://schemas.openxmlformats.org/officeDocument/2006/relationships/image" Target="../media/image10.svg"/><Relationship Id="rId9"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44.xml"/></Relationships>
</file>

<file path=ppt/slides/_rels/slide17.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9.jpeg"/><Relationship Id="rId7" Type="http://schemas.openxmlformats.org/officeDocument/2006/relationships/image" Target="../media/image20.svg"/><Relationship Id="rId2" Type="http://schemas.openxmlformats.org/officeDocument/2006/relationships/notesSlide" Target="../notesSlides/notesSlide17.xml"/><Relationship Id="rId1" Type="http://schemas.openxmlformats.org/officeDocument/2006/relationships/slideLayout" Target="../slideLayouts/slideLayout46.xml"/><Relationship Id="rId6" Type="http://schemas.openxmlformats.org/officeDocument/2006/relationships/image" Target="../media/image17.svg"/><Relationship Id="rId5" Type="http://schemas.openxmlformats.org/officeDocument/2006/relationships/image" Target="../media/image12.png"/><Relationship Id="rId10" Type="http://schemas.openxmlformats.org/officeDocument/2006/relationships/image" Target="../media/image24.svg"/><Relationship Id="rId4" Type="http://schemas.openxmlformats.org/officeDocument/2006/relationships/image" Target="../media/image10.svg"/><Relationship Id="rId9"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8.xml"/><Relationship Id="rId1" Type="http://schemas.openxmlformats.org/officeDocument/2006/relationships/slideLayout" Target="../slideLayouts/slideLayout47.xml"/><Relationship Id="rId5" Type="http://schemas.openxmlformats.org/officeDocument/2006/relationships/image" Target="../media/image27.jpeg"/><Relationship Id="rId4" Type="http://schemas.openxmlformats.org/officeDocument/2006/relationships/image" Target="../media/image26.jpeg"/></Relationships>
</file>

<file path=ppt/slides/_rels/slide19.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9.jpeg"/><Relationship Id="rId7" Type="http://schemas.openxmlformats.org/officeDocument/2006/relationships/image" Target="../media/image20.svg"/><Relationship Id="rId12" Type="http://schemas.openxmlformats.org/officeDocument/2006/relationships/image" Target="../media/image29.svg"/><Relationship Id="rId2" Type="http://schemas.openxmlformats.org/officeDocument/2006/relationships/notesSlide" Target="../notesSlides/notesSlide19.xml"/><Relationship Id="rId1" Type="http://schemas.openxmlformats.org/officeDocument/2006/relationships/slideLayout" Target="../slideLayouts/slideLayout46.xml"/><Relationship Id="rId6" Type="http://schemas.openxmlformats.org/officeDocument/2006/relationships/image" Target="../media/image17.svg"/><Relationship Id="rId11" Type="http://schemas.openxmlformats.org/officeDocument/2006/relationships/image" Target="../media/image24.svg"/><Relationship Id="rId5" Type="http://schemas.openxmlformats.org/officeDocument/2006/relationships/image" Target="../media/image12.png"/><Relationship Id="rId10" Type="http://schemas.openxmlformats.org/officeDocument/2006/relationships/image" Target="../media/image14.png"/><Relationship Id="rId4" Type="http://schemas.openxmlformats.org/officeDocument/2006/relationships/image" Target="../media/image10.svg"/><Relationship Id="rId9" Type="http://schemas.openxmlformats.org/officeDocument/2006/relationships/image" Target="../media/image13.svg"/></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0.xml"/><Relationship Id="rId1" Type="http://schemas.openxmlformats.org/officeDocument/2006/relationships/slideLayout" Target="../slideLayouts/slideLayout44.xml"/></Relationships>
</file>

<file path=ppt/slides/_rels/slide21.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1.xml"/><Relationship Id="rId1" Type="http://schemas.openxmlformats.org/officeDocument/2006/relationships/slideLayout" Target="../slideLayouts/slideLayout46.xml"/></Relationships>
</file>

<file path=ppt/slides/_rels/slide22.xml.rels><?xml version="1.0" encoding="UTF-8" standalone="yes"?>
<Relationships xmlns="http://schemas.openxmlformats.org/package/2006/relationships"><Relationship Id="rId3" Type="http://schemas.openxmlformats.org/officeDocument/2006/relationships/hyperlink" Target="https://vimeo.com/93358246?fl=pl&amp;fe=cm" TargetMode="External"/><Relationship Id="rId2" Type="http://schemas.openxmlformats.org/officeDocument/2006/relationships/notesSlide" Target="../notesSlides/notesSlide22.xml"/><Relationship Id="rId1" Type="http://schemas.openxmlformats.org/officeDocument/2006/relationships/slideLayout" Target="../slideLayouts/slideLayout46.xml"/></Relationships>
</file>

<file path=ppt/slides/_rels/slide23.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41"/>
        <p:cNvGrpSpPr/>
        <p:nvPr/>
      </p:nvGrpSpPr>
      <p:grpSpPr>
        <a:xfrm>
          <a:off x="0" y="0"/>
          <a:ext cx="0" cy="0"/>
          <a:chOff x="0" y="0"/>
          <a:chExt cx="0" cy="0"/>
        </a:xfrm>
      </p:grpSpPr>
      <p:sp>
        <p:nvSpPr>
          <p:cNvPr id="11" name="Rectangle 10">
            <a:extLst>
              <a:ext uri="{FF2B5EF4-FFF2-40B4-BE49-F238E27FC236}">
                <a16:creationId xmlns:a16="http://schemas.microsoft.com/office/drawing/2014/main" id="{7F15F2E0-2963-48E0-84B6-539D34E4EDC2}"/>
              </a:ext>
            </a:extLst>
          </p:cNvPr>
          <p:cNvSpPr/>
          <p:nvPr/>
        </p:nvSpPr>
        <p:spPr bwMode="auto">
          <a:xfrm>
            <a:off x="0" y="2456892"/>
            <a:ext cx="7608168" cy="1944216"/>
          </a:xfrm>
          <a:prstGeom prst="rect">
            <a:avLst/>
          </a:prstGeom>
          <a:gradFill>
            <a:gsLst>
              <a:gs pos="0">
                <a:schemeClr val="bg1">
                  <a:alpha val="11000"/>
                </a:schemeClr>
              </a:gs>
              <a:gs pos="100000">
                <a:schemeClr val="bg1">
                  <a:alpha val="0"/>
                </a:schemeClr>
              </a:gs>
            </a:gsLst>
            <a:lin ang="0" scaled="1"/>
          </a:gra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12" name="Rectangle 11">
            <a:extLst>
              <a:ext uri="{FF2B5EF4-FFF2-40B4-BE49-F238E27FC236}">
                <a16:creationId xmlns:a16="http://schemas.microsoft.com/office/drawing/2014/main" id="{A165B7CF-2C43-4EB0-96BD-4AED632DDBE7}"/>
              </a:ext>
            </a:extLst>
          </p:cNvPr>
          <p:cNvSpPr/>
          <p:nvPr/>
        </p:nvSpPr>
        <p:spPr bwMode="auto">
          <a:xfrm>
            <a:off x="0" y="2456892"/>
            <a:ext cx="70338" cy="1944216"/>
          </a:xfrm>
          <a:prstGeom prst="rect">
            <a:avLst/>
          </a:prstGeom>
          <a:solidFill>
            <a:schemeClr val="bg1">
              <a:alpha val="44000"/>
            </a:schemeClr>
          </a:soli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542" name="Google Shape;542;p1"/>
          <p:cNvSpPr txBox="1">
            <a:spLocks noGrp="1"/>
          </p:cNvSpPr>
          <p:nvPr>
            <p:ph type="title"/>
          </p:nvPr>
        </p:nvSpPr>
        <p:spPr>
          <a:xfrm>
            <a:off x="357188" y="3275113"/>
            <a:ext cx="6408092" cy="615553"/>
          </a:xfrm>
          <a:prstGeom prst="rect">
            <a:avLst/>
          </a:prstGeom>
          <a:noFill/>
          <a:ln>
            <a:noFill/>
          </a:ln>
        </p:spPr>
        <p:txBody>
          <a:bodyPr spcFirstLastPara="1" vert="horz" wrap="square" lIns="0" tIns="0" rIns="0" bIns="0" rtlCol="0" anchor="b" anchorCtr="0">
            <a:spAutoFit/>
          </a:bodyPr>
          <a:lstStyle/>
          <a:p>
            <a:pPr>
              <a:buSzPts val="4100"/>
            </a:pPr>
            <a:r>
              <a:rPr lang="en-GB" sz="4000" dirty="0"/>
              <a:t>Understanding Oil Spills</a:t>
            </a:r>
            <a:endParaRPr sz="4000" dirty="0"/>
          </a:p>
        </p:txBody>
      </p:sp>
      <p:pic>
        <p:nvPicPr>
          <p:cNvPr id="8" name="Picture Placeholder 7">
            <a:extLst>
              <a:ext uri="{FF2B5EF4-FFF2-40B4-BE49-F238E27FC236}">
                <a16:creationId xmlns:a16="http://schemas.microsoft.com/office/drawing/2014/main" id="{BAFFEC8C-4273-4FF8-A54D-6131F06DBBF6}"/>
              </a:ext>
            </a:extLst>
          </p:cNvPr>
          <p:cNvPicPr>
            <a:picLocks noGrp="1" noChangeAspect="1"/>
          </p:cNvPicPr>
          <p:nvPr>
            <p:ph type="pic" sz="quarter" idx="20"/>
          </p:nvPr>
        </p:nvPicPr>
        <p:blipFill rotWithShape="1">
          <a:blip r:embed="rId3" cstate="screen">
            <a:extLst>
              <a:ext uri="{28A0092B-C50C-407E-A947-70E740481C1C}">
                <a14:useLocalDpi xmlns:a14="http://schemas.microsoft.com/office/drawing/2010/main"/>
              </a:ext>
            </a:extLst>
          </a:blip>
          <a:srcRect/>
          <a:stretch/>
        </p:blipFill>
        <p:spPr>
          <a:xfrm>
            <a:off x="5879976" y="0"/>
            <a:ext cx="6312024" cy="6858000"/>
          </a:xfrm>
          <a:ln w="38100">
            <a:solidFill>
              <a:schemeClr val="bg1"/>
            </a:solidFill>
          </a:ln>
        </p:spPr>
      </p:pic>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38180-D45B-F132-130A-0596A1A770C4}"/>
              </a:ext>
            </a:extLst>
          </p:cNvPr>
          <p:cNvSpPr>
            <a:spLocks noGrp="1"/>
          </p:cNvSpPr>
          <p:nvPr>
            <p:ph type="title"/>
          </p:nvPr>
        </p:nvSpPr>
        <p:spPr>
          <a:xfrm>
            <a:off x="1056060" y="1556792"/>
            <a:ext cx="5543995" cy="492443"/>
          </a:xfrm>
        </p:spPr>
        <p:txBody>
          <a:bodyPr>
            <a:spAutoFit/>
          </a:bodyPr>
          <a:lstStyle/>
          <a:p>
            <a:r>
              <a:rPr lang="en-US" sz="3200" dirty="0"/>
              <a:t>Fate and Effects</a:t>
            </a:r>
            <a:endParaRPr lang="en-GB" dirty="0"/>
          </a:p>
        </p:txBody>
      </p:sp>
      <p:sp>
        <p:nvSpPr>
          <p:cNvPr id="3" name="Date Placeholder 2">
            <a:extLst>
              <a:ext uri="{FF2B5EF4-FFF2-40B4-BE49-F238E27FC236}">
                <a16:creationId xmlns:a16="http://schemas.microsoft.com/office/drawing/2014/main" id="{EDEFCC5D-E676-754E-1FC6-3D3E83A383D2}"/>
              </a:ext>
            </a:extLst>
          </p:cNvPr>
          <p:cNvSpPr>
            <a:spLocks noGrp="1"/>
          </p:cNvSpPr>
          <p:nvPr>
            <p:ph type="dt" sz="half" idx="10"/>
          </p:nvPr>
        </p:nvSpPr>
        <p:spPr/>
        <p:txBody>
          <a:bodyPr/>
          <a:lstStyle/>
          <a:p>
            <a:fld id="{DC8E9DBA-644C-41EF-BE6D-01893A14A32A}" type="datetime3">
              <a:rPr lang="en-US" smtClean="0"/>
              <a:t>1 October 2026</a:t>
            </a:fld>
            <a:endParaRPr lang="en-US" dirty="0"/>
          </a:p>
        </p:txBody>
      </p:sp>
      <p:sp>
        <p:nvSpPr>
          <p:cNvPr id="5" name="Slide Number Placeholder 4">
            <a:extLst>
              <a:ext uri="{FF2B5EF4-FFF2-40B4-BE49-F238E27FC236}">
                <a16:creationId xmlns:a16="http://schemas.microsoft.com/office/drawing/2014/main" id="{84423494-B9BD-A765-E194-4C79CDF1CF7D}"/>
              </a:ext>
            </a:extLst>
          </p:cNvPr>
          <p:cNvSpPr>
            <a:spLocks noGrp="1"/>
          </p:cNvSpPr>
          <p:nvPr>
            <p:ph type="sldNum" sz="quarter" idx="12"/>
          </p:nvPr>
        </p:nvSpPr>
        <p:spPr/>
        <p:txBody>
          <a:bodyPr/>
          <a:lstStyle/>
          <a:p>
            <a:fld id="{5B16D1FE-3A35-41BA-8EBE-413702045235}" type="slidenum">
              <a:rPr lang="en-US" smtClean="0"/>
              <a:pPr/>
              <a:t>2</a:t>
            </a:fld>
            <a:endParaRPr lang="en-US" dirty="0"/>
          </a:p>
        </p:txBody>
      </p:sp>
      <p:sp>
        <p:nvSpPr>
          <p:cNvPr id="6" name="Text Placeholder 5">
            <a:extLst>
              <a:ext uri="{FF2B5EF4-FFF2-40B4-BE49-F238E27FC236}">
                <a16:creationId xmlns:a16="http://schemas.microsoft.com/office/drawing/2014/main" id="{83612422-C49A-15AA-9B4A-92F9E5AFC824}"/>
              </a:ext>
            </a:extLst>
          </p:cNvPr>
          <p:cNvSpPr>
            <a:spLocks noGrp="1"/>
          </p:cNvSpPr>
          <p:nvPr>
            <p:ph type="body" sz="quarter" idx="13"/>
          </p:nvPr>
        </p:nvSpPr>
        <p:spPr>
          <a:xfrm>
            <a:off x="1775520" y="3060725"/>
            <a:ext cx="4968552" cy="553998"/>
          </a:xfrm>
        </p:spPr>
        <p:txBody>
          <a:bodyPr>
            <a:spAutoFit/>
          </a:bodyPr>
          <a:lstStyle/>
          <a:p>
            <a:r>
              <a:rPr lang="en-GB" sz="1800" b="0" i="0" u="none" strike="noStrike" dirty="0">
                <a:solidFill>
                  <a:srgbClr val="002F5F"/>
                </a:solidFill>
                <a:effectLst/>
                <a:highlight>
                  <a:srgbClr val="E7E6E6"/>
                </a:highlight>
              </a:rPr>
              <a:t>Understand the principal oil weathering processes for surface and sub-surface oil spills</a:t>
            </a:r>
            <a:r>
              <a:rPr lang="en-GB" dirty="0">
                <a:solidFill>
                  <a:srgbClr val="002F5F"/>
                </a:solidFill>
              </a:rPr>
              <a:t> </a:t>
            </a:r>
          </a:p>
        </p:txBody>
      </p:sp>
      <p:sp>
        <p:nvSpPr>
          <p:cNvPr id="7" name="Text Placeholder 6">
            <a:extLst>
              <a:ext uri="{FF2B5EF4-FFF2-40B4-BE49-F238E27FC236}">
                <a16:creationId xmlns:a16="http://schemas.microsoft.com/office/drawing/2014/main" id="{5C2901CA-A2E8-F85B-662A-C5D9E9F97C7F}"/>
              </a:ext>
            </a:extLst>
          </p:cNvPr>
          <p:cNvSpPr>
            <a:spLocks noGrp="1"/>
          </p:cNvSpPr>
          <p:nvPr>
            <p:ph type="body" sz="quarter" idx="14"/>
          </p:nvPr>
        </p:nvSpPr>
        <p:spPr>
          <a:xfrm>
            <a:off x="1032048" y="2983224"/>
            <a:ext cx="432000" cy="432000"/>
          </a:xfrm>
        </p:spPr>
        <p:txBody>
          <a:bodyPr/>
          <a:lstStyle/>
          <a:p>
            <a:r>
              <a:rPr lang="en-GB" dirty="0"/>
              <a:t>1</a:t>
            </a:r>
          </a:p>
        </p:txBody>
      </p:sp>
      <p:sp>
        <p:nvSpPr>
          <p:cNvPr id="8" name="Text Placeholder 7">
            <a:extLst>
              <a:ext uri="{FF2B5EF4-FFF2-40B4-BE49-F238E27FC236}">
                <a16:creationId xmlns:a16="http://schemas.microsoft.com/office/drawing/2014/main" id="{E46C2235-417A-F054-BCC5-A37210CE6A17}"/>
              </a:ext>
            </a:extLst>
          </p:cNvPr>
          <p:cNvSpPr>
            <a:spLocks noGrp="1"/>
          </p:cNvSpPr>
          <p:nvPr>
            <p:ph type="body" sz="quarter" idx="15"/>
          </p:nvPr>
        </p:nvSpPr>
        <p:spPr>
          <a:xfrm>
            <a:off x="1032048" y="3717914"/>
            <a:ext cx="432000" cy="432000"/>
          </a:xfrm>
        </p:spPr>
        <p:txBody>
          <a:bodyPr/>
          <a:lstStyle/>
          <a:p>
            <a:r>
              <a:rPr lang="en-GB" dirty="0"/>
              <a:t>2</a:t>
            </a:r>
          </a:p>
        </p:txBody>
      </p:sp>
      <p:sp>
        <p:nvSpPr>
          <p:cNvPr id="9" name="Text Placeholder 8">
            <a:extLst>
              <a:ext uri="{FF2B5EF4-FFF2-40B4-BE49-F238E27FC236}">
                <a16:creationId xmlns:a16="http://schemas.microsoft.com/office/drawing/2014/main" id="{AA59FF4E-0DBC-6FA7-0CE5-000B3C392CE2}"/>
              </a:ext>
            </a:extLst>
          </p:cNvPr>
          <p:cNvSpPr>
            <a:spLocks noGrp="1"/>
          </p:cNvSpPr>
          <p:nvPr>
            <p:ph type="body" sz="quarter" idx="16"/>
          </p:nvPr>
        </p:nvSpPr>
        <p:spPr>
          <a:xfrm>
            <a:off x="1032048" y="4437994"/>
            <a:ext cx="432000" cy="432000"/>
          </a:xfrm>
        </p:spPr>
        <p:txBody>
          <a:bodyPr/>
          <a:lstStyle/>
          <a:p>
            <a:r>
              <a:rPr lang="en-GB" dirty="0"/>
              <a:t>3</a:t>
            </a:r>
          </a:p>
        </p:txBody>
      </p:sp>
      <p:sp>
        <p:nvSpPr>
          <p:cNvPr id="12" name="Text Placeholder 11">
            <a:extLst>
              <a:ext uri="{FF2B5EF4-FFF2-40B4-BE49-F238E27FC236}">
                <a16:creationId xmlns:a16="http://schemas.microsoft.com/office/drawing/2014/main" id="{F7D4A129-BC27-BFFC-EA57-B8FDDCBFA0FD}"/>
              </a:ext>
            </a:extLst>
          </p:cNvPr>
          <p:cNvSpPr>
            <a:spLocks noGrp="1"/>
          </p:cNvSpPr>
          <p:nvPr>
            <p:ph type="body" sz="quarter" idx="19"/>
          </p:nvPr>
        </p:nvSpPr>
        <p:spPr>
          <a:xfrm>
            <a:off x="1775520" y="3795415"/>
            <a:ext cx="4968552" cy="276999"/>
          </a:xfrm>
        </p:spPr>
        <p:txBody>
          <a:bodyPr>
            <a:spAutoFit/>
          </a:bodyPr>
          <a:lstStyle/>
          <a:p>
            <a:r>
              <a:rPr lang="en-US" dirty="0">
                <a:sym typeface="Arial" charset="0"/>
              </a:rPr>
              <a:t>Name weathering processes of oil spilt on water</a:t>
            </a:r>
          </a:p>
        </p:txBody>
      </p:sp>
      <p:sp>
        <p:nvSpPr>
          <p:cNvPr id="13" name="Text Placeholder 12">
            <a:extLst>
              <a:ext uri="{FF2B5EF4-FFF2-40B4-BE49-F238E27FC236}">
                <a16:creationId xmlns:a16="http://schemas.microsoft.com/office/drawing/2014/main" id="{AA524D6C-3B2C-E5AF-7E54-EC2F866458FD}"/>
              </a:ext>
            </a:extLst>
          </p:cNvPr>
          <p:cNvSpPr>
            <a:spLocks noGrp="1"/>
          </p:cNvSpPr>
          <p:nvPr>
            <p:ph type="body" sz="quarter" idx="20"/>
          </p:nvPr>
        </p:nvSpPr>
        <p:spPr>
          <a:xfrm>
            <a:off x="1775520" y="4515495"/>
            <a:ext cx="4968552" cy="276999"/>
          </a:xfrm>
        </p:spPr>
        <p:txBody>
          <a:bodyPr>
            <a:spAutoFit/>
          </a:bodyPr>
          <a:lstStyle/>
          <a:p>
            <a:r>
              <a:rPr lang="en-US" dirty="0">
                <a:sym typeface="Arial" charset="0"/>
              </a:rPr>
              <a:t>Discuss the effects and impacts of spilt oil</a:t>
            </a:r>
          </a:p>
        </p:txBody>
      </p:sp>
      <p:pic>
        <p:nvPicPr>
          <p:cNvPr id="19" name="Picture 18" descr="A blue letter on a black background&#10;&#10;Description automatically generated">
            <a:extLst>
              <a:ext uri="{FF2B5EF4-FFF2-40B4-BE49-F238E27FC236}">
                <a16:creationId xmlns:a16="http://schemas.microsoft.com/office/drawing/2014/main" id="{75B3B56A-3C7C-B1FD-F89E-7D77D97DAF9A}"/>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683549" y="6225979"/>
            <a:ext cx="1194054" cy="310698"/>
          </a:xfrm>
          <a:prstGeom prst="rect">
            <a:avLst/>
          </a:prstGeom>
        </p:spPr>
      </p:pic>
      <p:sp>
        <p:nvSpPr>
          <p:cNvPr id="18" name="Google Shape;571;p16">
            <a:extLst>
              <a:ext uri="{FF2B5EF4-FFF2-40B4-BE49-F238E27FC236}">
                <a16:creationId xmlns:a16="http://schemas.microsoft.com/office/drawing/2014/main" id="{A00FA8F2-1191-43A0-9103-B5E40C6BB19B}"/>
              </a:ext>
            </a:extLst>
          </p:cNvPr>
          <p:cNvSpPr txBox="1">
            <a:spLocks/>
          </p:cNvSpPr>
          <p:nvPr/>
        </p:nvSpPr>
        <p:spPr>
          <a:xfrm>
            <a:off x="1056060" y="2251762"/>
            <a:ext cx="3383755" cy="369332"/>
          </a:xfrm>
          <a:prstGeom prst="rect">
            <a:avLst/>
          </a:prstGeom>
          <a:noFill/>
          <a:ln>
            <a:noFill/>
          </a:ln>
        </p:spPr>
        <p:txBody>
          <a:bodyPr spcFirstLastPara="1" vert="horz" wrap="square" lIns="0" tIns="0" rIns="0" bIns="0" rtlCol="0" anchor="t" anchorCtr="0">
            <a:spAutoFit/>
          </a:bodyPr>
          <a:lstStyle>
            <a:lvl1pPr marL="0" indent="0" algn="l" defTabSz="914400" rtl="0" eaLnBrk="1" latinLnBrk="0" hangingPunct="1">
              <a:lnSpc>
                <a:spcPct val="100000"/>
              </a:lnSpc>
              <a:spcBef>
                <a:spcPts val="200"/>
              </a:spcBef>
              <a:buFontTx/>
              <a:buNone/>
              <a:defRPr sz="1800" b="0" kern="1200">
                <a:solidFill>
                  <a:schemeClr val="bg1"/>
                </a:solidFill>
                <a:latin typeface="+mn-lt"/>
                <a:ea typeface="+mn-ea"/>
                <a:cs typeface="+mn-cs"/>
              </a:defRPr>
            </a:lvl1pPr>
            <a:lvl2pPr marL="457200" indent="0" algn="ctr" defTabSz="914400" rtl="0" eaLnBrk="1" latinLnBrk="0" hangingPunct="1">
              <a:lnSpc>
                <a:spcPct val="120000"/>
              </a:lnSpc>
              <a:spcBef>
                <a:spcPts val="600"/>
              </a:spcBef>
              <a:buFont typeface="Arial" panose="020B0604020202020204" pitchFamily="34" charset="0"/>
              <a:buNone/>
              <a:defRPr sz="2000" kern="1200">
                <a:solidFill>
                  <a:schemeClr val="accent2"/>
                </a:solidFill>
                <a:latin typeface="+mn-lt"/>
                <a:ea typeface="+mn-ea"/>
                <a:cs typeface="+mn-cs"/>
              </a:defRPr>
            </a:lvl2pPr>
            <a:lvl3pPr marL="914400" indent="0" algn="ctr" defTabSz="914400" rtl="0" eaLnBrk="1" latinLnBrk="0" hangingPunct="1">
              <a:lnSpc>
                <a:spcPct val="120000"/>
              </a:lnSpc>
              <a:spcBef>
                <a:spcPts val="600"/>
              </a:spcBef>
              <a:buFont typeface="Arial" panose="020B0604020202020204" pitchFamily="34" charset="0"/>
              <a:buNone/>
              <a:defRPr sz="1800" kern="1200">
                <a:solidFill>
                  <a:schemeClr val="accent2"/>
                </a:solidFill>
                <a:latin typeface="+mn-lt"/>
                <a:ea typeface="+mn-ea"/>
                <a:cs typeface="+mn-cs"/>
              </a:defRPr>
            </a:lvl3pPr>
            <a:lvl4pPr marL="1371600" indent="0" algn="ctr" defTabSz="914400" rtl="0" eaLnBrk="1" latinLnBrk="0" hangingPunct="1">
              <a:lnSpc>
                <a:spcPct val="120000"/>
              </a:lnSpc>
              <a:spcBef>
                <a:spcPts val="600"/>
              </a:spcBef>
              <a:buFont typeface="Arial" panose="020B0604020202020204" pitchFamily="34" charset="0"/>
              <a:buNone/>
              <a:defRPr sz="1600" kern="1200">
                <a:solidFill>
                  <a:schemeClr val="accent2"/>
                </a:solidFill>
                <a:latin typeface="+mn-lt"/>
                <a:ea typeface="+mn-ea"/>
                <a:cs typeface="+mn-cs"/>
              </a:defRPr>
            </a:lvl4pPr>
            <a:lvl5pPr marL="1828800" indent="0" algn="ctr" defTabSz="914400" rtl="0" eaLnBrk="1" latinLnBrk="0" hangingPunct="1">
              <a:lnSpc>
                <a:spcPct val="120000"/>
              </a:lnSpc>
              <a:spcBef>
                <a:spcPts val="600"/>
              </a:spcBef>
              <a:buFont typeface="Arial" panose="020B0604020202020204" pitchFamily="34" charset="0"/>
              <a:buNone/>
              <a:defRPr sz="1600" kern="1200">
                <a:solidFill>
                  <a:schemeClr val="accent2"/>
                </a:solidFill>
                <a:latin typeface="+mn-lt"/>
                <a:ea typeface="+mn-ea"/>
                <a:cs typeface="+mn-cs"/>
              </a:defRPr>
            </a:lvl5pPr>
            <a:lvl6pPr marL="2286000" indent="0" algn="ctr" defTabSz="914400" rtl="0" eaLnBrk="1" latinLnBrk="0" hangingPunct="1">
              <a:lnSpc>
                <a:spcPct val="120000"/>
              </a:lnSpc>
              <a:spcBef>
                <a:spcPts val="600"/>
              </a:spcBef>
              <a:buFont typeface="Arial" panose="020B0604020202020204" pitchFamily="34" charset="0"/>
              <a:buNone/>
              <a:defRPr sz="1600" kern="1200">
                <a:solidFill>
                  <a:schemeClr val="accent2"/>
                </a:solidFill>
                <a:latin typeface="+mn-lt"/>
                <a:ea typeface="+mn-ea"/>
                <a:cs typeface="+mn-cs"/>
              </a:defRPr>
            </a:lvl6pPr>
            <a:lvl7pPr marL="2743200" indent="0" algn="ctr" defTabSz="914400" rtl="0" eaLnBrk="1" latinLnBrk="0" hangingPunct="1">
              <a:lnSpc>
                <a:spcPct val="120000"/>
              </a:lnSpc>
              <a:spcBef>
                <a:spcPts val="600"/>
              </a:spcBef>
              <a:buFont typeface="Arial" panose="020B0604020202020204" pitchFamily="34" charset="0"/>
              <a:buNone/>
              <a:defRPr sz="1600" kern="1200">
                <a:solidFill>
                  <a:schemeClr val="accent2"/>
                </a:solidFill>
                <a:latin typeface="+mn-lt"/>
                <a:ea typeface="+mn-ea"/>
                <a:cs typeface="+mn-cs"/>
              </a:defRPr>
            </a:lvl7pPr>
            <a:lvl8pPr marL="3200400" indent="0" algn="ctr" defTabSz="914400" rtl="0" eaLnBrk="1" latinLnBrk="0" hangingPunct="1">
              <a:lnSpc>
                <a:spcPct val="120000"/>
              </a:lnSpc>
              <a:spcBef>
                <a:spcPts val="600"/>
              </a:spcBef>
              <a:buFont typeface="Arial" panose="020B0604020202020204" pitchFamily="34" charset="0"/>
              <a:buNone/>
              <a:defRPr sz="1600" kern="1200">
                <a:solidFill>
                  <a:schemeClr val="accent2"/>
                </a:solidFill>
                <a:latin typeface="+mn-lt"/>
                <a:ea typeface="+mn-ea"/>
                <a:cs typeface="+mn-cs"/>
              </a:defRPr>
            </a:lvl8pPr>
            <a:lvl9pPr marL="3657600" indent="0" algn="ctr" defTabSz="914400" rtl="0" eaLnBrk="1" latinLnBrk="0" hangingPunct="1">
              <a:lnSpc>
                <a:spcPct val="120000"/>
              </a:lnSpc>
              <a:spcBef>
                <a:spcPts val="600"/>
              </a:spcBef>
              <a:buFont typeface="Arial" panose="020B0604020202020204" pitchFamily="34" charset="0"/>
              <a:buNone/>
              <a:defRPr sz="1600" kern="1200">
                <a:solidFill>
                  <a:schemeClr val="accent2"/>
                </a:solidFill>
                <a:latin typeface="+mn-lt"/>
                <a:ea typeface="+mn-ea"/>
                <a:cs typeface="+mn-cs"/>
              </a:defRPr>
            </a:lvl9pPr>
          </a:lstStyle>
          <a:p>
            <a:pPr>
              <a:spcBef>
                <a:spcPts val="0"/>
              </a:spcBef>
              <a:buSzPts val="1300"/>
            </a:pPr>
            <a:r>
              <a:rPr lang="en-US" sz="2400" dirty="0">
                <a:solidFill>
                  <a:srgbClr val="002F5F"/>
                </a:solidFill>
              </a:rPr>
              <a:t>Objectives</a:t>
            </a:r>
          </a:p>
        </p:txBody>
      </p:sp>
      <p:pic>
        <p:nvPicPr>
          <p:cNvPr id="34" name="Picture Placeholder 33">
            <a:extLst>
              <a:ext uri="{FF2B5EF4-FFF2-40B4-BE49-F238E27FC236}">
                <a16:creationId xmlns:a16="http://schemas.microsoft.com/office/drawing/2014/main" id="{FE365A8C-8337-4837-8903-95177F33F422}"/>
              </a:ext>
            </a:extLst>
          </p:cNvPr>
          <p:cNvPicPr>
            <a:picLocks noGrp="1" noChangeAspect="1"/>
          </p:cNvPicPr>
          <p:nvPr>
            <p:ph type="pic" sz="quarter" idx="23"/>
          </p:nvPr>
        </p:nvPicPr>
        <p:blipFill rotWithShape="1">
          <a:blip r:embed="rId4" cstate="screen">
            <a:extLst>
              <a:ext uri="{28A0092B-C50C-407E-A947-70E740481C1C}">
                <a14:useLocalDpi xmlns:a14="http://schemas.microsoft.com/office/drawing/2010/main"/>
              </a:ext>
            </a:extLst>
          </a:blip>
          <a:srcRect/>
          <a:stretch/>
        </p:blipFill>
        <p:spPr>
          <a:xfrm>
            <a:off x="6206870" y="0"/>
            <a:ext cx="5985131" cy="6858000"/>
          </a:xfrm>
        </p:spPr>
      </p:pic>
    </p:spTree>
    <p:extLst>
      <p:ext uri="{BB962C8B-B14F-4D97-AF65-F5344CB8AC3E}">
        <p14:creationId xmlns:p14="http://schemas.microsoft.com/office/powerpoint/2010/main" val="3982984951"/>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F1A60B0-69E2-48F4-A4EA-E7A476B09187}"/>
              </a:ext>
            </a:extLst>
          </p:cNvPr>
          <p:cNvSpPr/>
          <p:nvPr/>
        </p:nvSpPr>
        <p:spPr bwMode="auto">
          <a:xfrm>
            <a:off x="0" y="2261327"/>
            <a:ext cx="12192000" cy="2880469"/>
          </a:xfrm>
          <a:prstGeom prst="rect">
            <a:avLst/>
          </a:prstGeom>
          <a:gradFill>
            <a:gsLst>
              <a:gs pos="0">
                <a:srgbClr val="002F5F">
                  <a:alpha val="10000"/>
                </a:srgbClr>
              </a:gs>
              <a:gs pos="50000">
                <a:srgbClr val="002F5F">
                  <a:alpha val="0"/>
                </a:srgbClr>
              </a:gs>
              <a:gs pos="100000">
                <a:srgbClr val="002F5F">
                  <a:alpha val="10000"/>
                </a:srgbClr>
              </a:gs>
            </a:gsLst>
            <a:lin ang="0" scaled="1"/>
          </a:gra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12" name="Rectangle 11">
            <a:extLst>
              <a:ext uri="{FF2B5EF4-FFF2-40B4-BE49-F238E27FC236}">
                <a16:creationId xmlns:a16="http://schemas.microsoft.com/office/drawing/2014/main" id="{5887937C-A86E-447A-A53E-6A0D04A610ED}"/>
              </a:ext>
            </a:extLst>
          </p:cNvPr>
          <p:cNvSpPr/>
          <p:nvPr/>
        </p:nvSpPr>
        <p:spPr bwMode="auto">
          <a:xfrm>
            <a:off x="2351583" y="1132468"/>
            <a:ext cx="7416825" cy="5176852"/>
          </a:xfrm>
          <a:prstGeom prst="rect">
            <a:avLst/>
          </a:prstGeom>
          <a:solidFill>
            <a:schemeClr val="bg1"/>
          </a:solidFill>
          <a:ln>
            <a:noFill/>
          </a:ln>
          <a:effectLst>
            <a:outerShdw blurRad="317500" sx="102000" sy="102000" algn="ctr" rotWithShape="0">
              <a:prstClr val="black">
                <a:alpha val="4000"/>
              </a:prstClr>
            </a:outerShdw>
          </a:effectLst>
        </p:spPr>
        <p:txBody>
          <a:bodyPr vert="horz" wrap="square" lIns="91440" tIns="45720" rIns="91440" bIns="45720" numCol="1" rtlCol="0" anchor="t" anchorCtr="0" compatLnSpc="1">
            <a:prstTxWarp prst="textNoShape">
              <a:avLst/>
            </a:prstTxWarp>
          </a:bodyPr>
          <a:lstStyle/>
          <a:p>
            <a:pPr algn="ctr"/>
            <a:endParaRPr lang="en-US"/>
          </a:p>
        </p:txBody>
      </p:sp>
      <p:sp>
        <p:nvSpPr>
          <p:cNvPr id="9" name="Title 8">
            <a:extLst>
              <a:ext uri="{FF2B5EF4-FFF2-40B4-BE49-F238E27FC236}">
                <a16:creationId xmlns:a16="http://schemas.microsoft.com/office/drawing/2014/main" id="{841B44FA-53A5-4A9B-AD99-E0D6C5E31D4E}"/>
              </a:ext>
            </a:extLst>
          </p:cNvPr>
          <p:cNvSpPr>
            <a:spLocks noGrp="1"/>
          </p:cNvSpPr>
          <p:nvPr>
            <p:ph type="title"/>
          </p:nvPr>
        </p:nvSpPr>
        <p:spPr>
          <a:xfrm>
            <a:off x="407988" y="548680"/>
            <a:ext cx="11376024" cy="492443"/>
          </a:xfrm>
        </p:spPr>
        <p:txBody>
          <a:bodyPr>
            <a:spAutoFit/>
          </a:bodyPr>
          <a:lstStyle/>
          <a:p>
            <a:pPr algn="ctr"/>
            <a:r>
              <a:rPr lang="en-US" dirty="0"/>
              <a:t>How is oil released into the marine environment?</a:t>
            </a:r>
          </a:p>
        </p:txBody>
      </p:sp>
      <p:sp>
        <p:nvSpPr>
          <p:cNvPr id="6" name="Date Placeholder 5">
            <a:extLst>
              <a:ext uri="{FF2B5EF4-FFF2-40B4-BE49-F238E27FC236}">
                <a16:creationId xmlns:a16="http://schemas.microsoft.com/office/drawing/2014/main" id="{255F034A-B3D6-4460-AF95-FA6F24DCDCB3}"/>
              </a:ext>
            </a:extLst>
          </p:cNvPr>
          <p:cNvSpPr>
            <a:spLocks noGrp="1"/>
          </p:cNvSpPr>
          <p:nvPr>
            <p:ph type="dt" sz="half" idx="10"/>
          </p:nvPr>
        </p:nvSpPr>
        <p:spPr/>
        <p:txBody>
          <a:bodyPr/>
          <a:lstStyle/>
          <a:p>
            <a:fld id="{46F98249-4418-430D-BC85-CBEB2C55707B}" type="datetime3">
              <a:rPr lang="en-US" smtClean="0"/>
              <a:t>1 October 2026</a:t>
            </a:fld>
            <a:endParaRPr lang="en-US" dirty="0"/>
          </a:p>
        </p:txBody>
      </p:sp>
      <p:sp>
        <p:nvSpPr>
          <p:cNvPr id="8" name="Slide Number Placeholder 7">
            <a:extLst>
              <a:ext uri="{FF2B5EF4-FFF2-40B4-BE49-F238E27FC236}">
                <a16:creationId xmlns:a16="http://schemas.microsoft.com/office/drawing/2014/main" id="{6A65E1A4-5976-4CCE-B6A3-3FC637D17BD7}"/>
              </a:ext>
            </a:extLst>
          </p:cNvPr>
          <p:cNvSpPr>
            <a:spLocks noGrp="1"/>
          </p:cNvSpPr>
          <p:nvPr>
            <p:ph type="sldNum" sz="quarter" idx="12"/>
          </p:nvPr>
        </p:nvSpPr>
        <p:spPr/>
        <p:txBody>
          <a:bodyPr/>
          <a:lstStyle/>
          <a:p>
            <a:fld id="{5B16D1FE-3A35-41BA-8EBE-413702045235}" type="slidenum">
              <a:rPr lang="en-US" smtClean="0"/>
              <a:pPr/>
              <a:t>3</a:t>
            </a:fld>
            <a:endParaRPr lang="en-US" dirty="0"/>
          </a:p>
        </p:txBody>
      </p:sp>
      <p:pic>
        <p:nvPicPr>
          <p:cNvPr id="2" name="Picture 2" descr="Image result for sources of oil into the marine environment">
            <a:extLst>
              <a:ext uri="{FF2B5EF4-FFF2-40B4-BE49-F238E27FC236}">
                <a16:creationId xmlns:a16="http://schemas.microsoft.com/office/drawing/2014/main" id="{AA3D1A6B-95AF-F079-CAD5-5AEAD9AB7A7C}"/>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2621614" y="1132468"/>
            <a:ext cx="6948772" cy="49525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88736970"/>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Placeholder 14">
            <a:extLst>
              <a:ext uri="{FF2B5EF4-FFF2-40B4-BE49-F238E27FC236}">
                <a16:creationId xmlns:a16="http://schemas.microsoft.com/office/drawing/2014/main" id="{3B8C5C2A-08D2-41F6-9EB2-98CA1BA98B0B}"/>
              </a:ext>
            </a:extLst>
          </p:cNvPr>
          <p:cNvPicPr>
            <a:picLocks noGrp="1" noChangeAspect="1"/>
          </p:cNvPicPr>
          <p:nvPr>
            <p:ph type="pic" sz="quarter" idx="14"/>
          </p:nvPr>
        </p:nvPicPr>
        <p:blipFill>
          <a:blip r:embed="rId3" cstate="screen">
            <a:extLst>
              <a:ext uri="{28A0092B-C50C-407E-A947-70E740481C1C}">
                <a14:useLocalDpi xmlns:a14="http://schemas.microsoft.com/office/drawing/2010/main"/>
              </a:ext>
            </a:extLst>
          </a:blip>
          <a:srcRect/>
          <a:stretch>
            <a:fillRect/>
          </a:stretch>
        </p:blipFill>
        <p:spPr/>
      </p:pic>
      <p:sp>
        <p:nvSpPr>
          <p:cNvPr id="13" name="Rectangle 12">
            <a:extLst>
              <a:ext uri="{FF2B5EF4-FFF2-40B4-BE49-F238E27FC236}">
                <a16:creationId xmlns:a16="http://schemas.microsoft.com/office/drawing/2014/main" id="{38649633-8224-44B5-ACDA-03CDCCF181C0}"/>
              </a:ext>
            </a:extLst>
          </p:cNvPr>
          <p:cNvSpPr>
            <a:spLocks/>
          </p:cNvSpPr>
          <p:nvPr/>
        </p:nvSpPr>
        <p:spPr bwMode="auto">
          <a:xfrm>
            <a:off x="0" y="0"/>
            <a:ext cx="12192000" cy="6858000"/>
          </a:xfrm>
          <a:prstGeom prst="rect">
            <a:avLst/>
          </a:prstGeom>
          <a:gradFill flip="none" rotWithShape="1">
            <a:gsLst>
              <a:gs pos="65000">
                <a:srgbClr val="07419B">
                  <a:alpha val="76000"/>
                </a:srgbClr>
              </a:gs>
              <a:gs pos="0">
                <a:srgbClr val="002F5F"/>
              </a:gs>
              <a:gs pos="16000">
                <a:srgbClr val="115EFA">
                  <a:alpha val="0"/>
                </a:srgbClr>
              </a:gs>
              <a:gs pos="100000">
                <a:srgbClr val="002F5F"/>
              </a:gs>
            </a:gsLst>
            <a:path path="circle">
              <a:fillToRect l="100000" t="100000"/>
            </a:path>
            <a:tileRect r="-100000" b="-100000"/>
          </a:gra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3" name="Title 2">
            <a:extLst>
              <a:ext uri="{FF2B5EF4-FFF2-40B4-BE49-F238E27FC236}">
                <a16:creationId xmlns:a16="http://schemas.microsoft.com/office/drawing/2014/main" id="{49684CB1-FC62-7282-D3B8-BBC6C18A9ADD}"/>
              </a:ext>
            </a:extLst>
          </p:cNvPr>
          <p:cNvSpPr>
            <a:spLocks noGrp="1"/>
          </p:cNvSpPr>
          <p:nvPr>
            <p:ph type="ctrTitle"/>
          </p:nvPr>
        </p:nvSpPr>
        <p:spPr>
          <a:xfrm>
            <a:off x="357585" y="1475591"/>
            <a:ext cx="5688012" cy="830997"/>
          </a:xfrm>
        </p:spPr>
        <p:txBody>
          <a:bodyPr>
            <a:spAutoFit/>
          </a:bodyPr>
          <a:lstStyle/>
          <a:p>
            <a:r>
              <a:rPr lang="en-GB" dirty="0"/>
              <a:t>Disaster </a:t>
            </a:r>
          </a:p>
        </p:txBody>
      </p:sp>
      <p:sp>
        <p:nvSpPr>
          <p:cNvPr id="8" name="Text Placeholder 7">
            <a:extLst>
              <a:ext uri="{FF2B5EF4-FFF2-40B4-BE49-F238E27FC236}">
                <a16:creationId xmlns:a16="http://schemas.microsoft.com/office/drawing/2014/main" id="{E7394B8C-1D24-D6B4-3353-7DC20FF502F5}"/>
              </a:ext>
            </a:extLst>
          </p:cNvPr>
          <p:cNvSpPr>
            <a:spLocks noGrp="1"/>
          </p:cNvSpPr>
          <p:nvPr>
            <p:ph type="body" sz="quarter" idx="19"/>
          </p:nvPr>
        </p:nvSpPr>
        <p:spPr/>
        <p:txBody>
          <a:bodyPr/>
          <a:lstStyle/>
          <a:p>
            <a:endParaRPr lang="en-GB"/>
          </a:p>
        </p:txBody>
      </p:sp>
    </p:spTree>
    <p:extLst>
      <p:ext uri="{BB962C8B-B14F-4D97-AF65-F5344CB8AC3E}">
        <p14:creationId xmlns:p14="http://schemas.microsoft.com/office/powerpoint/2010/main" val="97476945"/>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F1A60B0-69E2-48F4-A4EA-E7A476B09187}"/>
              </a:ext>
            </a:extLst>
          </p:cNvPr>
          <p:cNvSpPr/>
          <p:nvPr/>
        </p:nvSpPr>
        <p:spPr bwMode="auto">
          <a:xfrm>
            <a:off x="0" y="2261327"/>
            <a:ext cx="12192000" cy="2880469"/>
          </a:xfrm>
          <a:prstGeom prst="rect">
            <a:avLst/>
          </a:prstGeom>
          <a:gradFill>
            <a:gsLst>
              <a:gs pos="0">
                <a:srgbClr val="002F5F">
                  <a:alpha val="10000"/>
                </a:srgbClr>
              </a:gs>
              <a:gs pos="50000">
                <a:srgbClr val="002F5F">
                  <a:alpha val="0"/>
                </a:srgbClr>
              </a:gs>
              <a:gs pos="100000">
                <a:srgbClr val="002F5F">
                  <a:alpha val="10000"/>
                </a:srgbClr>
              </a:gs>
            </a:gsLst>
            <a:lin ang="0" scaled="1"/>
          </a:gra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12" name="Rectangle 11">
            <a:extLst>
              <a:ext uri="{FF2B5EF4-FFF2-40B4-BE49-F238E27FC236}">
                <a16:creationId xmlns:a16="http://schemas.microsoft.com/office/drawing/2014/main" id="{5887937C-A86E-447A-A53E-6A0D04A610ED}"/>
              </a:ext>
            </a:extLst>
          </p:cNvPr>
          <p:cNvSpPr/>
          <p:nvPr/>
        </p:nvSpPr>
        <p:spPr bwMode="auto">
          <a:xfrm>
            <a:off x="1664677" y="1369343"/>
            <a:ext cx="8862646" cy="4555293"/>
          </a:xfrm>
          <a:prstGeom prst="rect">
            <a:avLst/>
          </a:prstGeom>
          <a:solidFill>
            <a:schemeClr val="bg1"/>
          </a:solidFill>
          <a:ln>
            <a:noFill/>
          </a:ln>
          <a:effectLst>
            <a:outerShdw blurRad="317500" sx="102000" sy="102000" algn="ctr" rotWithShape="0">
              <a:prstClr val="black">
                <a:alpha val="4000"/>
              </a:prstClr>
            </a:outerShdw>
          </a:effectLst>
        </p:spPr>
        <p:txBody>
          <a:bodyPr vert="horz" wrap="square" lIns="91440" tIns="45720" rIns="91440" bIns="45720" numCol="1" rtlCol="0" anchor="t" anchorCtr="0" compatLnSpc="1">
            <a:prstTxWarp prst="textNoShape">
              <a:avLst/>
            </a:prstTxWarp>
          </a:bodyPr>
          <a:lstStyle/>
          <a:p>
            <a:pPr algn="ctr"/>
            <a:endParaRPr lang="en-US"/>
          </a:p>
        </p:txBody>
      </p:sp>
      <p:sp>
        <p:nvSpPr>
          <p:cNvPr id="9" name="Title 8">
            <a:extLst>
              <a:ext uri="{FF2B5EF4-FFF2-40B4-BE49-F238E27FC236}">
                <a16:creationId xmlns:a16="http://schemas.microsoft.com/office/drawing/2014/main" id="{841B44FA-53A5-4A9B-AD99-E0D6C5E31D4E}"/>
              </a:ext>
            </a:extLst>
          </p:cNvPr>
          <p:cNvSpPr>
            <a:spLocks noGrp="1"/>
          </p:cNvSpPr>
          <p:nvPr>
            <p:ph type="title"/>
          </p:nvPr>
        </p:nvSpPr>
        <p:spPr>
          <a:xfrm>
            <a:off x="407988" y="548680"/>
            <a:ext cx="11376024" cy="492443"/>
          </a:xfrm>
        </p:spPr>
        <p:txBody>
          <a:bodyPr>
            <a:spAutoFit/>
          </a:bodyPr>
          <a:lstStyle/>
          <a:p>
            <a:pPr algn="ctr"/>
            <a:r>
              <a:rPr lang="en-US" dirty="0"/>
              <a:t>Fate of Spilled Oil</a:t>
            </a:r>
          </a:p>
        </p:txBody>
      </p:sp>
      <p:sp>
        <p:nvSpPr>
          <p:cNvPr id="6" name="Date Placeholder 5">
            <a:extLst>
              <a:ext uri="{FF2B5EF4-FFF2-40B4-BE49-F238E27FC236}">
                <a16:creationId xmlns:a16="http://schemas.microsoft.com/office/drawing/2014/main" id="{255F034A-B3D6-4460-AF95-FA6F24DCDCB3}"/>
              </a:ext>
            </a:extLst>
          </p:cNvPr>
          <p:cNvSpPr>
            <a:spLocks noGrp="1"/>
          </p:cNvSpPr>
          <p:nvPr>
            <p:ph type="dt" sz="half" idx="10"/>
          </p:nvPr>
        </p:nvSpPr>
        <p:spPr/>
        <p:txBody>
          <a:bodyPr/>
          <a:lstStyle/>
          <a:p>
            <a:fld id="{46F98249-4418-430D-BC85-CBEB2C55707B}" type="datetime3">
              <a:rPr lang="en-US" smtClean="0"/>
              <a:t>1 October 2026</a:t>
            </a:fld>
            <a:endParaRPr lang="en-US" dirty="0"/>
          </a:p>
        </p:txBody>
      </p:sp>
      <p:sp>
        <p:nvSpPr>
          <p:cNvPr id="8" name="Slide Number Placeholder 7">
            <a:extLst>
              <a:ext uri="{FF2B5EF4-FFF2-40B4-BE49-F238E27FC236}">
                <a16:creationId xmlns:a16="http://schemas.microsoft.com/office/drawing/2014/main" id="{6A65E1A4-5976-4CCE-B6A3-3FC637D17BD7}"/>
              </a:ext>
            </a:extLst>
          </p:cNvPr>
          <p:cNvSpPr>
            <a:spLocks noGrp="1"/>
          </p:cNvSpPr>
          <p:nvPr>
            <p:ph type="sldNum" sz="quarter" idx="12"/>
          </p:nvPr>
        </p:nvSpPr>
        <p:spPr/>
        <p:txBody>
          <a:bodyPr/>
          <a:lstStyle/>
          <a:p>
            <a:fld id="{5B16D1FE-3A35-41BA-8EBE-413702045235}" type="slidenum">
              <a:rPr lang="en-US" smtClean="0"/>
              <a:pPr/>
              <a:t>5</a:t>
            </a:fld>
            <a:endParaRPr lang="en-US" dirty="0"/>
          </a:p>
        </p:txBody>
      </p:sp>
      <p:pic>
        <p:nvPicPr>
          <p:cNvPr id="14" name="Google Shape;582;p6">
            <a:extLst>
              <a:ext uri="{FF2B5EF4-FFF2-40B4-BE49-F238E27FC236}">
                <a16:creationId xmlns:a16="http://schemas.microsoft.com/office/drawing/2014/main" id="{B26A9936-2DD1-4DD4-ACB7-9F5CE7A3A587}"/>
              </a:ext>
            </a:extLst>
          </p:cNvPr>
          <p:cNvPicPr preferRelativeResize="0"/>
          <p:nvPr/>
        </p:nvPicPr>
        <p:blipFill>
          <a:blip r:embed="rId3" cstate="screen">
            <a:extLst>
              <a:ext uri="{28A0092B-C50C-407E-A947-70E740481C1C}">
                <a14:useLocalDpi xmlns:a14="http://schemas.microsoft.com/office/drawing/2010/main"/>
              </a:ext>
            </a:extLst>
          </a:blip>
          <a:srcRect/>
          <a:stretch/>
        </p:blipFill>
        <p:spPr>
          <a:xfrm>
            <a:off x="1811524" y="1518626"/>
            <a:ext cx="8566611" cy="4252132"/>
          </a:xfrm>
          <a:prstGeom prst="rect">
            <a:avLst/>
          </a:prstGeom>
          <a:noFill/>
          <a:ln>
            <a:noFill/>
          </a:ln>
        </p:spPr>
      </p:pic>
    </p:spTree>
    <p:extLst>
      <p:ext uri="{BB962C8B-B14F-4D97-AF65-F5344CB8AC3E}">
        <p14:creationId xmlns:p14="http://schemas.microsoft.com/office/powerpoint/2010/main" val="3317959598"/>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F1A60B0-69E2-48F4-A4EA-E7A476B09187}"/>
              </a:ext>
            </a:extLst>
          </p:cNvPr>
          <p:cNvSpPr/>
          <p:nvPr/>
        </p:nvSpPr>
        <p:spPr bwMode="auto">
          <a:xfrm>
            <a:off x="0" y="2261327"/>
            <a:ext cx="12192000" cy="2880469"/>
          </a:xfrm>
          <a:prstGeom prst="rect">
            <a:avLst/>
          </a:prstGeom>
          <a:gradFill>
            <a:gsLst>
              <a:gs pos="0">
                <a:srgbClr val="002F5F">
                  <a:alpha val="10000"/>
                </a:srgbClr>
              </a:gs>
              <a:gs pos="50000">
                <a:srgbClr val="002F5F">
                  <a:alpha val="0"/>
                </a:srgbClr>
              </a:gs>
              <a:gs pos="100000">
                <a:srgbClr val="002F5F">
                  <a:alpha val="10000"/>
                </a:srgbClr>
              </a:gs>
            </a:gsLst>
            <a:lin ang="0" scaled="1"/>
          </a:gra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15" name="Rectangle 14">
            <a:extLst>
              <a:ext uri="{FF2B5EF4-FFF2-40B4-BE49-F238E27FC236}">
                <a16:creationId xmlns:a16="http://schemas.microsoft.com/office/drawing/2014/main" id="{F7893DD6-3172-4345-A0A4-48E287D4D038}"/>
              </a:ext>
            </a:extLst>
          </p:cNvPr>
          <p:cNvSpPr/>
          <p:nvPr/>
        </p:nvSpPr>
        <p:spPr bwMode="auto">
          <a:xfrm>
            <a:off x="1664677" y="1369343"/>
            <a:ext cx="8862646" cy="4555293"/>
          </a:xfrm>
          <a:prstGeom prst="rect">
            <a:avLst/>
          </a:prstGeom>
          <a:solidFill>
            <a:schemeClr val="bg1"/>
          </a:solidFill>
          <a:ln>
            <a:noFill/>
          </a:ln>
          <a:effectLst>
            <a:outerShdw blurRad="317500" sx="102000" sy="102000" algn="ctr" rotWithShape="0">
              <a:prstClr val="black">
                <a:alpha val="4000"/>
              </a:prstClr>
            </a:outerShdw>
          </a:effectLst>
        </p:spPr>
        <p:txBody>
          <a:bodyPr vert="horz" wrap="square" lIns="91440" tIns="45720" rIns="91440" bIns="45720" numCol="1" rtlCol="0" anchor="t" anchorCtr="0" compatLnSpc="1">
            <a:prstTxWarp prst="textNoShape">
              <a:avLst/>
            </a:prstTxWarp>
          </a:bodyPr>
          <a:lstStyle/>
          <a:p>
            <a:pPr algn="ctr"/>
            <a:endParaRPr lang="en-US"/>
          </a:p>
        </p:txBody>
      </p:sp>
      <p:sp>
        <p:nvSpPr>
          <p:cNvPr id="9" name="Title 8">
            <a:extLst>
              <a:ext uri="{FF2B5EF4-FFF2-40B4-BE49-F238E27FC236}">
                <a16:creationId xmlns:a16="http://schemas.microsoft.com/office/drawing/2014/main" id="{841B44FA-53A5-4A9B-AD99-E0D6C5E31D4E}"/>
              </a:ext>
            </a:extLst>
          </p:cNvPr>
          <p:cNvSpPr>
            <a:spLocks noGrp="1"/>
          </p:cNvSpPr>
          <p:nvPr>
            <p:ph type="title"/>
          </p:nvPr>
        </p:nvSpPr>
        <p:spPr>
          <a:xfrm>
            <a:off x="407988" y="548680"/>
            <a:ext cx="11376024" cy="492443"/>
          </a:xfrm>
        </p:spPr>
        <p:txBody>
          <a:bodyPr>
            <a:spAutoFit/>
          </a:bodyPr>
          <a:lstStyle/>
          <a:p>
            <a:pPr algn="ctr"/>
            <a:r>
              <a:rPr lang="en-US" dirty="0"/>
              <a:t>Fate of Spilled Oil</a:t>
            </a:r>
          </a:p>
        </p:txBody>
      </p:sp>
      <p:sp>
        <p:nvSpPr>
          <p:cNvPr id="6" name="Date Placeholder 5">
            <a:extLst>
              <a:ext uri="{FF2B5EF4-FFF2-40B4-BE49-F238E27FC236}">
                <a16:creationId xmlns:a16="http://schemas.microsoft.com/office/drawing/2014/main" id="{255F034A-B3D6-4460-AF95-FA6F24DCDCB3}"/>
              </a:ext>
            </a:extLst>
          </p:cNvPr>
          <p:cNvSpPr>
            <a:spLocks noGrp="1"/>
          </p:cNvSpPr>
          <p:nvPr>
            <p:ph type="dt" sz="half" idx="10"/>
          </p:nvPr>
        </p:nvSpPr>
        <p:spPr/>
        <p:txBody>
          <a:bodyPr/>
          <a:lstStyle/>
          <a:p>
            <a:fld id="{46F98249-4418-430D-BC85-CBEB2C55707B}" type="datetime3">
              <a:rPr lang="en-US" smtClean="0"/>
              <a:t>1 October 2026</a:t>
            </a:fld>
            <a:endParaRPr lang="en-US" dirty="0"/>
          </a:p>
        </p:txBody>
      </p:sp>
      <p:sp>
        <p:nvSpPr>
          <p:cNvPr id="8" name="Slide Number Placeholder 7">
            <a:extLst>
              <a:ext uri="{FF2B5EF4-FFF2-40B4-BE49-F238E27FC236}">
                <a16:creationId xmlns:a16="http://schemas.microsoft.com/office/drawing/2014/main" id="{6A65E1A4-5976-4CCE-B6A3-3FC637D17BD7}"/>
              </a:ext>
            </a:extLst>
          </p:cNvPr>
          <p:cNvSpPr>
            <a:spLocks noGrp="1"/>
          </p:cNvSpPr>
          <p:nvPr>
            <p:ph type="sldNum" sz="quarter" idx="12"/>
          </p:nvPr>
        </p:nvSpPr>
        <p:spPr/>
        <p:txBody>
          <a:bodyPr/>
          <a:lstStyle/>
          <a:p>
            <a:fld id="{5B16D1FE-3A35-41BA-8EBE-413702045235}" type="slidenum">
              <a:rPr lang="en-US" smtClean="0"/>
              <a:pPr/>
              <a:t>6</a:t>
            </a:fld>
            <a:endParaRPr lang="en-US" dirty="0"/>
          </a:p>
        </p:txBody>
      </p:sp>
      <p:pic>
        <p:nvPicPr>
          <p:cNvPr id="14" name="Google Shape;582;p6">
            <a:extLst>
              <a:ext uri="{FF2B5EF4-FFF2-40B4-BE49-F238E27FC236}">
                <a16:creationId xmlns:a16="http://schemas.microsoft.com/office/drawing/2014/main" id="{B26A9936-2DD1-4DD4-ACB7-9F5CE7A3A587}"/>
              </a:ext>
            </a:extLst>
          </p:cNvPr>
          <p:cNvPicPr preferRelativeResize="0"/>
          <p:nvPr/>
        </p:nvPicPr>
        <p:blipFill>
          <a:blip r:embed="rId3" cstate="screen">
            <a:extLst>
              <a:ext uri="{28A0092B-C50C-407E-A947-70E740481C1C}">
                <a14:useLocalDpi xmlns:a14="http://schemas.microsoft.com/office/drawing/2010/main"/>
              </a:ext>
            </a:extLst>
          </a:blip>
          <a:srcRect/>
          <a:stretch/>
        </p:blipFill>
        <p:spPr>
          <a:xfrm>
            <a:off x="1811524" y="1518626"/>
            <a:ext cx="8566611" cy="4252132"/>
          </a:xfrm>
          <a:prstGeom prst="rect">
            <a:avLst/>
          </a:prstGeom>
          <a:noFill/>
          <a:ln>
            <a:noFill/>
          </a:ln>
        </p:spPr>
      </p:pic>
      <p:pic>
        <p:nvPicPr>
          <p:cNvPr id="12" name="Graphic 11">
            <a:extLst>
              <a:ext uri="{FF2B5EF4-FFF2-40B4-BE49-F238E27FC236}">
                <a16:creationId xmlns:a16="http://schemas.microsoft.com/office/drawing/2014/main" id="{7BD77B6E-B7DB-4FA4-A305-46C09C5CFFE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591742" y="3677674"/>
            <a:ext cx="2464698" cy="720554"/>
          </a:xfrm>
          <a:prstGeom prst="rect">
            <a:avLst/>
          </a:prstGeom>
        </p:spPr>
      </p:pic>
      <p:sp>
        <p:nvSpPr>
          <p:cNvPr id="2" name="Rectangle: Rounded Corners 1">
            <a:extLst>
              <a:ext uri="{FF2B5EF4-FFF2-40B4-BE49-F238E27FC236}">
                <a16:creationId xmlns:a16="http://schemas.microsoft.com/office/drawing/2014/main" id="{A69C2783-447F-47CA-9A9E-66986A622F26}"/>
              </a:ext>
            </a:extLst>
          </p:cNvPr>
          <p:cNvSpPr/>
          <p:nvPr/>
        </p:nvSpPr>
        <p:spPr bwMode="auto">
          <a:xfrm>
            <a:off x="8976320" y="1588643"/>
            <a:ext cx="1328015" cy="328190"/>
          </a:xfrm>
          <a:prstGeom prst="roundRect">
            <a:avLst>
              <a:gd name="adj" fmla="val 8166"/>
            </a:avLst>
          </a:prstGeom>
          <a:solidFill>
            <a:schemeClr val="bg1"/>
          </a:soli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3" name="TextBox 2">
            <a:extLst>
              <a:ext uri="{FF2B5EF4-FFF2-40B4-BE49-F238E27FC236}">
                <a16:creationId xmlns:a16="http://schemas.microsoft.com/office/drawing/2014/main" id="{019424BD-8B93-4785-A8F8-440D58910365}"/>
              </a:ext>
            </a:extLst>
          </p:cNvPr>
          <p:cNvSpPr txBox="1"/>
          <p:nvPr/>
        </p:nvSpPr>
        <p:spPr>
          <a:xfrm>
            <a:off x="9014996" y="1598850"/>
            <a:ext cx="1250663" cy="307777"/>
          </a:xfrm>
          <a:prstGeom prst="rect">
            <a:avLst/>
          </a:prstGeom>
          <a:noFill/>
        </p:spPr>
        <p:txBody>
          <a:bodyPr wrap="none" rtlCol="0">
            <a:spAutoFit/>
          </a:bodyPr>
          <a:lstStyle/>
          <a:p>
            <a:pPr algn="ctr"/>
            <a:r>
              <a:rPr lang="en-US" sz="1400" dirty="0">
                <a:solidFill>
                  <a:schemeClr val="accent2"/>
                </a:solidFill>
              </a:rPr>
              <a:t>Oil Still Fresh</a:t>
            </a:r>
          </a:p>
        </p:txBody>
      </p:sp>
      <p:sp>
        <p:nvSpPr>
          <p:cNvPr id="13" name="Rectangle: Rounded Corners 12">
            <a:extLst>
              <a:ext uri="{FF2B5EF4-FFF2-40B4-BE49-F238E27FC236}">
                <a16:creationId xmlns:a16="http://schemas.microsoft.com/office/drawing/2014/main" id="{C75DFAC3-36A3-453D-AF21-50E0D5AE08AA}"/>
              </a:ext>
            </a:extLst>
          </p:cNvPr>
          <p:cNvSpPr/>
          <p:nvPr/>
        </p:nvSpPr>
        <p:spPr bwMode="auto">
          <a:xfrm>
            <a:off x="8782517" y="3889623"/>
            <a:ext cx="592490" cy="182460"/>
          </a:xfrm>
          <a:prstGeom prst="roundRect">
            <a:avLst>
              <a:gd name="adj" fmla="val 8166"/>
            </a:avLst>
          </a:prstGeom>
          <a:solidFill>
            <a:schemeClr val="bg1"/>
          </a:solidFill>
          <a:ln>
            <a:noFill/>
          </a:ln>
        </p:spPr>
        <p:txBody>
          <a:bodyPr vert="horz" wrap="square" lIns="0" tIns="0" rIns="0" bIns="0" numCol="1" rtlCol="0" anchor="ctr" anchorCtr="0" compatLnSpc="1">
            <a:prstTxWarp prst="textNoShape">
              <a:avLst/>
            </a:prstTxWarp>
          </a:bodyPr>
          <a:lstStyle/>
          <a:p>
            <a:pPr algn="ctr"/>
            <a:r>
              <a:rPr lang="en-US" sz="1000" dirty="0">
                <a:solidFill>
                  <a:schemeClr val="accent2"/>
                </a:solidFill>
              </a:rPr>
              <a:t>Spread</a:t>
            </a:r>
          </a:p>
        </p:txBody>
      </p:sp>
    </p:spTree>
    <p:extLst>
      <p:ext uri="{BB962C8B-B14F-4D97-AF65-F5344CB8AC3E}">
        <p14:creationId xmlns:p14="http://schemas.microsoft.com/office/powerpoint/2010/main" val="2549425309"/>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750"/>
                                        <p:tgtEl>
                                          <p:spTgt spid="12"/>
                                        </p:tgtEl>
                                      </p:cBhvr>
                                    </p:animEffect>
                                  </p:childTnLst>
                                </p:cTn>
                              </p:par>
                            </p:childTnLst>
                          </p:cTn>
                        </p:par>
                        <p:par>
                          <p:cTn id="8" fill="hold">
                            <p:stCondLst>
                              <p:cond delay="750"/>
                            </p:stCondLst>
                            <p:childTnLst>
                              <p:par>
                                <p:cTn id="9" presetID="22" presetClass="entr" presetSubtype="1"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up)">
                                      <p:cBhvr>
                                        <p:cTn id="11" dur="7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8" name="Picture Placeholder 17">
            <a:extLst>
              <a:ext uri="{FF2B5EF4-FFF2-40B4-BE49-F238E27FC236}">
                <a16:creationId xmlns:a16="http://schemas.microsoft.com/office/drawing/2014/main" id="{7CFCA82D-2E17-46BE-8156-39AB2FEAC22B}"/>
              </a:ext>
            </a:extLst>
          </p:cNvPr>
          <p:cNvPicPr>
            <a:picLocks noGrp="1" noChangeAspect="1"/>
          </p:cNvPicPr>
          <p:nvPr>
            <p:ph type="pic" sz="quarter" idx="14"/>
          </p:nvPr>
        </p:nvPicPr>
        <p:blipFill>
          <a:blip r:embed="rId3" cstate="screen">
            <a:extLst>
              <a:ext uri="{28A0092B-C50C-407E-A947-70E740481C1C}">
                <a14:useLocalDpi xmlns:a14="http://schemas.microsoft.com/office/drawing/2010/main"/>
              </a:ext>
            </a:extLst>
          </a:blip>
          <a:srcRect/>
          <a:stretch/>
        </p:blipFill>
        <p:spPr>
          <a:xfrm>
            <a:off x="190500" y="200820"/>
            <a:ext cx="11800234" cy="6479380"/>
          </a:xfrm>
        </p:spPr>
      </p:pic>
    </p:spTree>
    <p:extLst>
      <p:ext uri="{BB962C8B-B14F-4D97-AF65-F5344CB8AC3E}">
        <p14:creationId xmlns:p14="http://schemas.microsoft.com/office/powerpoint/2010/main" val="1476689322"/>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F1A60B0-69E2-48F4-A4EA-E7A476B09187}"/>
              </a:ext>
            </a:extLst>
          </p:cNvPr>
          <p:cNvSpPr/>
          <p:nvPr/>
        </p:nvSpPr>
        <p:spPr bwMode="auto">
          <a:xfrm>
            <a:off x="0" y="2261327"/>
            <a:ext cx="12192000" cy="2880469"/>
          </a:xfrm>
          <a:prstGeom prst="rect">
            <a:avLst/>
          </a:prstGeom>
          <a:gradFill>
            <a:gsLst>
              <a:gs pos="0">
                <a:srgbClr val="002F5F">
                  <a:alpha val="10000"/>
                </a:srgbClr>
              </a:gs>
              <a:gs pos="50000">
                <a:srgbClr val="002F5F">
                  <a:alpha val="0"/>
                </a:srgbClr>
              </a:gs>
              <a:gs pos="100000">
                <a:srgbClr val="002F5F">
                  <a:alpha val="10000"/>
                </a:srgbClr>
              </a:gs>
            </a:gsLst>
            <a:lin ang="0" scaled="1"/>
          </a:gra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17" name="Rectangle 16">
            <a:extLst>
              <a:ext uri="{FF2B5EF4-FFF2-40B4-BE49-F238E27FC236}">
                <a16:creationId xmlns:a16="http://schemas.microsoft.com/office/drawing/2014/main" id="{FC7B3B07-1282-4F5A-986C-93D907C3C046}"/>
              </a:ext>
            </a:extLst>
          </p:cNvPr>
          <p:cNvSpPr/>
          <p:nvPr/>
        </p:nvSpPr>
        <p:spPr bwMode="auto">
          <a:xfrm>
            <a:off x="1664677" y="1369343"/>
            <a:ext cx="8862646" cy="4555293"/>
          </a:xfrm>
          <a:prstGeom prst="rect">
            <a:avLst/>
          </a:prstGeom>
          <a:solidFill>
            <a:schemeClr val="bg1"/>
          </a:solidFill>
          <a:ln>
            <a:noFill/>
          </a:ln>
          <a:effectLst>
            <a:outerShdw blurRad="317500" sx="102000" sy="102000" algn="ctr" rotWithShape="0">
              <a:prstClr val="black">
                <a:alpha val="4000"/>
              </a:prstClr>
            </a:outerShdw>
          </a:effectLst>
        </p:spPr>
        <p:txBody>
          <a:bodyPr vert="horz" wrap="square" lIns="91440" tIns="45720" rIns="91440" bIns="45720" numCol="1" rtlCol="0" anchor="t" anchorCtr="0" compatLnSpc="1">
            <a:prstTxWarp prst="textNoShape">
              <a:avLst/>
            </a:prstTxWarp>
          </a:bodyPr>
          <a:lstStyle/>
          <a:p>
            <a:pPr algn="ctr"/>
            <a:endParaRPr lang="en-US"/>
          </a:p>
        </p:txBody>
      </p:sp>
      <p:sp>
        <p:nvSpPr>
          <p:cNvPr id="9" name="Title 8">
            <a:extLst>
              <a:ext uri="{FF2B5EF4-FFF2-40B4-BE49-F238E27FC236}">
                <a16:creationId xmlns:a16="http://schemas.microsoft.com/office/drawing/2014/main" id="{841B44FA-53A5-4A9B-AD99-E0D6C5E31D4E}"/>
              </a:ext>
            </a:extLst>
          </p:cNvPr>
          <p:cNvSpPr>
            <a:spLocks noGrp="1"/>
          </p:cNvSpPr>
          <p:nvPr>
            <p:ph type="title"/>
          </p:nvPr>
        </p:nvSpPr>
        <p:spPr>
          <a:xfrm>
            <a:off x="407988" y="548680"/>
            <a:ext cx="11376024" cy="492443"/>
          </a:xfrm>
        </p:spPr>
        <p:txBody>
          <a:bodyPr>
            <a:spAutoFit/>
          </a:bodyPr>
          <a:lstStyle/>
          <a:p>
            <a:pPr algn="ctr"/>
            <a:r>
              <a:rPr lang="en-US" dirty="0"/>
              <a:t>Fate of Spilled Oil</a:t>
            </a:r>
          </a:p>
        </p:txBody>
      </p:sp>
      <p:sp>
        <p:nvSpPr>
          <p:cNvPr id="6" name="Date Placeholder 5">
            <a:extLst>
              <a:ext uri="{FF2B5EF4-FFF2-40B4-BE49-F238E27FC236}">
                <a16:creationId xmlns:a16="http://schemas.microsoft.com/office/drawing/2014/main" id="{255F034A-B3D6-4460-AF95-FA6F24DCDCB3}"/>
              </a:ext>
            </a:extLst>
          </p:cNvPr>
          <p:cNvSpPr>
            <a:spLocks noGrp="1"/>
          </p:cNvSpPr>
          <p:nvPr>
            <p:ph type="dt" sz="half" idx="10"/>
          </p:nvPr>
        </p:nvSpPr>
        <p:spPr/>
        <p:txBody>
          <a:bodyPr/>
          <a:lstStyle/>
          <a:p>
            <a:fld id="{46F98249-4418-430D-BC85-CBEB2C55707B}" type="datetime3">
              <a:rPr lang="en-US" smtClean="0"/>
              <a:t>1 October 2026</a:t>
            </a:fld>
            <a:endParaRPr lang="en-US" dirty="0"/>
          </a:p>
        </p:txBody>
      </p:sp>
      <p:sp>
        <p:nvSpPr>
          <p:cNvPr id="8" name="Slide Number Placeholder 7">
            <a:extLst>
              <a:ext uri="{FF2B5EF4-FFF2-40B4-BE49-F238E27FC236}">
                <a16:creationId xmlns:a16="http://schemas.microsoft.com/office/drawing/2014/main" id="{6A65E1A4-5976-4CCE-B6A3-3FC637D17BD7}"/>
              </a:ext>
            </a:extLst>
          </p:cNvPr>
          <p:cNvSpPr>
            <a:spLocks noGrp="1"/>
          </p:cNvSpPr>
          <p:nvPr>
            <p:ph type="sldNum" sz="quarter" idx="12"/>
          </p:nvPr>
        </p:nvSpPr>
        <p:spPr/>
        <p:txBody>
          <a:bodyPr/>
          <a:lstStyle/>
          <a:p>
            <a:fld id="{5B16D1FE-3A35-41BA-8EBE-413702045235}" type="slidenum">
              <a:rPr lang="en-US" smtClean="0"/>
              <a:pPr/>
              <a:t>8</a:t>
            </a:fld>
            <a:endParaRPr lang="en-US" dirty="0"/>
          </a:p>
        </p:txBody>
      </p:sp>
      <p:pic>
        <p:nvPicPr>
          <p:cNvPr id="14" name="Google Shape;582;p6">
            <a:extLst>
              <a:ext uri="{FF2B5EF4-FFF2-40B4-BE49-F238E27FC236}">
                <a16:creationId xmlns:a16="http://schemas.microsoft.com/office/drawing/2014/main" id="{B26A9936-2DD1-4DD4-ACB7-9F5CE7A3A587}"/>
              </a:ext>
            </a:extLst>
          </p:cNvPr>
          <p:cNvPicPr preferRelativeResize="0"/>
          <p:nvPr/>
        </p:nvPicPr>
        <p:blipFill>
          <a:blip r:embed="rId3" cstate="screen">
            <a:extLst>
              <a:ext uri="{28A0092B-C50C-407E-A947-70E740481C1C}">
                <a14:useLocalDpi xmlns:a14="http://schemas.microsoft.com/office/drawing/2010/main"/>
              </a:ext>
            </a:extLst>
          </a:blip>
          <a:srcRect/>
          <a:stretch/>
        </p:blipFill>
        <p:spPr>
          <a:xfrm>
            <a:off x="1811524" y="1518626"/>
            <a:ext cx="8566611" cy="4252132"/>
          </a:xfrm>
          <a:prstGeom prst="rect">
            <a:avLst/>
          </a:prstGeom>
          <a:noFill/>
          <a:ln>
            <a:noFill/>
          </a:ln>
        </p:spPr>
      </p:pic>
      <p:pic>
        <p:nvPicPr>
          <p:cNvPr id="12" name="Graphic 11">
            <a:extLst>
              <a:ext uri="{FF2B5EF4-FFF2-40B4-BE49-F238E27FC236}">
                <a16:creationId xmlns:a16="http://schemas.microsoft.com/office/drawing/2014/main" id="{7BD77B6E-B7DB-4FA4-A305-46C09C5CFFE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591742" y="3677674"/>
            <a:ext cx="2464698" cy="720554"/>
          </a:xfrm>
          <a:prstGeom prst="rect">
            <a:avLst/>
          </a:prstGeom>
        </p:spPr>
      </p:pic>
      <p:pic>
        <p:nvPicPr>
          <p:cNvPr id="13" name="Picture 12">
            <a:extLst>
              <a:ext uri="{FF2B5EF4-FFF2-40B4-BE49-F238E27FC236}">
                <a16:creationId xmlns:a16="http://schemas.microsoft.com/office/drawing/2014/main" id="{E73A836D-D2FF-47F1-AE19-544CECFA2BB1}"/>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9201869" y="3501008"/>
            <a:ext cx="1113816" cy="790575"/>
          </a:xfrm>
          <a:prstGeom prst="rect">
            <a:avLst/>
          </a:prstGeom>
        </p:spPr>
      </p:pic>
      <p:sp>
        <p:nvSpPr>
          <p:cNvPr id="15" name="Rectangle: Rounded Corners 14">
            <a:extLst>
              <a:ext uri="{FF2B5EF4-FFF2-40B4-BE49-F238E27FC236}">
                <a16:creationId xmlns:a16="http://schemas.microsoft.com/office/drawing/2014/main" id="{369CD9BC-D862-4B0B-BE8C-C2A59745D908}"/>
              </a:ext>
            </a:extLst>
          </p:cNvPr>
          <p:cNvSpPr/>
          <p:nvPr/>
        </p:nvSpPr>
        <p:spPr bwMode="auto">
          <a:xfrm>
            <a:off x="8782517" y="3889623"/>
            <a:ext cx="592490" cy="182460"/>
          </a:xfrm>
          <a:prstGeom prst="roundRect">
            <a:avLst>
              <a:gd name="adj" fmla="val 8166"/>
            </a:avLst>
          </a:prstGeom>
          <a:solidFill>
            <a:schemeClr val="bg1"/>
          </a:solidFill>
          <a:ln>
            <a:noFill/>
          </a:ln>
        </p:spPr>
        <p:txBody>
          <a:bodyPr vert="horz" wrap="square" lIns="0" tIns="0" rIns="0" bIns="0" numCol="1" rtlCol="0" anchor="ctr" anchorCtr="0" compatLnSpc="1">
            <a:prstTxWarp prst="textNoShape">
              <a:avLst/>
            </a:prstTxWarp>
          </a:bodyPr>
          <a:lstStyle/>
          <a:p>
            <a:pPr algn="ctr"/>
            <a:r>
              <a:rPr lang="en-US" sz="1000" dirty="0">
                <a:solidFill>
                  <a:schemeClr val="accent2"/>
                </a:solidFill>
              </a:rPr>
              <a:t>Spread</a:t>
            </a:r>
          </a:p>
        </p:txBody>
      </p:sp>
      <p:sp>
        <p:nvSpPr>
          <p:cNvPr id="16" name="Rectangle: Rounded Corners 15">
            <a:extLst>
              <a:ext uri="{FF2B5EF4-FFF2-40B4-BE49-F238E27FC236}">
                <a16:creationId xmlns:a16="http://schemas.microsoft.com/office/drawing/2014/main" id="{93B537BF-D4B8-4051-9279-81D406740861}"/>
              </a:ext>
            </a:extLst>
          </p:cNvPr>
          <p:cNvSpPr/>
          <p:nvPr/>
        </p:nvSpPr>
        <p:spPr bwMode="auto">
          <a:xfrm>
            <a:off x="9489934" y="3303133"/>
            <a:ext cx="825751" cy="182460"/>
          </a:xfrm>
          <a:prstGeom prst="roundRect">
            <a:avLst>
              <a:gd name="adj" fmla="val 8166"/>
            </a:avLst>
          </a:prstGeom>
          <a:solidFill>
            <a:schemeClr val="bg1"/>
          </a:solidFill>
          <a:ln>
            <a:noFill/>
          </a:ln>
        </p:spPr>
        <p:txBody>
          <a:bodyPr vert="horz" wrap="square" lIns="0" tIns="0" rIns="0" bIns="0" numCol="1" rtlCol="0" anchor="ctr" anchorCtr="0" compatLnSpc="1">
            <a:prstTxWarp prst="textNoShape">
              <a:avLst/>
            </a:prstTxWarp>
          </a:bodyPr>
          <a:lstStyle/>
          <a:p>
            <a:pPr algn="ctr"/>
            <a:r>
              <a:rPr lang="en-US" sz="1000" dirty="0">
                <a:solidFill>
                  <a:schemeClr val="accent2"/>
                </a:solidFill>
              </a:rPr>
              <a:t>Evaporation</a:t>
            </a:r>
          </a:p>
        </p:txBody>
      </p:sp>
      <p:sp>
        <p:nvSpPr>
          <p:cNvPr id="18" name="Rectangle: Rounded Corners 17">
            <a:extLst>
              <a:ext uri="{FF2B5EF4-FFF2-40B4-BE49-F238E27FC236}">
                <a16:creationId xmlns:a16="http://schemas.microsoft.com/office/drawing/2014/main" id="{D54BB78A-585D-4514-A46F-C14FEC6C6C88}"/>
              </a:ext>
            </a:extLst>
          </p:cNvPr>
          <p:cNvSpPr/>
          <p:nvPr/>
        </p:nvSpPr>
        <p:spPr bwMode="auto">
          <a:xfrm>
            <a:off x="8976320" y="1588643"/>
            <a:ext cx="1328015" cy="328190"/>
          </a:xfrm>
          <a:prstGeom prst="roundRect">
            <a:avLst>
              <a:gd name="adj" fmla="val 8166"/>
            </a:avLst>
          </a:prstGeom>
          <a:solidFill>
            <a:schemeClr val="bg1"/>
          </a:soli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19" name="TextBox 18">
            <a:extLst>
              <a:ext uri="{FF2B5EF4-FFF2-40B4-BE49-F238E27FC236}">
                <a16:creationId xmlns:a16="http://schemas.microsoft.com/office/drawing/2014/main" id="{83A81D9A-5604-4507-BB61-027402688F0A}"/>
              </a:ext>
            </a:extLst>
          </p:cNvPr>
          <p:cNvSpPr txBox="1"/>
          <p:nvPr/>
        </p:nvSpPr>
        <p:spPr>
          <a:xfrm>
            <a:off x="9014996" y="1598850"/>
            <a:ext cx="1250663" cy="307777"/>
          </a:xfrm>
          <a:prstGeom prst="rect">
            <a:avLst/>
          </a:prstGeom>
          <a:noFill/>
        </p:spPr>
        <p:txBody>
          <a:bodyPr wrap="none" rtlCol="0">
            <a:spAutoFit/>
          </a:bodyPr>
          <a:lstStyle/>
          <a:p>
            <a:pPr algn="ctr"/>
            <a:r>
              <a:rPr lang="en-US" sz="1400" dirty="0">
                <a:solidFill>
                  <a:schemeClr val="accent2"/>
                </a:solidFill>
              </a:rPr>
              <a:t>Oil Still Fresh</a:t>
            </a:r>
          </a:p>
        </p:txBody>
      </p:sp>
    </p:spTree>
    <p:extLst>
      <p:ext uri="{BB962C8B-B14F-4D97-AF65-F5344CB8AC3E}">
        <p14:creationId xmlns:p14="http://schemas.microsoft.com/office/powerpoint/2010/main" val="3240911610"/>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down)">
                                      <p:cBhvr>
                                        <p:cTn id="7" dur="500"/>
                                        <p:tgtEl>
                                          <p:spTgt spid="1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wipe(down)">
                                      <p:cBhvr>
                                        <p:cTn id="11"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F1A60B0-69E2-48F4-A4EA-E7A476B09187}"/>
              </a:ext>
            </a:extLst>
          </p:cNvPr>
          <p:cNvSpPr/>
          <p:nvPr/>
        </p:nvSpPr>
        <p:spPr bwMode="auto">
          <a:xfrm>
            <a:off x="0" y="2261327"/>
            <a:ext cx="12192000" cy="2880469"/>
          </a:xfrm>
          <a:prstGeom prst="rect">
            <a:avLst/>
          </a:prstGeom>
          <a:gradFill>
            <a:gsLst>
              <a:gs pos="0">
                <a:srgbClr val="002F5F">
                  <a:alpha val="10000"/>
                </a:srgbClr>
              </a:gs>
              <a:gs pos="50000">
                <a:srgbClr val="002F5F">
                  <a:alpha val="0"/>
                </a:srgbClr>
              </a:gs>
              <a:gs pos="100000">
                <a:srgbClr val="002F5F">
                  <a:alpha val="10000"/>
                </a:srgbClr>
              </a:gs>
            </a:gsLst>
            <a:lin ang="0" scaled="1"/>
          </a:gra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25" name="Rectangle 24">
            <a:extLst>
              <a:ext uri="{FF2B5EF4-FFF2-40B4-BE49-F238E27FC236}">
                <a16:creationId xmlns:a16="http://schemas.microsoft.com/office/drawing/2014/main" id="{102F9DFC-194B-4ED6-B95C-84552D91A598}"/>
              </a:ext>
            </a:extLst>
          </p:cNvPr>
          <p:cNvSpPr/>
          <p:nvPr/>
        </p:nvSpPr>
        <p:spPr bwMode="auto">
          <a:xfrm>
            <a:off x="1664677" y="1369343"/>
            <a:ext cx="8862646" cy="4555293"/>
          </a:xfrm>
          <a:prstGeom prst="rect">
            <a:avLst/>
          </a:prstGeom>
          <a:solidFill>
            <a:schemeClr val="bg1"/>
          </a:solidFill>
          <a:ln>
            <a:noFill/>
          </a:ln>
          <a:effectLst>
            <a:outerShdw blurRad="317500" sx="102000" sy="102000" algn="ctr" rotWithShape="0">
              <a:prstClr val="black">
                <a:alpha val="4000"/>
              </a:prstClr>
            </a:outerShdw>
          </a:effectLst>
        </p:spPr>
        <p:txBody>
          <a:bodyPr vert="horz" wrap="square" lIns="91440" tIns="45720" rIns="91440" bIns="45720" numCol="1" rtlCol="0" anchor="t" anchorCtr="0" compatLnSpc="1">
            <a:prstTxWarp prst="textNoShape">
              <a:avLst/>
            </a:prstTxWarp>
          </a:bodyPr>
          <a:lstStyle/>
          <a:p>
            <a:pPr algn="ctr"/>
            <a:endParaRPr lang="en-US"/>
          </a:p>
        </p:txBody>
      </p:sp>
      <p:sp>
        <p:nvSpPr>
          <p:cNvPr id="9" name="Title 8">
            <a:extLst>
              <a:ext uri="{FF2B5EF4-FFF2-40B4-BE49-F238E27FC236}">
                <a16:creationId xmlns:a16="http://schemas.microsoft.com/office/drawing/2014/main" id="{841B44FA-53A5-4A9B-AD99-E0D6C5E31D4E}"/>
              </a:ext>
            </a:extLst>
          </p:cNvPr>
          <p:cNvSpPr>
            <a:spLocks noGrp="1"/>
          </p:cNvSpPr>
          <p:nvPr>
            <p:ph type="title"/>
          </p:nvPr>
        </p:nvSpPr>
        <p:spPr>
          <a:xfrm>
            <a:off x="407988" y="548680"/>
            <a:ext cx="11376024" cy="492443"/>
          </a:xfrm>
        </p:spPr>
        <p:txBody>
          <a:bodyPr>
            <a:spAutoFit/>
          </a:bodyPr>
          <a:lstStyle/>
          <a:p>
            <a:pPr algn="ctr"/>
            <a:r>
              <a:rPr lang="en-US" dirty="0"/>
              <a:t>Fate of Spilled Oil</a:t>
            </a:r>
          </a:p>
        </p:txBody>
      </p:sp>
      <p:sp>
        <p:nvSpPr>
          <p:cNvPr id="6" name="Date Placeholder 5">
            <a:extLst>
              <a:ext uri="{FF2B5EF4-FFF2-40B4-BE49-F238E27FC236}">
                <a16:creationId xmlns:a16="http://schemas.microsoft.com/office/drawing/2014/main" id="{255F034A-B3D6-4460-AF95-FA6F24DCDCB3}"/>
              </a:ext>
            </a:extLst>
          </p:cNvPr>
          <p:cNvSpPr>
            <a:spLocks noGrp="1"/>
          </p:cNvSpPr>
          <p:nvPr>
            <p:ph type="dt" sz="half" idx="10"/>
          </p:nvPr>
        </p:nvSpPr>
        <p:spPr/>
        <p:txBody>
          <a:bodyPr/>
          <a:lstStyle/>
          <a:p>
            <a:fld id="{46F98249-4418-430D-BC85-CBEB2C55707B}" type="datetime3">
              <a:rPr lang="en-US" smtClean="0"/>
              <a:t>1 October 2026</a:t>
            </a:fld>
            <a:endParaRPr lang="en-US" dirty="0"/>
          </a:p>
        </p:txBody>
      </p:sp>
      <p:sp>
        <p:nvSpPr>
          <p:cNvPr id="8" name="Slide Number Placeholder 7">
            <a:extLst>
              <a:ext uri="{FF2B5EF4-FFF2-40B4-BE49-F238E27FC236}">
                <a16:creationId xmlns:a16="http://schemas.microsoft.com/office/drawing/2014/main" id="{6A65E1A4-5976-4CCE-B6A3-3FC637D17BD7}"/>
              </a:ext>
            </a:extLst>
          </p:cNvPr>
          <p:cNvSpPr>
            <a:spLocks noGrp="1"/>
          </p:cNvSpPr>
          <p:nvPr>
            <p:ph type="sldNum" sz="quarter" idx="12"/>
          </p:nvPr>
        </p:nvSpPr>
        <p:spPr/>
        <p:txBody>
          <a:bodyPr/>
          <a:lstStyle/>
          <a:p>
            <a:fld id="{5B16D1FE-3A35-41BA-8EBE-413702045235}" type="slidenum">
              <a:rPr lang="en-US" smtClean="0"/>
              <a:pPr/>
              <a:t>9</a:t>
            </a:fld>
            <a:endParaRPr lang="en-US" dirty="0"/>
          </a:p>
        </p:txBody>
      </p:sp>
      <p:pic>
        <p:nvPicPr>
          <p:cNvPr id="14" name="Google Shape;582;p6">
            <a:extLst>
              <a:ext uri="{FF2B5EF4-FFF2-40B4-BE49-F238E27FC236}">
                <a16:creationId xmlns:a16="http://schemas.microsoft.com/office/drawing/2014/main" id="{B26A9936-2DD1-4DD4-ACB7-9F5CE7A3A587}"/>
              </a:ext>
            </a:extLst>
          </p:cNvPr>
          <p:cNvPicPr preferRelativeResize="0"/>
          <p:nvPr/>
        </p:nvPicPr>
        <p:blipFill>
          <a:blip r:embed="rId3" cstate="screen">
            <a:extLst>
              <a:ext uri="{28A0092B-C50C-407E-A947-70E740481C1C}">
                <a14:useLocalDpi xmlns:a14="http://schemas.microsoft.com/office/drawing/2010/main"/>
              </a:ext>
            </a:extLst>
          </a:blip>
          <a:srcRect/>
          <a:stretch/>
        </p:blipFill>
        <p:spPr>
          <a:xfrm>
            <a:off x="1811524" y="1518626"/>
            <a:ext cx="8566611" cy="4252132"/>
          </a:xfrm>
          <a:prstGeom prst="rect">
            <a:avLst/>
          </a:prstGeom>
          <a:noFill/>
          <a:ln>
            <a:noFill/>
          </a:ln>
        </p:spPr>
      </p:pic>
      <p:pic>
        <p:nvPicPr>
          <p:cNvPr id="12" name="Graphic 11">
            <a:extLst>
              <a:ext uri="{FF2B5EF4-FFF2-40B4-BE49-F238E27FC236}">
                <a16:creationId xmlns:a16="http://schemas.microsoft.com/office/drawing/2014/main" id="{7BD77B6E-B7DB-4FA4-A305-46C09C5CFFE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591742" y="3677674"/>
            <a:ext cx="2464698" cy="720554"/>
          </a:xfrm>
          <a:prstGeom prst="rect">
            <a:avLst/>
          </a:prstGeom>
        </p:spPr>
      </p:pic>
      <p:pic>
        <p:nvPicPr>
          <p:cNvPr id="13" name="Picture 12">
            <a:extLst>
              <a:ext uri="{FF2B5EF4-FFF2-40B4-BE49-F238E27FC236}">
                <a16:creationId xmlns:a16="http://schemas.microsoft.com/office/drawing/2014/main" id="{E73A836D-D2FF-47F1-AE19-544CECFA2BB1}"/>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9201869" y="3501008"/>
            <a:ext cx="1113816" cy="790575"/>
          </a:xfrm>
          <a:prstGeom prst="rect">
            <a:avLst/>
          </a:prstGeom>
        </p:spPr>
      </p:pic>
      <p:sp>
        <p:nvSpPr>
          <p:cNvPr id="15" name="Rectangle: Rounded Corners 14">
            <a:extLst>
              <a:ext uri="{FF2B5EF4-FFF2-40B4-BE49-F238E27FC236}">
                <a16:creationId xmlns:a16="http://schemas.microsoft.com/office/drawing/2014/main" id="{93A44B7E-3F21-4FFD-869C-C6791C457F47}"/>
              </a:ext>
            </a:extLst>
          </p:cNvPr>
          <p:cNvSpPr/>
          <p:nvPr/>
        </p:nvSpPr>
        <p:spPr bwMode="auto">
          <a:xfrm>
            <a:off x="8976320" y="1588643"/>
            <a:ext cx="1328015" cy="328190"/>
          </a:xfrm>
          <a:prstGeom prst="roundRect">
            <a:avLst>
              <a:gd name="adj" fmla="val 8166"/>
            </a:avLst>
          </a:prstGeom>
          <a:solidFill>
            <a:schemeClr val="bg1"/>
          </a:soli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16" name="TextBox 15">
            <a:extLst>
              <a:ext uri="{FF2B5EF4-FFF2-40B4-BE49-F238E27FC236}">
                <a16:creationId xmlns:a16="http://schemas.microsoft.com/office/drawing/2014/main" id="{383F5882-5827-4E32-8A21-2CF330F38395}"/>
              </a:ext>
            </a:extLst>
          </p:cNvPr>
          <p:cNvSpPr txBox="1"/>
          <p:nvPr/>
        </p:nvSpPr>
        <p:spPr>
          <a:xfrm>
            <a:off x="9014996" y="1598850"/>
            <a:ext cx="1250663" cy="307777"/>
          </a:xfrm>
          <a:prstGeom prst="rect">
            <a:avLst/>
          </a:prstGeom>
          <a:noFill/>
        </p:spPr>
        <p:txBody>
          <a:bodyPr wrap="none" rtlCol="0">
            <a:spAutoFit/>
          </a:bodyPr>
          <a:lstStyle/>
          <a:p>
            <a:pPr algn="ctr"/>
            <a:r>
              <a:rPr lang="en-US" sz="1400" dirty="0">
                <a:solidFill>
                  <a:schemeClr val="accent2"/>
                </a:solidFill>
              </a:rPr>
              <a:t>Oil Still Fresh</a:t>
            </a:r>
          </a:p>
        </p:txBody>
      </p:sp>
      <p:sp>
        <p:nvSpPr>
          <p:cNvPr id="18" name="Rectangle: Rounded Corners 17">
            <a:extLst>
              <a:ext uri="{FF2B5EF4-FFF2-40B4-BE49-F238E27FC236}">
                <a16:creationId xmlns:a16="http://schemas.microsoft.com/office/drawing/2014/main" id="{58369EEE-9B3E-4EE5-9AAA-ADC8497830CD}"/>
              </a:ext>
            </a:extLst>
          </p:cNvPr>
          <p:cNvSpPr/>
          <p:nvPr/>
        </p:nvSpPr>
        <p:spPr bwMode="auto">
          <a:xfrm>
            <a:off x="9489934" y="3303133"/>
            <a:ext cx="825751" cy="182460"/>
          </a:xfrm>
          <a:prstGeom prst="roundRect">
            <a:avLst>
              <a:gd name="adj" fmla="val 8166"/>
            </a:avLst>
          </a:prstGeom>
          <a:solidFill>
            <a:schemeClr val="bg1"/>
          </a:solidFill>
          <a:ln>
            <a:noFill/>
          </a:ln>
        </p:spPr>
        <p:txBody>
          <a:bodyPr vert="horz" wrap="square" lIns="0" tIns="0" rIns="0" bIns="0" numCol="1" rtlCol="0" anchor="ctr" anchorCtr="0" compatLnSpc="1">
            <a:prstTxWarp prst="textNoShape">
              <a:avLst/>
            </a:prstTxWarp>
          </a:bodyPr>
          <a:lstStyle/>
          <a:p>
            <a:pPr algn="ctr"/>
            <a:r>
              <a:rPr lang="en-US" sz="1000" dirty="0">
                <a:solidFill>
                  <a:schemeClr val="accent2"/>
                </a:solidFill>
              </a:rPr>
              <a:t>Evaporation</a:t>
            </a:r>
          </a:p>
        </p:txBody>
      </p:sp>
      <p:pic>
        <p:nvPicPr>
          <p:cNvPr id="31" name="Graphic 30">
            <a:extLst>
              <a:ext uri="{FF2B5EF4-FFF2-40B4-BE49-F238E27FC236}">
                <a16:creationId xmlns:a16="http://schemas.microsoft.com/office/drawing/2014/main" id="{4D12F4D2-FE39-4634-97B1-83D9D961E28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rot="15819691" flipH="1">
            <a:off x="7281099" y="3898661"/>
            <a:ext cx="507376" cy="458472"/>
          </a:xfrm>
          <a:prstGeom prst="rect">
            <a:avLst/>
          </a:prstGeom>
        </p:spPr>
      </p:pic>
      <p:grpSp>
        <p:nvGrpSpPr>
          <p:cNvPr id="21" name="Group 20">
            <a:extLst>
              <a:ext uri="{FF2B5EF4-FFF2-40B4-BE49-F238E27FC236}">
                <a16:creationId xmlns:a16="http://schemas.microsoft.com/office/drawing/2014/main" id="{D4FF6840-20B6-4D51-806E-3FD51B74DAEB}"/>
              </a:ext>
            </a:extLst>
          </p:cNvPr>
          <p:cNvGrpSpPr/>
          <p:nvPr/>
        </p:nvGrpSpPr>
        <p:grpSpPr>
          <a:xfrm>
            <a:off x="6528048" y="3366607"/>
            <a:ext cx="825751" cy="481463"/>
            <a:chOff x="6528048" y="3366607"/>
            <a:chExt cx="825751" cy="481463"/>
          </a:xfrm>
        </p:grpSpPr>
        <p:sp>
          <p:nvSpPr>
            <p:cNvPr id="22" name="Rectangle: Rounded Corners 21">
              <a:extLst>
                <a:ext uri="{FF2B5EF4-FFF2-40B4-BE49-F238E27FC236}">
                  <a16:creationId xmlns:a16="http://schemas.microsoft.com/office/drawing/2014/main" id="{E30038DC-DE21-4507-984C-99C3DE09837B}"/>
                </a:ext>
              </a:extLst>
            </p:cNvPr>
            <p:cNvSpPr/>
            <p:nvPr/>
          </p:nvSpPr>
          <p:spPr bwMode="auto">
            <a:xfrm>
              <a:off x="6528048" y="3498627"/>
              <a:ext cx="825751" cy="349443"/>
            </a:xfrm>
            <a:prstGeom prst="roundRect">
              <a:avLst>
                <a:gd name="adj" fmla="val 8166"/>
              </a:avLst>
            </a:prstGeom>
            <a:blipFill>
              <a:blip r:embed="rId7" cstate="screen">
                <a:extLst>
                  <a:ext uri="{28A0092B-C50C-407E-A947-70E740481C1C}">
                    <a14:useLocalDpi xmlns:a14="http://schemas.microsoft.com/office/drawing/2010/main"/>
                  </a:ext>
                </a:extLst>
              </a:blip>
              <a:srcRect/>
              <a:stretch>
                <a:fillRect/>
              </a:stretch>
            </a:blipFill>
            <a:ln>
              <a:solidFill>
                <a:schemeClr val="bg1"/>
              </a:solidFill>
            </a:ln>
          </p:spPr>
          <p:txBody>
            <a:bodyPr vert="horz" wrap="square" lIns="91440" tIns="45720" rIns="91440" bIns="45720" numCol="1" rtlCol="0" anchor="ctr" anchorCtr="0" compatLnSpc="1">
              <a:prstTxWarp prst="textNoShape">
                <a:avLst/>
              </a:prstTxWarp>
            </a:bodyPr>
            <a:lstStyle/>
            <a:p>
              <a:pPr algn="ctr"/>
              <a:endParaRPr lang="en-US" sz="1000" dirty="0">
                <a:solidFill>
                  <a:schemeClr val="accent2"/>
                </a:solidFill>
              </a:endParaRPr>
            </a:p>
          </p:txBody>
        </p:sp>
        <p:sp>
          <p:nvSpPr>
            <p:cNvPr id="23" name="Rectangle: Rounded Corners 22">
              <a:extLst>
                <a:ext uri="{FF2B5EF4-FFF2-40B4-BE49-F238E27FC236}">
                  <a16:creationId xmlns:a16="http://schemas.microsoft.com/office/drawing/2014/main" id="{CDF7B0B1-DE9D-4A39-8AD1-8ECF423CE815}"/>
                </a:ext>
              </a:extLst>
            </p:cNvPr>
            <p:cNvSpPr/>
            <p:nvPr/>
          </p:nvSpPr>
          <p:spPr bwMode="auto">
            <a:xfrm>
              <a:off x="6528048" y="3366607"/>
              <a:ext cx="825751" cy="182460"/>
            </a:xfrm>
            <a:prstGeom prst="roundRect">
              <a:avLst>
                <a:gd name="adj" fmla="val 8166"/>
              </a:avLst>
            </a:prstGeom>
            <a:solidFill>
              <a:schemeClr val="bg1"/>
            </a:solidFill>
            <a:ln>
              <a:solidFill>
                <a:schemeClr val="bg1"/>
              </a:solidFill>
            </a:ln>
          </p:spPr>
          <p:txBody>
            <a:bodyPr vert="horz" wrap="square" lIns="91440" tIns="45720" rIns="91440" bIns="45720" numCol="1" rtlCol="0" anchor="ctr" anchorCtr="0" compatLnSpc="1">
              <a:prstTxWarp prst="textNoShape">
                <a:avLst/>
              </a:prstTxWarp>
            </a:bodyPr>
            <a:lstStyle/>
            <a:p>
              <a:pPr algn="ctr"/>
              <a:r>
                <a:rPr lang="en-US" sz="1000" dirty="0">
                  <a:solidFill>
                    <a:schemeClr val="accent2"/>
                  </a:solidFill>
                </a:rPr>
                <a:t>Dispersion</a:t>
              </a:r>
            </a:p>
          </p:txBody>
        </p:sp>
      </p:grpSp>
      <p:sp>
        <p:nvSpPr>
          <p:cNvPr id="17" name="Rectangle: Rounded Corners 16">
            <a:extLst>
              <a:ext uri="{FF2B5EF4-FFF2-40B4-BE49-F238E27FC236}">
                <a16:creationId xmlns:a16="http://schemas.microsoft.com/office/drawing/2014/main" id="{9276E003-CF55-4307-AFC1-88B47B6CE080}"/>
              </a:ext>
            </a:extLst>
          </p:cNvPr>
          <p:cNvSpPr/>
          <p:nvPr/>
        </p:nvSpPr>
        <p:spPr bwMode="auto">
          <a:xfrm>
            <a:off x="8782517" y="3889623"/>
            <a:ext cx="592490" cy="182460"/>
          </a:xfrm>
          <a:prstGeom prst="roundRect">
            <a:avLst>
              <a:gd name="adj" fmla="val 8166"/>
            </a:avLst>
          </a:prstGeom>
          <a:solidFill>
            <a:schemeClr val="bg1"/>
          </a:solidFill>
          <a:ln>
            <a:noFill/>
          </a:ln>
        </p:spPr>
        <p:txBody>
          <a:bodyPr vert="horz" wrap="square" lIns="0" tIns="0" rIns="0" bIns="0" numCol="1" rtlCol="0" anchor="ctr" anchorCtr="0" compatLnSpc="1">
            <a:prstTxWarp prst="textNoShape">
              <a:avLst/>
            </a:prstTxWarp>
          </a:bodyPr>
          <a:lstStyle/>
          <a:p>
            <a:pPr algn="ctr"/>
            <a:r>
              <a:rPr lang="en-US" sz="1000" dirty="0">
                <a:solidFill>
                  <a:schemeClr val="accent2"/>
                </a:solidFill>
              </a:rPr>
              <a:t>Spread</a:t>
            </a:r>
          </a:p>
        </p:txBody>
      </p:sp>
      <p:sp>
        <p:nvSpPr>
          <p:cNvPr id="24" name="Oval 23">
            <a:extLst>
              <a:ext uri="{FF2B5EF4-FFF2-40B4-BE49-F238E27FC236}">
                <a16:creationId xmlns:a16="http://schemas.microsoft.com/office/drawing/2014/main" id="{872F7B6A-316F-4A42-AC98-69AF5D98961D}"/>
              </a:ext>
            </a:extLst>
          </p:cNvPr>
          <p:cNvSpPr/>
          <p:nvPr/>
        </p:nvSpPr>
        <p:spPr bwMode="auto">
          <a:xfrm>
            <a:off x="7836960" y="4218062"/>
            <a:ext cx="218810" cy="218810"/>
          </a:xfrm>
          <a:prstGeom prst="ellipse">
            <a:avLst/>
          </a:prstGeom>
          <a:solidFill>
            <a:srgbClr val="FFFF00">
              <a:alpha val="52000"/>
            </a:srgbClr>
          </a:solidFill>
          <a:ln w="12700">
            <a:solidFill>
              <a:schemeClr val="bg1"/>
            </a:solidFill>
          </a:ln>
        </p:spPr>
        <p:txBody>
          <a:bodyPr vert="horz" wrap="square" lIns="91440" tIns="45720" rIns="91440" bIns="45720" numCol="1" rtlCol="0" anchor="t" anchorCtr="0" compatLnSpc="1">
            <a:prstTxWarp prst="textNoShape">
              <a:avLst/>
            </a:prstTxWarp>
          </a:bodyPr>
          <a:lstStyle/>
          <a:p>
            <a:pPr algn="ctr"/>
            <a:endParaRPr lang="en-US"/>
          </a:p>
        </p:txBody>
      </p:sp>
    </p:spTree>
    <p:extLst>
      <p:ext uri="{BB962C8B-B14F-4D97-AF65-F5344CB8AC3E}">
        <p14:creationId xmlns:p14="http://schemas.microsoft.com/office/powerpoint/2010/main" val="1687285057"/>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p:cTn id="7" dur="500" fill="hold"/>
                                        <p:tgtEl>
                                          <p:spTgt spid="24"/>
                                        </p:tgtEl>
                                        <p:attrNameLst>
                                          <p:attrName>ppt_w</p:attrName>
                                        </p:attrNameLst>
                                      </p:cBhvr>
                                      <p:tavLst>
                                        <p:tav tm="0">
                                          <p:val>
                                            <p:fltVal val="0"/>
                                          </p:val>
                                        </p:tav>
                                        <p:tav tm="100000">
                                          <p:val>
                                            <p:strVal val="#ppt_w"/>
                                          </p:val>
                                        </p:tav>
                                      </p:tavLst>
                                    </p:anim>
                                    <p:anim calcmode="lin" valueType="num">
                                      <p:cBhvr>
                                        <p:cTn id="8" dur="500" fill="hold"/>
                                        <p:tgtEl>
                                          <p:spTgt spid="24"/>
                                        </p:tgtEl>
                                        <p:attrNameLst>
                                          <p:attrName>ppt_h</p:attrName>
                                        </p:attrNameLst>
                                      </p:cBhvr>
                                      <p:tavLst>
                                        <p:tav tm="0">
                                          <p:val>
                                            <p:fltVal val="0"/>
                                          </p:val>
                                        </p:tav>
                                        <p:tav tm="100000">
                                          <p:val>
                                            <p:strVal val="#ppt_h"/>
                                          </p:val>
                                        </p:tav>
                                      </p:tavLst>
                                    </p:anim>
                                    <p:animEffect transition="in" filter="fade">
                                      <p:cBhvr>
                                        <p:cTn id="9" dur="500"/>
                                        <p:tgtEl>
                                          <p:spTgt spid="24"/>
                                        </p:tgtEl>
                                      </p:cBhvr>
                                    </p:animEffect>
                                  </p:childTnLst>
                                </p:cTn>
                              </p:par>
                            </p:childTnLst>
                          </p:cTn>
                        </p:par>
                        <p:par>
                          <p:cTn id="10" fill="hold">
                            <p:stCondLst>
                              <p:cond delay="500"/>
                            </p:stCondLst>
                            <p:childTnLst>
                              <p:par>
                                <p:cTn id="11" presetID="22" presetClass="entr" presetSubtype="4" fill="hold" nodeType="afterEffect">
                                  <p:stCondLst>
                                    <p:cond delay="0"/>
                                  </p:stCondLst>
                                  <p:childTnLst>
                                    <p:set>
                                      <p:cBhvr>
                                        <p:cTn id="12" dur="1" fill="hold">
                                          <p:stCondLst>
                                            <p:cond delay="0"/>
                                          </p:stCondLst>
                                        </p:cTn>
                                        <p:tgtEl>
                                          <p:spTgt spid="31"/>
                                        </p:tgtEl>
                                        <p:attrNameLst>
                                          <p:attrName>style.visibility</p:attrName>
                                        </p:attrNameLst>
                                      </p:cBhvr>
                                      <p:to>
                                        <p:strVal val="visible"/>
                                      </p:to>
                                    </p:set>
                                    <p:animEffect transition="in" filter="wipe(down)">
                                      <p:cBhvr>
                                        <p:cTn id="13" dur="500"/>
                                        <p:tgtEl>
                                          <p:spTgt spid="31"/>
                                        </p:tgtEl>
                                      </p:cBhvr>
                                    </p:animEffect>
                                  </p:childTnLst>
                                </p:cTn>
                              </p:par>
                            </p:childTnLst>
                          </p:cTn>
                        </p:par>
                        <p:par>
                          <p:cTn id="14" fill="hold">
                            <p:stCondLst>
                              <p:cond delay="1000"/>
                            </p:stCondLst>
                            <p:childTnLst>
                              <p:par>
                                <p:cTn id="15" presetID="22" presetClass="entr" presetSubtype="4" fill="hold" nodeType="after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wipe(down)">
                                      <p:cBhvr>
                                        <p:cTn id="17" dur="7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a:extLst>
              <a:ext uri="{FF2B5EF4-FFF2-40B4-BE49-F238E27FC236}">
                <a16:creationId xmlns:a16="http://schemas.microsoft.com/office/drawing/2014/main" id="{255F034A-B3D6-4460-AF95-FA6F24DCDCB3}"/>
              </a:ext>
            </a:extLst>
          </p:cNvPr>
          <p:cNvSpPr>
            <a:spLocks noGrp="1"/>
          </p:cNvSpPr>
          <p:nvPr>
            <p:ph type="dt" sz="half" idx="10"/>
          </p:nvPr>
        </p:nvSpPr>
        <p:spPr/>
        <p:txBody>
          <a:bodyPr/>
          <a:lstStyle/>
          <a:p>
            <a:fld id="{46F98249-4418-430D-BC85-CBEB2C55707B}" type="datetime3">
              <a:rPr lang="en-US" smtClean="0"/>
              <a:t>1 October 2026</a:t>
            </a:fld>
            <a:endParaRPr lang="en-US" dirty="0"/>
          </a:p>
        </p:txBody>
      </p:sp>
      <p:sp>
        <p:nvSpPr>
          <p:cNvPr id="8" name="Slide Number Placeholder 7">
            <a:extLst>
              <a:ext uri="{FF2B5EF4-FFF2-40B4-BE49-F238E27FC236}">
                <a16:creationId xmlns:a16="http://schemas.microsoft.com/office/drawing/2014/main" id="{6A65E1A4-5976-4CCE-B6A3-3FC637D17BD7}"/>
              </a:ext>
            </a:extLst>
          </p:cNvPr>
          <p:cNvSpPr>
            <a:spLocks noGrp="1"/>
          </p:cNvSpPr>
          <p:nvPr>
            <p:ph type="sldNum" sz="quarter" idx="12"/>
          </p:nvPr>
        </p:nvSpPr>
        <p:spPr/>
        <p:txBody>
          <a:bodyPr/>
          <a:lstStyle/>
          <a:p>
            <a:fld id="{5B16D1FE-3A35-41BA-8EBE-413702045235}" type="slidenum">
              <a:rPr lang="en-US" smtClean="0"/>
              <a:pPr/>
              <a:t>10</a:t>
            </a:fld>
            <a:endParaRPr lang="en-US" dirty="0"/>
          </a:p>
        </p:txBody>
      </p:sp>
      <p:sp>
        <p:nvSpPr>
          <p:cNvPr id="10" name="Rectangle 9">
            <a:extLst>
              <a:ext uri="{FF2B5EF4-FFF2-40B4-BE49-F238E27FC236}">
                <a16:creationId xmlns:a16="http://schemas.microsoft.com/office/drawing/2014/main" id="{5F1A60B0-69E2-48F4-A4EA-E7A476B09187}"/>
              </a:ext>
            </a:extLst>
          </p:cNvPr>
          <p:cNvSpPr/>
          <p:nvPr/>
        </p:nvSpPr>
        <p:spPr bwMode="auto">
          <a:xfrm>
            <a:off x="0" y="2261327"/>
            <a:ext cx="12192000" cy="2880469"/>
          </a:xfrm>
          <a:prstGeom prst="rect">
            <a:avLst/>
          </a:prstGeom>
          <a:gradFill>
            <a:gsLst>
              <a:gs pos="0">
                <a:srgbClr val="002F5F">
                  <a:alpha val="10000"/>
                </a:srgbClr>
              </a:gs>
              <a:gs pos="50000">
                <a:srgbClr val="002F5F">
                  <a:alpha val="0"/>
                </a:srgbClr>
              </a:gs>
              <a:gs pos="100000">
                <a:srgbClr val="002F5F">
                  <a:alpha val="10000"/>
                </a:srgbClr>
              </a:gs>
            </a:gsLst>
            <a:lin ang="0" scaled="1"/>
          </a:gra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11" name="Rectangle 10">
            <a:extLst>
              <a:ext uri="{FF2B5EF4-FFF2-40B4-BE49-F238E27FC236}">
                <a16:creationId xmlns:a16="http://schemas.microsoft.com/office/drawing/2014/main" id="{20ADEA09-7480-4F95-A12D-2D70D92916B1}"/>
              </a:ext>
            </a:extLst>
          </p:cNvPr>
          <p:cNvSpPr/>
          <p:nvPr/>
        </p:nvSpPr>
        <p:spPr bwMode="auto">
          <a:xfrm>
            <a:off x="407988" y="1396511"/>
            <a:ext cx="11376024" cy="4523642"/>
          </a:xfrm>
          <a:prstGeom prst="rect">
            <a:avLst/>
          </a:prstGeom>
          <a:solidFill>
            <a:schemeClr val="bg1"/>
          </a:solidFill>
          <a:ln>
            <a:noFill/>
          </a:ln>
          <a:effectLst>
            <a:outerShdw blurRad="317500" sx="102000" sy="102000" algn="ctr" rotWithShape="0">
              <a:prstClr val="black">
                <a:alpha val="4000"/>
              </a:prstClr>
            </a:outerShdw>
          </a:effectLst>
        </p:spPr>
        <p:txBody>
          <a:bodyPr vert="horz" wrap="square" lIns="91440" tIns="45720" rIns="91440" bIns="45720" numCol="1" rtlCol="0" anchor="t" anchorCtr="0" compatLnSpc="1">
            <a:prstTxWarp prst="textNoShape">
              <a:avLst/>
            </a:prstTxWarp>
          </a:bodyPr>
          <a:lstStyle/>
          <a:p>
            <a:pPr algn="ctr"/>
            <a:endParaRPr lang="en-US"/>
          </a:p>
        </p:txBody>
      </p:sp>
      <p:pic>
        <p:nvPicPr>
          <p:cNvPr id="14" name="Google Shape;622;p11">
            <a:extLst>
              <a:ext uri="{FF2B5EF4-FFF2-40B4-BE49-F238E27FC236}">
                <a16:creationId xmlns:a16="http://schemas.microsoft.com/office/drawing/2014/main" id="{35D513F8-5514-4B27-BDAB-9B154E2680A9}"/>
              </a:ext>
            </a:extLst>
          </p:cNvPr>
          <p:cNvPicPr preferRelativeResize="0">
            <a:picLocks/>
          </p:cNvPicPr>
          <p:nvPr/>
        </p:nvPicPr>
        <p:blipFill rotWithShape="1">
          <a:blip r:embed="rId3" cstate="screen">
            <a:extLst>
              <a:ext uri="{28A0092B-C50C-407E-A947-70E740481C1C}">
                <a14:useLocalDpi xmlns:a14="http://schemas.microsoft.com/office/drawing/2010/main"/>
              </a:ext>
            </a:extLst>
          </a:blip>
          <a:srcRect/>
          <a:stretch/>
        </p:blipFill>
        <p:spPr>
          <a:xfrm>
            <a:off x="551383" y="1518626"/>
            <a:ext cx="6947978" cy="4279412"/>
          </a:xfrm>
          <a:prstGeom prst="rect">
            <a:avLst/>
          </a:prstGeom>
          <a:noFill/>
          <a:ln>
            <a:noFill/>
          </a:ln>
        </p:spPr>
      </p:pic>
      <p:sp>
        <p:nvSpPr>
          <p:cNvPr id="12" name="Title 8">
            <a:extLst>
              <a:ext uri="{FF2B5EF4-FFF2-40B4-BE49-F238E27FC236}">
                <a16:creationId xmlns:a16="http://schemas.microsoft.com/office/drawing/2014/main" id="{9238F590-28BF-4B86-BFB0-D43F24BC380E}"/>
              </a:ext>
            </a:extLst>
          </p:cNvPr>
          <p:cNvSpPr>
            <a:spLocks noGrp="1"/>
          </p:cNvSpPr>
          <p:nvPr>
            <p:ph type="title"/>
          </p:nvPr>
        </p:nvSpPr>
        <p:spPr>
          <a:xfrm>
            <a:off x="407988" y="548680"/>
            <a:ext cx="11376024" cy="492443"/>
          </a:xfrm>
        </p:spPr>
        <p:txBody>
          <a:bodyPr>
            <a:spAutoFit/>
          </a:bodyPr>
          <a:lstStyle/>
          <a:p>
            <a:pPr algn="ctr"/>
            <a:r>
              <a:rPr lang="en-US" dirty="0"/>
              <a:t>Dispersion</a:t>
            </a:r>
          </a:p>
        </p:txBody>
      </p:sp>
      <p:pic>
        <p:nvPicPr>
          <p:cNvPr id="13" name="Google Shape;623;p11">
            <a:extLst>
              <a:ext uri="{FF2B5EF4-FFF2-40B4-BE49-F238E27FC236}">
                <a16:creationId xmlns:a16="http://schemas.microsoft.com/office/drawing/2014/main" id="{13EB6FA4-2151-41C3-A892-5BA5F9B0C3D2}"/>
              </a:ext>
            </a:extLst>
          </p:cNvPr>
          <p:cNvPicPr preferRelativeResize="0"/>
          <p:nvPr/>
        </p:nvPicPr>
        <p:blipFill rotWithShape="1">
          <a:blip r:embed="rId4" cstate="screen">
            <a:extLst>
              <a:ext uri="{28A0092B-C50C-407E-A947-70E740481C1C}">
                <a14:useLocalDpi xmlns:a14="http://schemas.microsoft.com/office/drawing/2010/main"/>
              </a:ext>
            </a:extLst>
          </a:blip>
          <a:srcRect b="-807"/>
          <a:stretch/>
        </p:blipFill>
        <p:spPr>
          <a:xfrm>
            <a:off x="7643244" y="1518626"/>
            <a:ext cx="3997373" cy="4279412"/>
          </a:xfrm>
          <a:prstGeom prst="rect">
            <a:avLst/>
          </a:prstGeom>
          <a:noFill/>
          <a:ln>
            <a:noFill/>
          </a:ln>
        </p:spPr>
      </p:pic>
    </p:spTree>
    <p:extLst>
      <p:ext uri="{BB962C8B-B14F-4D97-AF65-F5344CB8AC3E}">
        <p14:creationId xmlns:p14="http://schemas.microsoft.com/office/powerpoint/2010/main" val="3934943641"/>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F1A60B0-69E2-48F4-A4EA-E7A476B09187}"/>
              </a:ext>
            </a:extLst>
          </p:cNvPr>
          <p:cNvSpPr/>
          <p:nvPr/>
        </p:nvSpPr>
        <p:spPr bwMode="auto">
          <a:xfrm>
            <a:off x="0" y="2261327"/>
            <a:ext cx="12192000" cy="2880469"/>
          </a:xfrm>
          <a:prstGeom prst="rect">
            <a:avLst/>
          </a:prstGeom>
          <a:gradFill>
            <a:gsLst>
              <a:gs pos="0">
                <a:srgbClr val="002F5F">
                  <a:alpha val="10000"/>
                </a:srgbClr>
              </a:gs>
              <a:gs pos="50000">
                <a:srgbClr val="002F5F">
                  <a:alpha val="0"/>
                </a:srgbClr>
              </a:gs>
              <a:gs pos="100000">
                <a:srgbClr val="002F5F">
                  <a:alpha val="10000"/>
                </a:srgbClr>
              </a:gs>
            </a:gsLst>
            <a:lin ang="0" scaled="1"/>
          </a:gra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27" name="Rectangle 26">
            <a:extLst>
              <a:ext uri="{FF2B5EF4-FFF2-40B4-BE49-F238E27FC236}">
                <a16:creationId xmlns:a16="http://schemas.microsoft.com/office/drawing/2014/main" id="{9A6EA6CD-DF9B-46AB-A0DA-DFB8BDBCF2E6}"/>
              </a:ext>
            </a:extLst>
          </p:cNvPr>
          <p:cNvSpPr/>
          <p:nvPr/>
        </p:nvSpPr>
        <p:spPr bwMode="auto">
          <a:xfrm>
            <a:off x="1664677" y="1369343"/>
            <a:ext cx="8862646" cy="4555293"/>
          </a:xfrm>
          <a:prstGeom prst="rect">
            <a:avLst/>
          </a:prstGeom>
          <a:solidFill>
            <a:schemeClr val="bg1"/>
          </a:solidFill>
          <a:ln>
            <a:noFill/>
          </a:ln>
          <a:effectLst>
            <a:outerShdw blurRad="317500" sx="102000" sy="102000" algn="ctr" rotWithShape="0">
              <a:prstClr val="black">
                <a:alpha val="4000"/>
              </a:prstClr>
            </a:outerShdw>
          </a:effectLst>
        </p:spPr>
        <p:txBody>
          <a:bodyPr vert="horz" wrap="square" lIns="91440" tIns="45720" rIns="91440" bIns="45720" numCol="1" rtlCol="0" anchor="t" anchorCtr="0" compatLnSpc="1">
            <a:prstTxWarp prst="textNoShape">
              <a:avLst/>
            </a:prstTxWarp>
          </a:bodyPr>
          <a:lstStyle/>
          <a:p>
            <a:pPr algn="ctr"/>
            <a:endParaRPr lang="en-US"/>
          </a:p>
        </p:txBody>
      </p:sp>
      <p:sp>
        <p:nvSpPr>
          <p:cNvPr id="9" name="Title 8">
            <a:extLst>
              <a:ext uri="{FF2B5EF4-FFF2-40B4-BE49-F238E27FC236}">
                <a16:creationId xmlns:a16="http://schemas.microsoft.com/office/drawing/2014/main" id="{841B44FA-53A5-4A9B-AD99-E0D6C5E31D4E}"/>
              </a:ext>
            </a:extLst>
          </p:cNvPr>
          <p:cNvSpPr>
            <a:spLocks noGrp="1"/>
          </p:cNvSpPr>
          <p:nvPr>
            <p:ph type="title"/>
          </p:nvPr>
        </p:nvSpPr>
        <p:spPr>
          <a:xfrm>
            <a:off x="407988" y="548680"/>
            <a:ext cx="11376024" cy="492443"/>
          </a:xfrm>
        </p:spPr>
        <p:txBody>
          <a:bodyPr>
            <a:spAutoFit/>
          </a:bodyPr>
          <a:lstStyle/>
          <a:p>
            <a:pPr algn="ctr"/>
            <a:r>
              <a:rPr lang="en-US" dirty="0"/>
              <a:t>Fate of Spilled Oil</a:t>
            </a:r>
          </a:p>
        </p:txBody>
      </p:sp>
      <p:sp>
        <p:nvSpPr>
          <p:cNvPr id="6" name="Date Placeholder 5">
            <a:extLst>
              <a:ext uri="{FF2B5EF4-FFF2-40B4-BE49-F238E27FC236}">
                <a16:creationId xmlns:a16="http://schemas.microsoft.com/office/drawing/2014/main" id="{255F034A-B3D6-4460-AF95-FA6F24DCDCB3}"/>
              </a:ext>
            </a:extLst>
          </p:cNvPr>
          <p:cNvSpPr>
            <a:spLocks noGrp="1"/>
          </p:cNvSpPr>
          <p:nvPr>
            <p:ph type="dt" sz="half" idx="10"/>
          </p:nvPr>
        </p:nvSpPr>
        <p:spPr/>
        <p:txBody>
          <a:bodyPr/>
          <a:lstStyle/>
          <a:p>
            <a:fld id="{46F98249-4418-430D-BC85-CBEB2C55707B}" type="datetime3">
              <a:rPr lang="en-US" smtClean="0"/>
              <a:t>1 October 2026</a:t>
            </a:fld>
            <a:endParaRPr lang="en-US" dirty="0"/>
          </a:p>
        </p:txBody>
      </p:sp>
      <p:sp>
        <p:nvSpPr>
          <p:cNvPr id="8" name="Slide Number Placeholder 7">
            <a:extLst>
              <a:ext uri="{FF2B5EF4-FFF2-40B4-BE49-F238E27FC236}">
                <a16:creationId xmlns:a16="http://schemas.microsoft.com/office/drawing/2014/main" id="{6A65E1A4-5976-4CCE-B6A3-3FC637D17BD7}"/>
              </a:ext>
            </a:extLst>
          </p:cNvPr>
          <p:cNvSpPr>
            <a:spLocks noGrp="1"/>
          </p:cNvSpPr>
          <p:nvPr>
            <p:ph type="sldNum" sz="quarter" idx="12"/>
          </p:nvPr>
        </p:nvSpPr>
        <p:spPr/>
        <p:txBody>
          <a:bodyPr/>
          <a:lstStyle/>
          <a:p>
            <a:fld id="{5B16D1FE-3A35-41BA-8EBE-413702045235}" type="slidenum">
              <a:rPr lang="en-US" smtClean="0"/>
              <a:pPr/>
              <a:t>11</a:t>
            </a:fld>
            <a:endParaRPr lang="en-US" dirty="0"/>
          </a:p>
        </p:txBody>
      </p:sp>
      <p:pic>
        <p:nvPicPr>
          <p:cNvPr id="14" name="Google Shape;582;p6">
            <a:extLst>
              <a:ext uri="{FF2B5EF4-FFF2-40B4-BE49-F238E27FC236}">
                <a16:creationId xmlns:a16="http://schemas.microsoft.com/office/drawing/2014/main" id="{B26A9936-2DD1-4DD4-ACB7-9F5CE7A3A587}"/>
              </a:ext>
            </a:extLst>
          </p:cNvPr>
          <p:cNvPicPr preferRelativeResize="0"/>
          <p:nvPr/>
        </p:nvPicPr>
        <p:blipFill>
          <a:blip r:embed="rId3" cstate="screen">
            <a:extLst>
              <a:ext uri="{28A0092B-C50C-407E-A947-70E740481C1C}">
                <a14:useLocalDpi xmlns:a14="http://schemas.microsoft.com/office/drawing/2010/main"/>
              </a:ext>
            </a:extLst>
          </a:blip>
          <a:srcRect/>
          <a:stretch/>
        </p:blipFill>
        <p:spPr>
          <a:xfrm>
            <a:off x="1811524" y="1518626"/>
            <a:ext cx="8566611" cy="4252132"/>
          </a:xfrm>
          <a:prstGeom prst="rect">
            <a:avLst/>
          </a:prstGeom>
          <a:noFill/>
          <a:ln>
            <a:noFill/>
          </a:ln>
        </p:spPr>
      </p:pic>
      <p:pic>
        <p:nvPicPr>
          <p:cNvPr id="12" name="Graphic 11">
            <a:extLst>
              <a:ext uri="{FF2B5EF4-FFF2-40B4-BE49-F238E27FC236}">
                <a16:creationId xmlns:a16="http://schemas.microsoft.com/office/drawing/2014/main" id="{7BD77B6E-B7DB-4FA4-A305-46C09C5CFFE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591742" y="3677674"/>
            <a:ext cx="2464698" cy="720554"/>
          </a:xfrm>
          <a:prstGeom prst="rect">
            <a:avLst/>
          </a:prstGeom>
        </p:spPr>
      </p:pic>
      <p:pic>
        <p:nvPicPr>
          <p:cNvPr id="13" name="Picture 12">
            <a:extLst>
              <a:ext uri="{FF2B5EF4-FFF2-40B4-BE49-F238E27FC236}">
                <a16:creationId xmlns:a16="http://schemas.microsoft.com/office/drawing/2014/main" id="{E73A836D-D2FF-47F1-AE19-544CECFA2BB1}"/>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9201869" y="3501008"/>
            <a:ext cx="1113816" cy="790575"/>
          </a:xfrm>
          <a:prstGeom prst="rect">
            <a:avLst/>
          </a:prstGeom>
        </p:spPr>
      </p:pic>
      <p:pic>
        <p:nvPicPr>
          <p:cNvPr id="15" name="Graphic 14">
            <a:extLst>
              <a:ext uri="{FF2B5EF4-FFF2-40B4-BE49-F238E27FC236}">
                <a16:creationId xmlns:a16="http://schemas.microsoft.com/office/drawing/2014/main" id="{40424D6D-4F33-415B-97C1-6E42996BC37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577558" y="4408537"/>
            <a:ext cx="1362075" cy="221582"/>
          </a:xfrm>
          <a:prstGeom prst="rect">
            <a:avLst/>
          </a:prstGeom>
        </p:spPr>
      </p:pic>
      <p:sp>
        <p:nvSpPr>
          <p:cNvPr id="16" name="Rectangle: Rounded Corners 15">
            <a:extLst>
              <a:ext uri="{FF2B5EF4-FFF2-40B4-BE49-F238E27FC236}">
                <a16:creationId xmlns:a16="http://schemas.microsoft.com/office/drawing/2014/main" id="{65390325-C818-47E3-9CD0-22C9368BDEF3}"/>
              </a:ext>
            </a:extLst>
          </p:cNvPr>
          <p:cNvSpPr/>
          <p:nvPr/>
        </p:nvSpPr>
        <p:spPr bwMode="auto">
          <a:xfrm>
            <a:off x="8152189" y="1588643"/>
            <a:ext cx="2150935" cy="328190"/>
          </a:xfrm>
          <a:prstGeom prst="roundRect">
            <a:avLst>
              <a:gd name="adj" fmla="val 8166"/>
            </a:avLst>
          </a:prstGeom>
          <a:solidFill>
            <a:schemeClr val="bg1"/>
          </a:soli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17" name="TextBox 16">
            <a:extLst>
              <a:ext uri="{FF2B5EF4-FFF2-40B4-BE49-F238E27FC236}">
                <a16:creationId xmlns:a16="http://schemas.microsoft.com/office/drawing/2014/main" id="{0DBBCF56-622C-4BAE-8C93-CC8CB62DC774}"/>
              </a:ext>
            </a:extLst>
          </p:cNvPr>
          <p:cNvSpPr txBox="1"/>
          <p:nvPr/>
        </p:nvSpPr>
        <p:spPr>
          <a:xfrm>
            <a:off x="8170316" y="1598850"/>
            <a:ext cx="2114681" cy="307777"/>
          </a:xfrm>
          <a:prstGeom prst="rect">
            <a:avLst/>
          </a:prstGeom>
          <a:noFill/>
        </p:spPr>
        <p:txBody>
          <a:bodyPr wrap="none" rtlCol="0">
            <a:spAutoFit/>
          </a:bodyPr>
          <a:lstStyle/>
          <a:p>
            <a:pPr algn="ctr"/>
            <a:r>
              <a:rPr lang="en-US" sz="1400" dirty="0">
                <a:solidFill>
                  <a:schemeClr val="accent2"/>
                </a:solidFill>
              </a:rPr>
              <a:t>Oil beginning to weather</a:t>
            </a:r>
          </a:p>
        </p:txBody>
      </p:sp>
      <p:sp>
        <p:nvSpPr>
          <p:cNvPr id="18" name="Rectangle: Rounded Corners 17">
            <a:extLst>
              <a:ext uri="{FF2B5EF4-FFF2-40B4-BE49-F238E27FC236}">
                <a16:creationId xmlns:a16="http://schemas.microsoft.com/office/drawing/2014/main" id="{AC59E372-9D7E-4E4D-A0B5-F28D829BA0EE}"/>
              </a:ext>
            </a:extLst>
          </p:cNvPr>
          <p:cNvSpPr/>
          <p:nvPr/>
        </p:nvSpPr>
        <p:spPr bwMode="auto">
          <a:xfrm>
            <a:off x="9489934" y="3303133"/>
            <a:ext cx="825751" cy="182460"/>
          </a:xfrm>
          <a:prstGeom prst="roundRect">
            <a:avLst>
              <a:gd name="adj" fmla="val 8166"/>
            </a:avLst>
          </a:prstGeom>
          <a:solidFill>
            <a:schemeClr val="bg1"/>
          </a:solidFill>
          <a:ln>
            <a:noFill/>
          </a:ln>
        </p:spPr>
        <p:txBody>
          <a:bodyPr vert="horz" wrap="square" lIns="0" tIns="0" rIns="0" bIns="0" numCol="1" rtlCol="0" anchor="ctr" anchorCtr="0" compatLnSpc="1">
            <a:prstTxWarp prst="textNoShape">
              <a:avLst/>
            </a:prstTxWarp>
          </a:bodyPr>
          <a:lstStyle/>
          <a:p>
            <a:pPr algn="ctr"/>
            <a:r>
              <a:rPr lang="en-US" sz="1000" dirty="0">
                <a:solidFill>
                  <a:schemeClr val="accent2"/>
                </a:solidFill>
              </a:rPr>
              <a:t>Evaporation</a:t>
            </a:r>
          </a:p>
        </p:txBody>
      </p:sp>
      <p:sp>
        <p:nvSpPr>
          <p:cNvPr id="19" name="Oval 18">
            <a:extLst>
              <a:ext uri="{FF2B5EF4-FFF2-40B4-BE49-F238E27FC236}">
                <a16:creationId xmlns:a16="http://schemas.microsoft.com/office/drawing/2014/main" id="{7342C84D-042B-4186-8AAA-72109D242B2A}"/>
              </a:ext>
            </a:extLst>
          </p:cNvPr>
          <p:cNvSpPr/>
          <p:nvPr/>
        </p:nvSpPr>
        <p:spPr bwMode="auto">
          <a:xfrm>
            <a:off x="7836960" y="4218062"/>
            <a:ext cx="218810" cy="218810"/>
          </a:xfrm>
          <a:prstGeom prst="ellipse">
            <a:avLst/>
          </a:prstGeom>
          <a:solidFill>
            <a:srgbClr val="FFFF00">
              <a:alpha val="52000"/>
            </a:srgbClr>
          </a:solidFill>
          <a:ln w="12700">
            <a:solidFill>
              <a:schemeClr val="bg1"/>
            </a:solidFill>
          </a:ln>
        </p:spPr>
        <p:txBody>
          <a:bodyPr vert="horz" wrap="square" lIns="91440" tIns="45720" rIns="91440" bIns="45720" numCol="1" rtlCol="0" anchor="t" anchorCtr="0" compatLnSpc="1">
            <a:prstTxWarp prst="textNoShape">
              <a:avLst/>
            </a:prstTxWarp>
          </a:bodyPr>
          <a:lstStyle/>
          <a:p>
            <a:pPr algn="ctr"/>
            <a:endParaRPr lang="en-US"/>
          </a:p>
        </p:txBody>
      </p:sp>
      <p:pic>
        <p:nvPicPr>
          <p:cNvPr id="20" name="Graphic 19">
            <a:extLst>
              <a:ext uri="{FF2B5EF4-FFF2-40B4-BE49-F238E27FC236}">
                <a16:creationId xmlns:a16="http://schemas.microsoft.com/office/drawing/2014/main" id="{8D59D14A-D55F-46EE-B384-4B2273B146F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rot="15819691" flipH="1">
            <a:off x="7281099" y="3898661"/>
            <a:ext cx="507376" cy="458472"/>
          </a:xfrm>
          <a:prstGeom prst="rect">
            <a:avLst/>
          </a:prstGeom>
        </p:spPr>
      </p:pic>
      <p:grpSp>
        <p:nvGrpSpPr>
          <p:cNvPr id="21" name="Group 20">
            <a:extLst>
              <a:ext uri="{FF2B5EF4-FFF2-40B4-BE49-F238E27FC236}">
                <a16:creationId xmlns:a16="http://schemas.microsoft.com/office/drawing/2014/main" id="{328CF492-AA7A-4BE4-8E43-E53A2C4E9F2F}"/>
              </a:ext>
            </a:extLst>
          </p:cNvPr>
          <p:cNvGrpSpPr/>
          <p:nvPr/>
        </p:nvGrpSpPr>
        <p:grpSpPr>
          <a:xfrm>
            <a:off x="6528048" y="3366607"/>
            <a:ext cx="825751" cy="481463"/>
            <a:chOff x="6528048" y="3366607"/>
            <a:chExt cx="825751" cy="481463"/>
          </a:xfrm>
        </p:grpSpPr>
        <p:sp>
          <p:nvSpPr>
            <p:cNvPr id="22" name="Rectangle: Rounded Corners 21">
              <a:extLst>
                <a:ext uri="{FF2B5EF4-FFF2-40B4-BE49-F238E27FC236}">
                  <a16:creationId xmlns:a16="http://schemas.microsoft.com/office/drawing/2014/main" id="{A90E5319-D1DB-4A67-9719-EF6BE5D3F43A}"/>
                </a:ext>
              </a:extLst>
            </p:cNvPr>
            <p:cNvSpPr/>
            <p:nvPr/>
          </p:nvSpPr>
          <p:spPr bwMode="auto">
            <a:xfrm>
              <a:off x="6528048" y="3498627"/>
              <a:ext cx="825751" cy="349443"/>
            </a:xfrm>
            <a:prstGeom prst="roundRect">
              <a:avLst>
                <a:gd name="adj" fmla="val 8166"/>
              </a:avLst>
            </a:prstGeom>
            <a:blipFill>
              <a:blip r:embed="rId8" cstate="screen">
                <a:extLst>
                  <a:ext uri="{28A0092B-C50C-407E-A947-70E740481C1C}">
                    <a14:useLocalDpi xmlns:a14="http://schemas.microsoft.com/office/drawing/2010/main"/>
                  </a:ext>
                </a:extLst>
              </a:blip>
              <a:srcRect/>
              <a:stretch>
                <a:fillRect/>
              </a:stretch>
            </a:blipFill>
            <a:ln>
              <a:solidFill>
                <a:schemeClr val="bg1"/>
              </a:solidFill>
            </a:ln>
          </p:spPr>
          <p:txBody>
            <a:bodyPr vert="horz" wrap="square" lIns="91440" tIns="45720" rIns="91440" bIns="45720" numCol="1" rtlCol="0" anchor="ctr" anchorCtr="0" compatLnSpc="1">
              <a:prstTxWarp prst="textNoShape">
                <a:avLst/>
              </a:prstTxWarp>
            </a:bodyPr>
            <a:lstStyle/>
            <a:p>
              <a:pPr algn="ctr"/>
              <a:endParaRPr lang="en-US" sz="1000" dirty="0">
                <a:solidFill>
                  <a:schemeClr val="accent2"/>
                </a:solidFill>
              </a:endParaRPr>
            </a:p>
          </p:txBody>
        </p:sp>
        <p:sp>
          <p:nvSpPr>
            <p:cNvPr id="23" name="Rectangle: Rounded Corners 22">
              <a:extLst>
                <a:ext uri="{FF2B5EF4-FFF2-40B4-BE49-F238E27FC236}">
                  <a16:creationId xmlns:a16="http://schemas.microsoft.com/office/drawing/2014/main" id="{7C550EBB-ED4B-40E8-B8FE-8AA269CFD567}"/>
                </a:ext>
              </a:extLst>
            </p:cNvPr>
            <p:cNvSpPr/>
            <p:nvPr/>
          </p:nvSpPr>
          <p:spPr bwMode="auto">
            <a:xfrm>
              <a:off x="6528048" y="3366607"/>
              <a:ext cx="825751" cy="182460"/>
            </a:xfrm>
            <a:prstGeom prst="roundRect">
              <a:avLst>
                <a:gd name="adj" fmla="val 8166"/>
              </a:avLst>
            </a:prstGeom>
            <a:solidFill>
              <a:schemeClr val="bg1"/>
            </a:solidFill>
            <a:ln>
              <a:solidFill>
                <a:schemeClr val="bg1"/>
              </a:solidFill>
            </a:ln>
          </p:spPr>
          <p:txBody>
            <a:bodyPr vert="horz" wrap="square" lIns="91440" tIns="45720" rIns="91440" bIns="45720" numCol="1" rtlCol="0" anchor="ctr" anchorCtr="0" compatLnSpc="1">
              <a:prstTxWarp prst="textNoShape">
                <a:avLst/>
              </a:prstTxWarp>
            </a:bodyPr>
            <a:lstStyle/>
            <a:p>
              <a:pPr algn="ctr"/>
              <a:r>
                <a:rPr lang="en-US" sz="1000" dirty="0">
                  <a:solidFill>
                    <a:schemeClr val="accent2"/>
                  </a:solidFill>
                </a:rPr>
                <a:t>Dispersion</a:t>
              </a:r>
            </a:p>
          </p:txBody>
        </p:sp>
      </p:grpSp>
      <p:sp>
        <p:nvSpPr>
          <p:cNvPr id="24" name="Rectangle: Rounded Corners 23">
            <a:extLst>
              <a:ext uri="{FF2B5EF4-FFF2-40B4-BE49-F238E27FC236}">
                <a16:creationId xmlns:a16="http://schemas.microsoft.com/office/drawing/2014/main" id="{D5DB4086-C5FA-48D9-94F9-021E401F0771}"/>
              </a:ext>
            </a:extLst>
          </p:cNvPr>
          <p:cNvSpPr/>
          <p:nvPr/>
        </p:nvSpPr>
        <p:spPr bwMode="auto">
          <a:xfrm>
            <a:off x="8782517" y="3889623"/>
            <a:ext cx="592490" cy="182460"/>
          </a:xfrm>
          <a:prstGeom prst="roundRect">
            <a:avLst>
              <a:gd name="adj" fmla="val 8166"/>
            </a:avLst>
          </a:prstGeom>
          <a:solidFill>
            <a:schemeClr val="bg1"/>
          </a:solidFill>
          <a:ln>
            <a:noFill/>
          </a:ln>
        </p:spPr>
        <p:txBody>
          <a:bodyPr vert="horz" wrap="square" lIns="0" tIns="0" rIns="0" bIns="0" numCol="1" rtlCol="0" anchor="ctr" anchorCtr="0" compatLnSpc="1">
            <a:prstTxWarp prst="textNoShape">
              <a:avLst/>
            </a:prstTxWarp>
          </a:bodyPr>
          <a:lstStyle/>
          <a:p>
            <a:pPr algn="ctr"/>
            <a:r>
              <a:rPr lang="en-US" sz="1000" dirty="0">
                <a:solidFill>
                  <a:schemeClr val="accent2"/>
                </a:solidFill>
              </a:rPr>
              <a:t>Spread</a:t>
            </a:r>
          </a:p>
        </p:txBody>
      </p:sp>
      <p:sp>
        <p:nvSpPr>
          <p:cNvPr id="25" name="Rectangle: Rounded Corners 24">
            <a:extLst>
              <a:ext uri="{FF2B5EF4-FFF2-40B4-BE49-F238E27FC236}">
                <a16:creationId xmlns:a16="http://schemas.microsoft.com/office/drawing/2014/main" id="{E1FD73A7-D7A9-43E8-91FC-BF43C0CF3AE6}"/>
              </a:ext>
            </a:extLst>
          </p:cNvPr>
          <p:cNvSpPr/>
          <p:nvPr/>
        </p:nvSpPr>
        <p:spPr bwMode="auto">
          <a:xfrm>
            <a:off x="7278944" y="4637494"/>
            <a:ext cx="903972" cy="182460"/>
          </a:xfrm>
          <a:prstGeom prst="roundRect">
            <a:avLst>
              <a:gd name="adj" fmla="val 8166"/>
            </a:avLst>
          </a:prstGeom>
          <a:solidFill>
            <a:schemeClr val="bg1"/>
          </a:solidFill>
          <a:ln>
            <a:noFill/>
          </a:ln>
        </p:spPr>
        <p:txBody>
          <a:bodyPr vert="horz" wrap="square" lIns="0" tIns="0" rIns="0" bIns="0" numCol="1" rtlCol="0" anchor="ctr" anchorCtr="0" compatLnSpc="1">
            <a:prstTxWarp prst="textNoShape">
              <a:avLst/>
            </a:prstTxWarp>
          </a:bodyPr>
          <a:lstStyle/>
          <a:p>
            <a:pPr algn="ctr"/>
            <a:r>
              <a:rPr lang="en-US" sz="1000" dirty="0">
                <a:solidFill>
                  <a:schemeClr val="accent2"/>
                </a:solidFill>
              </a:rPr>
              <a:t>Fragmentation</a:t>
            </a:r>
          </a:p>
        </p:txBody>
      </p:sp>
    </p:spTree>
    <p:extLst>
      <p:ext uri="{BB962C8B-B14F-4D97-AF65-F5344CB8AC3E}">
        <p14:creationId xmlns:p14="http://schemas.microsoft.com/office/powerpoint/2010/main" val="1654513088"/>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750"/>
                                        <p:tgtEl>
                                          <p:spTgt spid="15"/>
                                        </p:tgtEl>
                                      </p:cBhvr>
                                    </p:animEffect>
                                  </p:childTnLst>
                                </p:cTn>
                              </p:par>
                            </p:childTnLst>
                          </p:cTn>
                        </p:par>
                        <p:par>
                          <p:cTn id="8" fill="hold">
                            <p:stCondLst>
                              <p:cond delay="750"/>
                            </p:stCondLst>
                            <p:childTnLst>
                              <p:par>
                                <p:cTn id="9" presetID="22" presetClass="entr" presetSubtype="1"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ipe(up)">
                                      <p:cBhvr>
                                        <p:cTn id="11" dur="75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a:extLst>
              <a:ext uri="{FF2B5EF4-FFF2-40B4-BE49-F238E27FC236}">
                <a16:creationId xmlns:a16="http://schemas.microsoft.com/office/drawing/2014/main" id="{255F034A-B3D6-4460-AF95-FA6F24DCDCB3}"/>
              </a:ext>
            </a:extLst>
          </p:cNvPr>
          <p:cNvSpPr>
            <a:spLocks noGrp="1"/>
          </p:cNvSpPr>
          <p:nvPr>
            <p:ph type="dt" sz="half" idx="10"/>
          </p:nvPr>
        </p:nvSpPr>
        <p:spPr/>
        <p:txBody>
          <a:bodyPr/>
          <a:lstStyle/>
          <a:p>
            <a:fld id="{46F98249-4418-430D-BC85-CBEB2C55707B}" type="datetime3">
              <a:rPr lang="en-US" smtClean="0"/>
              <a:t>1 October 2026</a:t>
            </a:fld>
            <a:endParaRPr lang="en-US" dirty="0"/>
          </a:p>
        </p:txBody>
      </p:sp>
      <p:sp>
        <p:nvSpPr>
          <p:cNvPr id="8" name="Slide Number Placeholder 7">
            <a:extLst>
              <a:ext uri="{FF2B5EF4-FFF2-40B4-BE49-F238E27FC236}">
                <a16:creationId xmlns:a16="http://schemas.microsoft.com/office/drawing/2014/main" id="{6A65E1A4-5976-4CCE-B6A3-3FC637D17BD7}"/>
              </a:ext>
            </a:extLst>
          </p:cNvPr>
          <p:cNvSpPr>
            <a:spLocks noGrp="1"/>
          </p:cNvSpPr>
          <p:nvPr>
            <p:ph type="sldNum" sz="quarter" idx="12"/>
          </p:nvPr>
        </p:nvSpPr>
        <p:spPr/>
        <p:txBody>
          <a:bodyPr/>
          <a:lstStyle/>
          <a:p>
            <a:fld id="{5B16D1FE-3A35-41BA-8EBE-413702045235}" type="slidenum">
              <a:rPr lang="en-US" smtClean="0"/>
              <a:pPr/>
              <a:t>12</a:t>
            </a:fld>
            <a:endParaRPr lang="en-US" dirty="0"/>
          </a:p>
        </p:txBody>
      </p:sp>
      <p:sp>
        <p:nvSpPr>
          <p:cNvPr id="10" name="Rectangle 9">
            <a:extLst>
              <a:ext uri="{FF2B5EF4-FFF2-40B4-BE49-F238E27FC236}">
                <a16:creationId xmlns:a16="http://schemas.microsoft.com/office/drawing/2014/main" id="{5F1A60B0-69E2-48F4-A4EA-E7A476B09187}"/>
              </a:ext>
            </a:extLst>
          </p:cNvPr>
          <p:cNvSpPr/>
          <p:nvPr/>
        </p:nvSpPr>
        <p:spPr bwMode="auto">
          <a:xfrm>
            <a:off x="0" y="2261327"/>
            <a:ext cx="12192000" cy="2880469"/>
          </a:xfrm>
          <a:prstGeom prst="rect">
            <a:avLst/>
          </a:prstGeom>
          <a:gradFill>
            <a:gsLst>
              <a:gs pos="0">
                <a:srgbClr val="002F5F">
                  <a:alpha val="10000"/>
                </a:srgbClr>
              </a:gs>
              <a:gs pos="50000">
                <a:srgbClr val="002F5F">
                  <a:alpha val="0"/>
                </a:srgbClr>
              </a:gs>
              <a:gs pos="100000">
                <a:srgbClr val="002F5F">
                  <a:alpha val="10000"/>
                </a:srgbClr>
              </a:gs>
            </a:gsLst>
            <a:lin ang="0" scaled="1"/>
          </a:gra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11" name="Rectangle 10">
            <a:extLst>
              <a:ext uri="{FF2B5EF4-FFF2-40B4-BE49-F238E27FC236}">
                <a16:creationId xmlns:a16="http://schemas.microsoft.com/office/drawing/2014/main" id="{20ADEA09-7480-4F95-A12D-2D70D92916B1}"/>
              </a:ext>
            </a:extLst>
          </p:cNvPr>
          <p:cNvSpPr/>
          <p:nvPr/>
        </p:nvSpPr>
        <p:spPr bwMode="auto">
          <a:xfrm>
            <a:off x="407988" y="1396511"/>
            <a:ext cx="11376024" cy="4523642"/>
          </a:xfrm>
          <a:prstGeom prst="rect">
            <a:avLst/>
          </a:prstGeom>
          <a:solidFill>
            <a:schemeClr val="bg1"/>
          </a:solidFill>
          <a:ln>
            <a:noFill/>
          </a:ln>
          <a:effectLst>
            <a:outerShdw blurRad="317500" sx="102000" sy="102000" algn="ctr" rotWithShape="0">
              <a:prstClr val="black">
                <a:alpha val="4000"/>
              </a:prstClr>
            </a:outerShdw>
          </a:effectLst>
        </p:spPr>
        <p:txBody>
          <a:bodyPr vert="horz" wrap="square" lIns="91440" tIns="45720" rIns="91440" bIns="45720" numCol="1" rtlCol="0" anchor="t" anchorCtr="0" compatLnSpc="1">
            <a:prstTxWarp prst="textNoShape">
              <a:avLst/>
            </a:prstTxWarp>
          </a:bodyPr>
          <a:lstStyle/>
          <a:p>
            <a:pPr algn="ctr"/>
            <a:endParaRPr lang="en-US"/>
          </a:p>
        </p:txBody>
      </p:sp>
      <p:pic>
        <p:nvPicPr>
          <p:cNvPr id="9" name="Google Shape;639;p13">
            <a:extLst>
              <a:ext uri="{FF2B5EF4-FFF2-40B4-BE49-F238E27FC236}">
                <a16:creationId xmlns:a16="http://schemas.microsoft.com/office/drawing/2014/main" id="{156D6657-B82A-407D-AF5C-31D6A6CF25A5}"/>
              </a:ext>
            </a:extLst>
          </p:cNvPr>
          <p:cNvPicPr preferRelativeResize="0">
            <a:picLocks/>
          </p:cNvPicPr>
          <p:nvPr/>
        </p:nvPicPr>
        <p:blipFill rotWithShape="1">
          <a:blip r:embed="rId3" cstate="screen">
            <a:extLst>
              <a:ext uri="{28A0092B-C50C-407E-A947-70E740481C1C}">
                <a14:useLocalDpi xmlns:a14="http://schemas.microsoft.com/office/drawing/2010/main"/>
              </a:ext>
            </a:extLst>
          </a:blip>
          <a:srcRect/>
          <a:stretch/>
        </p:blipFill>
        <p:spPr>
          <a:xfrm>
            <a:off x="4697438" y="1518626"/>
            <a:ext cx="6947316" cy="4279412"/>
          </a:xfrm>
          <a:prstGeom prst="rect">
            <a:avLst/>
          </a:prstGeom>
          <a:noFill/>
          <a:ln>
            <a:noFill/>
          </a:ln>
          <a:effectLst/>
        </p:spPr>
      </p:pic>
      <p:pic>
        <p:nvPicPr>
          <p:cNvPr id="15" name="Google Shape;640;p13">
            <a:extLst>
              <a:ext uri="{FF2B5EF4-FFF2-40B4-BE49-F238E27FC236}">
                <a16:creationId xmlns:a16="http://schemas.microsoft.com/office/drawing/2014/main" id="{5EBD729B-A6D3-417C-94C5-ED4EAA4A2D6C}"/>
              </a:ext>
            </a:extLst>
          </p:cNvPr>
          <p:cNvPicPr preferRelativeResize="0">
            <a:picLocks/>
          </p:cNvPicPr>
          <p:nvPr/>
        </p:nvPicPr>
        <p:blipFill>
          <a:blip r:embed="rId4" cstate="screen">
            <a:extLst>
              <a:ext uri="{28A0092B-C50C-407E-A947-70E740481C1C}">
                <a14:useLocalDpi xmlns:a14="http://schemas.microsoft.com/office/drawing/2010/main"/>
              </a:ext>
            </a:extLst>
          </a:blip>
          <a:srcRect/>
          <a:stretch/>
        </p:blipFill>
        <p:spPr>
          <a:xfrm>
            <a:off x="546100" y="1518626"/>
            <a:ext cx="3997374" cy="4279412"/>
          </a:xfrm>
          <a:prstGeom prst="roundRect">
            <a:avLst>
              <a:gd name="adj" fmla="val 0"/>
            </a:avLst>
          </a:prstGeom>
          <a:noFill/>
          <a:ln>
            <a:noFill/>
          </a:ln>
          <a:effectLst/>
        </p:spPr>
      </p:pic>
      <p:sp>
        <p:nvSpPr>
          <p:cNvPr id="16" name="Title 8">
            <a:extLst>
              <a:ext uri="{FF2B5EF4-FFF2-40B4-BE49-F238E27FC236}">
                <a16:creationId xmlns:a16="http://schemas.microsoft.com/office/drawing/2014/main" id="{443D6A47-E180-45CF-B183-1377A84878EE}"/>
              </a:ext>
            </a:extLst>
          </p:cNvPr>
          <p:cNvSpPr>
            <a:spLocks noGrp="1"/>
          </p:cNvSpPr>
          <p:nvPr>
            <p:ph type="title"/>
          </p:nvPr>
        </p:nvSpPr>
        <p:spPr>
          <a:xfrm>
            <a:off x="407988" y="548680"/>
            <a:ext cx="11376024" cy="492443"/>
          </a:xfrm>
        </p:spPr>
        <p:txBody>
          <a:bodyPr>
            <a:spAutoFit/>
          </a:bodyPr>
          <a:lstStyle/>
          <a:p>
            <a:pPr algn="ctr"/>
            <a:r>
              <a:rPr lang="en-US" dirty="0"/>
              <a:t>Fragmentation</a:t>
            </a:r>
          </a:p>
        </p:txBody>
      </p:sp>
    </p:spTree>
    <p:extLst>
      <p:ext uri="{BB962C8B-B14F-4D97-AF65-F5344CB8AC3E}">
        <p14:creationId xmlns:p14="http://schemas.microsoft.com/office/powerpoint/2010/main" val="3734459250"/>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F1A60B0-69E2-48F4-A4EA-E7A476B09187}"/>
              </a:ext>
            </a:extLst>
          </p:cNvPr>
          <p:cNvSpPr/>
          <p:nvPr/>
        </p:nvSpPr>
        <p:spPr bwMode="auto">
          <a:xfrm>
            <a:off x="0" y="2261327"/>
            <a:ext cx="12192000" cy="2880469"/>
          </a:xfrm>
          <a:prstGeom prst="rect">
            <a:avLst/>
          </a:prstGeom>
          <a:gradFill>
            <a:gsLst>
              <a:gs pos="0">
                <a:srgbClr val="002F5F">
                  <a:alpha val="10000"/>
                </a:srgbClr>
              </a:gs>
              <a:gs pos="50000">
                <a:srgbClr val="002F5F">
                  <a:alpha val="0"/>
                </a:srgbClr>
              </a:gs>
              <a:gs pos="100000">
                <a:srgbClr val="002F5F">
                  <a:alpha val="10000"/>
                </a:srgbClr>
              </a:gs>
            </a:gsLst>
            <a:lin ang="0" scaled="1"/>
          </a:gra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29" name="Rectangle 28">
            <a:extLst>
              <a:ext uri="{FF2B5EF4-FFF2-40B4-BE49-F238E27FC236}">
                <a16:creationId xmlns:a16="http://schemas.microsoft.com/office/drawing/2014/main" id="{FDF5947E-FECB-4F2D-9635-C73C677A7226}"/>
              </a:ext>
            </a:extLst>
          </p:cNvPr>
          <p:cNvSpPr/>
          <p:nvPr/>
        </p:nvSpPr>
        <p:spPr bwMode="auto">
          <a:xfrm>
            <a:off x="1664677" y="1369343"/>
            <a:ext cx="8862646" cy="4555293"/>
          </a:xfrm>
          <a:prstGeom prst="rect">
            <a:avLst/>
          </a:prstGeom>
          <a:solidFill>
            <a:schemeClr val="bg1"/>
          </a:solidFill>
          <a:ln>
            <a:noFill/>
          </a:ln>
          <a:effectLst>
            <a:outerShdw blurRad="317500" sx="102000" sy="102000" algn="ctr" rotWithShape="0">
              <a:prstClr val="black">
                <a:alpha val="4000"/>
              </a:prstClr>
            </a:outerShdw>
          </a:effectLst>
        </p:spPr>
        <p:txBody>
          <a:bodyPr vert="horz" wrap="square" lIns="91440" tIns="45720" rIns="91440" bIns="45720" numCol="1" rtlCol="0" anchor="t" anchorCtr="0" compatLnSpc="1">
            <a:prstTxWarp prst="textNoShape">
              <a:avLst/>
            </a:prstTxWarp>
          </a:bodyPr>
          <a:lstStyle/>
          <a:p>
            <a:pPr algn="ctr"/>
            <a:endParaRPr lang="en-US"/>
          </a:p>
        </p:txBody>
      </p:sp>
      <p:sp>
        <p:nvSpPr>
          <p:cNvPr id="9" name="Title 8">
            <a:extLst>
              <a:ext uri="{FF2B5EF4-FFF2-40B4-BE49-F238E27FC236}">
                <a16:creationId xmlns:a16="http://schemas.microsoft.com/office/drawing/2014/main" id="{841B44FA-53A5-4A9B-AD99-E0D6C5E31D4E}"/>
              </a:ext>
            </a:extLst>
          </p:cNvPr>
          <p:cNvSpPr>
            <a:spLocks noGrp="1"/>
          </p:cNvSpPr>
          <p:nvPr>
            <p:ph type="title"/>
          </p:nvPr>
        </p:nvSpPr>
        <p:spPr>
          <a:xfrm>
            <a:off x="407988" y="548680"/>
            <a:ext cx="11376024" cy="492443"/>
          </a:xfrm>
        </p:spPr>
        <p:txBody>
          <a:bodyPr>
            <a:spAutoFit/>
          </a:bodyPr>
          <a:lstStyle/>
          <a:p>
            <a:pPr algn="ctr"/>
            <a:r>
              <a:rPr lang="en-US" dirty="0"/>
              <a:t>Fate of Spilled Oil</a:t>
            </a:r>
          </a:p>
        </p:txBody>
      </p:sp>
      <p:sp>
        <p:nvSpPr>
          <p:cNvPr id="6" name="Date Placeholder 5">
            <a:extLst>
              <a:ext uri="{FF2B5EF4-FFF2-40B4-BE49-F238E27FC236}">
                <a16:creationId xmlns:a16="http://schemas.microsoft.com/office/drawing/2014/main" id="{255F034A-B3D6-4460-AF95-FA6F24DCDCB3}"/>
              </a:ext>
            </a:extLst>
          </p:cNvPr>
          <p:cNvSpPr>
            <a:spLocks noGrp="1"/>
          </p:cNvSpPr>
          <p:nvPr>
            <p:ph type="dt" sz="half" idx="10"/>
          </p:nvPr>
        </p:nvSpPr>
        <p:spPr/>
        <p:txBody>
          <a:bodyPr/>
          <a:lstStyle/>
          <a:p>
            <a:fld id="{46F98249-4418-430D-BC85-CBEB2C55707B}" type="datetime3">
              <a:rPr lang="en-US" smtClean="0"/>
              <a:t>1 October 2026</a:t>
            </a:fld>
            <a:endParaRPr lang="en-US" dirty="0"/>
          </a:p>
        </p:txBody>
      </p:sp>
      <p:sp>
        <p:nvSpPr>
          <p:cNvPr id="8" name="Slide Number Placeholder 7">
            <a:extLst>
              <a:ext uri="{FF2B5EF4-FFF2-40B4-BE49-F238E27FC236}">
                <a16:creationId xmlns:a16="http://schemas.microsoft.com/office/drawing/2014/main" id="{6A65E1A4-5976-4CCE-B6A3-3FC637D17BD7}"/>
              </a:ext>
            </a:extLst>
          </p:cNvPr>
          <p:cNvSpPr>
            <a:spLocks noGrp="1"/>
          </p:cNvSpPr>
          <p:nvPr>
            <p:ph type="sldNum" sz="quarter" idx="12"/>
          </p:nvPr>
        </p:nvSpPr>
        <p:spPr/>
        <p:txBody>
          <a:bodyPr/>
          <a:lstStyle/>
          <a:p>
            <a:fld id="{5B16D1FE-3A35-41BA-8EBE-413702045235}" type="slidenum">
              <a:rPr lang="en-US" smtClean="0"/>
              <a:pPr/>
              <a:t>13</a:t>
            </a:fld>
            <a:endParaRPr lang="en-US" dirty="0"/>
          </a:p>
        </p:txBody>
      </p:sp>
      <p:pic>
        <p:nvPicPr>
          <p:cNvPr id="14" name="Google Shape;582;p6">
            <a:extLst>
              <a:ext uri="{FF2B5EF4-FFF2-40B4-BE49-F238E27FC236}">
                <a16:creationId xmlns:a16="http://schemas.microsoft.com/office/drawing/2014/main" id="{B26A9936-2DD1-4DD4-ACB7-9F5CE7A3A587}"/>
              </a:ext>
            </a:extLst>
          </p:cNvPr>
          <p:cNvPicPr preferRelativeResize="0"/>
          <p:nvPr/>
        </p:nvPicPr>
        <p:blipFill>
          <a:blip r:embed="rId3" cstate="screen">
            <a:extLst>
              <a:ext uri="{28A0092B-C50C-407E-A947-70E740481C1C}">
                <a14:useLocalDpi xmlns:a14="http://schemas.microsoft.com/office/drawing/2010/main"/>
              </a:ext>
            </a:extLst>
          </a:blip>
          <a:srcRect/>
          <a:stretch/>
        </p:blipFill>
        <p:spPr>
          <a:xfrm>
            <a:off x="1811524" y="1518626"/>
            <a:ext cx="8566611" cy="4252132"/>
          </a:xfrm>
          <a:prstGeom prst="rect">
            <a:avLst/>
          </a:prstGeom>
          <a:noFill/>
          <a:ln>
            <a:noFill/>
          </a:ln>
        </p:spPr>
      </p:pic>
      <p:pic>
        <p:nvPicPr>
          <p:cNvPr id="12" name="Graphic 11">
            <a:extLst>
              <a:ext uri="{FF2B5EF4-FFF2-40B4-BE49-F238E27FC236}">
                <a16:creationId xmlns:a16="http://schemas.microsoft.com/office/drawing/2014/main" id="{7BD77B6E-B7DB-4FA4-A305-46C09C5CFFE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591742" y="3677674"/>
            <a:ext cx="2464698" cy="720554"/>
          </a:xfrm>
          <a:prstGeom prst="rect">
            <a:avLst/>
          </a:prstGeom>
        </p:spPr>
      </p:pic>
      <p:pic>
        <p:nvPicPr>
          <p:cNvPr id="13" name="Picture 12">
            <a:extLst>
              <a:ext uri="{FF2B5EF4-FFF2-40B4-BE49-F238E27FC236}">
                <a16:creationId xmlns:a16="http://schemas.microsoft.com/office/drawing/2014/main" id="{E73A836D-D2FF-47F1-AE19-544CECFA2BB1}"/>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9201869" y="3501008"/>
            <a:ext cx="1113816" cy="790575"/>
          </a:xfrm>
          <a:prstGeom prst="rect">
            <a:avLst/>
          </a:prstGeom>
        </p:spPr>
      </p:pic>
      <p:pic>
        <p:nvPicPr>
          <p:cNvPr id="15" name="Graphic 14">
            <a:extLst>
              <a:ext uri="{FF2B5EF4-FFF2-40B4-BE49-F238E27FC236}">
                <a16:creationId xmlns:a16="http://schemas.microsoft.com/office/drawing/2014/main" id="{40424D6D-4F33-415B-97C1-6E42996BC37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577558" y="4408537"/>
            <a:ext cx="1362075" cy="221582"/>
          </a:xfrm>
          <a:prstGeom prst="rect">
            <a:avLst/>
          </a:prstGeom>
        </p:spPr>
      </p:pic>
      <p:pic>
        <p:nvPicPr>
          <p:cNvPr id="16" name="Graphic 15">
            <a:extLst>
              <a:ext uri="{FF2B5EF4-FFF2-40B4-BE49-F238E27FC236}">
                <a16:creationId xmlns:a16="http://schemas.microsoft.com/office/drawing/2014/main" id="{2A8D0229-A66A-41C8-842D-23CDE2F31E8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591944" y="4437112"/>
            <a:ext cx="1475606" cy="439975"/>
          </a:xfrm>
          <a:prstGeom prst="rect">
            <a:avLst/>
          </a:prstGeom>
        </p:spPr>
      </p:pic>
      <p:sp>
        <p:nvSpPr>
          <p:cNvPr id="17" name="Rectangle: Rounded Corners 16">
            <a:extLst>
              <a:ext uri="{FF2B5EF4-FFF2-40B4-BE49-F238E27FC236}">
                <a16:creationId xmlns:a16="http://schemas.microsoft.com/office/drawing/2014/main" id="{F9BB2D1A-EFAF-4739-BED7-42189CA6CCE3}"/>
              </a:ext>
            </a:extLst>
          </p:cNvPr>
          <p:cNvSpPr/>
          <p:nvPr/>
        </p:nvSpPr>
        <p:spPr bwMode="auto">
          <a:xfrm>
            <a:off x="8976320" y="1588643"/>
            <a:ext cx="1328015" cy="328190"/>
          </a:xfrm>
          <a:prstGeom prst="roundRect">
            <a:avLst>
              <a:gd name="adj" fmla="val 8166"/>
            </a:avLst>
          </a:prstGeom>
          <a:solidFill>
            <a:schemeClr val="bg1"/>
          </a:soli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18" name="TextBox 17">
            <a:extLst>
              <a:ext uri="{FF2B5EF4-FFF2-40B4-BE49-F238E27FC236}">
                <a16:creationId xmlns:a16="http://schemas.microsoft.com/office/drawing/2014/main" id="{28A4307C-348A-4316-A18B-0AFB978D28FF}"/>
              </a:ext>
            </a:extLst>
          </p:cNvPr>
          <p:cNvSpPr txBox="1"/>
          <p:nvPr/>
        </p:nvSpPr>
        <p:spPr>
          <a:xfrm>
            <a:off x="8977358" y="1598850"/>
            <a:ext cx="1325940" cy="307777"/>
          </a:xfrm>
          <a:prstGeom prst="rect">
            <a:avLst/>
          </a:prstGeom>
          <a:noFill/>
        </p:spPr>
        <p:txBody>
          <a:bodyPr wrap="none" rtlCol="0">
            <a:spAutoFit/>
          </a:bodyPr>
          <a:lstStyle/>
          <a:p>
            <a:pPr algn="ctr"/>
            <a:r>
              <a:rPr lang="en-US" sz="1400" dirty="0">
                <a:solidFill>
                  <a:schemeClr val="accent2"/>
                </a:solidFill>
              </a:rPr>
              <a:t>Weathered Oil</a:t>
            </a:r>
          </a:p>
        </p:txBody>
      </p:sp>
      <p:sp>
        <p:nvSpPr>
          <p:cNvPr id="19" name="Rectangle: Rounded Corners 18">
            <a:extLst>
              <a:ext uri="{FF2B5EF4-FFF2-40B4-BE49-F238E27FC236}">
                <a16:creationId xmlns:a16="http://schemas.microsoft.com/office/drawing/2014/main" id="{15FF50D6-DADD-43AC-9525-F03AC04F465E}"/>
              </a:ext>
            </a:extLst>
          </p:cNvPr>
          <p:cNvSpPr/>
          <p:nvPr/>
        </p:nvSpPr>
        <p:spPr bwMode="auto">
          <a:xfrm>
            <a:off x="9489934" y="3303133"/>
            <a:ext cx="825751" cy="182460"/>
          </a:xfrm>
          <a:prstGeom prst="roundRect">
            <a:avLst>
              <a:gd name="adj" fmla="val 8166"/>
            </a:avLst>
          </a:prstGeom>
          <a:solidFill>
            <a:schemeClr val="bg1"/>
          </a:solidFill>
          <a:ln>
            <a:noFill/>
          </a:ln>
        </p:spPr>
        <p:txBody>
          <a:bodyPr vert="horz" wrap="square" lIns="0" tIns="0" rIns="0" bIns="0" numCol="1" rtlCol="0" anchor="ctr" anchorCtr="0" compatLnSpc="1">
            <a:prstTxWarp prst="textNoShape">
              <a:avLst/>
            </a:prstTxWarp>
          </a:bodyPr>
          <a:lstStyle/>
          <a:p>
            <a:pPr algn="ctr"/>
            <a:r>
              <a:rPr lang="en-US" sz="1000" dirty="0">
                <a:solidFill>
                  <a:schemeClr val="accent2"/>
                </a:solidFill>
              </a:rPr>
              <a:t>Evaporation</a:t>
            </a:r>
          </a:p>
        </p:txBody>
      </p:sp>
      <p:sp>
        <p:nvSpPr>
          <p:cNvPr id="20" name="Oval 19">
            <a:extLst>
              <a:ext uri="{FF2B5EF4-FFF2-40B4-BE49-F238E27FC236}">
                <a16:creationId xmlns:a16="http://schemas.microsoft.com/office/drawing/2014/main" id="{82CA0478-6AAB-4D02-A9BF-2C937F4E603F}"/>
              </a:ext>
            </a:extLst>
          </p:cNvPr>
          <p:cNvSpPr/>
          <p:nvPr/>
        </p:nvSpPr>
        <p:spPr bwMode="auto">
          <a:xfrm>
            <a:off x="7836960" y="4218062"/>
            <a:ext cx="218810" cy="218810"/>
          </a:xfrm>
          <a:prstGeom prst="ellipse">
            <a:avLst/>
          </a:prstGeom>
          <a:solidFill>
            <a:srgbClr val="FFFF00">
              <a:alpha val="52000"/>
            </a:srgbClr>
          </a:solidFill>
          <a:ln w="12700">
            <a:solidFill>
              <a:schemeClr val="bg1"/>
            </a:solidFill>
          </a:ln>
        </p:spPr>
        <p:txBody>
          <a:bodyPr vert="horz" wrap="square" lIns="91440" tIns="45720" rIns="91440" bIns="45720" numCol="1" rtlCol="0" anchor="t" anchorCtr="0" compatLnSpc="1">
            <a:prstTxWarp prst="textNoShape">
              <a:avLst/>
            </a:prstTxWarp>
          </a:bodyPr>
          <a:lstStyle/>
          <a:p>
            <a:pPr algn="ctr"/>
            <a:endParaRPr lang="en-US"/>
          </a:p>
        </p:txBody>
      </p:sp>
      <p:pic>
        <p:nvPicPr>
          <p:cNvPr id="21" name="Graphic 20">
            <a:extLst>
              <a:ext uri="{FF2B5EF4-FFF2-40B4-BE49-F238E27FC236}">
                <a16:creationId xmlns:a16="http://schemas.microsoft.com/office/drawing/2014/main" id="{90C16A65-A261-44DE-91DE-FF53D5B02D65}"/>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rot="15819691" flipH="1">
            <a:off x="7281099" y="3898661"/>
            <a:ext cx="507376" cy="458472"/>
          </a:xfrm>
          <a:prstGeom prst="rect">
            <a:avLst/>
          </a:prstGeom>
        </p:spPr>
      </p:pic>
      <p:grpSp>
        <p:nvGrpSpPr>
          <p:cNvPr id="22" name="Group 21">
            <a:extLst>
              <a:ext uri="{FF2B5EF4-FFF2-40B4-BE49-F238E27FC236}">
                <a16:creationId xmlns:a16="http://schemas.microsoft.com/office/drawing/2014/main" id="{AB6B504F-2B7B-4532-A332-3EAE065DD82F}"/>
              </a:ext>
            </a:extLst>
          </p:cNvPr>
          <p:cNvGrpSpPr/>
          <p:nvPr/>
        </p:nvGrpSpPr>
        <p:grpSpPr>
          <a:xfrm>
            <a:off x="6528048" y="3366607"/>
            <a:ext cx="825751" cy="481463"/>
            <a:chOff x="6528048" y="3366607"/>
            <a:chExt cx="825751" cy="481463"/>
          </a:xfrm>
        </p:grpSpPr>
        <p:sp>
          <p:nvSpPr>
            <p:cNvPr id="23" name="Rectangle: Rounded Corners 22">
              <a:extLst>
                <a:ext uri="{FF2B5EF4-FFF2-40B4-BE49-F238E27FC236}">
                  <a16:creationId xmlns:a16="http://schemas.microsoft.com/office/drawing/2014/main" id="{DB181F8A-1A0F-4166-95E3-F3F558AF432A}"/>
                </a:ext>
              </a:extLst>
            </p:cNvPr>
            <p:cNvSpPr/>
            <p:nvPr/>
          </p:nvSpPr>
          <p:spPr bwMode="auto">
            <a:xfrm>
              <a:off x="6528048" y="3498627"/>
              <a:ext cx="825751" cy="349443"/>
            </a:xfrm>
            <a:prstGeom prst="roundRect">
              <a:avLst>
                <a:gd name="adj" fmla="val 8166"/>
              </a:avLst>
            </a:prstGeom>
            <a:blipFill>
              <a:blip r:embed="rId9" cstate="screen">
                <a:extLst>
                  <a:ext uri="{28A0092B-C50C-407E-A947-70E740481C1C}">
                    <a14:useLocalDpi xmlns:a14="http://schemas.microsoft.com/office/drawing/2010/main"/>
                  </a:ext>
                </a:extLst>
              </a:blip>
              <a:srcRect/>
              <a:stretch>
                <a:fillRect/>
              </a:stretch>
            </a:blipFill>
            <a:ln>
              <a:solidFill>
                <a:schemeClr val="bg1"/>
              </a:solidFill>
            </a:ln>
          </p:spPr>
          <p:txBody>
            <a:bodyPr vert="horz" wrap="square" lIns="91440" tIns="45720" rIns="91440" bIns="45720" numCol="1" rtlCol="0" anchor="ctr" anchorCtr="0" compatLnSpc="1">
              <a:prstTxWarp prst="textNoShape">
                <a:avLst/>
              </a:prstTxWarp>
            </a:bodyPr>
            <a:lstStyle/>
            <a:p>
              <a:pPr algn="ctr"/>
              <a:endParaRPr lang="en-US" sz="1000" dirty="0">
                <a:solidFill>
                  <a:schemeClr val="accent2"/>
                </a:solidFill>
              </a:endParaRPr>
            </a:p>
          </p:txBody>
        </p:sp>
        <p:sp>
          <p:nvSpPr>
            <p:cNvPr id="24" name="Rectangle: Rounded Corners 23">
              <a:extLst>
                <a:ext uri="{FF2B5EF4-FFF2-40B4-BE49-F238E27FC236}">
                  <a16:creationId xmlns:a16="http://schemas.microsoft.com/office/drawing/2014/main" id="{87075594-63DA-4D50-8F72-594FA69D326E}"/>
                </a:ext>
              </a:extLst>
            </p:cNvPr>
            <p:cNvSpPr/>
            <p:nvPr/>
          </p:nvSpPr>
          <p:spPr bwMode="auto">
            <a:xfrm>
              <a:off x="6528048" y="3366607"/>
              <a:ext cx="825751" cy="182460"/>
            </a:xfrm>
            <a:prstGeom prst="roundRect">
              <a:avLst>
                <a:gd name="adj" fmla="val 8166"/>
              </a:avLst>
            </a:prstGeom>
            <a:solidFill>
              <a:schemeClr val="bg1"/>
            </a:solidFill>
            <a:ln>
              <a:solidFill>
                <a:schemeClr val="bg1"/>
              </a:solidFill>
            </a:ln>
          </p:spPr>
          <p:txBody>
            <a:bodyPr vert="horz" wrap="square" lIns="91440" tIns="45720" rIns="91440" bIns="45720" numCol="1" rtlCol="0" anchor="ctr" anchorCtr="0" compatLnSpc="1">
              <a:prstTxWarp prst="textNoShape">
                <a:avLst/>
              </a:prstTxWarp>
            </a:bodyPr>
            <a:lstStyle/>
            <a:p>
              <a:pPr algn="ctr"/>
              <a:r>
                <a:rPr lang="en-US" sz="1000" dirty="0">
                  <a:solidFill>
                    <a:schemeClr val="accent2"/>
                  </a:solidFill>
                </a:rPr>
                <a:t>Dispersion</a:t>
              </a:r>
            </a:p>
          </p:txBody>
        </p:sp>
      </p:grpSp>
      <p:sp>
        <p:nvSpPr>
          <p:cNvPr id="25" name="Rectangle: Rounded Corners 24">
            <a:extLst>
              <a:ext uri="{FF2B5EF4-FFF2-40B4-BE49-F238E27FC236}">
                <a16:creationId xmlns:a16="http://schemas.microsoft.com/office/drawing/2014/main" id="{F8A9588C-695A-41B6-AAEE-B36D1ECC34DC}"/>
              </a:ext>
            </a:extLst>
          </p:cNvPr>
          <p:cNvSpPr/>
          <p:nvPr/>
        </p:nvSpPr>
        <p:spPr bwMode="auto">
          <a:xfrm>
            <a:off x="8782517" y="3889623"/>
            <a:ext cx="592490" cy="182460"/>
          </a:xfrm>
          <a:prstGeom prst="roundRect">
            <a:avLst>
              <a:gd name="adj" fmla="val 8166"/>
            </a:avLst>
          </a:prstGeom>
          <a:solidFill>
            <a:schemeClr val="bg1"/>
          </a:solidFill>
          <a:ln>
            <a:noFill/>
          </a:ln>
        </p:spPr>
        <p:txBody>
          <a:bodyPr vert="horz" wrap="square" lIns="0" tIns="0" rIns="0" bIns="0" numCol="1" rtlCol="0" anchor="ctr" anchorCtr="0" compatLnSpc="1">
            <a:prstTxWarp prst="textNoShape">
              <a:avLst/>
            </a:prstTxWarp>
          </a:bodyPr>
          <a:lstStyle/>
          <a:p>
            <a:pPr algn="ctr"/>
            <a:r>
              <a:rPr lang="en-US" sz="1000" dirty="0">
                <a:solidFill>
                  <a:schemeClr val="accent2"/>
                </a:solidFill>
              </a:rPr>
              <a:t>Spread</a:t>
            </a:r>
          </a:p>
        </p:txBody>
      </p:sp>
      <p:sp>
        <p:nvSpPr>
          <p:cNvPr id="27" name="Rectangle: Rounded Corners 26">
            <a:extLst>
              <a:ext uri="{FF2B5EF4-FFF2-40B4-BE49-F238E27FC236}">
                <a16:creationId xmlns:a16="http://schemas.microsoft.com/office/drawing/2014/main" id="{151079E4-049A-4CF3-9971-A68B9747911D}"/>
              </a:ext>
            </a:extLst>
          </p:cNvPr>
          <p:cNvSpPr/>
          <p:nvPr/>
        </p:nvSpPr>
        <p:spPr bwMode="auto">
          <a:xfrm>
            <a:off x="7278944" y="4637494"/>
            <a:ext cx="903972" cy="182460"/>
          </a:xfrm>
          <a:prstGeom prst="roundRect">
            <a:avLst>
              <a:gd name="adj" fmla="val 8166"/>
            </a:avLst>
          </a:prstGeom>
          <a:solidFill>
            <a:schemeClr val="bg1"/>
          </a:solidFill>
          <a:ln>
            <a:noFill/>
          </a:ln>
        </p:spPr>
        <p:txBody>
          <a:bodyPr vert="horz" wrap="square" lIns="0" tIns="0" rIns="0" bIns="0" numCol="1" rtlCol="0" anchor="ctr" anchorCtr="0" compatLnSpc="1">
            <a:prstTxWarp prst="textNoShape">
              <a:avLst/>
            </a:prstTxWarp>
          </a:bodyPr>
          <a:lstStyle/>
          <a:p>
            <a:pPr algn="ctr"/>
            <a:r>
              <a:rPr lang="en-US" sz="1000" dirty="0">
                <a:solidFill>
                  <a:schemeClr val="accent2"/>
                </a:solidFill>
              </a:rPr>
              <a:t>Fragmentation</a:t>
            </a:r>
          </a:p>
        </p:txBody>
      </p:sp>
      <p:sp>
        <p:nvSpPr>
          <p:cNvPr id="28" name="Rectangle: Rounded Corners 27">
            <a:extLst>
              <a:ext uri="{FF2B5EF4-FFF2-40B4-BE49-F238E27FC236}">
                <a16:creationId xmlns:a16="http://schemas.microsoft.com/office/drawing/2014/main" id="{21744E14-A658-457E-BCB1-65DEDE250410}"/>
              </a:ext>
            </a:extLst>
          </p:cNvPr>
          <p:cNvSpPr/>
          <p:nvPr/>
        </p:nvSpPr>
        <p:spPr bwMode="auto">
          <a:xfrm>
            <a:off x="5293285" y="4215768"/>
            <a:ext cx="903972" cy="182460"/>
          </a:xfrm>
          <a:prstGeom prst="roundRect">
            <a:avLst>
              <a:gd name="adj" fmla="val 8166"/>
            </a:avLst>
          </a:prstGeom>
          <a:solidFill>
            <a:schemeClr val="bg1"/>
          </a:solidFill>
          <a:ln>
            <a:noFill/>
          </a:ln>
        </p:spPr>
        <p:txBody>
          <a:bodyPr vert="horz" wrap="square" lIns="0" tIns="0" rIns="0" bIns="0" numCol="1" rtlCol="0" anchor="ctr" anchorCtr="0" compatLnSpc="1">
            <a:prstTxWarp prst="textNoShape">
              <a:avLst/>
            </a:prstTxWarp>
          </a:bodyPr>
          <a:lstStyle/>
          <a:p>
            <a:pPr algn="ctr"/>
            <a:r>
              <a:rPr lang="en-US" sz="1000" dirty="0">
                <a:solidFill>
                  <a:schemeClr val="accent2"/>
                </a:solidFill>
              </a:rPr>
              <a:t>Emulsification</a:t>
            </a:r>
          </a:p>
        </p:txBody>
      </p:sp>
    </p:spTree>
    <p:extLst>
      <p:ext uri="{BB962C8B-B14F-4D97-AF65-F5344CB8AC3E}">
        <p14:creationId xmlns:p14="http://schemas.microsoft.com/office/powerpoint/2010/main" val="3273383078"/>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right)">
                                      <p:cBhvr>
                                        <p:cTn id="7" dur="500"/>
                                        <p:tgtEl>
                                          <p:spTgt spid="16"/>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wipe(down)">
                                      <p:cBhvr>
                                        <p:cTn id="11"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a:extLst>
              <a:ext uri="{FF2B5EF4-FFF2-40B4-BE49-F238E27FC236}">
                <a16:creationId xmlns:a16="http://schemas.microsoft.com/office/drawing/2014/main" id="{255F034A-B3D6-4460-AF95-FA6F24DCDCB3}"/>
              </a:ext>
            </a:extLst>
          </p:cNvPr>
          <p:cNvSpPr>
            <a:spLocks noGrp="1"/>
          </p:cNvSpPr>
          <p:nvPr>
            <p:ph type="dt" sz="half" idx="10"/>
          </p:nvPr>
        </p:nvSpPr>
        <p:spPr/>
        <p:txBody>
          <a:bodyPr/>
          <a:lstStyle/>
          <a:p>
            <a:fld id="{46F98249-4418-430D-BC85-CBEB2C55707B}" type="datetime3">
              <a:rPr lang="en-US" smtClean="0"/>
              <a:t>1 October 2026</a:t>
            </a:fld>
            <a:endParaRPr lang="en-US" dirty="0"/>
          </a:p>
        </p:txBody>
      </p:sp>
      <p:sp>
        <p:nvSpPr>
          <p:cNvPr id="8" name="Slide Number Placeholder 7">
            <a:extLst>
              <a:ext uri="{FF2B5EF4-FFF2-40B4-BE49-F238E27FC236}">
                <a16:creationId xmlns:a16="http://schemas.microsoft.com/office/drawing/2014/main" id="{6A65E1A4-5976-4CCE-B6A3-3FC637D17BD7}"/>
              </a:ext>
            </a:extLst>
          </p:cNvPr>
          <p:cNvSpPr>
            <a:spLocks noGrp="1"/>
          </p:cNvSpPr>
          <p:nvPr>
            <p:ph type="sldNum" sz="quarter" idx="12"/>
          </p:nvPr>
        </p:nvSpPr>
        <p:spPr/>
        <p:txBody>
          <a:bodyPr/>
          <a:lstStyle/>
          <a:p>
            <a:fld id="{5B16D1FE-3A35-41BA-8EBE-413702045235}" type="slidenum">
              <a:rPr lang="en-US" smtClean="0"/>
              <a:pPr/>
              <a:t>14</a:t>
            </a:fld>
            <a:endParaRPr lang="en-US" dirty="0"/>
          </a:p>
        </p:txBody>
      </p:sp>
      <p:sp>
        <p:nvSpPr>
          <p:cNvPr id="10" name="Rectangle 9">
            <a:extLst>
              <a:ext uri="{FF2B5EF4-FFF2-40B4-BE49-F238E27FC236}">
                <a16:creationId xmlns:a16="http://schemas.microsoft.com/office/drawing/2014/main" id="{5F1A60B0-69E2-48F4-A4EA-E7A476B09187}"/>
              </a:ext>
            </a:extLst>
          </p:cNvPr>
          <p:cNvSpPr/>
          <p:nvPr/>
        </p:nvSpPr>
        <p:spPr bwMode="auto">
          <a:xfrm>
            <a:off x="0" y="1830186"/>
            <a:ext cx="12192000" cy="2880469"/>
          </a:xfrm>
          <a:prstGeom prst="rect">
            <a:avLst/>
          </a:prstGeom>
          <a:gradFill>
            <a:gsLst>
              <a:gs pos="0">
                <a:srgbClr val="002F5F">
                  <a:alpha val="10000"/>
                </a:srgbClr>
              </a:gs>
              <a:gs pos="50000">
                <a:srgbClr val="002F5F">
                  <a:alpha val="0"/>
                </a:srgbClr>
              </a:gs>
              <a:gs pos="100000">
                <a:srgbClr val="002F5F">
                  <a:alpha val="10000"/>
                </a:srgbClr>
              </a:gs>
            </a:gsLst>
            <a:lin ang="0" scaled="1"/>
          </a:gra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11" name="Rectangle 10">
            <a:extLst>
              <a:ext uri="{FF2B5EF4-FFF2-40B4-BE49-F238E27FC236}">
                <a16:creationId xmlns:a16="http://schemas.microsoft.com/office/drawing/2014/main" id="{20ADEA09-7480-4F95-A12D-2D70D92916B1}"/>
              </a:ext>
            </a:extLst>
          </p:cNvPr>
          <p:cNvSpPr/>
          <p:nvPr/>
        </p:nvSpPr>
        <p:spPr bwMode="auto">
          <a:xfrm>
            <a:off x="407988" y="620688"/>
            <a:ext cx="11376024" cy="5299465"/>
          </a:xfrm>
          <a:prstGeom prst="rect">
            <a:avLst/>
          </a:prstGeom>
          <a:solidFill>
            <a:schemeClr val="bg1"/>
          </a:solidFill>
          <a:ln>
            <a:noFill/>
          </a:ln>
          <a:effectLst>
            <a:outerShdw blurRad="317500" sx="102000" sy="102000" algn="ctr" rotWithShape="0">
              <a:prstClr val="black">
                <a:alpha val="4000"/>
              </a:prstClr>
            </a:outerShdw>
          </a:effectLst>
        </p:spPr>
        <p:txBody>
          <a:bodyPr vert="horz" wrap="square" lIns="91440" tIns="45720" rIns="91440" bIns="45720" numCol="1" rtlCol="0" anchor="t" anchorCtr="0" compatLnSpc="1">
            <a:prstTxWarp prst="textNoShape">
              <a:avLst/>
            </a:prstTxWarp>
          </a:bodyPr>
          <a:lstStyle/>
          <a:p>
            <a:pPr algn="ctr"/>
            <a:endParaRPr lang="en-US"/>
          </a:p>
        </p:txBody>
      </p:sp>
      <p:pic>
        <p:nvPicPr>
          <p:cNvPr id="9" name="Google Shape;639;p13">
            <a:extLst>
              <a:ext uri="{FF2B5EF4-FFF2-40B4-BE49-F238E27FC236}">
                <a16:creationId xmlns:a16="http://schemas.microsoft.com/office/drawing/2014/main" id="{156D6657-B82A-407D-AF5C-31D6A6CF25A5}"/>
              </a:ext>
            </a:extLst>
          </p:cNvPr>
          <p:cNvPicPr preferRelativeResize="0">
            <a:picLocks/>
          </p:cNvPicPr>
          <p:nvPr/>
        </p:nvPicPr>
        <p:blipFill>
          <a:blip r:embed="rId3" cstate="screen">
            <a:extLst>
              <a:ext uri="{28A0092B-C50C-407E-A947-70E740481C1C}">
                <a14:useLocalDpi xmlns:a14="http://schemas.microsoft.com/office/drawing/2010/main"/>
              </a:ext>
            </a:extLst>
          </a:blip>
          <a:srcRect/>
          <a:stretch/>
        </p:blipFill>
        <p:spPr>
          <a:xfrm>
            <a:off x="5519935" y="756174"/>
            <a:ext cx="6124465" cy="5028493"/>
          </a:xfrm>
          <a:prstGeom prst="rect">
            <a:avLst/>
          </a:prstGeom>
          <a:noFill/>
          <a:ln>
            <a:noFill/>
          </a:ln>
          <a:effectLst/>
        </p:spPr>
      </p:pic>
      <p:pic>
        <p:nvPicPr>
          <p:cNvPr id="15" name="Google Shape;640;p13">
            <a:extLst>
              <a:ext uri="{FF2B5EF4-FFF2-40B4-BE49-F238E27FC236}">
                <a16:creationId xmlns:a16="http://schemas.microsoft.com/office/drawing/2014/main" id="{5EBD729B-A6D3-417C-94C5-ED4EAA4A2D6C}"/>
              </a:ext>
            </a:extLst>
          </p:cNvPr>
          <p:cNvPicPr preferRelativeResize="0">
            <a:picLocks/>
          </p:cNvPicPr>
          <p:nvPr/>
        </p:nvPicPr>
        <p:blipFill rotWithShape="1">
          <a:blip r:embed="rId4" cstate="screen">
            <a:extLst>
              <a:ext uri="{28A0092B-C50C-407E-A947-70E740481C1C}">
                <a14:useLocalDpi xmlns:a14="http://schemas.microsoft.com/office/drawing/2010/main"/>
              </a:ext>
            </a:extLst>
          </a:blip>
          <a:srcRect r="-8103"/>
          <a:stretch/>
        </p:blipFill>
        <p:spPr>
          <a:xfrm flipH="1">
            <a:off x="546672" y="756174"/>
            <a:ext cx="4840139" cy="5028493"/>
          </a:xfrm>
          <a:prstGeom prst="roundRect">
            <a:avLst>
              <a:gd name="adj" fmla="val 0"/>
            </a:avLst>
          </a:prstGeom>
          <a:noFill/>
          <a:ln>
            <a:noFill/>
          </a:ln>
          <a:effectLst/>
        </p:spPr>
      </p:pic>
    </p:spTree>
    <p:extLst>
      <p:ext uri="{BB962C8B-B14F-4D97-AF65-F5344CB8AC3E}">
        <p14:creationId xmlns:p14="http://schemas.microsoft.com/office/powerpoint/2010/main" val="420828823"/>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F1A60B0-69E2-48F4-A4EA-E7A476B09187}"/>
              </a:ext>
            </a:extLst>
          </p:cNvPr>
          <p:cNvSpPr/>
          <p:nvPr/>
        </p:nvSpPr>
        <p:spPr bwMode="auto">
          <a:xfrm>
            <a:off x="0" y="2261327"/>
            <a:ext cx="12192000" cy="2880469"/>
          </a:xfrm>
          <a:prstGeom prst="rect">
            <a:avLst/>
          </a:prstGeom>
          <a:gradFill>
            <a:gsLst>
              <a:gs pos="0">
                <a:srgbClr val="002F5F">
                  <a:alpha val="10000"/>
                </a:srgbClr>
              </a:gs>
              <a:gs pos="50000">
                <a:srgbClr val="002F5F">
                  <a:alpha val="0"/>
                </a:srgbClr>
              </a:gs>
              <a:gs pos="100000">
                <a:srgbClr val="002F5F">
                  <a:alpha val="10000"/>
                </a:srgbClr>
              </a:gs>
            </a:gsLst>
            <a:lin ang="0" scaled="1"/>
          </a:gra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30" name="Rectangle 29">
            <a:extLst>
              <a:ext uri="{FF2B5EF4-FFF2-40B4-BE49-F238E27FC236}">
                <a16:creationId xmlns:a16="http://schemas.microsoft.com/office/drawing/2014/main" id="{BD3409F1-7301-4920-B20F-78116897061E}"/>
              </a:ext>
            </a:extLst>
          </p:cNvPr>
          <p:cNvSpPr/>
          <p:nvPr/>
        </p:nvSpPr>
        <p:spPr bwMode="auto">
          <a:xfrm>
            <a:off x="1664677" y="1369343"/>
            <a:ext cx="8862646" cy="4555293"/>
          </a:xfrm>
          <a:prstGeom prst="rect">
            <a:avLst/>
          </a:prstGeom>
          <a:solidFill>
            <a:schemeClr val="bg1"/>
          </a:solidFill>
          <a:ln>
            <a:noFill/>
          </a:ln>
          <a:effectLst>
            <a:outerShdw blurRad="317500" sx="102000" sy="102000" algn="ctr" rotWithShape="0">
              <a:prstClr val="black">
                <a:alpha val="4000"/>
              </a:prstClr>
            </a:outerShdw>
          </a:effectLst>
        </p:spPr>
        <p:txBody>
          <a:bodyPr vert="horz" wrap="square" lIns="91440" tIns="45720" rIns="91440" bIns="45720" numCol="1" rtlCol="0" anchor="t" anchorCtr="0" compatLnSpc="1">
            <a:prstTxWarp prst="textNoShape">
              <a:avLst/>
            </a:prstTxWarp>
          </a:bodyPr>
          <a:lstStyle/>
          <a:p>
            <a:pPr algn="ctr"/>
            <a:endParaRPr lang="en-US"/>
          </a:p>
        </p:txBody>
      </p:sp>
      <p:sp>
        <p:nvSpPr>
          <p:cNvPr id="9" name="Title 8">
            <a:extLst>
              <a:ext uri="{FF2B5EF4-FFF2-40B4-BE49-F238E27FC236}">
                <a16:creationId xmlns:a16="http://schemas.microsoft.com/office/drawing/2014/main" id="{841B44FA-53A5-4A9B-AD99-E0D6C5E31D4E}"/>
              </a:ext>
            </a:extLst>
          </p:cNvPr>
          <p:cNvSpPr>
            <a:spLocks noGrp="1"/>
          </p:cNvSpPr>
          <p:nvPr>
            <p:ph type="title"/>
          </p:nvPr>
        </p:nvSpPr>
        <p:spPr>
          <a:xfrm>
            <a:off x="407988" y="548680"/>
            <a:ext cx="11376024" cy="492443"/>
          </a:xfrm>
        </p:spPr>
        <p:txBody>
          <a:bodyPr>
            <a:spAutoFit/>
          </a:bodyPr>
          <a:lstStyle/>
          <a:p>
            <a:pPr algn="ctr"/>
            <a:r>
              <a:rPr lang="en-US" dirty="0"/>
              <a:t>Fate of Spilled Oil</a:t>
            </a:r>
          </a:p>
        </p:txBody>
      </p:sp>
      <p:sp>
        <p:nvSpPr>
          <p:cNvPr id="6" name="Date Placeholder 5">
            <a:extLst>
              <a:ext uri="{FF2B5EF4-FFF2-40B4-BE49-F238E27FC236}">
                <a16:creationId xmlns:a16="http://schemas.microsoft.com/office/drawing/2014/main" id="{255F034A-B3D6-4460-AF95-FA6F24DCDCB3}"/>
              </a:ext>
            </a:extLst>
          </p:cNvPr>
          <p:cNvSpPr>
            <a:spLocks noGrp="1"/>
          </p:cNvSpPr>
          <p:nvPr>
            <p:ph type="dt" sz="half" idx="10"/>
          </p:nvPr>
        </p:nvSpPr>
        <p:spPr/>
        <p:txBody>
          <a:bodyPr/>
          <a:lstStyle/>
          <a:p>
            <a:fld id="{46F98249-4418-430D-BC85-CBEB2C55707B}" type="datetime3">
              <a:rPr lang="en-US" smtClean="0"/>
              <a:t>1 October 2026</a:t>
            </a:fld>
            <a:endParaRPr lang="en-US" dirty="0"/>
          </a:p>
        </p:txBody>
      </p:sp>
      <p:sp>
        <p:nvSpPr>
          <p:cNvPr id="8" name="Slide Number Placeholder 7">
            <a:extLst>
              <a:ext uri="{FF2B5EF4-FFF2-40B4-BE49-F238E27FC236}">
                <a16:creationId xmlns:a16="http://schemas.microsoft.com/office/drawing/2014/main" id="{6A65E1A4-5976-4CCE-B6A3-3FC637D17BD7}"/>
              </a:ext>
            </a:extLst>
          </p:cNvPr>
          <p:cNvSpPr>
            <a:spLocks noGrp="1"/>
          </p:cNvSpPr>
          <p:nvPr>
            <p:ph type="sldNum" sz="quarter" idx="12"/>
          </p:nvPr>
        </p:nvSpPr>
        <p:spPr/>
        <p:txBody>
          <a:bodyPr/>
          <a:lstStyle/>
          <a:p>
            <a:fld id="{5B16D1FE-3A35-41BA-8EBE-413702045235}" type="slidenum">
              <a:rPr lang="en-US" smtClean="0"/>
              <a:pPr/>
              <a:t>15</a:t>
            </a:fld>
            <a:endParaRPr lang="en-US" dirty="0"/>
          </a:p>
        </p:txBody>
      </p:sp>
      <p:pic>
        <p:nvPicPr>
          <p:cNvPr id="14" name="Google Shape;582;p6">
            <a:extLst>
              <a:ext uri="{FF2B5EF4-FFF2-40B4-BE49-F238E27FC236}">
                <a16:creationId xmlns:a16="http://schemas.microsoft.com/office/drawing/2014/main" id="{B26A9936-2DD1-4DD4-ACB7-9F5CE7A3A587}"/>
              </a:ext>
            </a:extLst>
          </p:cNvPr>
          <p:cNvPicPr preferRelativeResize="0"/>
          <p:nvPr/>
        </p:nvPicPr>
        <p:blipFill>
          <a:blip r:embed="rId3" cstate="screen">
            <a:extLst>
              <a:ext uri="{28A0092B-C50C-407E-A947-70E740481C1C}">
                <a14:useLocalDpi xmlns:a14="http://schemas.microsoft.com/office/drawing/2010/main"/>
              </a:ext>
            </a:extLst>
          </a:blip>
          <a:srcRect/>
          <a:stretch/>
        </p:blipFill>
        <p:spPr>
          <a:xfrm>
            <a:off x="1811524" y="1518626"/>
            <a:ext cx="8566611" cy="4252132"/>
          </a:xfrm>
          <a:prstGeom prst="rect">
            <a:avLst/>
          </a:prstGeom>
          <a:noFill/>
          <a:ln>
            <a:noFill/>
          </a:ln>
        </p:spPr>
      </p:pic>
      <p:pic>
        <p:nvPicPr>
          <p:cNvPr id="12" name="Graphic 11">
            <a:extLst>
              <a:ext uri="{FF2B5EF4-FFF2-40B4-BE49-F238E27FC236}">
                <a16:creationId xmlns:a16="http://schemas.microsoft.com/office/drawing/2014/main" id="{7BD77B6E-B7DB-4FA4-A305-46C09C5CFFE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591742" y="3677674"/>
            <a:ext cx="2464698" cy="720554"/>
          </a:xfrm>
          <a:prstGeom prst="rect">
            <a:avLst/>
          </a:prstGeom>
        </p:spPr>
      </p:pic>
      <p:pic>
        <p:nvPicPr>
          <p:cNvPr id="13" name="Picture 12">
            <a:extLst>
              <a:ext uri="{FF2B5EF4-FFF2-40B4-BE49-F238E27FC236}">
                <a16:creationId xmlns:a16="http://schemas.microsoft.com/office/drawing/2014/main" id="{E73A836D-D2FF-47F1-AE19-544CECFA2BB1}"/>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9201869" y="3501008"/>
            <a:ext cx="1113816" cy="790575"/>
          </a:xfrm>
          <a:prstGeom prst="rect">
            <a:avLst/>
          </a:prstGeom>
        </p:spPr>
      </p:pic>
      <p:pic>
        <p:nvPicPr>
          <p:cNvPr id="15" name="Graphic 14">
            <a:extLst>
              <a:ext uri="{FF2B5EF4-FFF2-40B4-BE49-F238E27FC236}">
                <a16:creationId xmlns:a16="http://schemas.microsoft.com/office/drawing/2014/main" id="{40424D6D-4F33-415B-97C1-6E42996BC37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577558" y="4408537"/>
            <a:ext cx="1362075" cy="221582"/>
          </a:xfrm>
          <a:prstGeom prst="rect">
            <a:avLst/>
          </a:prstGeom>
        </p:spPr>
      </p:pic>
      <p:pic>
        <p:nvPicPr>
          <p:cNvPr id="16" name="Graphic 15">
            <a:extLst>
              <a:ext uri="{FF2B5EF4-FFF2-40B4-BE49-F238E27FC236}">
                <a16:creationId xmlns:a16="http://schemas.microsoft.com/office/drawing/2014/main" id="{2A8D0229-A66A-41C8-842D-23CDE2F31E8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591944" y="4437112"/>
            <a:ext cx="1475606" cy="439975"/>
          </a:xfrm>
          <a:prstGeom prst="rect">
            <a:avLst/>
          </a:prstGeom>
        </p:spPr>
      </p:pic>
      <p:grpSp>
        <p:nvGrpSpPr>
          <p:cNvPr id="7" name="Group 6">
            <a:extLst>
              <a:ext uri="{FF2B5EF4-FFF2-40B4-BE49-F238E27FC236}">
                <a16:creationId xmlns:a16="http://schemas.microsoft.com/office/drawing/2014/main" id="{A914DEAA-408C-4960-B97A-09BC62D95ED9}"/>
              </a:ext>
            </a:extLst>
          </p:cNvPr>
          <p:cNvGrpSpPr/>
          <p:nvPr/>
        </p:nvGrpSpPr>
        <p:grpSpPr>
          <a:xfrm>
            <a:off x="2575298" y="4197207"/>
            <a:ext cx="1915154" cy="606648"/>
            <a:chOff x="2575298" y="4197207"/>
            <a:chExt cx="1915154" cy="606648"/>
          </a:xfrm>
        </p:grpSpPr>
        <p:sp>
          <p:nvSpPr>
            <p:cNvPr id="3" name="Freeform: Shape 2">
              <a:extLst>
                <a:ext uri="{FF2B5EF4-FFF2-40B4-BE49-F238E27FC236}">
                  <a16:creationId xmlns:a16="http://schemas.microsoft.com/office/drawing/2014/main" id="{EBB07DBD-A9FF-413E-8B46-F96651C48DF3}"/>
                </a:ext>
              </a:extLst>
            </p:cNvPr>
            <p:cNvSpPr/>
            <p:nvPr/>
          </p:nvSpPr>
          <p:spPr>
            <a:xfrm rot="472545">
              <a:off x="2575298" y="4605612"/>
              <a:ext cx="1249222" cy="198243"/>
            </a:xfrm>
            <a:custGeom>
              <a:avLst/>
              <a:gdLst>
                <a:gd name="connsiteX0" fmla="*/ 1236055 w 1249222"/>
                <a:gd name="connsiteY0" fmla="*/ 192168 h 198243"/>
                <a:gd name="connsiteX1" fmla="*/ 1158748 w 1249222"/>
                <a:gd name="connsiteY1" fmla="*/ 197748 h 198243"/>
                <a:gd name="connsiteX2" fmla="*/ 1094011 w 1249222"/>
                <a:gd name="connsiteY2" fmla="*/ 190555 h 198243"/>
                <a:gd name="connsiteX3" fmla="*/ 1073844 w 1249222"/>
                <a:gd name="connsiteY3" fmla="*/ 168237 h 198243"/>
                <a:gd name="connsiteX4" fmla="*/ 1046350 w 1249222"/>
                <a:gd name="connsiteY4" fmla="*/ 170455 h 198243"/>
                <a:gd name="connsiteX5" fmla="*/ 997074 w 1249222"/>
                <a:gd name="connsiteY5" fmla="*/ 179665 h 198243"/>
                <a:gd name="connsiteX6" fmla="*/ 972067 w 1249222"/>
                <a:gd name="connsiteY6" fmla="*/ 170119 h 198243"/>
                <a:gd name="connsiteX7" fmla="*/ 939665 w 1249222"/>
                <a:gd name="connsiteY7" fmla="*/ 173211 h 198243"/>
                <a:gd name="connsiteX8" fmla="*/ 909078 w 1249222"/>
                <a:gd name="connsiteY8" fmla="*/ 148876 h 198243"/>
                <a:gd name="connsiteX9" fmla="*/ 843736 w 1249222"/>
                <a:gd name="connsiteY9" fmla="*/ 160573 h 198243"/>
                <a:gd name="connsiteX10" fmla="*/ 839367 w 1249222"/>
                <a:gd name="connsiteY10" fmla="*/ 125616 h 198243"/>
                <a:gd name="connsiteX11" fmla="*/ 775370 w 1249222"/>
                <a:gd name="connsiteY11" fmla="*/ 144842 h 198243"/>
                <a:gd name="connsiteX12" fmla="*/ 754732 w 1249222"/>
                <a:gd name="connsiteY12" fmla="*/ 132205 h 198243"/>
                <a:gd name="connsiteX13" fmla="*/ 703373 w 1249222"/>
                <a:gd name="connsiteY13" fmla="*/ 143431 h 198243"/>
                <a:gd name="connsiteX14" fmla="*/ 709692 w 1249222"/>
                <a:gd name="connsiteY14" fmla="*/ 136171 h 198243"/>
                <a:gd name="connsiteX15" fmla="*/ 609730 w 1249222"/>
                <a:gd name="connsiteY15" fmla="*/ 144641 h 198243"/>
                <a:gd name="connsiteX16" fmla="*/ 576521 w 1249222"/>
                <a:gd name="connsiteY16" fmla="*/ 113987 h 198243"/>
                <a:gd name="connsiteX17" fmla="*/ 552724 w 1249222"/>
                <a:gd name="connsiteY17" fmla="*/ 148741 h 198243"/>
                <a:gd name="connsiteX18" fmla="*/ 498004 w 1249222"/>
                <a:gd name="connsiteY18" fmla="*/ 133078 h 198243"/>
                <a:gd name="connsiteX19" fmla="*/ 503314 w 1249222"/>
                <a:gd name="connsiteY19" fmla="*/ 138591 h 198243"/>
                <a:gd name="connsiteX20" fmla="*/ 431586 w 1249222"/>
                <a:gd name="connsiteY20" fmla="*/ 108206 h 198243"/>
                <a:gd name="connsiteX21" fmla="*/ 364362 w 1249222"/>
                <a:gd name="connsiteY21" fmla="*/ 95702 h 198243"/>
                <a:gd name="connsiteX22" fmla="*/ 279795 w 1249222"/>
                <a:gd name="connsiteY22" fmla="*/ 98323 h 198243"/>
                <a:gd name="connsiteX23" fmla="*/ 244032 w 1249222"/>
                <a:gd name="connsiteY23" fmla="*/ 90055 h 198243"/>
                <a:gd name="connsiteX24" fmla="*/ 228906 w 1249222"/>
                <a:gd name="connsiteY24" fmla="*/ 84475 h 198243"/>
                <a:gd name="connsiteX25" fmla="*/ 156035 w 1249222"/>
                <a:gd name="connsiteY25" fmla="*/ 113516 h 198243"/>
                <a:gd name="connsiteX26" fmla="*/ 131230 w 1249222"/>
                <a:gd name="connsiteY26" fmla="*/ 88307 h 198243"/>
                <a:gd name="connsiteX27" fmla="*/ 93316 w 1249222"/>
                <a:gd name="connsiteY27" fmla="*/ 68140 h 198243"/>
                <a:gd name="connsiteX28" fmla="*/ 65888 w 1249222"/>
                <a:gd name="connsiteY28" fmla="*/ 63838 h 198243"/>
                <a:gd name="connsiteX29" fmla="*/ 35839 w 1249222"/>
                <a:gd name="connsiteY29" fmla="*/ 35066 h 198243"/>
                <a:gd name="connsiteX30" fmla="*/ -193 w 1249222"/>
                <a:gd name="connsiteY30" fmla="*/ -496 h 198243"/>
                <a:gd name="connsiteX31" fmla="*/ 78661 w 1249222"/>
                <a:gd name="connsiteY31" fmla="*/ 42595 h 198243"/>
                <a:gd name="connsiteX32" fmla="*/ 155632 w 1249222"/>
                <a:gd name="connsiteY32" fmla="*/ 49317 h 198243"/>
                <a:gd name="connsiteX33" fmla="*/ 256468 w 1249222"/>
                <a:gd name="connsiteY33" fmla="*/ 73115 h 198243"/>
                <a:gd name="connsiteX34" fmla="*/ 297138 w 1249222"/>
                <a:gd name="connsiteY34" fmla="*/ 78694 h 198243"/>
                <a:gd name="connsiteX35" fmla="*/ 318112 w 1249222"/>
                <a:gd name="connsiteY35" fmla="*/ 61888 h 198243"/>
                <a:gd name="connsiteX36" fmla="*/ 396495 w 1249222"/>
                <a:gd name="connsiteY36" fmla="*/ 70089 h 198243"/>
                <a:gd name="connsiteX37" fmla="*/ 422041 w 1249222"/>
                <a:gd name="connsiteY37" fmla="*/ 68005 h 198243"/>
                <a:gd name="connsiteX38" fmla="*/ 443687 w 1249222"/>
                <a:gd name="connsiteY38" fmla="*/ 50863 h 198243"/>
                <a:gd name="connsiteX39" fmla="*/ 470576 w 1249222"/>
                <a:gd name="connsiteY39" fmla="*/ 73787 h 198243"/>
                <a:gd name="connsiteX40" fmla="*/ 509633 w 1249222"/>
                <a:gd name="connsiteY40" fmla="*/ 79232 h 198243"/>
                <a:gd name="connsiteX41" fmla="*/ 563883 w 1249222"/>
                <a:gd name="connsiteY41" fmla="*/ 84274 h 198243"/>
                <a:gd name="connsiteX42" fmla="*/ 630099 w 1249222"/>
                <a:gd name="connsiteY42" fmla="*/ 99265 h 198243"/>
                <a:gd name="connsiteX43" fmla="*/ 759639 w 1249222"/>
                <a:gd name="connsiteY43" fmla="*/ 95836 h 198243"/>
                <a:gd name="connsiteX44" fmla="*/ 806696 w 1249222"/>
                <a:gd name="connsiteY44" fmla="*/ 80442 h 198243"/>
                <a:gd name="connsiteX45" fmla="*/ 885415 w 1249222"/>
                <a:gd name="connsiteY45" fmla="*/ 110088 h 198243"/>
                <a:gd name="connsiteX46" fmla="*/ 915599 w 1249222"/>
                <a:gd name="connsiteY46" fmla="*/ 110088 h 198243"/>
                <a:gd name="connsiteX47" fmla="*/ 938791 w 1249222"/>
                <a:gd name="connsiteY47" fmla="*/ 117886 h 198243"/>
                <a:gd name="connsiteX48" fmla="*/ 1004738 w 1249222"/>
                <a:gd name="connsiteY48" fmla="*/ 129919 h 198243"/>
                <a:gd name="connsiteX49" fmla="*/ 1085407 w 1249222"/>
                <a:gd name="connsiteY49" fmla="*/ 138860 h 198243"/>
                <a:gd name="connsiteX50" fmla="*/ 1126682 w 1249222"/>
                <a:gd name="connsiteY50" fmla="*/ 153044 h 198243"/>
                <a:gd name="connsiteX51" fmla="*/ 1172193 w 1249222"/>
                <a:gd name="connsiteY51" fmla="*/ 151296 h 198243"/>
                <a:gd name="connsiteX52" fmla="*/ 1204326 w 1249222"/>
                <a:gd name="connsiteY52" fmla="*/ 173614 h 198243"/>
                <a:gd name="connsiteX53" fmla="*/ 1249030 w 1249222"/>
                <a:gd name="connsiteY53" fmla="*/ 192101 h 198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1249222" h="198243">
                  <a:moveTo>
                    <a:pt x="1236055" y="192168"/>
                  </a:moveTo>
                  <a:cubicBezTo>
                    <a:pt x="1210154" y="190716"/>
                    <a:pt x="1184172" y="192592"/>
                    <a:pt x="1158748" y="197748"/>
                  </a:cubicBezTo>
                  <a:cubicBezTo>
                    <a:pt x="1175083" y="166153"/>
                    <a:pt x="1101406" y="194252"/>
                    <a:pt x="1094011" y="190555"/>
                  </a:cubicBezTo>
                  <a:cubicBezTo>
                    <a:pt x="1083457" y="185244"/>
                    <a:pt x="1097171" y="171598"/>
                    <a:pt x="1073844" y="168237"/>
                  </a:cubicBezTo>
                  <a:cubicBezTo>
                    <a:pt x="1064621" y="167625"/>
                    <a:pt x="1055357" y="168371"/>
                    <a:pt x="1046350" y="170455"/>
                  </a:cubicBezTo>
                  <a:cubicBezTo>
                    <a:pt x="1030350" y="173211"/>
                    <a:pt x="1014014" y="182085"/>
                    <a:pt x="997074" y="179665"/>
                  </a:cubicBezTo>
                  <a:cubicBezTo>
                    <a:pt x="987663" y="178320"/>
                    <a:pt x="981075" y="171127"/>
                    <a:pt x="972067" y="170119"/>
                  </a:cubicBezTo>
                  <a:cubicBezTo>
                    <a:pt x="959227" y="168640"/>
                    <a:pt x="954790" y="176841"/>
                    <a:pt x="939665" y="173211"/>
                  </a:cubicBezTo>
                  <a:cubicBezTo>
                    <a:pt x="935430" y="172270"/>
                    <a:pt x="904372" y="153044"/>
                    <a:pt x="909078" y="148876"/>
                  </a:cubicBezTo>
                  <a:cubicBezTo>
                    <a:pt x="900474" y="155598"/>
                    <a:pt x="840980" y="192101"/>
                    <a:pt x="843736" y="160573"/>
                  </a:cubicBezTo>
                  <a:cubicBezTo>
                    <a:pt x="845551" y="139868"/>
                    <a:pt x="900339" y="117079"/>
                    <a:pt x="839367" y="125616"/>
                  </a:cubicBezTo>
                  <a:cubicBezTo>
                    <a:pt x="820477" y="128306"/>
                    <a:pt x="793251" y="145784"/>
                    <a:pt x="775370" y="144842"/>
                  </a:cubicBezTo>
                  <a:cubicBezTo>
                    <a:pt x="771672" y="144842"/>
                    <a:pt x="761925" y="133549"/>
                    <a:pt x="754732" y="132205"/>
                  </a:cubicBezTo>
                  <a:cubicBezTo>
                    <a:pt x="739136" y="129381"/>
                    <a:pt x="717288" y="138389"/>
                    <a:pt x="703373" y="143431"/>
                  </a:cubicBezTo>
                  <a:cubicBezTo>
                    <a:pt x="704785" y="141884"/>
                    <a:pt x="710499" y="138523"/>
                    <a:pt x="709692" y="136171"/>
                  </a:cubicBezTo>
                  <a:cubicBezTo>
                    <a:pt x="710566" y="138591"/>
                    <a:pt x="620822" y="175900"/>
                    <a:pt x="609730" y="144641"/>
                  </a:cubicBezTo>
                  <a:cubicBezTo>
                    <a:pt x="601125" y="120575"/>
                    <a:pt x="624519" y="103298"/>
                    <a:pt x="576521" y="113987"/>
                  </a:cubicBezTo>
                  <a:cubicBezTo>
                    <a:pt x="550371" y="119835"/>
                    <a:pt x="545464" y="127432"/>
                    <a:pt x="552724" y="148741"/>
                  </a:cubicBezTo>
                  <a:cubicBezTo>
                    <a:pt x="553732" y="151699"/>
                    <a:pt x="498004" y="133347"/>
                    <a:pt x="498004" y="133078"/>
                  </a:cubicBezTo>
                  <a:cubicBezTo>
                    <a:pt x="498004" y="134289"/>
                    <a:pt x="502037" y="138120"/>
                    <a:pt x="503314" y="138591"/>
                  </a:cubicBezTo>
                  <a:cubicBezTo>
                    <a:pt x="478771" y="130040"/>
                    <a:pt x="454806" y="119889"/>
                    <a:pt x="431586" y="108206"/>
                  </a:cubicBezTo>
                  <a:cubicBezTo>
                    <a:pt x="399453" y="91937"/>
                    <a:pt x="400596" y="82324"/>
                    <a:pt x="364362" y="95702"/>
                  </a:cubicBezTo>
                  <a:cubicBezTo>
                    <a:pt x="328129" y="109080"/>
                    <a:pt x="313944" y="110155"/>
                    <a:pt x="279795" y="98323"/>
                  </a:cubicBezTo>
                  <a:cubicBezTo>
                    <a:pt x="268098" y="94666"/>
                    <a:pt x="256145" y="91903"/>
                    <a:pt x="244032" y="90055"/>
                  </a:cubicBezTo>
                  <a:cubicBezTo>
                    <a:pt x="239729" y="89316"/>
                    <a:pt x="238183" y="85013"/>
                    <a:pt x="228906" y="84475"/>
                  </a:cubicBezTo>
                  <a:cubicBezTo>
                    <a:pt x="202017" y="82727"/>
                    <a:pt x="178152" y="115802"/>
                    <a:pt x="156035" y="113516"/>
                  </a:cubicBezTo>
                  <a:cubicBezTo>
                    <a:pt x="144406" y="112306"/>
                    <a:pt x="138355" y="95030"/>
                    <a:pt x="131230" y="88307"/>
                  </a:cubicBezTo>
                  <a:cubicBezTo>
                    <a:pt x="120716" y="78190"/>
                    <a:pt x="107580" y="71205"/>
                    <a:pt x="93316" y="68140"/>
                  </a:cubicBezTo>
                  <a:cubicBezTo>
                    <a:pt x="83165" y="65720"/>
                    <a:pt x="75770" y="68140"/>
                    <a:pt x="65888" y="63838"/>
                  </a:cubicBezTo>
                  <a:cubicBezTo>
                    <a:pt x="52914" y="57989"/>
                    <a:pt x="46124" y="43670"/>
                    <a:pt x="35839" y="35066"/>
                  </a:cubicBezTo>
                  <a:cubicBezTo>
                    <a:pt x="18159" y="20478"/>
                    <a:pt x="8949" y="19671"/>
                    <a:pt x="-193" y="-496"/>
                  </a:cubicBezTo>
                  <a:cubicBezTo>
                    <a:pt x="23940" y="14495"/>
                    <a:pt x="51099" y="32511"/>
                    <a:pt x="78661" y="42595"/>
                  </a:cubicBezTo>
                  <a:cubicBezTo>
                    <a:pt x="104340" y="52006"/>
                    <a:pt x="128944" y="48443"/>
                    <a:pt x="155632" y="49317"/>
                  </a:cubicBezTo>
                  <a:cubicBezTo>
                    <a:pt x="195966" y="50259"/>
                    <a:pt x="219091" y="58191"/>
                    <a:pt x="256468" y="73115"/>
                  </a:cubicBezTo>
                  <a:cubicBezTo>
                    <a:pt x="269240" y="78291"/>
                    <a:pt x="282887" y="84072"/>
                    <a:pt x="297138" y="78694"/>
                  </a:cubicBezTo>
                  <a:cubicBezTo>
                    <a:pt x="306348" y="75266"/>
                    <a:pt x="309709" y="65249"/>
                    <a:pt x="318112" y="61888"/>
                  </a:cubicBezTo>
                  <a:cubicBezTo>
                    <a:pt x="339759" y="53418"/>
                    <a:pt x="372765" y="68611"/>
                    <a:pt x="396495" y="70089"/>
                  </a:cubicBezTo>
                  <a:cubicBezTo>
                    <a:pt x="405053" y="71495"/>
                    <a:pt x="413826" y="70775"/>
                    <a:pt x="422041" y="68005"/>
                  </a:cubicBezTo>
                  <a:cubicBezTo>
                    <a:pt x="428763" y="64846"/>
                    <a:pt x="432662" y="49721"/>
                    <a:pt x="443687" y="50863"/>
                  </a:cubicBezTo>
                  <a:cubicBezTo>
                    <a:pt x="444493" y="50863"/>
                    <a:pt x="466476" y="72106"/>
                    <a:pt x="470576" y="73787"/>
                  </a:cubicBezTo>
                  <a:cubicBezTo>
                    <a:pt x="485433" y="80509"/>
                    <a:pt x="493634" y="80106"/>
                    <a:pt x="509633" y="79232"/>
                  </a:cubicBezTo>
                  <a:cubicBezTo>
                    <a:pt x="531212" y="78022"/>
                    <a:pt x="546136" y="77686"/>
                    <a:pt x="563883" y="84274"/>
                  </a:cubicBezTo>
                  <a:cubicBezTo>
                    <a:pt x="587210" y="92878"/>
                    <a:pt x="604218" y="99601"/>
                    <a:pt x="630099" y="99265"/>
                  </a:cubicBezTo>
                  <a:cubicBezTo>
                    <a:pt x="674735" y="98660"/>
                    <a:pt x="714196" y="103836"/>
                    <a:pt x="759639" y="95836"/>
                  </a:cubicBezTo>
                  <a:cubicBezTo>
                    <a:pt x="775101" y="93080"/>
                    <a:pt x="793251" y="81450"/>
                    <a:pt x="806696" y="80442"/>
                  </a:cubicBezTo>
                  <a:cubicBezTo>
                    <a:pt x="833586" y="78425"/>
                    <a:pt x="858660" y="105517"/>
                    <a:pt x="885415" y="110088"/>
                  </a:cubicBezTo>
                  <a:cubicBezTo>
                    <a:pt x="895465" y="110659"/>
                    <a:pt x="905549" y="110659"/>
                    <a:pt x="915599" y="110088"/>
                  </a:cubicBezTo>
                  <a:cubicBezTo>
                    <a:pt x="929044" y="110962"/>
                    <a:pt x="928102" y="113314"/>
                    <a:pt x="938791" y="117886"/>
                  </a:cubicBezTo>
                  <a:cubicBezTo>
                    <a:pt x="959778" y="126148"/>
                    <a:pt x="982184" y="130235"/>
                    <a:pt x="1004738" y="129919"/>
                  </a:cubicBezTo>
                  <a:cubicBezTo>
                    <a:pt x="1034047" y="130725"/>
                    <a:pt x="1057374" y="129919"/>
                    <a:pt x="1085407" y="138860"/>
                  </a:cubicBezTo>
                  <a:cubicBezTo>
                    <a:pt x="1099255" y="143095"/>
                    <a:pt x="1112296" y="150355"/>
                    <a:pt x="1126682" y="153044"/>
                  </a:cubicBezTo>
                  <a:cubicBezTo>
                    <a:pt x="1141068" y="155733"/>
                    <a:pt x="1159958" y="147935"/>
                    <a:pt x="1172193" y="151296"/>
                  </a:cubicBezTo>
                  <a:cubicBezTo>
                    <a:pt x="1181738" y="153918"/>
                    <a:pt x="1192360" y="167631"/>
                    <a:pt x="1204326" y="173614"/>
                  </a:cubicBezTo>
                  <a:cubicBezTo>
                    <a:pt x="1218510" y="180337"/>
                    <a:pt x="1234375" y="185916"/>
                    <a:pt x="1249030" y="192101"/>
                  </a:cubicBezTo>
                  <a:close/>
                </a:path>
              </a:pathLst>
            </a:custGeom>
            <a:solidFill>
              <a:srgbClr val="210A00">
                <a:alpha val="45000"/>
              </a:srgbClr>
            </a:solidFill>
            <a:ln w="6712" cap="flat">
              <a:noFill/>
              <a:prstDash val="solid"/>
              <a:miter/>
            </a:ln>
          </p:spPr>
          <p:txBody>
            <a:bodyPr rtlCol="0" anchor="ctr"/>
            <a:lstStyle/>
            <a:p>
              <a:endParaRPr lang="en-US"/>
            </a:p>
          </p:txBody>
        </p:sp>
        <p:sp>
          <p:nvSpPr>
            <p:cNvPr id="4" name="Freeform: Shape 3">
              <a:extLst>
                <a:ext uri="{FF2B5EF4-FFF2-40B4-BE49-F238E27FC236}">
                  <a16:creationId xmlns:a16="http://schemas.microsoft.com/office/drawing/2014/main" id="{597AB1C7-A9A0-4618-8124-291F9D183859}"/>
                </a:ext>
              </a:extLst>
            </p:cNvPr>
            <p:cNvSpPr/>
            <p:nvPr/>
          </p:nvSpPr>
          <p:spPr>
            <a:xfrm rot="21260129">
              <a:off x="2766763" y="4197207"/>
              <a:ext cx="1723689" cy="214256"/>
            </a:xfrm>
            <a:custGeom>
              <a:avLst/>
              <a:gdLst>
                <a:gd name="connsiteX0" fmla="*/ 15941 w 1723689"/>
                <a:gd name="connsiteY0" fmla="*/ 174510 h 214256"/>
                <a:gd name="connsiteX1" fmla="*/ 118793 w 1723689"/>
                <a:gd name="connsiteY1" fmla="*/ 155485 h 214256"/>
                <a:gd name="connsiteX2" fmla="*/ 211294 w 1723689"/>
                <a:gd name="connsiteY2" fmla="*/ 150175 h 214256"/>
                <a:gd name="connsiteX3" fmla="*/ 222117 w 1723689"/>
                <a:gd name="connsiteY3" fmla="*/ 164493 h 214256"/>
                <a:gd name="connsiteX4" fmla="*/ 244301 w 1723689"/>
                <a:gd name="connsiteY4" fmla="*/ 166308 h 214256"/>
                <a:gd name="connsiteX5" fmla="*/ 278652 w 1723689"/>
                <a:gd name="connsiteY5" fmla="*/ 162208 h 214256"/>
                <a:gd name="connsiteX6" fmla="*/ 337607 w 1723689"/>
                <a:gd name="connsiteY6" fmla="*/ 148763 h 214256"/>
                <a:gd name="connsiteX7" fmla="*/ 388362 w 1723689"/>
                <a:gd name="connsiteY7" fmla="*/ 152124 h 214256"/>
                <a:gd name="connsiteX8" fmla="*/ 430914 w 1723689"/>
                <a:gd name="connsiteY8" fmla="*/ 145402 h 214256"/>
                <a:gd name="connsiteX9" fmla="*/ 485971 w 1723689"/>
                <a:gd name="connsiteY9" fmla="*/ 163552 h 214256"/>
                <a:gd name="connsiteX10" fmla="*/ 574908 w 1723689"/>
                <a:gd name="connsiteY10" fmla="*/ 152796 h 214256"/>
                <a:gd name="connsiteX11" fmla="*/ 586067 w 1723689"/>
                <a:gd name="connsiteY11" fmla="*/ 178140 h 214256"/>
                <a:gd name="connsiteX12" fmla="*/ 679239 w 1723689"/>
                <a:gd name="connsiteY12" fmla="*/ 159653 h 214256"/>
                <a:gd name="connsiteX13" fmla="*/ 719171 w 1723689"/>
                <a:gd name="connsiteY13" fmla="*/ 168527 h 214256"/>
                <a:gd name="connsiteX14" fmla="*/ 780277 w 1723689"/>
                <a:gd name="connsiteY14" fmla="*/ 158779 h 214256"/>
                <a:gd name="connsiteX15" fmla="*/ 771404 w 1723689"/>
                <a:gd name="connsiteY15" fmla="*/ 164695 h 214256"/>
                <a:gd name="connsiteX16" fmla="*/ 907599 w 1723689"/>
                <a:gd name="connsiteY16" fmla="*/ 150376 h 214256"/>
                <a:gd name="connsiteX17" fmla="*/ 914322 w 1723689"/>
                <a:gd name="connsiteY17" fmla="*/ 175316 h 214256"/>
                <a:gd name="connsiteX18" fmla="*/ 957681 w 1723689"/>
                <a:gd name="connsiteY18" fmla="*/ 170006 h 214256"/>
                <a:gd name="connsiteX19" fmla="*/ 975764 w 1723689"/>
                <a:gd name="connsiteY19" fmla="*/ 136394 h 214256"/>
                <a:gd name="connsiteX20" fmla="*/ 1050988 w 1723689"/>
                <a:gd name="connsiteY20" fmla="*/ 129671 h 214256"/>
                <a:gd name="connsiteX21" fmla="*/ 1039829 w 1723689"/>
                <a:gd name="connsiteY21" fmla="*/ 127587 h 214256"/>
                <a:gd name="connsiteX22" fmla="*/ 1137371 w 1723689"/>
                <a:gd name="connsiteY22" fmla="*/ 126848 h 214256"/>
                <a:gd name="connsiteX23" fmla="*/ 1226173 w 1723689"/>
                <a:gd name="connsiteY23" fmla="*/ 147015 h 214256"/>
                <a:gd name="connsiteX24" fmla="*/ 1319010 w 1723689"/>
                <a:gd name="connsiteY24" fmla="*/ 115017 h 214256"/>
                <a:gd name="connsiteX25" fmla="*/ 1276525 w 1723689"/>
                <a:gd name="connsiteY25" fmla="*/ 76497 h 214256"/>
                <a:gd name="connsiteX26" fmla="*/ 1316859 w 1723689"/>
                <a:gd name="connsiteY26" fmla="*/ 66010 h 214256"/>
                <a:gd name="connsiteX27" fmla="*/ 1358807 w 1723689"/>
                <a:gd name="connsiteY27" fmla="*/ 56935 h 214256"/>
                <a:gd name="connsiteX28" fmla="*/ 1478465 w 1723689"/>
                <a:gd name="connsiteY28" fmla="*/ 131 h 214256"/>
                <a:gd name="connsiteX29" fmla="*/ 1637853 w 1723689"/>
                <a:gd name="connsiteY29" fmla="*/ 6853 h 214256"/>
                <a:gd name="connsiteX30" fmla="*/ 1723496 w 1723689"/>
                <a:gd name="connsiteY30" fmla="*/ 28566 h 214256"/>
                <a:gd name="connsiteX31" fmla="*/ 1487473 w 1723689"/>
                <a:gd name="connsiteY31" fmla="*/ 42011 h 214256"/>
                <a:gd name="connsiteX32" fmla="*/ 1318405 w 1723689"/>
                <a:gd name="connsiteY32" fmla="*/ 77774 h 214256"/>
                <a:gd name="connsiteX33" fmla="*/ 1349328 w 1723689"/>
                <a:gd name="connsiteY33" fmla="*/ 116159 h 214256"/>
                <a:gd name="connsiteX34" fmla="*/ 1383881 w 1723689"/>
                <a:gd name="connsiteY34" fmla="*/ 162409 h 214256"/>
                <a:gd name="connsiteX35" fmla="*/ 1216359 w 1723689"/>
                <a:gd name="connsiteY35" fmla="*/ 161871 h 214256"/>
                <a:gd name="connsiteX36" fmla="*/ 1181537 w 1723689"/>
                <a:gd name="connsiteY36" fmla="*/ 174174 h 214256"/>
                <a:gd name="connsiteX37" fmla="*/ 1088566 w 1723689"/>
                <a:gd name="connsiteY37" fmla="*/ 167451 h 214256"/>
                <a:gd name="connsiteX38" fmla="*/ 1002654 w 1723689"/>
                <a:gd name="connsiteY38" fmla="*/ 186341 h 214256"/>
                <a:gd name="connsiteX39" fmla="*/ 886356 w 1723689"/>
                <a:gd name="connsiteY39" fmla="*/ 191181 h 214256"/>
                <a:gd name="connsiteX40" fmla="*/ 759169 w 1723689"/>
                <a:gd name="connsiteY40" fmla="*/ 194946 h 214256"/>
                <a:gd name="connsiteX41" fmla="*/ 636015 w 1723689"/>
                <a:gd name="connsiteY41" fmla="*/ 213365 h 214256"/>
                <a:gd name="connsiteX42" fmla="*/ 538809 w 1723689"/>
                <a:gd name="connsiteY42" fmla="*/ 194408 h 214256"/>
                <a:gd name="connsiteX43" fmla="*/ 456258 w 1723689"/>
                <a:gd name="connsiteY43" fmla="*/ 194408 h 214256"/>
                <a:gd name="connsiteX44" fmla="*/ 225948 w 1723689"/>
                <a:gd name="connsiteY44" fmla="*/ 188896 h 214256"/>
                <a:gd name="connsiteX45" fmla="*/ 147296 w 1723689"/>
                <a:gd name="connsiteY45" fmla="*/ 188896 h 214256"/>
                <a:gd name="connsiteX46" fmla="*/ 93921 w 1723689"/>
                <a:gd name="connsiteY46" fmla="*/ 185803 h 214256"/>
                <a:gd name="connsiteX47" fmla="*/ -193 w 1723689"/>
                <a:gd name="connsiteY47" fmla="*/ 177131 h 214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723689" h="214256">
                  <a:moveTo>
                    <a:pt x="15941" y="174510"/>
                  </a:moveTo>
                  <a:cubicBezTo>
                    <a:pt x="50628" y="170597"/>
                    <a:pt x="85000" y="164245"/>
                    <a:pt x="118793" y="155485"/>
                  </a:cubicBezTo>
                  <a:cubicBezTo>
                    <a:pt x="112676" y="186072"/>
                    <a:pt x="199462" y="146948"/>
                    <a:pt x="211294" y="150175"/>
                  </a:cubicBezTo>
                  <a:cubicBezTo>
                    <a:pt x="218823" y="152326"/>
                    <a:pt x="214050" y="161535"/>
                    <a:pt x="222117" y="164493"/>
                  </a:cubicBezTo>
                  <a:cubicBezTo>
                    <a:pt x="229357" y="166342"/>
                    <a:pt x="236859" y="166954"/>
                    <a:pt x="244301" y="166308"/>
                  </a:cubicBezTo>
                  <a:cubicBezTo>
                    <a:pt x="255856" y="166086"/>
                    <a:pt x="267365" y="164715"/>
                    <a:pt x="278652" y="162208"/>
                  </a:cubicBezTo>
                  <a:cubicBezTo>
                    <a:pt x="298819" y="158376"/>
                    <a:pt x="317373" y="150780"/>
                    <a:pt x="337607" y="148763"/>
                  </a:cubicBezTo>
                  <a:cubicBezTo>
                    <a:pt x="355691" y="146813"/>
                    <a:pt x="371219" y="152796"/>
                    <a:pt x="388362" y="152124"/>
                  </a:cubicBezTo>
                  <a:cubicBezTo>
                    <a:pt x="403420" y="151519"/>
                    <a:pt x="415251" y="145402"/>
                    <a:pt x="430914" y="145402"/>
                  </a:cubicBezTo>
                  <a:cubicBezTo>
                    <a:pt x="430914" y="145402"/>
                    <a:pt x="489332" y="157905"/>
                    <a:pt x="485971" y="163552"/>
                  </a:cubicBezTo>
                  <a:cubicBezTo>
                    <a:pt x="497197" y="144864"/>
                    <a:pt x="583513" y="128730"/>
                    <a:pt x="574908" y="152796"/>
                  </a:cubicBezTo>
                  <a:cubicBezTo>
                    <a:pt x="566303" y="176863"/>
                    <a:pt x="510911" y="187215"/>
                    <a:pt x="586067" y="178140"/>
                  </a:cubicBezTo>
                  <a:cubicBezTo>
                    <a:pt x="615310" y="174577"/>
                    <a:pt x="650064" y="158645"/>
                    <a:pt x="679239" y="159653"/>
                  </a:cubicBezTo>
                  <a:cubicBezTo>
                    <a:pt x="691340" y="160057"/>
                    <a:pt x="701692" y="169535"/>
                    <a:pt x="719171" y="168527"/>
                  </a:cubicBezTo>
                  <a:cubicBezTo>
                    <a:pt x="739775" y="166960"/>
                    <a:pt x="760211" y="163707"/>
                    <a:pt x="780277" y="158779"/>
                  </a:cubicBezTo>
                  <a:cubicBezTo>
                    <a:pt x="779134" y="159452"/>
                    <a:pt x="771135" y="162678"/>
                    <a:pt x="771404" y="164695"/>
                  </a:cubicBezTo>
                  <a:cubicBezTo>
                    <a:pt x="770798" y="160393"/>
                    <a:pt x="892407" y="133369"/>
                    <a:pt x="907599" y="150376"/>
                  </a:cubicBezTo>
                  <a:cubicBezTo>
                    <a:pt x="912776" y="156158"/>
                    <a:pt x="908742" y="171350"/>
                    <a:pt x="914322" y="175316"/>
                  </a:cubicBezTo>
                  <a:cubicBezTo>
                    <a:pt x="922658" y="181165"/>
                    <a:pt x="947934" y="172224"/>
                    <a:pt x="957681" y="170006"/>
                  </a:cubicBezTo>
                  <a:cubicBezTo>
                    <a:pt x="987730" y="163283"/>
                    <a:pt x="999965" y="154074"/>
                    <a:pt x="975764" y="136394"/>
                  </a:cubicBezTo>
                  <a:cubicBezTo>
                    <a:pt x="974622" y="135520"/>
                    <a:pt x="1051055" y="130411"/>
                    <a:pt x="1050988" y="129671"/>
                  </a:cubicBezTo>
                  <a:cubicBezTo>
                    <a:pt x="1050921" y="128932"/>
                    <a:pt x="1041173" y="127251"/>
                    <a:pt x="1039829" y="127587"/>
                  </a:cubicBezTo>
                  <a:cubicBezTo>
                    <a:pt x="1067659" y="120865"/>
                    <a:pt x="1108061" y="126176"/>
                    <a:pt x="1137371" y="126848"/>
                  </a:cubicBezTo>
                  <a:cubicBezTo>
                    <a:pt x="1169168" y="127520"/>
                    <a:pt x="1196393" y="141839"/>
                    <a:pt x="1226173" y="147015"/>
                  </a:cubicBezTo>
                  <a:cubicBezTo>
                    <a:pt x="1250576" y="151049"/>
                    <a:pt x="1306372" y="138814"/>
                    <a:pt x="1319010" y="115017"/>
                  </a:cubicBezTo>
                  <a:cubicBezTo>
                    <a:pt x="1335614" y="83690"/>
                    <a:pt x="1298843" y="83623"/>
                    <a:pt x="1276525" y="76497"/>
                  </a:cubicBezTo>
                  <a:cubicBezTo>
                    <a:pt x="1289969" y="73002"/>
                    <a:pt x="1303414" y="70313"/>
                    <a:pt x="1316859" y="66010"/>
                  </a:cubicBezTo>
                  <a:cubicBezTo>
                    <a:pt x="1331850" y="61170"/>
                    <a:pt x="1346101" y="60296"/>
                    <a:pt x="1358807" y="56935"/>
                  </a:cubicBezTo>
                  <a:cubicBezTo>
                    <a:pt x="1404922" y="44700"/>
                    <a:pt x="1431005" y="-6726"/>
                    <a:pt x="1478465" y="131"/>
                  </a:cubicBezTo>
                  <a:cubicBezTo>
                    <a:pt x="1533723" y="8198"/>
                    <a:pt x="1583872" y="-5382"/>
                    <a:pt x="1637853" y="6853"/>
                  </a:cubicBezTo>
                  <a:cubicBezTo>
                    <a:pt x="1668440" y="13575"/>
                    <a:pt x="1695531" y="14046"/>
                    <a:pt x="1723496" y="28566"/>
                  </a:cubicBezTo>
                  <a:cubicBezTo>
                    <a:pt x="1638794" y="16265"/>
                    <a:pt x="1568881" y="16197"/>
                    <a:pt x="1487473" y="42011"/>
                  </a:cubicBezTo>
                  <a:cubicBezTo>
                    <a:pt x="1430736" y="60162"/>
                    <a:pt x="1377226" y="65405"/>
                    <a:pt x="1318405" y="77774"/>
                  </a:cubicBezTo>
                  <a:cubicBezTo>
                    <a:pt x="1337026" y="79321"/>
                    <a:pt x="1333060" y="112529"/>
                    <a:pt x="1349328" y="116159"/>
                  </a:cubicBezTo>
                  <a:cubicBezTo>
                    <a:pt x="1525051" y="155687"/>
                    <a:pt x="1412787" y="159384"/>
                    <a:pt x="1383881" y="162409"/>
                  </a:cubicBezTo>
                  <a:cubicBezTo>
                    <a:pt x="1354975" y="165435"/>
                    <a:pt x="1245467" y="158645"/>
                    <a:pt x="1216359" y="161871"/>
                  </a:cubicBezTo>
                  <a:cubicBezTo>
                    <a:pt x="1198007" y="163955"/>
                    <a:pt x="1197066" y="170745"/>
                    <a:pt x="1181537" y="174174"/>
                  </a:cubicBezTo>
                  <a:cubicBezTo>
                    <a:pt x="1153101" y="180425"/>
                    <a:pt x="1123388" y="159720"/>
                    <a:pt x="1088566" y="167451"/>
                  </a:cubicBezTo>
                  <a:cubicBezTo>
                    <a:pt x="1056366" y="174711"/>
                    <a:pt x="1036064" y="185198"/>
                    <a:pt x="1002654" y="186341"/>
                  </a:cubicBezTo>
                  <a:cubicBezTo>
                    <a:pt x="978117" y="198105"/>
                    <a:pt x="919162" y="187887"/>
                    <a:pt x="886356" y="191181"/>
                  </a:cubicBezTo>
                  <a:cubicBezTo>
                    <a:pt x="844341" y="195282"/>
                    <a:pt x="801520" y="193063"/>
                    <a:pt x="759169" y="194946"/>
                  </a:cubicBezTo>
                  <a:cubicBezTo>
                    <a:pt x="716818" y="196828"/>
                    <a:pt x="676282" y="208996"/>
                    <a:pt x="636015" y="213365"/>
                  </a:cubicBezTo>
                  <a:cubicBezTo>
                    <a:pt x="604823" y="216726"/>
                    <a:pt x="570202" y="197635"/>
                    <a:pt x="538809" y="194408"/>
                  </a:cubicBezTo>
                  <a:cubicBezTo>
                    <a:pt x="510911" y="191585"/>
                    <a:pt x="483013" y="199450"/>
                    <a:pt x="456258" y="194408"/>
                  </a:cubicBezTo>
                  <a:cubicBezTo>
                    <a:pt x="381370" y="180963"/>
                    <a:pt x="303256" y="196223"/>
                    <a:pt x="225948" y="188896"/>
                  </a:cubicBezTo>
                  <a:cubicBezTo>
                    <a:pt x="199859" y="185266"/>
                    <a:pt x="173386" y="185266"/>
                    <a:pt x="147296" y="188896"/>
                  </a:cubicBezTo>
                  <a:cubicBezTo>
                    <a:pt x="119197" y="193870"/>
                    <a:pt x="119062" y="193198"/>
                    <a:pt x="93921" y="185803"/>
                  </a:cubicBezTo>
                  <a:cubicBezTo>
                    <a:pt x="65082" y="177333"/>
                    <a:pt x="29789" y="179619"/>
                    <a:pt x="-193" y="177131"/>
                  </a:cubicBezTo>
                  <a:close/>
                </a:path>
              </a:pathLst>
            </a:custGeom>
            <a:solidFill>
              <a:srgbClr val="210A00">
                <a:alpha val="45000"/>
              </a:srgbClr>
            </a:solidFill>
            <a:ln w="6712" cap="flat">
              <a:noFill/>
              <a:prstDash val="solid"/>
              <a:miter/>
            </a:ln>
          </p:spPr>
          <p:txBody>
            <a:bodyPr rtlCol="0" anchor="ctr"/>
            <a:lstStyle/>
            <a:p>
              <a:endParaRPr lang="en-US"/>
            </a:p>
          </p:txBody>
        </p:sp>
      </p:grpSp>
      <p:sp>
        <p:nvSpPr>
          <p:cNvPr id="18" name="Rectangle: Rounded Corners 17">
            <a:extLst>
              <a:ext uri="{FF2B5EF4-FFF2-40B4-BE49-F238E27FC236}">
                <a16:creationId xmlns:a16="http://schemas.microsoft.com/office/drawing/2014/main" id="{12D610F0-9CEC-419E-A502-6066F629BE39}"/>
              </a:ext>
            </a:extLst>
          </p:cNvPr>
          <p:cNvSpPr/>
          <p:nvPr/>
        </p:nvSpPr>
        <p:spPr bwMode="auto">
          <a:xfrm>
            <a:off x="8976320" y="1588643"/>
            <a:ext cx="1328015" cy="328190"/>
          </a:xfrm>
          <a:prstGeom prst="roundRect">
            <a:avLst>
              <a:gd name="adj" fmla="val 8166"/>
            </a:avLst>
          </a:prstGeom>
          <a:solidFill>
            <a:schemeClr val="bg1"/>
          </a:soli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19" name="TextBox 18">
            <a:extLst>
              <a:ext uri="{FF2B5EF4-FFF2-40B4-BE49-F238E27FC236}">
                <a16:creationId xmlns:a16="http://schemas.microsoft.com/office/drawing/2014/main" id="{E3C7DEB9-AA49-4AFF-A8AA-F0F4F453A313}"/>
              </a:ext>
            </a:extLst>
          </p:cNvPr>
          <p:cNvSpPr txBox="1"/>
          <p:nvPr/>
        </p:nvSpPr>
        <p:spPr>
          <a:xfrm>
            <a:off x="8977358" y="1598850"/>
            <a:ext cx="1325940" cy="307777"/>
          </a:xfrm>
          <a:prstGeom prst="rect">
            <a:avLst/>
          </a:prstGeom>
          <a:noFill/>
        </p:spPr>
        <p:txBody>
          <a:bodyPr wrap="none" rtlCol="0">
            <a:spAutoFit/>
          </a:bodyPr>
          <a:lstStyle/>
          <a:p>
            <a:pPr algn="ctr"/>
            <a:r>
              <a:rPr lang="en-US" sz="1400" dirty="0">
                <a:solidFill>
                  <a:schemeClr val="accent2"/>
                </a:solidFill>
              </a:rPr>
              <a:t>Weathered Oil</a:t>
            </a:r>
          </a:p>
        </p:txBody>
      </p:sp>
      <p:sp>
        <p:nvSpPr>
          <p:cNvPr id="20" name="Rectangle: Rounded Corners 19">
            <a:extLst>
              <a:ext uri="{FF2B5EF4-FFF2-40B4-BE49-F238E27FC236}">
                <a16:creationId xmlns:a16="http://schemas.microsoft.com/office/drawing/2014/main" id="{E18E332D-7A27-4D89-A057-8EF4A6B356C4}"/>
              </a:ext>
            </a:extLst>
          </p:cNvPr>
          <p:cNvSpPr/>
          <p:nvPr/>
        </p:nvSpPr>
        <p:spPr bwMode="auto">
          <a:xfrm>
            <a:off x="9489934" y="3303133"/>
            <a:ext cx="825751" cy="182460"/>
          </a:xfrm>
          <a:prstGeom prst="roundRect">
            <a:avLst>
              <a:gd name="adj" fmla="val 8166"/>
            </a:avLst>
          </a:prstGeom>
          <a:solidFill>
            <a:schemeClr val="bg1"/>
          </a:solidFill>
          <a:ln>
            <a:noFill/>
          </a:ln>
        </p:spPr>
        <p:txBody>
          <a:bodyPr vert="horz" wrap="square" lIns="0" tIns="0" rIns="0" bIns="0" numCol="1" rtlCol="0" anchor="ctr" anchorCtr="0" compatLnSpc="1">
            <a:prstTxWarp prst="textNoShape">
              <a:avLst/>
            </a:prstTxWarp>
          </a:bodyPr>
          <a:lstStyle/>
          <a:p>
            <a:pPr algn="ctr"/>
            <a:r>
              <a:rPr lang="en-US" sz="1000" dirty="0">
                <a:solidFill>
                  <a:schemeClr val="accent2"/>
                </a:solidFill>
              </a:rPr>
              <a:t>Evaporation</a:t>
            </a:r>
          </a:p>
        </p:txBody>
      </p:sp>
      <p:sp>
        <p:nvSpPr>
          <p:cNvPr id="21" name="Oval 20">
            <a:extLst>
              <a:ext uri="{FF2B5EF4-FFF2-40B4-BE49-F238E27FC236}">
                <a16:creationId xmlns:a16="http://schemas.microsoft.com/office/drawing/2014/main" id="{F154D5F5-567D-437D-A10A-AA5B6960636C}"/>
              </a:ext>
            </a:extLst>
          </p:cNvPr>
          <p:cNvSpPr/>
          <p:nvPr/>
        </p:nvSpPr>
        <p:spPr bwMode="auto">
          <a:xfrm>
            <a:off x="7836960" y="4218062"/>
            <a:ext cx="218810" cy="218810"/>
          </a:xfrm>
          <a:prstGeom prst="ellipse">
            <a:avLst/>
          </a:prstGeom>
          <a:solidFill>
            <a:srgbClr val="FFFF00">
              <a:alpha val="52000"/>
            </a:srgbClr>
          </a:solidFill>
          <a:ln w="12700">
            <a:solidFill>
              <a:schemeClr val="bg1"/>
            </a:solidFill>
          </a:ln>
        </p:spPr>
        <p:txBody>
          <a:bodyPr vert="horz" wrap="square" lIns="91440" tIns="45720" rIns="91440" bIns="45720" numCol="1" rtlCol="0" anchor="t" anchorCtr="0" compatLnSpc="1">
            <a:prstTxWarp prst="textNoShape">
              <a:avLst/>
            </a:prstTxWarp>
          </a:bodyPr>
          <a:lstStyle/>
          <a:p>
            <a:pPr algn="ctr"/>
            <a:endParaRPr lang="en-US"/>
          </a:p>
        </p:txBody>
      </p:sp>
      <p:pic>
        <p:nvPicPr>
          <p:cNvPr id="22" name="Graphic 21">
            <a:extLst>
              <a:ext uri="{FF2B5EF4-FFF2-40B4-BE49-F238E27FC236}">
                <a16:creationId xmlns:a16="http://schemas.microsoft.com/office/drawing/2014/main" id="{2C41691F-897F-4CA4-9C61-673C862FA84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rot="15819691" flipH="1">
            <a:off x="7281099" y="3898661"/>
            <a:ext cx="507376" cy="458472"/>
          </a:xfrm>
          <a:prstGeom prst="rect">
            <a:avLst/>
          </a:prstGeom>
        </p:spPr>
      </p:pic>
      <p:grpSp>
        <p:nvGrpSpPr>
          <p:cNvPr id="23" name="Group 22">
            <a:extLst>
              <a:ext uri="{FF2B5EF4-FFF2-40B4-BE49-F238E27FC236}">
                <a16:creationId xmlns:a16="http://schemas.microsoft.com/office/drawing/2014/main" id="{0FDF2827-E8AB-4BAE-AB8E-A8FE979D1F4C}"/>
              </a:ext>
            </a:extLst>
          </p:cNvPr>
          <p:cNvGrpSpPr/>
          <p:nvPr/>
        </p:nvGrpSpPr>
        <p:grpSpPr>
          <a:xfrm>
            <a:off x="6528048" y="3366607"/>
            <a:ext cx="825751" cy="481463"/>
            <a:chOff x="6528048" y="3366607"/>
            <a:chExt cx="825751" cy="481463"/>
          </a:xfrm>
        </p:grpSpPr>
        <p:sp>
          <p:nvSpPr>
            <p:cNvPr id="24" name="Rectangle: Rounded Corners 23">
              <a:extLst>
                <a:ext uri="{FF2B5EF4-FFF2-40B4-BE49-F238E27FC236}">
                  <a16:creationId xmlns:a16="http://schemas.microsoft.com/office/drawing/2014/main" id="{34177A40-B873-41A4-A13A-2FB592FC6FA3}"/>
                </a:ext>
              </a:extLst>
            </p:cNvPr>
            <p:cNvSpPr/>
            <p:nvPr/>
          </p:nvSpPr>
          <p:spPr bwMode="auto">
            <a:xfrm>
              <a:off x="6528048" y="3498627"/>
              <a:ext cx="825751" cy="349443"/>
            </a:xfrm>
            <a:prstGeom prst="roundRect">
              <a:avLst>
                <a:gd name="adj" fmla="val 8166"/>
              </a:avLst>
            </a:prstGeom>
            <a:blipFill>
              <a:blip r:embed="rId9" cstate="screen">
                <a:extLst>
                  <a:ext uri="{28A0092B-C50C-407E-A947-70E740481C1C}">
                    <a14:useLocalDpi xmlns:a14="http://schemas.microsoft.com/office/drawing/2010/main"/>
                  </a:ext>
                </a:extLst>
              </a:blip>
              <a:srcRect/>
              <a:stretch>
                <a:fillRect/>
              </a:stretch>
            </a:blipFill>
            <a:ln>
              <a:solidFill>
                <a:schemeClr val="bg1"/>
              </a:solidFill>
            </a:ln>
          </p:spPr>
          <p:txBody>
            <a:bodyPr vert="horz" wrap="square" lIns="91440" tIns="45720" rIns="91440" bIns="45720" numCol="1" rtlCol="0" anchor="ctr" anchorCtr="0" compatLnSpc="1">
              <a:prstTxWarp prst="textNoShape">
                <a:avLst/>
              </a:prstTxWarp>
            </a:bodyPr>
            <a:lstStyle/>
            <a:p>
              <a:pPr algn="ctr"/>
              <a:endParaRPr lang="en-US" sz="1000" dirty="0">
                <a:solidFill>
                  <a:schemeClr val="accent2"/>
                </a:solidFill>
              </a:endParaRPr>
            </a:p>
          </p:txBody>
        </p:sp>
        <p:sp>
          <p:nvSpPr>
            <p:cNvPr id="25" name="Rectangle: Rounded Corners 24">
              <a:extLst>
                <a:ext uri="{FF2B5EF4-FFF2-40B4-BE49-F238E27FC236}">
                  <a16:creationId xmlns:a16="http://schemas.microsoft.com/office/drawing/2014/main" id="{E6AFE569-0BB9-47CE-9836-5B32CE00075E}"/>
                </a:ext>
              </a:extLst>
            </p:cNvPr>
            <p:cNvSpPr/>
            <p:nvPr/>
          </p:nvSpPr>
          <p:spPr bwMode="auto">
            <a:xfrm>
              <a:off x="6528048" y="3366607"/>
              <a:ext cx="825751" cy="182460"/>
            </a:xfrm>
            <a:prstGeom prst="roundRect">
              <a:avLst>
                <a:gd name="adj" fmla="val 8166"/>
              </a:avLst>
            </a:prstGeom>
            <a:solidFill>
              <a:schemeClr val="bg1"/>
            </a:solidFill>
            <a:ln>
              <a:solidFill>
                <a:schemeClr val="bg1"/>
              </a:solidFill>
            </a:ln>
          </p:spPr>
          <p:txBody>
            <a:bodyPr vert="horz" wrap="square" lIns="91440" tIns="45720" rIns="91440" bIns="45720" numCol="1" rtlCol="0" anchor="ctr" anchorCtr="0" compatLnSpc="1">
              <a:prstTxWarp prst="textNoShape">
                <a:avLst/>
              </a:prstTxWarp>
            </a:bodyPr>
            <a:lstStyle/>
            <a:p>
              <a:pPr algn="ctr"/>
              <a:r>
                <a:rPr lang="en-US" sz="1000" dirty="0">
                  <a:solidFill>
                    <a:schemeClr val="accent2"/>
                  </a:solidFill>
                </a:rPr>
                <a:t>Dispersion</a:t>
              </a:r>
            </a:p>
          </p:txBody>
        </p:sp>
      </p:grpSp>
      <p:sp>
        <p:nvSpPr>
          <p:cNvPr id="26" name="Rectangle: Rounded Corners 25">
            <a:extLst>
              <a:ext uri="{FF2B5EF4-FFF2-40B4-BE49-F238E27FC236}">
                <a16:creationId xmlns:a16="http://schemas.microsoft.com/office/drawing/2014/main" id="{C12AD9C0-0183-4812-8D01-EFDF8E37AFD0}"/>
              </a:ext>
            </a:extLst>
          </p:cNvPr>
          <p:cNvSpPr/>
          <p:nvPr/>
        </p:nvSpPr>
        <p:spPr bwMode="auto">
          <a:xfrm>
            <a:off x="8782517" y="3889623"/>
            <a:ext cx="592490" cy="182460"/>
          </a:xfrm>
          <a:prstGeom prst="roundRect">
            <a:avLst>
              <a:gd name="adj" fmla="val 8166"/>
            </a:avLst>
          </a:prstGeom>
          <a:solidFill>
            <a:schemeClr val="bg1"/>
          </a:solidFill>
          <a:ln>
            <a:noFill/>
          </a:ln>
        </p:spPr>
        <p:txBody>
          <a:bodyPr vert="horz" wrap="square" lIns="0" tIns="0" rIns="0" bIns="0" numCol="1" rtlCol="0" anchor="ctr" anchorCtr="0" compatLnSpc="1">
            <a:prstTxWarp prst="textNoShape">
              <a:avLst/>
            </a:prstTxWarp>
          </a:bodyPr>
          <a:lstStyle/>
          <a:p>
            <a:pPr algn="ctr"/>
            <a:r>
              <a:rPr lang="en-US" sz="1000" dirty="0">
                <a:solidFill>
                  <a:schemeClr val="accent2"/>
                </a:solidFill>
              </a:rPr>
              <a:t>Spread</a:t>
            </a:r>
          </a:p>
        </p:txBody>
      </p:sp>
      <p:sp>
        <p:nvSpPr>
          <p:cNvPr id="27" name="Rectangle: Rounded Corners 26">
            <a:extLst>
              <a:ext uri="{FF2B5EF4-FFF2-40B4-BE49-F238E27FC236}">
                <a16:creationId xmlns:a16="http://schemas.microsoft.com/office/drawing/2014/main" id="{A80F504B-5BFC-4FD6-817C-D1CAD87F90D0}"/>
              </a:ext>
            </a:extLst>
          </p:cNvPr>
          <p:cNvSpPr/>
          <p:nvPr/>
        </p:nvSpPr>
        <p:spPr bwMode="auto">
          <a:xfrm>
            <a:off x="7278944" y="4637494"/>
            <a:ext cx="903972" cy="182460"/>
          </a:xfrm>
          <a:prstGeom prst="roundRect">
            <a:avLst>
              <a:gd name="adj" fmla="val 8166"/>
            </a:avLst>
          </a:prstGeom>
          <a:solidFill>
            <a:schemeClr val="bg1"/>
          </a:solidFill>
          <a:ln>
            <a:noFill/>
          </a:ln>
        </p:spPr>
        <p:txBody>
          <a:bodyPr vert="horz" wrap="square" lIns="0" tIns="0" rIns="0" bIns="0" numCol="1" rtlCol="0" anchor="ctr" anchorCtr="0" compatLnSpc="1">
            <a:prstTxWarp prst="textNoShape">
              <a:avLst/>
            </a:prstTxWarp>
          </a:bodyPr>
          <a:lstStyle/>
          <a:p>
            <a:pPr algn="ctr"/>
            <a:r>
              <a:rPr lang="en-US" sz="1000" dirty="0">
                <a:solidFill>
                  <a:schemeClr val="accent2"/>
                </a:solidFill>
              </a:rPr>
              <a:t>Fragmentation</a:t>
            </a:r>
          </a:p>
        </p:txBody>
      </p:sp>
      <p:sp>
        <p:nvSpPr>
          <p:cNvPr id="28" name="Rectangle: Rounded Corners 27">
            <a:extLst>
              <a:ext uri="{FF2B5EF4-FFF2-40B4-BE49-F238E27FC236}">
                <a16:creationId xmlns:a16="http://schemas.microsoft.com/office/drawing/2014/main" id="{16A6880F-4CDE-4A27-AEBC-87F2855353FB}"/>
              </a:ext>
            </a:extLst>
          </p:cNvPr>
          <p:cNvSpPr/>
          <p:nvPr/>
        </p:nvSpPr>
        <p:spPr bwMode="auto">
          <a:xfrm>
            <a:off x="5293285" y="4215768"/>
            <a:ext cx="903972" cy="182460"/>
          </a:xfrm>
          <a:prstGeom prst="roundRect">
            <a:avLst>
              <a:gd name="adj" fmla="val 8166"/>
            </a:avLst>
          </a:prstGeom>
          <a:solidFill>
            <a:schemeClr val="bg1"/>
          </a:solidFill>
          <a:ln>
            <a:noFill/>
          </a:ln>
        </p:spPr>
        <p:txBody>
          <a:bodyPr vert="horz" wrap="square" lIns="0" tIns="0" rIns="0" bIns="0" numCol="1" rtlCol="0" anchor="ctr" anchorCtr="0" compatLnSpc="1">
            <a:prstTxWarp prst="textNoShape">
              <a:avLst/>
            </a:prstTxWarp>
          </a:bodyPr>
          <a:lstStyle/>
          <a:p>
            <a:pPr algn="ctr"/>
            <a:r>
              <a:rPr lang="en-US" sz="1000" dirty="0">
                <a:solidFill>
                  <a:schemeClr val="accent2"/>
                </a:solidFill>
              </a:rPr>
              <a:t>Emulsification</a:t>
            </a:r>
          </a:p>
        </p:txBody>
      </p:sp>
      <p:sp>
        <p:nvSpPr>
          <p:cNvPr id="29" name="Rectangle: Rounded Corners 28">
            <a:extLst>
              <a:ext uri="{FF2B5EF4-FFF2-40B4-BE49-F238E27FC236}">
                <a16:creationId xmlns:a16="http://schemas.microsoft.com/office/drawing/2014/main" id="{AB3E0BA0-012D-46F3-8BE2-D0B95ACC0DFC}"/>
              </a:ext>
            </a:extLst>
          </p:cNvPr>
          <p:cNvSpPr/>
          <p:nvPr/>
        </p:nvSpPr>
        <p:spPr bwMode="auto">
          <a:xfrm>
            <a:off x="3330916" y="4314113"/>
            <a:ext cx="690782" cy="182460"/>
          </a:xfrm>
          <a:prstGeom prst="roundRect">
            <a:avLst>
              <a:gd name="adj" fmla="val 8166"/>
            </a:avLst>
          </a:prstGeom>
          <a:solidFill>
            <a:schemeClr val="bg1"/>
          </a:solidFill>
          <a:ln>
            <a:noFill/>
          </a:ln>
        </p:spPr>
        <p:txBody>
          <a:bodyPr vert="horz" wrap="square" lIns="0" tIns="0" rIns="0" bIns="0" numCol="1" rtlCol="0" anchor="ctr" anchorCtr="0" compatLnSpc="1">
            <a:prstTxWarp prst="textNoShape">
              <a:avLst/>
            </a:prstTxWarp>
          </a:bodyPr>
          <a:lstStyle/>
          <a:p>
            <a:pPr algn="ctr"/>
            <a:r>
              <a:rPr lang="en-US" sz="1000" dirty="0">
                <a:solidFill>
                  <a:schemeClr val="accent2"/>
                </a:solidFill>
              </a:rPr>
              <a:t>Stranding</a:t>
            </a:r>
          </a:p>
        </p:txBody>
      </p:sp>
    </p:spTree>
    <p:extLst>
      <p:ext uri="{BB962C8B-B14F-4D97-AF65-F5344CB8AC3E}">
        <p14:creationId xmlns:p14="http://schemas.microsoft.com/office/powerpoint/2010/main" val="990438622"/>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accel="50000" decel="50000" fill="hold" nodeType="withEffect">
                                  <p:stCondLst>
                                    <p:cond delay="0"/>
                                  </p:stCondLst>
                                  <p:childTnLst>
                                    <p:animMotion origin="layout" path="M 0.13946 0.00301 L 8.33333E-7 2.22222E-6 " pathEditMode="relative" rAng="0" ptsTypes="AA">
                                      <p:cBhvr>
                                        <p:cTn id="6" dur="2000" fill="hold"/>
                                        <p:tgtEl>
                                          <p:spTgt spid="7"/>
                                        </p:tgtEl>
                                        <p:attrNameLst>
                                          <p:attrName>ppt_x</p:attrName>
                                          <p:attrName>ppt_y</p:attrName>
                                        </p:attrNameLst>
                                      </p:cBhvr>
                                      <p:rCtr x="-6797" y="-23"/>
                                    </p:animMotion>
                                  </p:childTnLst>
                                </p:cTn>
                              </p:par>
                            </p:childTnLst>
                          </p:cTn>
                        </p:par>
                        <p:par>
                          <p:cTn id="7" fill="hold">
                            <p:stCondLst>
                              <p:cond delay="2000"/>
                            </p:stCondLst>
                            <p:childTnLst>
                              <p:par>
                                <p:cTn id="8" presetID="22" presetClass="entr" presetSubtype="4" fill="hold" grpId="0" nodeType="afterEffect">
                                  <p:stCondLst>
                                    <p:cond delay="0"/>
                                  </p:stCondLst>
                                  <p:childTnLst>
                                    <p:set>
                                      <p:cBhvr>
                                        <p:cTn id="9" dur="1" fill="hold">
                                          <p:stCondLst>
                                            <p:cond delay="0"/>
                                          </p:stCondLst>
                                        </p:cTn>
                                        <p:tgtEl>
                                          <p:spTgt spid="29"/>
                                        </p:tgtEl>
                                        <p:attrNameLst>
                                          <p:attrName>style.visibility</p:attrName>
                                        </p:attrNameLst>
                                      </p:cBhvr>
                                      <p:to>
                                        <p:strVal val="visible"/>
                                      </p:to>
                                    </p:set>
                                    <p:animEffect transition="in" filter="wipe(down)">
                                      <p:cBhvr>
                                        <p:cTn id="10"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8" name="Picture Placeholder 17">
            <a:extLst>
              <a:ext uri="{FF2B5EF4-FFF2-40B4-BE49-F238E27FC236}">
                <a16:creationId xmlns:a16="http://schemas.microsoft.com/office/drawing/2014/main" id="{7CFCA82D-2E17-46BE-8156-39AB2FEAC22B}"/>
              </a:ext>
            </a:extLst>
          </p:cNvPr>
          <p:cNvPicPr>
            <a:picLocks noGrp="1" noChangeAspect="1"/>
          </p:cNvPicPr>
          <p:nvPr>
            <p:ph type="pic" sz="quarter" idx="14"/>
          </p:nvPr>
        </p:nvPicPr>
        <p:blipFill>
          <a:blip r:embed="rId3" cstate="screen">
            <a:extLst>
              <a:ext uri="{28A0092B-C50C-407E-A947-70E740481C1C}">
                <a14:useLocalDpi xmlns:a14="http://schemas.microsoft.com/office/drawing/2010/main"/>
              </a:ext>
            </a:extLst>
          </a:blip>
          <a:srcRect/>
          <a:stretch>
            <a:fillRect/>
          </a:stretch>
        </p:blipFill>
        <p:spPr>
          <a:xfrm>
            <a:off x="190500" y="200820"/>
            <a:ext cx="11811000" cy="6479380"/>
          </a:xfrm>
        </p:spPr>
      </p:pic>
    </p:spTree>
    <p:extLst>
      <p:ext uri="{BB962C8B-B14F-4D97-AF65-F5344CB8AC3E}">
        <p14:creationId xmlns:p14="http://schemas.microsoft.com/office/powerpoint/2010/main" val="1808909638"/>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F1A60B0-69E2-48F4-A4EA-E7A476B09187}"/>
              </a:ext>
            </a:extLst>
          </p:cNvPr>
          <p:cNvSpPr/>
          <p:nvPr/>
        </p:nvSpPr>
        <p:spPr bwMode="auto">
          <a:xfrm>
            <a:off x="0" y="2261327"/>
            <a:ext cx="12192000" cy="2880469"/>
          </a:xfrm>
          <a:prstGeom prst="rect">
            <a:avLst/>
          </a:prstGeom>
          <a:gradFill>
            <a:gsLst>
              <a:gs pos="0">
                <a:srgbClr val="002F5F">
                  <a:alpha val="10000"/>
                </a:srgbClr>
              </a:gs>
              <a:gs pos="50000">
                <a:srgbClr val="002F5F">
                  <a:alpha val="0"/>
                </a:srgbClr>
              </a:gs>
              <a:gs pos="100000">
                <a:srgbClr val="002F5F">
                  <a:alpha val="10000"/>
                </a:srgbClr>
              </a:gs>
            </a:gsLst>
            <a:lin ang="0" scaled="1"/>
          </a:gra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32" name="Rectangle 31">
            <a:extLst>
              <a:ext uri="{FF2B5EF4-FFF2-40B4-BE49-F238E27FC236}">
                <a16:creationId xmlns:a16="http://schemas.microsoft.com/office/drawing/2014/main" id="{342783C7-6940-417A-A550-BC3BE4EDBF3B}"/>
              </a:ext>
            </a:extLst>
          </p:cNvPr>
          <p:cNvSpPr/>
          <p:nvPr/>
        </p:nvSpPr>
        <p:spPr bwMode="auto">
          <a:xfrm>
            <a:off x="1664677" y="1369343"/>
            <a:ext cx="8862646" cy="4555293"/>
          </a:xfrm>
          <a:prstGeom prst="rect">
            <a:avLst/>
          </a:prstGeom>
          <a:solidFill>
            <a:schemeClr val="bg1"/>
          </a:solidFill>
          <a:ln>
            <a:noFill/>
          </a:ln>
          <a:effectLst>
            <a:outerShdw blurRad="317500" sx="102000" sy="102000" algn="ctr" rotWithShape="0">
              <a:prstClr val="black">
                <a:alpha val="4000"/>
              </a:prstClr>
            </a:outerShdw>
          </a:effectLst>
        </p:spPr>
        <p:txBody>
          <a:bodyPr vert="horz" wrap="square" lIns="91440" tIns="45720" rIns="91440" bIns="45720" numCol="1" rtlCol="0" anchor="t" anchorCtr="0" compatLnSpc="1">
            <a:prstTxWarp prst="textNoShape">
              <a:avLst/>
            </a:prstTxWarp>
          </a:bodyPr>
          <a:lstStyle/>
          <a:p>
            <a:pPr algn="ctr"/>
            <a:endParaRPr lang="en-US"/>
          </a:p>
        </p:txBody>
      </p:sp>
      <p:sp>
        <p:nvSpPr>
          <p:cNvPr id="9" name="Title 8">
            <a:extLst>
              <a:ext uri="{FF2B5EF4-FFF2-40B4-BE49-F238E27FC236}">
                <a16:creationId xmlns:a16="http://schemas.microsoft.com/office/drawing/2014/main" id="{841B44FA-53A5-4A9B-AD99-E0D6C5E31D4E}"/>
              </a:ext>
            </a:extLst>
          </p:cNvPr>
          <p:cNvSpPr>
            <a:spLocks noGrp="1"/>
          </p:cNvSpPr>
          <p:nvPr>
            <p:ph type="title"/>
          </p:nvPr>
        </p:nvSpPr>
        <p:spPr>
          <a:xfrm>
            <a:off x="407988" y="548680"/>
            <a:ext cx="11376024" cy="492443"/>
          </a:xfrm>
        </p:spPr>
        <p:txBody>
          <a:bodyPr>
            <a:spAutoFit/>
          </a:bodyPr>
          <a:lstStyle/>
          <a:p>
            <a:pPr algn="ctr"/>
            <a:r>
              <a:rPr lang="en-US" dirty="0"/>
              <a:t>Fate of Spilled Oil</a:t>
            </a:r>
          </a:p>
        </p:txBody>
      </p:sp>
      <p:sp>
        <p:nvSpPr>
          <p:cNvPr id="6" name="Date Placeholder 5">
            <a:extLst>
              <a:ext uri="{FF2B5EF4-FFF2-40B4-BE49-F238E27FC236}">
                <a16:creationId xmlns:a16="http://schemas.microsoft.com/office/drawing/2014/main" id="{255F034A-B3D6-4460-AF95-FA6F24DCDCB3}"/>
              </a:ext>
            </a:extLst>
          </p:cNvPr>
          <p:cNvSpPr>
            <a:spLocks noGrp="1"/>
          </p:cNvSpPr>
          <p:nvPr>
            <p:ph type="dt" sz="half" idx="10"/>
          </p:nvPr>
        </p:nvSpPr>
        <p:spPr/>
        <p:txBody>
          <a:bodyPr/>
          <a:lstStyle/>
          <a:p>
            <a:fld id="{46F98249-4418-430D-BC85-CBEB2C55707B}" type="datetime3">
              <a:rPr lang="en-US" smtClean="0"/>
              <a:t>1 October 2026</a:t>
            </a:fld>
            <a:endParaRPr lang="en-US" dirty="0"/>
          </a:p>
        </p:txBody>
      </p:sp>
      <p:sp>
        <p:nvSpPr>
          <p:cNvPr id="8" name="Slide Number Placeholder 7">
            <a:extLst>
              <a:ext uri="{FF2B5EF4-FFF2-40B4-BE49-F238E27FC236}">
                <a16:creationId xmlns:a16="http://schemas.microsoft.com/office/drawing/2014/main" id="{6A65E1A4-5976-4CCE-B6A3-3FC637D17BD7}"/>
              </a:ext>
            </a:extLst>
          </p:cNvPr>
          <p:cNvSpPr>
            <a:spLocks noGrp="1"/>
          </p:cNvSpPr>
          <p:nvPr>
            <p:ph type="sldNum" sz="quarter" idx="12"/>
          </p:nvPr>
        </p:nvSpPr>
        <p:spPr/>
        <p:txBody>
          <a:bodyPr/>
          <a:lstStyle/>
          <a:p>
            <a:fld id="{5B16D1FE-3A35-41BA-8EBE-413702045235}" type="slidenum">
              <a:rPr lang="en-US" smtClean="0"/>
              <a:pPr/>
              <a:t>17</a:t>
            </a:fld>
            <a:endParaRPr lang="en-US" dirty="0"/>
          </a:p>
        </p:txBody>
      </p:sp>
      <p:pic>
        <p:nvPicPr>
          <p:cNvPr id="14" name="Google Shape;582;p6">
            <a:extLst>
              <a:ext uri="{FF2B5EF4-FFF2-40B4-BE49-F238E27FC236}">
                <a16:creationId xmlns:a16="http://schemas.microsoft.com/office/drawing/2014/main" id="{B26A9936-2DD1-4DD4-ACB7-9F5CE7A3A587}"/>
              </a:ext>
            </a:extLst>
          </p:cNvPr>
          <p:cNvPicPr preferRelativeResize="0"/>
          <p:nvPr/>
        </p:nvPicPr>
        <p:blipFill>
          <a:blip r:embed="rId3" cstate="screen">
            <a:extLst>
              <a:ext uri="{28A0092B-C50C-407E-A947-70E740481C1C}">
                <a14:useLocalDpi xmlns:a14="http://schemas.microsoft.com/office/drawing/2010/main"/>
              </a:ext>
            </a:extLst>
          </a:blip>
          <a:srcRect/>
          <a:stretch/>
        </p:blipFill>
        <p:spPr>
          <a:xfrm>
            <a:off x="1811524" y="1518626"/>
            <a:ext cx="8566611" cy="4252132"/>
          </a:xfrm>
          <a:prstGeom prst="rect">
            <a:avLst/>
          </a:prstGeom>
          <a:noFill/>
          <a:ln>
            <a:noFill/>
          </a:ln>
        </p:spPr>
      </p:pic>
      <p:pic>
        <p:nvPicPr>
          <p:cNvPr id="12" name="Graphic 11">
            <a:extLst>
              <a:ext uri="{FF2B5EF4-FFF2-40B4-BE49-F238E27FC236}">
                <a16:creationId xmlns:a16="http://schemas.microsoft.com/office/drawing/2014/main" id="{7BD77B6E-B7DB-4FA4-A305-46C09C5CFFE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591742" y="3677674"/>
            <a:ext cx="2464698" cy="720554"/>
          </a:xfrm>
          <a:prstGeom prst="rect">
            <a:avLst/>
          </a:prstGeom>
        </p:spPr>
      </p:pic>
      <p:pic>
        <p:nvPicPr>
          <p:cNvPr id="13" name="Picture 12">
            <a:extLst>
              <a:ext uri="{FF2B5EF4-FFF2-40B4-BE49-F238E27FC236}">
                <a16:creationId xmlns:a16="http://schemas.microsoft.com/office/drawing/2014/main" id="{E73A836D-D2FF-47F1-AE19-544CECFA2BB1}"/>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9201869" y="3501008"/>
            <a:ext cx="1113816" cy="790575"/>
          </a:xfrm>
          <a:prstGeom prst="rect">
            <a:avLst/>
          </a:prstGeom>
        </p:spPr>
      </p:pic>
      <p:pic>
        <p:nvPicPr>
          <p:cNvPr id="15" name="Graphic 14">
            <a:extLst>
              <a:ext uri="{FF2B5EF4-FFF2-40B4-BE49-F238E27FC236}">
                <a16:creationId xmlns:a16="http://schemas.microsoft.com/office/drawing/2014/main" id="{40424D6D-4F33-415B-97C1-6E42996BC37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577558" y="4408537"/>
            <a:ext cx="1362075" cy="221582"/>
          </a:xfrm>
          <a:prstGeom prst="rect">
            <a:avLst/>
          </a:prstGeom>
        </p:spPr>
      </p:pic>
      <p:pic>
        <p:nvPicPr>
          <p:cNvPr id="16" name="Graphic 15">
            <a:extLst>
              <a:ext uri="{FF2B5EF4-FFF2-40B4-BE49-F238E27FC236}">
                <a16:creationId xmlns:a16="http://schemas.microsoft.com/office/drawing/2014/main" id="{2A8D0229-A66A-41C8-842D-23CDE2F31E8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591944" y="4437112"/>
            <a:ext cx="1475606" cy="439975"/>
          </a:xfrm>
          <a:prstGeom prst="rect">
            <a:avLst/>
          </a:prstGeom>
        </p:spPr>
      </p:pic>
      <p:sp>
        <p:nvSpPr>
          <p:cNvPr id="18" name="Rectangle: Rounded Corners 17">
            <a:extLst>
              <a:ext uri="{FF2B5EF4-FFF2-40B4-BE49-F238E27FC236}">
                <a16:creationId xmlns:a16="http://schemas.microsoft.com/office/drawing/2014/main" id="{C22C0B5D-DABE-42E9-8847-B9DEB55B866E}"/>
              </a:ext>
            </a:extLst>
          </p:cNvPr>
          <p:cNvSpPr/>
          <p:nvPr/>
        </p:nvSpPr>
        <p:spPr bwMode="auto">
          <a:xfrm>
            <a:off x="8976320" y="1588643"/>
            <a:ext cx="1328015" cy="328190"/>
          </a:xfrm>
          <a:prstGeom prst="roundRect">
            <a:avLst>
              <a:gd name="adj" fmla="val 8166"/>
            </a:avLst>
          </a:prstGeom>
          <a:solidFill>
            <a:schemeClr val="bg1"/>
          </a:soli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19" name="TextBox 18">
            <a:extLst>
              <a:ext uri="{FF2B5EF4-FFF2-40B4-BE49-F238E27FC236}">
                <a16:creationId xmlns:a16="http://schemas.microsoft.com/office/drawing/2014/main" id="{80ED86F9-1200-4B66-AF87-56A2A5F69E48}"/>
              </a:ext>
            </a:extLst>
          </p:cNvPr>
          <p:cNvSpPr txBox="1"/>
          <p:nvPr/>
        </p:nvSpPr>
        <p:spPr>
          <a:xfrm>
            <a:off x="8977358" y="1598850"/>
            <a:ext cx="1325940" cy="307777"/>
          </a:xfrm>
          <a:prstGeom prst="rect">
            <a:avLst/>
          </a:prstGeom>
          <a:noFill/>
        </p:spPr>
        <p:txBody>
          <a:bodyPr wrap="none" rtlCol="0">
            <a:spAutoFit/>
          </a:bodyPr>
          <a:lstStyle/>
          <a:p>
            <a:pPr algn="ctr"/>
            <a:r>
              <a:rPr lang="en-US" sz="1400" dirty="0">
                <a:solidFill>
                  <a:schemeClr val="accent2"/>
                </a:solidFill>
              </a:rPr>
              <a:t>Weathered Oil</a:t>
            </a:r>
          </a:p>
        </p:txBody>
      </p:sp>
      <p:sp>
        <p:nvSpPr>
          <p:cNvPr id="20" name="Rectangle: Rounded Corners 19">
            <a:extLst>
              <a:ext uri="{FF2B5EF4-FFF2-40B4-BE49-F238E27FC236}">
                <a16:creationId xmlns:a16="http://schemas.microsoft.com/office/drawing/2014/main" id="{CD3583FB-0345-446D-A868-3E273B89EE26}"/>
              </a:ext>
            </a:extLst>
          </p:cNvPr>
          <p:cNvSpPr/>
          <p:nvPr/>
        </p:nvSpPr>
        <p:spPr bwMode="auto">
          <a:xfrm>
            <a:off x="9489934" y="3303133"/>
            <a:ext cx="825751" cy="182460"/>
          </a:xfrm>
          <a:prstGeom prst="roundRect">
            <a:avLst>
              <a:gd name="adj" fmla="val 8166"/>
            </a:avLst>
          </a:prstGeom>
          <a:solidFill>
            <a:schemeClr val="bg1"/>
          </a:solidFill>
          <a:ln>
            <a:noFill/>
          </a:ln>
        </p:spPr>
        <p:txBody>
          <a:bodyPr vert="horz" wrap="square" lIns="0" tIns="0" rIns="0" bIns="0" numCol="1" rtlCol="0" anchor="ctr" anchorCtr="0" compatLnSpc="1">
            <a:prstTxWarp prst="textNoShape">
              <a:avLst/>
            </a:prstTxWarp>
          </a:bodyPr>
          <a:lstStyle/>
          <a:p>
            <a:pPr algn="ctr"/>
            <a:r>
              <a:rPr lang="en-US" sz="1000" dirty="0">
                <a:solidFill>
                  <a:schemeClr val="accent2"/>
                </a:solidFill>
              </a:rPr>
              <a:t>Evaporation</a:t>
            </a:r>
          </a:p>
        </p:txBody>
      </p:sp>
      <p:sp>
        <p:nvSpPr>
          <p:cNvPr id="21" name="Oval 20">
            <a:extLst>
              <a:ext uri="{FF2B5EF4-FFF2-40B4-BE49-F238E27FC236}">
                <a16:creationId xmlns:a16="http://schemas.microsoft.com/office/drawing/2014/main" id="{E09145DE-32B1-47B2-BCD4-12AC1D888E49}"/>
              </a:ext>
            </a:extLst>
          </p:cNvPr>
          <p:cNvSpPr/>
          <p:nvPr/>
        </p:nvSpPr>
        <p:spPr bwMode="auto">
          <a:xfrm>
            <a:off x="7836960" y="4218062"/>
            <a:ext cx="218810" cy="218810"/>
          </a:xfrm>
          <a:prstGeom prst="ellipse">
            <a:avLst/>
          </a:prstGeom>
          <a:solidFill>
            <a:srgbClr val="FFFF00">
              <a:alpha val="52000"/>
            </a:srgbClr>
          </a:solidFill>
          <a:ln w="12700">
            <a:solidFill>
              <a:schemeClr val="bg1"/>
            </a:solidFill>
          </a:ln>
        </p:spPr>
        <p:txBody>
          <a:bodyPr vert="horz" wrap="square" lIns="91440" tIns="45720" rIns="91440" bIns="45720" numCol="1" rtlCol="0" anchor="t" anchorCtr="0" compatLnSpc="1">
            <a:prstTxWarp prst="textNoShape">
              <a:avLst/>
            </a:prstTxWarp>
          </a:bodyPr>
          <a:lstStyle/>
          <a:p>
            <a:pPr algn="ctr"/>
            <a:endParaRPr lang="en-US"/>
          </a:p>
        </p:txBody>
      </p:sp>
      <p:pic>
        <p:nvPicPr>
          <p:cNvPr id="22" name="Graphic 21">
            <a:extLst>
              <a:ext uri="{FF2B5EF4-FFF2-40B4-BE49-F238E27FC236}">
                <a16:creationId xmlns:a16="http://schemas.microsoft.com/office/drawing/2014/main" id="{E0DC4880-A3FC-45D4-98B3-CBE08FF015CC}"/>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rot="15819691" flipH="1">
            <a:off x="7281099" y="3898661"/>
            <a:ext cx="507376" cy="458472"/>
          </a:xfrm>
          <a:prstGeom prst="rect">
            <a:avLst/>
          </a:prstGeom>
        </p:spPr>
      </p:pic>
      <p:grpSp>
        <p:nvGrpSpPr>
          <p:cNvPr id="23" name="Group 22">
            <a:extLst>
              <a:ext uri="{FF2B5EF4-FFF2-40B4-BE49-F238E27FC236}">
                <a16:creationId xmlns:a16="http://schemas.microsoft.com/office/drawing/2014/main" id="{347E760C-3637-40C6-87DC-E16BCE1A3784}"/>
              </a:ext>
            </a:extLst>
          </p:cNvPr>
          <p:cNvGrpSpPr/>
          <p:nvPr/>
        </p:nvGrpSpPr>
        <p:grpSpPr>
          <a:xfrm>
            <a:off x="6528048" y="3366607"/>
            <a:ext cx="825751" cy="481463"/>
            <a:chOff x="6528048" y="3366607"/>
            <a:chExt cx="825751" cy="481463"/>
          </a:xfrm>
        </p:grpSpPr>
        <p:sp>
          <p:nvSpPr>
            <p:cNvPr id="24" name="Rectangle: Rounded Corners 23">
              <a:extLst>
                <a:ext uri="{FF2B5EF4-FFF2-40B4-BE49-F238E27FC236}">
                  <a16:creationId xmlns:a16="http://schemas.microsoft.com/office/drawing/2014/main" id="{56D27295-0F45-446E-BF0F-A48984119C30}"/>
                </a:ext>
              </a:extLst>
            </p:cNvPr>
            <p:cNvSpPr/>
            <p:nvPr/>
          </p:nvSpPr>
          <p:spPr bwMode="auto">
            <a:xfrm>
              <a:off x="6528048" y="3498627"/>
              <a:ext cx="825751" cy="349443"/>
            </a:xfrm>
            <a:prstGeom prst="roundRect">
              <a:avLst>
                <a:gd name="adj" fmla="val 8166"/>
              </a:avLst>
            </a:prstGeom>
            <a:blipFill>
              <a:blip r:embed="rId9" cstate="screen">
                <a:extLst>
                  <a:ext uri="{28A0092B-C50C-407E-A947-70E740481C1C}">
                    <a14:useLocalDpi xmlns:a14="http://schemas.microsoft.com/office/drawing/2010/main"/>
                  </a:ext>
                </a:extLst>
              </a:blip>
              <a:srcRect/>
              <a:stretch>
                <a:fillRect/>
              </a:stretch>
            </a:blipFill>
            <a:ln>
              <a:solidFill>
                <a:schemeClr val="bg1"/>
              </a:solidFill>
            </a:ln>
          </p:spPr>
          <p:txBody>
            <a:bodyPr vert="horz" wrap="square" lIns="91440" tIns="45720" rIns="91440" bIns="45720" numCol="1" rtlCol="0" anchor="ctr" anchorCtr="0" compatLnSpc="1">
              <a:prstTxWarp prst="textNoShape">
                <a:avLst/>
              </a:prstTxWarp>
            </a:bodyPr>
            <a:lstStyle/>
            <a:p>
              <a:pPr algn="ctr"/>
              <a:endParaRPr lang="en-US" sz="1000" dirty="0">
                <a:solidFill>
                  <a:schemeClr val="accent2"/>
                </a:solidFill>
              </a:endParaRPr>
            </a:p>
          </p:txBody>
        </p:sp>
        <p:sp>
          <p:nvSpPr>
            <p:cNvPr id="25" name="Rectangle: Rounded Corners 24">
              <a:extLst>
                <a:ext uri="{FF2B5EF4-FFF2-40B4-BE49-F238E27FC236}">
                  <a16:creationId xmlns:a16="http://schemas.microsoft.com/office/drawing/2014/main" id="{E8126E76-929D-4E53-AC45-2FB72BDCC97B}"/>
                </a:ext>
              </a:extLst>
            </p:cNvPr>
            <p:cNvSpPr/>
            <p:nvPr/>
          </p:nvSpPr>
          <p:spPr bwMode="auto">
            <a:xfrm>
              <a:off x="6528048" y="3366607"/>
              <a:ext cx="825751" cy="182460"/>
            </a:xfrm>
            <a:prstGeom prst="roundRect">
              <a:avLst>
                <a:gd name="adj" fmla="val 8166"/>
              </a:avLst>
            </a:prstGeom>
            <a:solidFill>
              <a:schemeClr val="bg1"/>
            </a:solidFill>
            <a:ln>
              <a:solidFill>
                <a:schemeClr val="bg1"/>
              </a:solidFill>
            </a:ln>
          </p:spPr>
          <p:txBody>
            <a:bodyPr vert="horz" wrap="square" lIns="91440" tIns="45720" rIns="91440" bIns="45720" numCol="1" rtlCol="0" anchor="ctr" anchorCtr="0" compatLnSpc="1">
              <a:prstTxWarp prst="textNoShape">
                <a:avLst/>
              </a:prstTxWarp>
            </a:bodyPr>
            <a:lstStyle/>
            <a:p>
              <a:pPr algn="ctr"/>
              <a:r>
                <a:rPr lang="en-US" sz="1000" dirty="0">
                  <a:solidFill>
                    <a:schemeClr val="accent2"/>
                  </a:solidFill>
                </a:rPr>
                <a:t>Dispersion</a:t>
              </a:r>
            </a:p>
          </p:txBody>
        </p:sp>
      </p:grpSp>
      <p:sp>
        <p:nvSpPr>
          <p:cNvPr id="26" name="Rectangle: Rounded Corners 25">
            <a:extLst>
              <a:ext uri="{FF2B5EF4-FFF2-40B4-BE49-F238E27FC236}">
                <a16:creationId xmlns:a16="http://schemas.microsoft.com/office/drawing/2014/main" id="{B9A0A4ED-9311-4F42-9633-DB037150B655}"/>
              </a:ext>
            </a:extLst>
          </p:cNvPr>
          <p:cNvSpPr/>
          <p:nvPr/>
        </p:nvSpPr>
        <p:spPr bwMode="auto">
          <a:xfrm>
            <a:off x="8782517" y="3889623"/>
            <a:ext cx="592490" cy="182460"/>
          </a:xfrm>
          <a:prstGeom prst="roundRect">
            <a:avLst>
              <a:gd name="adj" fmla="val 8166"/>
            </a:avLst>
          </a:prstGeom>
          <a:solidFill>
            <a:schemeClr val="bg1"/>
          </a:solidFill>
          <a:ln>
            <a:noFill/>
          </a:ln>
        </p:spPr>
        <p:txBody>
          <a:bodyPr vert="horz" wrap="square" lIns="0" tIns="0" rIns="0" bIns="0" numCol="1" rtlCol="0" anchor="ctr" anchorCtr="0" compatLnSpc="1">
            <a:prstTxWarp prst="textNoShape">
              <a:avLst/>
            </a:prstTxWarp>
          </a:bodyPr>
          <a:lstStyle/>
          <a:p>
            <a:pPr algn="ctr"/>
            <a:r>
              <a:rPr lang="en-US" sz="1000" dirty="0">
                <a:solidFill>
                  <a:schemeClr val="accent2"/>
                </a:solidFill>
              </a:rPr>
              <a:t>Spread</a:t>
            </a:r>
          </a:p>
        </p:txBody>
      </p:sp>
      <p:sp>
        <p:nvSpPr>
          <p:cNvPr id="27" name="Rectangle: Rounded Corners 26">
            <a:extLst>
              <a:ext uri="{FF2B5EF4-FFF2-40B4-BE49-F238E27FC236}">
                <a16:creationId xmlns:a16="http://schemas.microsoft.com/office/drawing/2014/main" id="{7C10C480-65F2-473D-89BB-15417DA3678E}"/>
              </a:ext>
            </a:extLst>
          </p:cNvPr>
          <p:cNvSpPr/>
          <p:nvPr/>
        </p:nvSpPr>
        <p:spPr bwMode="auto">
          <a:xfrm>
            <a:off x="7278944" y="4637494"/>
            <a:ext cx="903972" cy="182460"/>
          </a:xfrm>
          <a:prstGeom prst="roundRect">
            <a:avLst>
              <a:gd name="adj" fmla="val 8166"/>
            </a:avLst>
          </a:prstGeom>
          <a:solidFill>
            <a:schemeClr val="bg1"/>
          </a:solidFill>
          <a:ln>
            <a:noFill/>
          </a:ln>
        </p:spPr>
        <p:txBody>
          <a:bodyPr vert="horz" wrap="square" lIns="0" tIns="0" rIns="0" bIns="0" numCol="1" rtlCol="0" anchor="ctr" anchorCtr="0" compatLnSpc="1">
            <a:prstTxWarp prst="textNoShape">
              <a:avLst/>
            </a:prstTxWarp>
          </a:bodyPr>
          <a:lstStyle/>
          <a:p>
            <a:pPr algn="ctr"/>
            <a:r>
              <a:rPr lang="en-US" sz="1000" dirty="0">
                <a:solidFill>
                  <a:schemeClr val="accent2"/>
                </a:solidFill>
              </a:rPr>
              <a:t>Fragmentation</a:t>
            </a:r>
          </a:p>
        </p:txBody>
      </p:sp>
      <p:grpSp>
        <p:nvGrpSpPr>
          <p:cNvPr id="33" name="Group 32">
            <a:extLst>
              <a:ext uri="{FF2B5EF4-FFF2-40B4-BE49-F238E27FC236}">
                <a16:creationId xmlns:a16="http://schemas.microsoft.com/office/drawing/2014/main" id="{6EB3F6E0-78B6-4AA7-802E-312E5F2287DD}"/>
              </a:ext>
            </a:extLst>
          </p:cNvPr>
          <p:cNvGrpSpPr/>
          <p:nvPr/>
        </p:nvGrpSpPr>
        <p:grpSpPr>
          <a:xfrm>
            <a:off x="2575298" y="4197207"/>
            <a:ext cx="1915154" cy="606648"/>
            <a:chOff x="2575298" y="4197207"/>
            <a:chExt cx="1915154" cy="606648"/>
          </a:xfrm>
        </p:grpSpPr>
        <p:sp>
          <p:nvSpPr>
            <p:cNvPr id="34" name="Freeform: Shape 33">
              <a:extLst>
                <a:ext uri="{FF2B5EF4-FFF2-40B4-BE49-F238E27FC236}">
                  <a16:creationId xmlns:a16="http://schemas.microsoft.com/office/drawing/2014/main" id="{65906111-A307-45ED-BA10-590965220372}"/>
                </a:ext>
              </a:extLst>
            </p:cNvPr>
            <p:cNvSpPr/>
            <p:nvPr/>
          </p:nvSpPr>
          <p:spPr>
            <a:xfrm rot="472545">
              <a:off x="2575298" y="4605612"/>
              <a:ext cx="1249222" cy="198243"/>
            </a:xfrm>
            <a:custGeom>
              <a:avLst/>
              <a:gdLst>
                <a:gd name="connsiteX0" fmla="*/ 1236055 w 1249222"/>
                <a:gd name="connsiteY0" fmla="*/ 192168 h 198243"/>
                <a:gd name="connsiteX1" fmla="*/ 1158748 w 1249222"/>
                <a:gd name="connsiteY1" fmla="*/ 197748 h 198243"/>
                <a:gd name="connsiteX2" fmla="*/ 1094011 w 1249222"/>
                <a:gd name="connsiteY2" fmla="*/ 190555 h 198243"/>
                <a:gd name="connsiteX3" fmla="*/ 1073844 w 1249222"/>
                <a:gd name="connsiteY3" fmla="*/ 168237 h 198243"/>
                <a:gd name="connsiteX4" fmla="*/ 1046350 w 1249222"/>
                <a:gd name="connsiteY4" fmla="*/ 170455 h 198243"/>
                <a:gd name="connsiteX5" fmla="*/ 997074 w 1249222"/>
                <a:gd name="connsiteY5" fmla="*/ 179665 h 198243"/>
                <a:gd name="connsiteX6" fmla="*/ 972067 w 1249222"/>
                <a:gd name="connsiteY6" fmla="*/ 170119 h 198243"/>
                <a:gd name="connsiteX7" fmla="*/ 939665 w 1249222"/>
                <a:gd name="connsiteY7" fmla="*/ 173211 h 198243"/>
                <a:gd name="connsiteX8" fmla="*/ 909078 w 1249222"/>
                <a:gd name="connsiteY8" fmla="*/ 148876 h 198243"/>
                <a:gd name="connsiteX9" fmla="*/ 843736 w 1249222"/>
                <a:gd name="connsiteY9" fmla="*/ 160573 h 198243"/>
                <a:gd name="connsiteX10" fmla="*/ 839367 w 1249222"/>
                <a:gd name="connsiteY10" fmla="*/ 125616 h 198243"/>
                <a:gd name="connsiteX11" fmla="*/ 775370 w 1249222"/>
                <a:gd name="connsiteY11" fmla="*/ 144842 h 198243"/>
                <a:gd name="connsiteX12" fmla="*/ 754732 w 1249222"/>
                <a:gd name="connsiteY12" fmla="*/ 132205 h 198243"/>
                <a:gd name="connsiteX13" fmla="*/ 703373 w 1249222"/>
                <a:gd name="connsiteY13" fmla="*/ 143431 h 198243"/>
                <a:gd name="connsiteX14" fmla="*/ 709692 w 1249222"/>
                <a:gd name="connsiteY14" fmla="*/ 136171 h 198243"/>
                <a:gd name="connsiteX15" fmla="*/ 609730 w 1249222"/>
                <a:gd name="connsiteY15" fmla="*/ 144641 h 198243"/>
                <a:gd name="connsiteX16" fmla="*/ 576521 w 1249222"/>
                <a:gd name="connsiteY16" fmla="*/ 113987 h 198243"/>
                <a:gd name="connsiteX17" fmla="*/ 552724 w 1249222"/>
                <a:gd name="connsiteY17" fmla="*/ 148741 h 198243"/>
                <a:gd name="connsiteX18" fmla="*/ 498004 w 1249222"/>
                <a:gd name="connsiteY18" fmla="*/ 133078 h 198243"/>
                <a:gd name="connsiteX19" fmla="*/ 503314 w 1249222"/>
                <a:gd name="connsiteY19" fmla="*/ 138591 h 198243"/>
                <a:gd name="connsiteX20" fmla="*/ 431586 w 1249222"/>
                <a:gd name="connsiteY20" fmla="*/ 108206 h 198243"/>
                <a:gd name="connsiteX21" fmla="*/ 364362 w 1249222"/>
                <a:gd name="connsiteY21" fmla="*/ 95702 h 198243"/>
                <a:gd name="connsiteX22" fmla="*/ 279795 w 1249222"/>
                <a:gd name="connsiteY22" fmla="*/ 98323 h 198243"/>
                <a:gd name="connsiteX23" fmla="*/ 244032 w 1249222"/>
                <a:gd name="connsiteY23" fmla="*/ 90055 h 198243"/>
                <a:gd name="connsiteX24" fmla="*/ 228906 w 1249222"/>
                <a:gd name="connsiteY24" fmla="*/ 84475 h 198243"/>
                <a:gd name="connsiteX25" fmla="*/ 156035 w 1249222"/>
                <a:gd name="connsiteY25" fmla="*/ 113516 h 198243"/>
                <a:gd name="connsiteX26" fmla="*/ 131230 w 1249222"/>
                <a:gd name="connsiteY26" fmla="*/ 88307 h 198243"/>
                <a:gd name="connsiteX27" fmla="*/ 93316 w 1249222"/>
                <a:gd name="connsiteY27" fmla="*/ 68140 h 198243"/>
                <a:gd name="connsiteX28" fmla="*/ 65888 w 1249222"/>
                <a:gd name="connsiteY28" fmla="*/ 63838 h 198243"/>
                <a:gd name="connsiteX29" fmla="*/ 35839 w 1249222"/>
                <a:gd name="connsiteY29" fmla="*/ 35066 h 198243"/>
                <a:gd name="connsiteX30" fmla="*/ -193 w 1249222"/>
                <a:gd name="connsiteY30" fmla="*/ -496 h 198243"/>
                <a:gd name="connsiteX31" fmla="*/ 78661 w 1249222"/>
                <a:gd name="connsiteY31" fmla="*/ 42595 h 198243"/>
                <a:gd name="connsiteX32" fmla="*/ 155632 w 1249222"/>
                <a:gd name="connsiteY32" fmla="*/ 49317 h 198243"/>
                <a:gd name="connsiteX33" fmla="*/ 256468 w 1249222"/>
                <a:gd name="connsiteY33" fmla="*/ 73115 h 198243"/>
                <a:gd name="connsiteX34" fmla="*/ 297138 w 1249222"/>
                <a:gd name="connsiteY34" fmla="*/ 78694 h 198243"/>
                <a:gd name="connsiteX35" fmla="*/ 318112 w 1249222"/>
                <a:gd name="connsiteY35" fmla="*/ 61888 h 198243"/>
                <a:gd name="connsiteX36" fmla="*/ 396495 w 1249222"/>
                <a:gd name="connsiteY36" fmla="*/ 70089 h 198243"/>
                <a:gd name="connsiteX37" fmla="*/ 422041 w 1249222"/>
                <a:gd name="connsiteY37" fmla="*/ 68005 h 198243"/>
                <a:gd name="connsiteX38" fmla="*/ 443687 w 1249222"/>
                <a:gd name="connsiteY38" fmla="*/ 50863 h 198243"/>
                <a:gd name="connsiteX39" fmla="*/ 470576 w 1249222"/>
                <a:gd name="connsiteY39" fmla="*/ 73787 h 198243"/>
                <a:gd name="connsiteX40" fmla="*/ 509633 w 1249222"/>
                <a:gd name="connsiteY40" fmla="*/ 79232 h 198243"/>
                <a:gd name="connsiteX41" fmla="*/ 563883 w 1249222"/>
                <a:gd name="connsiteY41" fmla="*/ 84274 h 198243"/>
                <a:gd name="connsiteX42" fmla="*/ 630099 w 1249222"/>
                <a:gd name="connsiteY42" fmla="*/ 99265 h 198243"/>
                <a:gd name="connsiteX43" fmla="*/ 759639 w 1249222"/>
                <a:gd name="connsiteY43" fmla="*/ 95836 h 198243"/>
                <a:gd name="connsiteX44" fmla="*/ 806696 w 1249222"/>
                <a:gd name="connsiteY44" fmla="*/ 80442 h 198243"/>
                <a:gd name="connsiteX45" fmla="*/ 885415 w 1249222"/>
                <a:gd name="connsiteY45" fmla="*/ 110088 h 198243"/>
                <a:gd name="connsiteX46" fmla="*/ 915599 w 1249222"/>
                <a:gd name="connsiteY46" fmla="*/ 110088 h 198243"/>
                <a:gd name="connsiteX47" fmla="*/ 938791 w 1249222"/>
                <a:gd name="connsiteY47" fmla="*/ 117886 h 198243"/>
                <a:gd name="connsiteX48" fmla="*/ 1004738 w 1249222"/>
                <a:gd name="connsiteY48" fmla="*/ 129919 h 198243"/>
                <a:gd name="connsiteX49" fmla="*/ 1085407 w 1249222"/>
                <a:gd name="connsiteY49" fmla="*/ 138860 h 198243"/>
                <a:gd name="connsiteX50" fmla="*/ 1126682 w 1249222"/>
                <a:gd name="connsiteY50" fmla="*/ 153044 h 198243"/>
                <a:gd name="connsiteX51" fmla="*/ 1172193 w 1249222"/>
                <a:gd name="connsiteY51" fmla="*/ 151296 h 198243"/>
                <a:gd name="connsiteX52" fmla="*/ 1204326 w 1249222"/>
                <a:gd name="connsiteY52" fmla="*/ 173614 h 198243"/>
                <a:gd name="connsiteX53" fmla="*/ 1249030 w 1249222"/>
                <a:gd name="connsiteY53" fmla="*/ 192101 h 198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1249222" h="198243">
                  <a:moveTo>
                    <a:pt x="1236055" y="192168"/>
                  </a:moveTo>
                  <a:cubicBezTo>
                    <a:pt x="1210154" y="190716"/>
                    <a:pt x="1184172" y="192592"/>
                    <a:pt x="1158748" y="197748"/>
                  </a:cubicBezTo>
                  <a:cubicBezTo>
                    <a:pt x="1175083" y="166153"/>
                    <a:pt x="1101406" y="194252"/>
                    <a:pt x="1094011" y="190555"/>
                  </a:cubicBezTo>
                  <a:cubicBezTo>
                    <a:pt x="1083457" y="185244"/>
                    <a:pt x="1097171" y="171598"/>
                    <a:pt x="1073844" y="168237"/>
                  </a:cubicBezTo>
                  <a:cubicBezTo>
                    <a:pt x="1064621" y="167625"/>
                    <a:pt x="1055357" y="168371"/>
                    <a:pt x="1046350" y="170455"/>
                  </a:cubicBezTo>
                  <a:cubicBezTo>
                    <a:pt x="1030350" y="173211"/>
                    <a:pt x="1014014" y="182085"/>
                    <a:pt x="997074" y="179665"/>
                  </a:cubicBezTo>
                  <a:cubicBezTo>
                    <a:pt x="987663" y="178320"/>
                    <a:pt x="981075" y="171127"/>
                    <a:pt x="972067" y="170119"/>
                  </a:cubicBezTo>
                  <a:cubicBezTo>
                    <a:pt x="959227" y="168640"/>
                    <a:pt x="954790" y="176841"/>
                    <a:pt x="939665" y="173211"/>
                  </a:cubicBezTo>
                  <a:cubicBezTo>
                    <a:pt x="935430" y="172270"/>
                    <a:pt x="904372" y="153044"/>
                    <a:pt x="909078" y="148876"/>
                  </a:cubicBezTo>
                  <a:cubicBezTo>
                    <a:pt x="900474" y="155598"/>
                    <a:pt x="840980" y="192101"/>
                    <a:pt x="843736" y="160573"/>
                  </a:cubicBezTo>
                  <a:cubicBezTo>
                    <a:pt x="845551" y="139868"/>
                    <a:pt x="900339" y="117079"/>
                    <a:pt x="839367" y="125616"/>
                  </a:cubicBezTo>
                  <a:cubicBezTo>
                    <a:pt x="820477" y="128306"/>
                    <a:pt x="793251" y="145784"/>
                    <a:pt x="775370" y="144842"/>
                  </a:cubicBezTo>
                  <a:cubicBezTo>
                    <a:pt x="771672" y="144842"/>
                    <a:pt x="761925" y="133549"/>
                    <a:pt x="754732" y="132205"/>
                  </a:cubicBezTo>
                  <a:cubicBezTo>
                    <a:pt x="739136" y="129381"/>
                    <a:pt x="717288" y="138389"/>
                    <a:pt x="703373" y="143431"/>
                  </a:cubicBezTo>
                  <a:cubicBezTo>
                    <a:pt x="704785" y="141884"/>
                    <a:pt x="710499" y="138523"/>
                    <a:pt x="709692" y="136171"/>
                  </a:cubicBezTo>
                  <a:cubicBezTo>
                    <a:pt x="710566" y="138591"/>
                    <a:pt x="620822" y="175900"/>
                    <a:pt x="609730" y="144641"/>
                  </a:cubicBezTo>
                  <a:cubicBezTo>
                    <a:pt x="601125" y="120575"/>
                    <a:pt x="624519" y="103298"/>
                    <a:pt x="576521" y="113987"/>
                  </a:cubicBezTo>
                  <a:cubicBezTo>
                    <a:pt x="550371" y="119835"/>
                    <a:pt x="545464" y="127432"/>
                    <a:pt x="552724" y="148741"/>
                  </a:cubicBezTo>
                  <a:cubicBezTo>
                    <a:pt x="553732" y="151699"/>
                    <a:pt x="498004" y="133347"/>
                    <a:pt x="498004" y="133078"/>
                  </a:cubicBezTo>
                  <a:cubicBezTo>
                    <a:pt x="498004" y="134289"/>
                    <a:pt x="502037" y="138120"/>
                    <a:pt x="503314" y="138591"/>
                  </a:cubicBezTo>
                  <a:cubicBezTo>
                    <a:pt x="478771" y="130040"/>
                    <a:pt x="454806" y="119889"/>
                    <a:pt x="431586" y="108206"/>
                  </a:cubicBezTo>
                  <a:cubicBezTo>
                    <a:pt x="399453" y="91937"/>
                    <a:pt x="400596" y="82324"/>
                    <a:pt x="364362" y="95702"/>
                  </a:cubicBezTo>
                  <a:cubicBezTo>
                    <a:pt x="328129" y="109080"/>
                    <a:pt x="313944" y="110155"/>
                    <a:pt x="279795" y="98323"/>
                  </a:cubicBezTo>
                  <a:cubicBezTo>
                    <a:pt x="268098" y="94666"/>
                    <a:pt x="256145" y="91903"/>
                    <a:pt x="244032" y="90055"/>
                  </a:cubicBezTo>
                  <a:cubicBezTo>
                    <a:pt x="239729" y="89316"/>
                    <a:pt x="238183" y="85013"/>
                    <a:pt x="228906" y="84475"/>
                  </a:cubicBezTo>
                  <a:cubicBezTo>
                    <a:pt x="202017" y="82727"/>
                    <a:pt x="178152" y="115802"/>
                    <a:pt x="156035" y="113516"/>
                  </a:cubicBezTo>
                  <a:cubicBezTo>
                    <a:pt x="144406" y="112306"/>
                    <a:pt x="138355" y="95030"/>
                    <a:pt x="131230" y="88307"/>
                  </a:cubicBezTo>
                  <a:cubicBezTo>
                    <a:pt x="120716" y="78190"/>
                    <a:pt x="107580" y="71205"/>
                    <a:pt x="93316" y="68140"/>
                  </a:cubicBezTo>
                  <a:cubicBezTo>
                    <a:pt x="83165" y="65720"/>
                    <a:pt x="75770" y="68140"/>
                    <a:pt x="65888" y="63838"/>
                  </a:cubicBezTo>
                  <a:cubicBezTo>
                    <a:pt x="52914" y="57989"/>
                    <a:pt x="46124" y="43670"/>
                    <a:pt x="35839" y="35066"/>
                  </a:cubicBezTo>
                  <a:cubicBezTo>
                    <a:pt x="18159" y="20478"/>
                    <a:pt x="8949" y="19671"/>
                    <a:pt x="-193" y="-496"/>
                  </a:cubicBezTo>
                  <a:cubicBezTo>
                    <a:pt x="23940" y="14495"/>
                    <a:pt x="51099" y="32511"/>
                    <a:pt x="78661" y="42595"/>
                  </a:cubicBezTo>
                  <a:cubicBezTo>
                    <a:pt x="104340" y="52006"/>
                    <a:pt x="128944" y="48443"/>
                    <a:pt x="155632" y="49317"/>
                  </a:cubicBezTo>
                  <a:cubicBezTo>
                    <a:pt x="195966" y="50259"/>
                    <a:pt x="219091" y="58191"/>
                    <a:pt x="256468" y="73115"/>
                  </a:cubicBezTo>
                  <a:cubicBezTo>
                    <a:pt x="269240" y="78291"/>
                    <a:pt x="282887" y="84072"/>
                    <a:pt x="297138" y="78694"/>
                  </a:cubicBezTo>
                  <a:cubicBezTo>
                    <a:pt x="306348" y="75266"/>
                    <a:pt x="309709" y="65249"/>
                    <a:pt x="318112" y="61888"/>
                  </a:cubicBezTo>
                  <a:cubicBezTo>
                    <a:pt x="339759" y="53418"/>
                    <a:pt x="372765" y="68611"/>
                    <a:pt x="396495" y="70089"/>
                  </a:cubicBezTo>
                  <a:cubicBezTo>
                    <a:pt x="405053" y="71495"/>
                    <a:pt x="413826" y="70775"/>
                    <a:pt x="422041" y="68005"/>
                  </a:cubicBezTo>
                  <a:cubicBezTo>
                    <a:pt x="428763" y="64846"/>
                    <a:pt x="432662" y="49721"/>
                    <a:pt x="443687" y="50863"/>
                  </a:cubicBezTo>
                  <a:cubicBezTo>
                    <a:pt x="444493" y="50863"/>
                    <a:pt x="466476" y="72106"/>
                    <a:pt x="470576" y="73787"/>
                  </a:cubicBezTo>
                  <a:cubicBezTo>
                    <a:pt x="485433" y="80509"/>
                    <a:pt x="493634" y="80106"/>
                    <a:pt x="509633" y="79232"/>
                  </a:cubicBezTo>
                  <a:cubicBezTo>
                    <a:pt x="531212" y="78022"/>
                    <a:pt x="546136" y="77686"/>
                    <a:pt x="563883" y="84274"/>
                  </a:cubicBezTo>
                  <a:cubicBezTo>
                    <a:pt x="587210" y="92878"/>
                    <a:pt x="604218" y="99601"/>
                    <a:pt x="630099" y="99265"/>
                  </a:cubicBezTo>
                  <a:cubicBezTo>
                    <a:pt x="674735" y="98660"/>
                    <a:pt x="714196" y="103836"/>
                    <a:pt x="759639" y="95836"/>
                  </a:cubicBezTo>
                  <a:cubicBezTo>
                    <a:pt x="775101" y="93080"/>
                    <a:pt x="793251" y="81450"/>
                    <a:pt x="806696" y="80442"/>
                  </a:cubicBezTo>
                  <a:cubicBezTo>
                    <a:pt x="833586" y="78425"/>
                    <a:pt x="858660" y="105517"/>
                    <a:pt x="885415" y="110088"/>
                  </a:cubicBezTo>
                  <a:cubicBezTo>
                    <a:pt x="895465" y="110659"/>
                    <a:pt x="905549" y="110659"/>
                    <a:pt x="915599" y="110088"/>
                  </a:cubicBezTo>
                  <a:cubicBezTo>
                    <a:pt x="929044" y="110962"/>
                    <a:pt x="928102" y="113314"/>
                    <a:pt x="938791" y="117886"/>
                  </a:cubicBezTo>
                  <a:cubicBezTo>
                    <a:pt x="959778" y="126148"/>
                    <a:pt x="982184" y="130235"/>
                    <a:pt x="1004738" y="129919"/>
                  </a:cubicBezTo>
                  <a:cubicBezTo>
                    <a:pt x="1034047" y="130725"/>
                    <a:pt x="1057374" y="129919"/>
                    <a:pt x="1085407" y="138860"/>
                  </a:cubicBezTo>
                  <a:cubicBezTo>
                    <a:pt x="1099255" y="143095"/>
                    <a:pt x="1112296" y="150355"/>
                    <a:pt x="1126682" y="153044"/>
                  </a:cubicBezTo>
                  <a:cubicBezTo>
                    <a:pt x="1141068" y="155733"/>
                    <a:pt x="1159958" y="147935"/>
                    <a:pt x="1172193" y="151296"/>
                  </a:cubicBezTo>
                  <a:cubicBezTo>
                    <a:pt x="1181738" y="153918"/>
                    <a:pt x="1192360" y="167631"/>
                    <a:pt x="1204326" y="173614"/>
                  </a:cubicBezTo>
                  <a:cubicBezTo>
                    <a:pt x="1218510" y="180337"/>
                    <a:pt x="1234375" y="185916"/>
                    <a:pt x="1249030" y="192101"/>
                  </a:cubicBezTo>
                  <a:close/>
                </a:path>
              </a:pathLst>
            </a:custGeom>
            <a:solidFill>
              <a:srgbClr val="210A00">
                <a:alpha val="45000"/>
              </a:srgbClr>
            </a:solidFill>
            <a:ln w="6712"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C2C36509-DEF8-47DD-A5F1-917413BEB667}"/>
                </a:ext>
              </a:extLst>
            </p:cNvPr>
            <p:cNvSpPr/>
            <p:nvPr/>
          </p:nvSpPr>
          <p:spPr>
            <a:xfrm rot="21260129">
              <a:off x="2766763" y="4197207"/>
              <a:ext cx="1723689" cy="214256"/>
            </a:xfrm>
            <a:custGeom>
              <a:avLst/>
              <a:gdLst>
                <a:gd name="connsiteX0" fmla="*/ 15941 w 1723689"/>
                <a:gd name="connsiteY0" fmla="*/ 174510 h 214256"/>
                <a:gd name="connsiteX1" fmla="*/ 118793 w 1723689"/>
                <a:gd name="connsiteY1" fmla="*/ 155485 h 214256"/>
                <a:gd name="connsiteX2" fmla="*/ 211294 w 1723689"/>
                <a:gd name="connsiteY2" fmla="*/ 150175 h 214256"/>
                <a:gd name="connsiteX3" fmla="*/ 222117 w 1723689"/>
                <a:gd name="connsiteY3" fmla="*/ 164493 h 214256"/>
                <a:gd name="connsiteX4" fmla="*/ 244301 w 1723689"/>
                <a:gd name="connsiteY4" fmla="*/ 166308 h 214256"/>
                <a:gd name="connsiteX5" fmla="*/ 278652 w 1723689"/>
                <a:gd name="connsiteY5" fmla="*/ 162208 h 214256"/>
                <a:gd name="connsiteX6" fmla="*/ 337607 w 1723689"/>
                <a:gd name="connsiteY6" fmla="*/ 148763 h 214256"/>
                <a:gd name="connsiteX7" fmla="*/ 388362 w 1723689"/>
                <a:gd name="connsiteY7" fmla="*/ 152124 h 214256"/>
                <a:gd name="connsiteX8" fmla="*/ 430914 w 1723689"/>
                <a:gd name="connsiteY8" fmla="*/ 145402 h 214256"/>
                <a:gd name="connsiteX9" fmla="*/ 485971 w 1723689"/>
                <a:gd name="connsiteY9" fmla="*/ 163552 h 214256"/>
                <a:gd name="connsiteX10" fmla="*/ 574908 w 1723689"/>
                <a:gd name="connsiteY10" fmla="*/ 152796 h 214256"/>
                <a:gd name="connsiteX11" fmla="*/ 586067 w 1723689"/>
                <a:gd name="connsiteY11" fmla="*/ 178140 h 214256"/>
                <a:gd name="connsiteX12" fmla="*/ 679239 w 1723689"/>
                <a:gd name="connsiteY12" fmla="*/ 159653 h 214256"/>
                <a:gd name="connsiteX13" fmla="*/ 719171 w 1723689"/>
                <a:gd name="connsiteY13" fmla="*/ 168527 h 214256"/>
                <a:gd name="connsiteX14" fmla="*/ 780277 w 1723689"/>
                <a:gd name="connsiteY14" fmla="*/ 158779 h 214256"/>
                <a:gd name="connsiteX15" fmla="*/ 771404 w 1723689"/>
                <a:gd name="connsiteY15" fmla="*/ 164695 h 214256"/>
                <a:gd name="connsiteX16" fmla="*/ 907599 w 1723689"/>
                <a:gd name="connsiteY16" fmla="*/ 150376 h 214256"/>
                <a:gd name="connsiteX17" fmla="*/ 914322 w 1723689"/>
                <a:gd name="connsiteY17" fmla="*/ 175316 h 214256"/>
                <a:gd name="connsiteX18" fmla="*/ 957681 w 1723689"/>
                <a:gd name="connsiteY18" fmla="*/ 170006 h 214256"/>
                <a:gd name="connsiteX19" fmla="*/ 975764 w 1723689"/>
                <a:gd name="connsiteY19" fmla="*/ 136394 h 214256"/>
                <a:gd name="connsiteX20" fmla="*/ 1050988 w 1723689"/>
                <a:gd name="connsiteY20" fmla="*/ 129671 h 214256"/>
                <a:gd name="connsiteX21" fmla="*/ 1039829 w 1723689"/>
                <a:gd name="connsiteY21" fmla="*/ 127587 h 214256"/>
                <a:gd name="connsiteX22" fmla="*/ 1137371 w 1723689"/>
                <a:gd name="connsiteY22" fmla="*/ 126848 h 214256"/>
                <a:gd name="connsiteX23" fmla="*/ 1226173 w 1723689"/>
                <a:gd name="connsiteY23" fmla="*/ 147015 h 214256"/>
                <a:gd name="connsiteX24" fmla="*/ 1319010 w 1723689"/>
                <a:gd name="connsiteY24" fmla="*/ 115017 h 214256"/>
                <a:gd name="connsiteX25" fmla="*/ 1276525 w 1723689"/>
                <a:gd name="connsiteY25" fmla="*/ 76497 h 214256"/>
                <a:gd name="connsiteX26" fmla="*/ 1316859 w 1723689"/>
                <a:gd name="connsiteY26" fmla="*/ 66010 h 214256"/>
                <a:gd name="connsiteX27" fmla="*/ 1358807 w 1723689"/>
                <a:gd name="connsiteY27" fmla="*/ 56935 h 214256"/>
                <a:gd name="connsiteX28" fmla="*/ 1478465 w 1723689"/>
                <a:gd name="connsiteY28" fmla="*/ 131 h 214256"/>
                <a:gd name="connsiteX29" fmla="*/ 1637853 w 1723689"/>
                <a:gd name="connsiteY29" fmla="*/ 6853 h 214256"/>
                <a:gd name="connsiteX30" fmla="*/ 1723496 w 1723689"/>
                <a:gd name="connsiteY30" fmla="*/ 28566 h 214256"/>
                <a:gd name="connsiteX31" fmla="*/ 1487473 w 1723689"/>
                <a:gd name="connsiteY31" fmla="*/ 42011 h 214256"/>
                <a:gd name="connsiteX32" fmla="*/ 1318405 w 1723689"/>
                <a:gd name="connsiteY32" fmla="*/ 77774 h 214256"/>
                <a:gd name="connsiteX33" fmla="*/ 1349328 w 1723689"/>
                <a:gd name="connsiteY33" fmla="*/ 116159 h 214256"/>
                <a:gd name="connsiteX34" fmla="*/ 1383881 w 1723689"/>
                <a:gd name="connsiteY34" fmla="*/ 162409 h 214256"/>
                <a:gd name="connsiteX35" fmla="*/ 1216359 w 1723689"/>
                <a:gd name="connsiteY35" fmla="*/ 161871 h 214256"/>
                <a:gd name="connsiteX36" fmla="*/ 1181537 w 1723689"/>
                <a:gd name="connsiteY36" fmla="*/ 174174 h 214256"/>
                <a:gd name="connsiteX37" fmla="*/ 1088566 w 1723689"/>
                <a:gd name="connsiteY37" fmla="*/ 167451 h 214256"/>
                <a:gd name="connsiteX38" fmla="*/ 1002654 w 1723689"/>
                <a:gd name="connsiteY38" fmla="*/ 186341 h 214256"/>
                <a:gd name="connsiteX39" fmla="*/ 886356 w 1723689"/>
                <a:gd name="connsiteY39" fmla="*/ 191181 h 214256"/>
                <a:gd name="connsiteX40" fmla="*/ 759169 w 1723689"/>
                <a:gd name="connsiteY40" fmla="*/ 194946 h 214256"/>
                <a:gd name="connsiteX41" fmla="*/ 636015 w 1723689"/>
                <a:gd name="connsiteY41" fmla="*/ 213365 h 214256"/>
                <a:gd name="connsiteX42" fmla="*/ 538809 w 1723689"/>
                <a:gd name="connsiteY42" fmla="*/ 194408 h 214256"/>
                <a:gd name="connsiteX43" fmla="*/ 456258 w 1723689"/>
                <a:gd name="connsiteY43" fmla="*/ 194408 h 214256"/>
                <a:gd name="connsiteX44" fmla="*/ 225948 w 1723689"/>
                <a:gd name="connsiteY44" fmla="*/ 188896 h 214256"/>
                <a:gd name="connsiteX45" fmla="*/ 147296 w 1723689"/>
                <a:gd name="connsiteY45" fmla="*/ 188896 h 214256"/>
                <a:gd name="connsiteX46" fmla="*/ 93921 w 1723689"/>
                <a:gd name="connsiteY46" fmla="*/ 185803 h 214256"/>
                <a:gd name="connsiteX47" fmla="*/ -193 w 1723689"/>
                <a:gd name="connsiteY47" fmla="*/ 177131 h 214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723689" h="214256">
                  <a:moveTo>
                    <a:pt x="15941" y="174510"/>
                  </a:moveTo>
                  <a:cubicBezTo>
                    <a:pt x="50628" y="170597"/>
                    <a:pt x="85000" y="164245"/>
                    <a:pt x="118793" y="155485"/>
                  </a:cubicBezTo>
                  <a:cubicBezTo>
                    <a:pt x="112676" y="186072"/>
                    <a:pt x="199462" y="146948"/>
                    <a:pt x="211294" y="150175"/>
                  </a:cubicBezTo>
                  <a:cubicBezTo>
                    <a:pt x="218823" y="152326"/>
                    <a:pt x="214050" y="161535"/>
                    <a:pt x="222117" y="164493"/>
                  </a:cubicBezTo>
                  <a:cubicBezTo>
                    <a:pt x="229357" y="166342"/>
                    <a:pt x="236859" y="166954"/>
                    <a:pt x="244301" y="166308"/>
                  </a:cubicBezTo>
                  <a:cubicBezTo>
                    <a:pt x="255856" y="166086"/>
                    <a:pt x="267365" y="164715"/>
                    <a:pt x="278652" y="162208"/>
                  </a:cubicBezTo>
                  <a:cubicBezTo>
                    <a:pt x="298819" y="158376"/>
                    <a:pt x="317373" y="150780"/>
                    <a:pt x="337607" y="148763"/>
                  </a:cubicBezTo>
                  <a:cubicBezTo>
                    <a:pt x="355691" y="146813"/>
                    <a:pt x="371219" y="152796"/>
                    <a:pt x="388362" y="152124"/>
                  </a:cubicBezTo>
                  <a:cubicBezTo>
                    <a:pt x="403420" y="151519"/>
                    <a:pt x="415251" y="145402"/>
                    <a:pt x="430914" y="145402"/>
                  </a:cubicBezTo>
                  <a:cubicBezTo>
                    <a:pt x="430914" y="145402"/>
                    <a:pt x="489332" y="157905"/>
                    <a:pt x="485971" y="163552"/>
                  </a:cubicBezTo>
                  <a:cubicBezTo>
                    <a:pt x="497197" y="144864"/>
                    <a:pt x="583513" y="128730"/>
                    <a:pt x="574908" y="152796"/>
                  </a:cubicBezTo>
                  <a:cubicBezTo>
                    <a:pt x="566303" y="176863"/>
                    <a:pt x="510911" y="187215"/>
                    <a:pt x="586067" y="178140"/>
                  </a:cubicBezTo>
                  <a:cubicBezTo>
                    <a:pt x="615310" y="174577"/>
                    <a:pt x="650064" y="158645"/>
                    <a:pt x="679239" y="159653"/>
                  </a:cubicBezTo>
                  <a:cubicBezTo>
                    <a:pt x="691340" y="160057"/>
                    <a:pt x="701692" y="169535"/>
                    <a:pt x="719171" y="168527"/>
                  </a:cubicBezTo>
                  <a:cubicBezTo>
                    <a:pt x="739775" y="166960"/>
                    <a:pt x="760211" y="163707"/>
                    <a:pt x="780277" y="158779"/>
                  </a:cubicBezTo>
                  <a:cubicBezTo>
                    <a:pt x="779134" y="159452"/>
                    <a:pt x="771135" y="162678"/>
                    <a:pt x="771404" y="164695"/>
                  </a:cubicBezTo>
                  <a:cubicBezTo>
                    <a:pt x="770798" y="160393"/>
                    <a:pt x="892407" y="133369"/>
                    <a:pt x="907599" y="150376"/>
                  </a:cubicBezTo>
                  <a:cubicBezTo>
                    <a:pt x="912776" y="156158"/>
                    <a:pt x="908742" y="171350"/>
                    <a:pt x="914322" y="175316"/>
                  </a:cubicBezTo>
                  <a:cubicBezTo>
                    <a:pt x="922658" y="181165"/>
                    <a:pt x="947934" y="172224"/>
                    <a:pt x="957681" y="170006"/>
                  </a:cubicBezTo>
                  <a:cubicBezTo>
                    <a:pt x="987730" y="163283"/>
                    <a:pt x="999965" y="154074"/>
                    <a:pt x="975764" y="136394"/>
                  </a:cubicBezTo>
                  <a:cubicBezTo>
                    <a:pt x="974622" y="135520"/>
                    <a:pt x="1051055" y="130411"/>
                    <a:pt x="1050988" y="129671"/>
                  </a:cubicBezTo>
                  <a:cubicBezTo>
                    <a:pt x="1050921" y="128932"/>
                    <a:pt x="1041173" y="127251"/>
                    <a:pt x="1039829" y="127587"/>
                  </a:cubicBezTo>
                  <a:cubicBezTo>
                    <a:pt x="1067659" y="120865"/>
                    <a:pt x="1108061" y="126176"/>
                    <a:pt x="1137371" y="126848"/>
                  </a:cubicBezTo>
                  <a:cubicBezTo>
                    <a:pt x="1169168" y="127520"/>
                    <a:pt x="1196393" y="141839"/>
                    <a:pt x="1226173" y="147015"/>
                  </a:cubicBezTo>
                  <a:cubicBezTo>
                    <a:pt x="1250576" y="151049"/>
                    <a:pt x="1306372" y="138814"/>
                    <a:pt x="1319010" y="115017"/>
                  </a:cubicBezTo>
                  <a:cubicBezTo>
                    <a:pt x="1335614" y="83690"/>
                    <a:pt x="1298843" y="83623"/>
                    <a:pt x="1276525" y="76497"/>
                  </a:cubicBezTo>
                  <a:cubicBezTo>
                    <a:pt x="1289969" y="73002"/>
                    <a:pt x="1303414" y="70313"/>
                    <a:pt x="1316859" y="66010"/>
                  </a:cubicBezTo>
                  <a:cubicBezTo>
                    <a:pt x="1331850" y="61170"/>
                    <a:pt x="1346101" y="60296"/>
                    <a:pt x="1358807" y="56935"/>
                  </a:cubicBezTo>
                  <a:cubicBezTo>
                    <a:pt x="1404922" y="44700"/>
                    <a:pt x="1431005" y="-6726"/>
                    <a:pt x="1478465" y="131"/>
                  </a:cubicBezTo>
                  <a:cubicBezTo>
                    <a:pt x="1533723" y="8198"/>
                    <a:pt x="1583872" y="-5382"/>
                    <a:pt x="1637853" y="6853"/>
                  </a:cubicBezTo>
                  <a:cubicBezTo>
                    <a:pt x="1668440" y="13575"/>
                    <a:pt x="1695531" y="14046"/>
                    <a:pt x="1723496" y="28566"/>
                  </a:cubicBezTo>
                  <a:cubicBezTo>
                    <a:pt x="1638794" y="16265"/>
                    <a:pt x="1568881" y="16197"/>
                    <a:pt x="1487473" y="42011"/>
                  </a:cubicBezTo>
                  <a:cubicBezTo>
                    <a:pt x="1430736" y="60162"/>
                    <a:pt x="1377226" y="65405"/>
                    <a:pt x="1318405" y="77774"/>
                  </a:cubicBezTo>
                  <a:cubicBezTo>
                    <a:pt x="1337026" y="79321"/>
                    <a:pt x="1333060" y="112529"/>
                    <a:pt x="1349328" y="116159"/>
                  </a:cubicBezTo>
                  <a:cubicBezTo>
                    <a:pt x="1525051" y="155687"/>
                    <a:pt x="1412787" y="159384"/>
                    <a:pt x="1383881" y="162409"/>
                  </a:cubicBezTo>
                  <a:cubicBezTo>
                    <a:pt x="1354975" y="165435"/>
                    <a:pt x="1245467" y="158645"/>
                    <a:pt x="1216359" y="161871"/>
                  </a:cubicBezTo>
                  <a:cubicBezTo>
                    <a:pt x="1198007" y="163955"/>
                    <a:pt x="1197066" y="170745"/>
                    <a:pt x="1181537" y="174174"/>
                  </a:cubicBezTo>
                  <a:cubicBezTo>
                    <a:pt x="1153101" y="180425"/>
                    <a:pt x="1123388" y="159720"/>
                    <a:pt x="1088566" y="167451"/>
                  </a:cubicBezTo>
                  <a:cubicBezTo>
                    <a:pt x="1056366" y="174711"/>
                    <a:pt x="1036064" y="185198"/>
                    <a:pt x="1002654" y="186341"/>
                  </a:cubicBezTo>
                  <a:cubicBezTo>
                    <a:pt x="978117" y="198105"/>
                    <a:pt x="919162" y="187887"/>
                    <a:pt x="886356" y="191181"/>
                  </a:cubicBezTo>
                  <a:cubicBezTo>
                    <a:pt x="844341" y="195282"/>
                    <a:pt x="801520" y="193063"/>
                    <a:pt x="759169" y="194946"/>
                  </a:cubicBezTo>
                  <a:cubicBezTo>
                    <a:pt x="716818" y="196828"/>
                    <a:pt x="676282" y="208996"/>
                    <a:pt x="636015" y="213365"/>
                  </a:cubicBezTo>
                  <a:cubicBezTo>
                    <a:pt x="604823" y="216726"/>
                    <a:pt x="570202" y="197635"/>
                    <a:pt x="538809" y="194408"/>
                  </a:cubicBezTo>
                  <a:cubicBezTo>
                    <a:pt x="510911" y="191585"/>
                    <a:pt x="483013" y="199450"/>
                    <a:pt x="456258" y="194408"/>
                  </a:cubicBezTo>
                  <a:cubicBezTo>
                    <a:pt x="381370" y="180963"/>
                    <a:pt x="303256" y="196223"/>
                    <a:pt x="225948" y="188896"/>
                  </a:cubicBezTo>
                  <a:cubicBezTo>
                    <a:pt x="199859" y="185266"/>
                    <a:pt x="173386" y="185266"/>
                    <a:pt x="147296" y="188896"/>
                  </a:cubicBezTo>
                  <a:cubicBezTo>
                    <a:pt x="119197" y="193870"/>
                    <a:pt x="119062" y="193198"/>
                    <a:pt x="93921" y="185803"/>
                  </a:cubicBezTo>
                  <a:cubicBezTo>
                    <a:pt x="65082" y="177333"/>
                    <a:pt x="29789" y="179619"/>
                    <a:pt x="-193" y="177131"/>
                  </a:cubicBezTo>
                  <a:close/>
                </a:path>
              </a:pathLst>
            </a:custGeom>
            <a:solidFill>
              <a:srgbClr val="210A00">
                <a:alpha val="45000"/>
              </a:srgbClr>
            </a:solidFill>
            <a:ln w="6712" cap="flat">
              <a:noFill/>
              <a:prstDash val="solid"/>
              <a:miter/>
            </a:ln>
          </p:spPr>
          <p:txBody>
            <a:bodyPr rtlCol="0" anchor="ctr"/>
            <a:lstStyle/>
            <a:p>
              <a:endParaRPr lang="en-US"/>
            </a:p>
          </p:txBody>
        </p:sp>
      </p:grpSp>
      <p:sp>
        <p:nvSpPr>
          <p:cNvPr id="28" name="Rectangle: Rounded Corners 27">
            <a:extLst>
              <a:ext uri="{FF2B5EF4-FFF2-40B4-BE49-F238E27FC236}">
                <a16:creationId xmlns:a16="http://schemas.microsoft.com/office/drawing/2014/main" id="{FC5BB7E7-89C2-43C1-A12B-60BAEB7C62B1}"/>
              </a:ext>
            </a:extLst>
          </p:cNvPr>
          <p:cNvSpPr/>
          <p:nvPr/>
        </p:nvSpPr>
        <p:spPr bwMode="auto">
          <a:xfrm>
            <a:off x="5293285" y="4215768"/>
            <a:ext cx="903972" cy="182460"/>
          </a:xfrm>
          <a:prstGeom prst="roundRect">
            <a:avLst>
              <a:gd name="adj" fmla="val 8166"/>
            </a:avLst>
          </a:prstGeom>
          <a:solidFill>
            <a:schemeClr val="bg1"/>
          </a:solidFill>
          <a:ln>
            <a:noFill/>
          </a:ln>
        </p:spPr>
        <p:txBody>
          <a:bodyPr vert="horz" wrap="square" lIns="0" tIns="0" rIns="0" bIns="0" numCol="1" rtlCol="0" anchor="ctr" anchorCtr="0" compatLnSpc="1">
            <a:prstTxWarp prst="textNoShape">
              <a:avLst/>
            </a:prstTxWarp>
          </a:bodyPr>
          <a:lstStyle/>
          <a:p>
            <a:pPr algn="ctr"/>
            <a:r>
              <a:rPr lang="en-US" sz="1000" dirty="0">
                <a:solidFill>
                  <a:schemeClr val="accent2"/>
                </a:solidFill>
              </a:rPr>
              <a:t>Emulsification</a:t>
            </a:r>
          </a:p>
        </p:txBody>
      </p:sp>
      <p:sp>
        <p:nvSpPr>
          <p:cNvPr id="29" name="Rectangle: Rounded Corners 28">
            <a:extLst>
              <a:ext uri="{FF2B5EF4-FFF2-40B4-BE49-F238E27FC236}">
                <a16:creationId xmlns:a16="http://schemas.microsoft.com/office/drawing/2014/main" id="{ED47B441-19F2-4C42-93D0-62E87A388895}"/>
              </a:ext>
            </a:extLst>
          </p:cNvPr>
          <p:cNvSpPr/>
          <p:nvPr/>
        </p:nvSpPr>
        <p:spPr bwMode="auto">
          <a:xfrm>
            <a:off x="3330916" y="4314113"/>
            <a:ext cx="690782" cy="182460"/>
          </a:xfrm>
          <a:prstGeom prst="roundRect">
            <a:avLst>
              <a:gd name="adj" fmla="val 8166"/>
            </a:avLst>
          </a:prstGeom>
          <a:solidFill>
            <a:schemeClr val="bg1"/>
          </a:solidFill>
          <a:ln>
            <a:noFill/>
          </a:ln>
        </p:spPr>
        <p:txBody>
          <a:bodyPr vert="horz" wrap="square" lIns="0" tIns="0" rIns="0" bIns="0" numCol="1" rtlCol="0" anchor="ctr" anchorCtr="0" compatLnSpc="1">
            <a:prstTxWarp prst="textNoShape">
              <a:avLst/>
            </a:prstTxWarp>
          </a:bodyPr>
          <a:lstStyle/>
          <a:p>
            <a:pPr algn="ctr"/>
            <a:r>
              <a:rPr lang="en-US" sz="1000" dirty="0">
                <a:solidFill>
                  <a:schemeClr val="accent2"/>
                </a:solidFill>
              </a:rPr>
              <a:t>Stranding</a:t>
            </a:r>
          </a:p>
        </p:txBody>
      </p:sp>
      <p:sp>
        <p:nvSpPr>
          <p:cNvPr id="30" name="Rectangle: Rounded Corners 29">
            <a:extLst>
              <a:ext uri="{FF2B5EF4-FFF2-40B4-BE49-F238E27FC236}">
                <a16:creationId xmlns:a16="http://schemas.microsoft.com/office/drawing/2014/main" id="{2A082636-89CB-462C-8246-AADCF2FD967A}"/>
              </a:ext>
            </a:extLst>
          </p:cNvPr>
          <p:cNvSpPr/>
          <p:nvPr/>
        </p:nvSpPr>
        <p:spPr bwMode="auto">
          <a:xfrm>
            <a:off x="9382750" y="5531264"/>
            <a:ext cx="903972" cy="182460"/>
          </a:xfrm>
          <a:prstGeom prst="roundRect">
            <a:avLst>
              <a:gd name="adj" fmla="val 8166"/>
            </a:avLst>
          </a:prstGeom>
          <a:solidFill>
            <a:srgbClr val="FFC000"/>
          </a:solidFill>
          <a:ln>
            <a:solidFill>
              <a:srgbClr val="FFC000"/>
            </a:solidFill>
          </a:ln>
        </p:spPr>
        <p:txBody>
          <a:bodyPr vert="horz" wrap="square" lIns="0" tIns="0" rIns="0" bIns="0" numCol="1" rtlCol="0" anchor="ctr" anchorCtr="0" compatLnSpc="1">
            <a:prstTxWarp prst="textNoShape">
              <a:avLst/>
            </a:prstTxWarp>
          </a:bodyPr>
          <a:lstStyle/>
          <a:p>
            <a:pPr algn="ctr"/>
            <a:r>
              <a:rPr lang="en-US" sz="1000" dirty="0">
                <a:solidFill>
                  <a:schemeClr val="accent2"/>
                </a:solidFill>
              </a:rPr>
              <a:t>Sedimentation</a:t>
            </a:r>
          </a:p>
        </p:txBody>
      </p:sp>
      <p:pic>
        <p:nvPicPr>
          <p:cNvPr id="3" name="Graphic 2">
            <a:extLst>
              <a:ext uri="{FF2B5EF4-FFF2-40B4-BE49-F238E27FC236}">
                <a16:creationId xmlns:a16="http://schemas.microsoft.com/office/drawing/2014/main" id="{383C56E5-2A74-4D78-AB59-A0FA3A51117A}"/>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rot="2911017" flipV="1">
            <a:off x="9651127" y="5201967"/>
            <a:ext cx="530244" cy="226968"/>
          </a:xfrm>
          <a:prstGeom prst="rect">
            <a:avLst/>
          </a:prstGeom>
        </p:spPr>
      </p:pic>
      <p:sp>
        <p:nvSpPr>
          <p:cNvPr id="31" name="Oval 30">
            <a:extLst>
              <a:ext uri="{FF2B5EF4-FFF2-40B4-BE49-F238E27FC236}">
                <a16:creationId xmlns:a16="http://schemas.microsoft.com/office/drawing/2014/main" id="{35287A6B-6E1B-44F2-811B-6ED99987F9EC}"/>
              </a:ext>
            </a:extLst>
          </p:cNvPr>
          <p:cNvSpPr/>
          <p:nvPr/>
        </p:nvSpPr>
        <p:spPr bwMode="auto">
          <a:xfrm>
            <a:off x="9398044" y="5085714"/>
            <a:ext cx="218810" cy="218810"/>
          </a:xfrm>
          <a:prstGeom prst="ellipse">
            <a:avLst/>
          </a:prstGeom>
          <a:solidFill>
            <a:srgbClr val="FFC000">
              <a:alpha val="65000"/>
            </a:srgbClr>
          </a:solidFill>
          <a:ln w="12700">
            <a:solidFill>
              <a:schemeClr val="bg1"/>
            </a:solidFill>
          </a:ln>
        </p:spPr>
        <p:txBody>
          <a:bodyPr vert="horz" wrap="square" lIns="91440" tIns="45720" rIns="91440" bIns="45720" numCol="1" rtlCol="0" anchor="t" anchorCtr="0" compatLnSpc="1">
            <a:prstTxWarp prst="textNoShape">
              <a:avLst/>
            </a:prstTxWarp>
          </a:bodyPr>
          <a:lstStyle/>
          <a:p>
            <a:pPr algn="ctr"/>
            <a:endParaRPr lang="en-US"/>
          </a:p>
        </p:txBody>
      </p:sp>
    </p:spTree>
    <p:extLst>
      <p:ext uri="{BB962C8B-B14F-4D97-AF65-F5344CB8AC3E}">
        <p14:creationId xmlns:p14="http://schemas.microsoft.com/office/powerpoint/2010/main" val="2732707145"/>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p:cTn id="7" dur="500" fill="hold"/>
                                        <p:tgtEl>
                                          <p:spTgt spid="31"/>
                                        </p:tgtEl>
                                        <p:attrNameLst>
                                          <p:attrName>ppt_w</p:attrName>
                                        </p:attrNameLst>
                                      </p:cBhvr>
                                      <p:tavLst>
                                        <p:tav tm="0">
                                          <p:val>
                                            <p:fltVal val="0"/>
                                          </p:val>
                                        </p:tav>
                                        <p:tav tm="100000">
                                          <p:val>
                                            <p:strVal val="#ppt_w"/>
                                          </p:val>
                                        </p:tav>
                                      </p:tavLst>
                                    </p:anim>
                                    <p:anim calcmode="lin" valueType="num">
                                      <p:cBhvr>
                                        <p:cTn id="8" dur="500" fill="hold"/>
                                        <p:tgtEl>
                                          <p:spTgt spid="31"/>
                                        </p:tgtEl>
                                        <p:attrNameLst>
                                          <p:attrName>ppt_h</p:attrName>
                                        </p:attrNameLst>
                                      </p:cBhvr>
                                      <p:tavLst>
                                        <p:tav tm="0">
                                          <p:val>
                                            <p:fltVal val="0"/>
                                          </p:val>
                                        </p:tav>
                                        <p:tav tm="100000">
                                          <p:val>
                                            <p:strVal val="#ppt_h"/>
                                          </p:val>
                                        </p:tav>
                                      </p:tavLst>
                                    </p:anim>
                                    <p:animEffect transition="in" filter="fade">
                                      <p:cBhvr>
                                        <p:cTn id="9" dur="500"/>
                                        <p:tgtEl>
                                          <p:spTgt spid="31"/>
                                        </p:tgtEl>
                                      </p:cBhvr>
                                    </p:animEffect>
                                  </p:childTnLst>
                                </p:cTn>
                              </p:par>
                            </p:childTnLst>
                          </p:cTn>
                        </p:par>
                        <p:par>
                          <p:cTn id="10" fill="hold">
                            <p:stCondLst>
                              <p:cond delay="500"/>
                            </p:stCondLst>
                            <p:childTnLst>
                              <p:par>
                                <p:cTn id="11" presetID="22" presetClass="entr" presetSubtype="1" fill="hold" nodeType="after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up)">
                                      <p:cBhvr>
                                        <p:cTn id="13" dur="500"/>
                                        <p:tgtEl>
                                          <p:spTgt spid="3"/>
                                        </p:tgtEl>
                                      </p:cBhvr>
                                    </p:animEffect>
                                  </p:childTnLst>
                                </p:cTn>
                              </p:par>
                            </p:childTnLst>
                          </p:cTn>
                        </p:par>
                        <p:par>
                          <p:cTn id="14" fill="hold">
                            <p:stCondLst>
                              <p:cond delay="1000"/>
                            </p:stCondLst>
                            <p:childTnLst>
                              <p:par>
                                <p:cTn id="15" presetID="22" presetClass="entr" presetSubtype="1" fill="hold" grpId="0" nodeType="after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wipe(up)">
                                      <p:cBhvr>
                                        <p:cTn id="17" dur="75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Picture Placeholder 24">
            <a:extLst>
              <a:ext uri="{FF2B5EF4-FFF2-40B4-BE49-F238E27FC236}">
                <a16:creationId xmlns:a16="http://schemas.microsoft.com/office/drawing/2014/main" id="{8B65CB1C-46DC-4D0C-9ED6-646DFA9A637B}"/>
              </a:ext>
            </a:extLst>
          </p:cNvPr>
          <p:cNvPicPr>
            <a:picLocks noGrp="1" noChangeAspect="1"/>
          </p:cNvPicPr>
          <p:nvPr>
            <p:ph type="pic" sz="quarter" idx="15"/>
          </p:nvPr>
        </p:nvPicPr>
        <p:blipFill rotWithShape="1">
          <a:blip r:embed="rId3" cstate="screen">
            <a:extLst>
              <a:ext uri="{28A0092B-C50C-407E-A947-70E740481C1C}">
                <a14:useLocalDpi xmlns:a14="http://schemas.microsoft.com/office/drawing/2010/main"/>
              </a:ext>
            </a:extLst>
          </a:blip>
          <a:srcRect/>
          <a:stretch/>
        </p:blipFill>
        <p:spPr>
          <a:xfrm>
            <a:off x="767409" y="3613150"/>
            <a:ext cx="5423842" cy="2408238"/>
          </a:xfrm>
        </p:spPr>
      </p:pic>
      <p:pic>
        <p:nvPicPr>
          <p:cNvPr id="23" name="Picture Placeholder 22">
            <a:extLst>
              <a:ext uri="{FF2B5EF4-FFF2-40B4-BE49-F238E27FC236}">
                <a16:creationId xmlns:a16="http://schemas.microsoft.com/office/drawing/2014/main" id="{46D27177-8031-476F-9E9B-4CFEF29201F6}"/>
              </a:ext>
            </a:extLst>
          </p:cNvPr>
          <p:cNvPicPr>
            <a:picLocks noGrp="1" noChangeAspect="1"/>
          </p:cNvPicPr>
          <p:nvPr>
            <p:ph type="pic" sz="quarter" idx="14"/>
          </p:nvPr>
        </p:nvPicPr>
        <p:blipFill rotWithShape="1">
          <a:blip r:embed="rId4" cstate="screen">
            <a:extLst>
              <a:ext uri="{28A0092B-C50C-407E-A947-70E740481C1C}">
                <a14:useLocalDpi xmlns:a14="http://schemas.microsoft.com/office/drawing/2010/main"/>
              </a:ext>
            </a:extLst>
          </a:blip>
          <a:srcRect/>
          <a:stretch/>
        </p:blipFill>
        <p:spPr>
          <a:xfrm>
            <a:off x="191344" y="188640"/>
            <a:ext cx="5400600" cy="3281391"/>
          </a:xfrm>
        </p:spPr>
      </p:pic>
      <p:pic>
        <p:nvPicPr>
          <p:cNvPr id="21" name="Picture Placeholder 20">
            <a:extLst>
              <a:ext uri="{FF2B5EF4-FFF2-40B4-BE49-F238E27FC236}">
                <a16:creationId xmlns:a16="http://schemas.microsoft.com/office/drawing/2014/main" id="{2A7E0931-3694-43A1-ABFA-2645AF7DEE88}"/>
              </a:ext>
            </a:extLst>
          </p:cNvPr>
          <p:cNvPicPr>
            <a:picLocks noGrp="1" noChangeAspect="1"/>
          </p:cNvPicPr>
          <p:nvPr>
            <p:ph type="pic" sz="quarter" idx="13"/>
          </p:nvPr>
        </p:nvPicPr>
        <p:blipFill rotWithShape="1">
          <a:blip r:embed="rId5" cstate="screen">
            <a:extLst>
              <a:ext uri="{28A0092B-C50C-407E-A947-70E740481C1C}">
                <a14:useLocalDpi xmlns:a14="http://schemas.microsoft.com/office/drawing/2010/main"/>
              </a:ext>
            </a:extLst>
          </a:blip>
          <a:srcRect/>
          <a:stretch/>
        </p:blipFill>
        <p:spPr>
          <a:xfrm>
            <a:off x="5735960" y="188640"/>
            <a:ext cx="6264696" cy="4320480"/>
          </a:xfrm>
        </p:spPr>
      </p:pic>
      <p:sp>
        <p:nvSpPr>
          <p:cNvPr id="9" name="Title 8">
            <a:extLst>
              <a:ext uri="{FF2B5EF4-FFF2-40B4-BE49-F238E27FC236}">
                <a16:creationId xmlns:a16="http://schemas.microsoft.com/office/drawing/2014/main" id="{2D7C3BE5-76A8-4163-A12B-93F08CEFBD80}"/>
              </a:ext>
            </a:extLst>
          </p:cNvPr>
          <p:cNvSpPr>
            <a:spLocks noGrp="1"/>
          </p:cNvSpPr>
          <p:nvPr>
            <p:ph type="title"/>
          </p:nvPr>
        </p:nvSpPr>
        <p:spPr/>
        <p:txBody>
          <a:bodyPr wrap="square">
            <a:spAutoFit/>
          </a:bodyPr>
          <a:lstStyle/>
          <a:p>
            <a:pPr algn="ctr"/>
            <a:r>
              <a:rPr lang="en-US" sz="2800" dirty="0"/>
              <a:t>Erika Oil Spill 1999</a:t>
            </a:r>
          </a:p>
        </p:txBody>
      </p:sp>
      <p:sp>
        <p:nvSpPr>
          <p:cNvPr id="4" name="Date Placeholder 3">
            <a:extLst>
              <a:ext uri="{FF2B5EF4-FFF2-40B4-BE49-F238E27FC236}">
                <a16:creationId xmlns:a16="http://schemas.microsoft.com/office/drawing/2014/main" id="{143559A0-0BA3-46E6-8298-5FABCFAA0AE6}"/>
              </a:ext>
            </a:extLst>
          </p:cNvPr>
          <p:cNvSpPr>
            <a:spLocks noGrp="1"/>
          </p:cNvSpPr>
          <p:nvPr>
            <p:ph type="dt" sz="half" idx="10"/>
          </p:nvPr>
        </p:nvSpPr>
        <p:spPr/>
        <p:txBody>
          <a:bodyPr/>
          <a:lstStyle/>
          <a:p>
            <a:fld id="{1044C8F6-0D8D-4815-BB0D-52B7D1F9D66F}" type="datetime3">
              <a:rPr lang="en-US" smtClean="0"/>
              <a:t>1 October 2026</a:t>
            </a:fld>
            <a:endParaRPr lang="en-US" dirty="0"/>
          </a:p>
        </p:txBody>
      </p:sp>
      <p:sp>
        <p:nvSpPr>
          <p:cNvPr id="6" name="Slide Number Placeholder 5">
            <a:extLst>
              <a:ext uri="{FF2B5EF4-FFF2-40B4-BE49-F238E27FC236}">
                <a16:creationId xmlns:a16="http://schemas.microsoft.com/office/drawing/2014/main" id="{1F076B3C-5A7C-4076-9959-6ACC28B21D21}"/>
              </a:ext>
            </a:extLst>
          </p:cNvPr>
          <p:cNvSpPr>
            <a:spLocks noGrp="1"/>
          </p:cNvSpPr>
          <p:nvPr>
            <p:ph type="sldNum" sz="quarter" idx="12"/>
          </p:nvPr>
        </p:nvSpPr>
        <p:spPr/>
        <p:txBody>
          <a:bodyPr/>
          <a:lstStyle/>
          <a:p>
            <a:fld id="{5B16D1FE-3A35-41BA-8EBE-413702045235}" type="slidenum">
              <a:rPr lang="en-US" smtClean="0"/>
              <a:pPr/>
              <a:t>18</a:t>
            </a:fld>
            <a:endParaRPr lang="en-US" dirty="0"/>
          </a:p>
        </p:txBody>
      </p:sp>
    </p:spTree>
    <p:extLst>
      <p:ext uri="{BB962C8B-B14F-4D97-AF65-F5344CB8AC3E}">
        <p14:creationId xmlns:p14="http://schemas.microsoft.com/office/powerpoint/2010/main" val="2688044561"/>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AB67C800-08C2-4F76-88A2-7D9063546D66}"/>
              </a:ext>
            </a:extLst>
          </p:cNvPr>
          <p:cNvSpPr/>
          <p:nvPr/>
        </p:nvSpPr>
        <p:spPr bwMode="auto">
          <a:xfrm>
            <a:off x="0" y="2261327"/>
            <a:ext cx="12192000" cy="2880469"/>
          </a:xfrm>
          <a:prstGeom prst="rect">
            <a:avLst/>
          </a:prstGeom>
          <a:gradFill>
            <a:gsLst>
              <a:gs pos="0">
                <a:srgbClr val="002F5F">
                  <a:alpha val="10000"/>
                </a:srgbClr>
              </a:gs>
              <a:gs pos="50000">
                <a:srgbClr val="002F5F">
                  <a:alpha val="0"/>
                </a:srgbClr>
              </a:gs>
              <a:gs pos="100000">
                <a:srgbClr val="002F5F">
                  <a:alpha val="10000"/>
                </a:srgbClr>
              </a:gs>
            </a:gsLst>
            <a:lin ang="0" scaled="1"/>
          </a:gra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9" name="Title 8">
            <a:extLst>
              <a:ext uri="{FF2B5EF4-FFF2-40B4-BE49-F238E27FC236}">
                <a16:creationId xmlns:a16="http://schemas.microsoft.com/office/drawing/2014/main" id="{841B44FA-53A5-4A9B-AD99-E0D6C5E31D4E}"/>
              </a:ext>
            </a:extLst>
          </p:cNvPr>
          <p:cNvSpPr>
            <a:spLocks noGrp="1"/>
          </p:cNvSpPr>
          <p:nvPr>
            <p:ph type="title"/>
          </p:nvPr>
        </p:nvSpPr>
        <p:spPr>
          <a:xfrm>
            <a:off x="407988" y="548680"/>
            <a:ext cx="11376024" cy="492443"/>
          </a:xfrm>
        </p:spPr>
        <p:txBody>
          <a:bodyPr>
            <a:spAutoFit/>
          </a:bodyPr>
          <a:lstStyle/>
          <a:p>
            <a:pPr algn="ctr"/>
            <a:r>
              <a:rPr lang="en-US" dirty="0"/>
              <a:t>Fate of Spilled Oil</a:t>
            </a:r>
          </a:p>
        </p:txBody>
      </p:sp>
      <p:sp>
        <p:nvSpPr>
          <p:cNvPr id="6" name="Date Placeholder 5">
            <a:extLst>
              <a:ext uri="{FF2B5EF4-FFF2-40B4-BE49-F238E27FC236}">
                <a16:creationId xmlns:a16="http://schemas.microsoft.com/office/drawing/2014/main" id="{255F034A-B3D6-4460-AF95-FA6F24DCDCB3}"/>
              </a:ext>
            </a:extLst>
          </p:cNvPr>
          <p:cNvSpPr>
            <a:spLocks noGrp="1"/>
          </p:cNvSpPr>
          <p:nvPr>
            <p:ph type="dt" sz="half" idx="10"/>
          </p:nvPr>
        </p:nvSpPr>
        <p:spPr/>
        <p:txBody>
          <a:bodyPr/>
          <a:lstStyle/>
          <a:p>
            <a:fld id="{46F98249-4418-430D-BC85-CBEB2C55707B}" type="datetime3">
              <a:rPr lang="en-US" smtClean="0"/>
              <a:t>1 October 2026</a:t>
            </a:fld>
            <a:endParaRPr lang="en-US" dirty="0"/>
          </a:p>
        </p:txBody>
      </p:sp>
      <p:sp>
        <p:nvSpPr>
          <p:cNvPr id="8" name="Slide Number Placeholder 7">
            <a:extLst>
              <a:ext uri="{FF2B5EF4-FFF2-40B4-BE49-F238E27FC236}">
                <a16:creationId xmlns:a16="http://schemas.microsoft.com/office/drawing/2014/main" id="{6A65E1A4-5976-4CCE-B6A3-3FC637D17BD7}"/>
              </a:ext>
            </a:extLst>
          </p:cNvPr>
          <p:cNvSpPr>
            <a:spLocks noGrp="1"/>
          </p:cNvSpPr>
          <p:nvPr>
            <p:ph type="sldNum" sz="quarter" idx="12"/>
          </p:nvPr>
        </p:nvSpPr>
        <p:spPr/>
        <p:txBody>
          <a:bodyPr/>
          <a:lstStyle/>
          <a:p>
            <a:fld id="{5B16D1FE-3A35-41BA-8EBE-413702045235}" type="slidenum">
              <a:rPr lang="en-US" smtClean="0"/>
              <a:pPr/>
              <a:t>19</a:t>
            </a:fld>
            <a:endParaRPr lang="en-US" dirty="0"/>
          </a:p>
        </p:txBody>
      </p:sp>
      <p:sp>
        <p:nvSpPr>
          <p:cNvPr id="11" name="Rectangle 10">
            <a:extLst>
              <a:ext uri="{FF2B5EF4-FFF2-40B4-BE49-F238E27FC236}">
                <a16:creationId xmlns:a16="http://schemas.microsoft.com/office/drawing/2014/main" id="{20ADEA09-7480-4F95-A12D-2D70D92916B1}"/>
              </a:ext>
            </a:extLst>
          </p:cNvPr>
          <p:cNvSpPr/>
          <p:nvPr/>
        </p:nvSpPr>
        <p:spPr bwMode="auto">
          <a:xfrm>
            <a:off x="1664677" y="1369343"/>
            <a:ext cx="8862646" cy="4555293"/>
          </a:xfrm>
          <a:prstGeom prst="rect">
            <a:avLst/>
          </a:prstGeom>
          <a:solidFill>
            <a:schemeClr val="bg1"/>
          </a:solidFill>
          <a:ln>
            <a:noFill/>
          </a:ln>
          <a:effectLst>
            <a:outerShdw blurRad="317500" sx="102000" sy="102000" algn="ctr" rotWithShape="0">
              <a:prstClr val="black">
                <a:alpha val="4000"/>
              </a:prstClr>
            </a:outerShdw>
          </a:effectLst>
        </p:spPr>
        <p:txBody>
          <a:bodyPr vert="horz" wrap="square" lIns="91440" tIns="45720" rIns="91440" bIns="45720" numCol="1" rtlCol="0" anchor="t" anchorCtr="0" compatLnSpc="1">
            <a:prstTxWarp prst="textNoShape">
              <a:avLst/>
            </a:prstTxWarp>
          </a:bodyPr>
          <a:lstStyle/>
          <a:p>
            <a:pPr algn="ctr"/>
            <a:endParaRPr lang="en-US"/>
          </a:p>
        </p:txBody>
      </p:sp>
      <p:pic>
        <p:nvPicPr>
          <p:cNvPr id="14" name="Google Shape;582;p6">
            <a:extLst>
              <a:ext uri="{FF2B5EF4-FFF2-40B4-BE49-F238E27FC236}">
                <a16:creationId xmlns:a16="http://schemas.microsoft.com/office/drawing/2014/main" id="{B26A9936-2DD1-4DD4-ACB7-9F5CE7A3A587}"/>
              </a:ext>
            </a:extLst>
          </p:cNvPr>
          <p:cNvPicPr preferRelativeResize="0"/>
          <p:nvPr/>
        </p:nvPicPr>
        <p:blipFill>
          <a:blip r:embed="rId3" cstate="screen">
            <a:extLst>
              <a:ext uri="{28A0092B-C50C-407E-A947-70E740481C1C}">
                <a14:useLocalDpi xmlns:a14="http://schemas.microsoft.com/office/drawing/2010/main"/>
              </a:ext>
            </a:extLst>
          </a:blip>
          <a:srcRect/>
          <a:stretch/>
        </p:blipFill>
        <p:spPr>
          <a:xfrm>
            <a:off x="1811524" y="1518626"/>
            <a:ext cx="8566611" cy="4252132"/>
          </a:xfrm>
          <a:prstGeom prst="rect">
            <a:avLst/>
          </a:prstGeom>
          <a:noFill/>
          <a:ln>
            <a:noFill/>
          </a:ln>
        </p:spPr>
      </p:pic>
      <p:pic>
        <p:nvPicPr>
          <p:cNvPr id="12" name="Graphic 11">
            <a:extLst>
              <a:ext uri="{FF2B5EF4-FFF2-40B4-BE49-F238E27FC236}">
                <a16:creationId xmlns:a16="http://schemas.microsoft.com/office/drawing/2014/main" id="{7BD77B6E-B7DB-4FA4-A305-46C09C5CFFE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591742" y="3677674"/>
            <a:ext cx="2464698" cy="720554"/>
          </a:xfrm>
          <a:prstGeom prst="rect">
            <a:avLst/>
          </a:prstGeom>
        </p:spPr>
      </p:pic>
      <p:pic>
        <p:nvPicPr>
          <p:cNvPr id="13" name="Picture 12">
            <a:extLst>
              <a:ext uri="{FF2B5EF4-FFF2-40B4-BE49-F238E27FC236}">
                <a16:creationId xmlns:a16="http://schemas.microsoft.com/office/drawing/2014/main" id="{E73A836D-D2FF-47F1-AE19-544CECFA2BB1}"/>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9201869" y="3501008"/>
            <a:ext cx="1113816" cy="790575"/>
          </a:xfrm>
          <a:prstGeom prst="rect">
            <a:avLst/>
          </a:prstGeom>
        </p:spPr>
      </p:pic>
      <p:pic>
        <p:nvPicPr>
          <p:cNvPr id="15" name="Graphic 14">
            <a:extLst>
              <a:ext uri="{FF2B5EF4-FFF2-40B4-BE49-F238E27FC236}">
                <a16:creationId xmlns:a16="http://schemas.microsoft.com/office/drawing/2014/main" id="{40424D6D-4F33-415B-97C1-6E42996BC37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577558" y="4408537"/>
            <a:ext cx="1362075" cy="221582"/>
          </a:xfrm>
          <a:prstGeom prst="rect">
            <a:avLst/>
          </a:prstGeom>
        </p:spPr>
      </p:pic>
      <p:pic>
        <p:nvPicPr>
          <p:cNvPr id="16" name="Graphic 15">
            <a:extLst>
              <a:ext uri="{FF2B5EF4-FFF2-40B4-BE49-F238E27FC236}">
                <a16:creationId xmlns:a16="http://schemas.microsoft.com/office/drawing/2014/main" id="{2A8D0229-A66A-41C8-842D-23CDE2F31E8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591944" y="4437112"/>
            <a:ext cx="1475606" cy="439975"/>
          </a:xfrm>
          <a:prstGeom prst="rect">
            <a:avLst/>
          </a:prstGeom>
        </p:spPr>
      </p:pic>
      <p:pic>
        <p:nvPicPr>
          <p:cNvPr id="18" name="Graphic 17">
            <a:extLst>
              <a:ext uri="{FF2B5EF4-FFF2-40B4-BE49-F238E27FC236}">
                <a16:creationId xmlns:a16="http://schemas.microsoft.com/office/drawing/2014/main" id="{266539BD-DFAD-42C8-9570-3A9ED7F39B3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074694" y="4869160"/>
            <a:ext cx="1991786" cy="257494"/>
          </a:xfrm>
          <a:prstGeom prst="rect">
            <a:avLst/>
          </a:prstGeom>
        </p:spPr>
      </p:pic>
      <p:sp>
        <p:nvSpPr>
          <p:cNvPr id="19" name="Rectangle: Rounded Corners 18">
            <a:extLst>
              <a:ext uri="{FF2B5EF4-FFF2-40B4-BE49-F238E27FC236}">
                <a16:creationId xmlns:a16="http://schemas.microsoft.com/office/drawing/2014/main" id="{5EEA9EA1-0288-46EB-9764-7CC7AEE5FD66}"/>
              </a:ext>
            </a:extLst>
          </p:cNvPr>
          <p:cNvSpPr/>
          <p:nvPr/>
        </p:nvSpPr>
        <p:spPr bwMode="auto">
          <a:xfrm>
            <a:off x="8976320" y="1588643"/>
            <a:ext cx="1328015" cy="328190"/>
          </a:xfrm>
          <a:prstGeom prst="roundRect">
            <a:avLst>
              <a:gd name="adj" fmla="val 8166"/>
            </a:avLst>
          </a:prstGeom>
          <a:solidFill>
            <a:schemeClr val="bg1"/>
          </a:soli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20" name="TextBox 19">
            <a:extLst>
              <a:ext uri="{FF2B5EF4-FFF2-40B4-BE49-F238E27FC236}">
                <a16:creationId xmlns:a16="http://schemas.microsoft.com/office/drawing/2014/main" id="{6647D492-EF80-4468-82E4-846AD9410797}"/>
              </a:ext>
            </a:extLst>
          </p:cNvPr>
          <p:cNvSpPr txBox="1"/>
          <p:nvPr/>
        </p:nvSpPr>
        <p:spPr>
          <a:xfrm>
            <a:off x="8977358" y="1598850"/>
            <a:ext cx="1325940" cy="307777"/>
          </a:xfrm>
          <a:prstGeom prst="rect">
            <a:avLst/>
          </a:prstGeom>
          <a:noFill/>
        </p:spPr>
        <p:txBody>
          <a:bodyPr wrap="none" rtlCol="0">
            <a:spAutoFit/>
          </a:bodyPr>
          <a:lstStyle/>
          <a:p>
            <a:pPr algn="ctr"/>
            <a:r>
              <a:rPr lang="en-US" sz="1400" dirty="0">
                <a:solidFill>
                  <a:schemeClr val="accent2"/>
                </a:solidFill>
              </a:rPr>
              <a:t>Weathered Oil</a:t>
            </a:r>
          </a:p>
        </p:txBody>
      </p:sp>
      <p:sp>
        <p:nvSpPr>
          <p:cNvPr id="21" name="Rectangle: Rounded Corners 20">
            <a:extLst>
              <a:ext uri="{FF2B5EF4-FFF2-40B4-BE49-F238E27FC236}">
                <a16:creationId xmlns:a16="http://schemas.microsoft.com/office/drawing/2014/main" id="{71450C09-872F-434E-88E0-3FF3AE129A76}"/>
              </a:ext>
            </a:extLst>
          </p:cNvPr>
          <p:cNvSpPr/>
          <p:nvPr/>
        </p:nvSpPr>
        <p:spPr bwMode="auto">
          <a:xfrm>
            <a:off x="9489934" y="3303133"/>
            <a:ext cx="825751" cy="182460"/>
          </a:xfrm>
          <a:prstGeom prst="roundRect">
            <a:avLst>
              <a:gd name="adj" fmla="val 8166"/>
            </a:avLst>
          </a:prstGeom>
          <a:solidFill>
            <a:schemeClr val="bg1"/>
          </a:solidFill>
          <a:ln>
            <a:noFill/>
          </a:ln>
        </p:spPr>
        <p:txBody>
          <a:bodyPr vert="horz" wrap="square" lIns="0" tIns="0" rIns="0" bIns="0" numCol="1" rtlCol="0" anchor="ctr" anchorCtr="0" compatLnSpc="1">
            <a:prstTxWarp prst="textNoShape">
              <a:avLst/>
            </a:prstTxWarp>
          </a:bodyPr>
          <a:lstStyle/>
          <a:p>
            <a:pPr algn="ctr"/>
            <a:r>
              <a:rPr lang="en-US" sz="1000" dirty="0">
                <a:solidFill>
                  <a:schemeClr val="accent2"/>
                </a:solidFill>
              </a:rPr>
              <a:t>Evaporation</a:t>
            </a:r>
          </a:p>
        </p:txBody>
      </p:sp>
      <p:sp>
        <p:nvSpPr>
          <p:cNvPr id="22" name="Oval 21">
            <a:extLst>
              <a:ext uri="{FF2B5EF4-FFF2-40B4-BE49-F238E27FC236}">
                <a16:creationId xmlns:a16="http://schemas.microsoft.com/office/drawing/2014/main" id="{94101E7C-634A-45BA-B2C6-A7DC2552CAC4}"/>
              </a:ext>
            </a:extLst>
          </p:cNvPr>
          <p:cNvSpPr/>
          <p:nvPr/>
        </p:nvSpPr>
        <p:spPr bwMode="auto">
          <a:xfrm>
            <a:off x="7836960" y="4218062"/>
            <a:ext cx="218810" cy="218810"/>
          </a:xfrm>
          <a:prstGeom prst="ellipse">
            <a:avLst/>
          </a:prstGeom>
          <a:solidFill>
            <a:srgbClr val="FFFF00">
              <a:alpha val="52000"/>
            </a:srgbClr>
          </a:solidFill>
          <a:ln w="12700">
            <a:solidFill>
              <a:schemeClr val="bg1"/>
            </a:solidFill>
          </a:ln>
        </p:spPr>
        <p:txBody>
          <a:bodyPr vert="horz" wrap="square" lIns="91440" tIns="45720" rIns="91440" bIns="45720" numCol="1" rtlCol="0" anchor="t" anchorCtr="0" compatLnSpc="1">
            <a:prstTxWarp prst="textNoShape">
              <a:avLst/>
            </a:prstTxWarp>
          </a:bodyPr>
          <a:lstStyle/>
          <a:p>
            <a:pPr algn="ctr"/>
            <a:endParaRPr lang="en-US"/>
          </a:p>
        </p:txBody>
      </p:sp>
      <p:pic>
        <p:nvPicPr>
          <p:cNvPr id="23" name="Graphic 22">
            <a:extLst>
              <a:ext uri="{FF2B5EF4-FFF2-40B4-BE49-F238E27FC236}">
                <a16:creationId xmlns:a16="http://schemas.microsoft.com/office/drawing/2014/main" id="{8BC5DA7A-D2DC-43B5-BB34-4092B81326A0}"/>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rot="15819691" flipH="1">
            <a:off x="7281099" y="3898661"/>
            <a:ext cx="507376" cy="458472"/>
          </a:xfrm>
          <a:prstGeom prst="rect">
            <a:avLst/>
          </a:prstGeom>
        </p:spPr>
      </p:pic>
      <p:grpSp>
        <p:nvGrpSpPr>
          <p:cNvPr id="24" name="Group 23">
            <a:extLst>
              <a:ext uri="{FF2B5EF4-FFF2-40B4-BE49-F238E27FC236}">
                <a16:creationId xmlns:a16="http://schemas.microsoft.com/office/drawing/2014/main" id="{E9E7A60C-9931-40F3-A6B8-9DA7EE8ACD28}"/>
              </a:ext>
            </a:extLst>
          </p:cNvPr>
          <p:cNvGrpSpPr/>
          <p:nvPr/>
        </p:nvGrpSpPr>
        <p:grpSpPr>
          <a:xfrm>
            <a:off x="6528048" y="3366607"/>
            <a:ext cx="825751" cy="481463"/>
            <a:chOff x="6528048" y="3366607"/>
            <a:chExt cx="825751" cy="481463"/>
          </a:xfrm>
        </p:grpSpPr>
        <p:sp>
          <p:nvSpPr>
            <p:cNvPr id="25" name="Rectangle: Rounded Corners 24">
              <a:extLst>
                <a:ext uri="{FF2B5EF4-FFF2-40B4-BE49-F238E27FC236}">
                  <a16:creationId xmlns:a16="http://schemas.microsoft.com/office/drawing/2014/main" id="{1E670DB5-C8DA-42A9-8971-3691CEF30E4D}"/>
                </a:ext>
              </a:extLst>
            </p:cNvPr>
            <p:cNvSpPr/>
            <p:nvPr/>
          </p:nvSpPr>
          <p:spPr bwMode="auto">
            <a:xfrm>
              <a:off x="6528048" y="3498627"/>
              <a:ext cx="825751" cy="349443"/>
            </a:xfrm>
            <a:prstGeom prst="roundRect">
              <a:avLst>
                <a:gd name="adj" fmla="val 8166"/>
              </a:avLst>
            </a:prstGeom>
            <a:blipFill>
              <a:blip r:embed="rId10" cstate="screen">
                <a:extLst>
                  <a:ext uri="{28A0092B-C50C-407E-A947-70E740481C1C}">
                    <a14:useLocalDpi xmlns:a14="http://schemas.microsoft.com/office/drawing/2010/main"/>
                  </a:ext>
                </a:extLst>
              </a:blip>
              <a:srcRect/>
              <a:stretch>
                <a:fillRect/>
              </a:stretch>
            </a:blipFill>
            <a:ln>
              <a:solidFill>
                <a:schemeClr val="bg1"/>
              </a:solidFill>
            </a:ln>
          </p:spPr>
          <p:txBody>
            <a:bodyPr vert="horz" wrap="square" lIns="91440" tIns="45720" rIns="91440" bIns="45720" numCol="1" rtlCol="0" anchor="ctr" anchorCtr="0" compatLnSpc="1">
              <a:prstTxWarp prst="textNoShape">
                <a:avLst/>
              </a:prstTxWarp>
            </a:bodyPr>
            <a:lstStyle/>
            <a:p>
              <a:pPr algn="ctr"/>
              <a:endParaRPr lang="en-US" sz="1000" dirty="0">
                <a:solidFill>
                  <a:schemeClr val="accent2"/>
                </a:solidFill>
              </a:endParaRPr>
            </a:p>
          </p:txBody>
        </p:sp>
        <p:sp>
          <p:nvSpPr>
            <p:cNvPr id="26" name="Rectangle: Rounded Corners 25">
              <a:extLst>
                <a:ext uri="{FF2B5EF4-FFF2-40B4-BE49-F238E27FC236}">
                  <a16:creationId xmlns:a16="http://schemas.microsoft.com/office/drawing/2014/main" id="{14091E61-D24A-4028-BCEE-7236D8075A07}"/>
                </a:ext>
              </a:extLst>
            </p:cNvPr>
            <p:cNvSpPr/>
            <p:nvPr/>
          </p:nvSpPr>
          <p:spPr bwMode="auto">
            <a:xfrm>
              <a:off x="6528048" y="3366607"/>
              <a:ext cx="825751" cy="182460"/>
            </a:xfrm>
            <a:prstGeom prst="roundRect">
              <a:avLst>
                <a:gd name="adj" fmla="val 8166"/>
              </a:avLst>
            </a:prstGeom>
            <a:solidFill>
              <a:schemeClr val="bg1"/>
            </a:solidFill>
            <a:ln>
              <a:solidFill>
                <a:schemeClr val="bg1"/>
              </a:solidFill>
            </a:ln>
          </p:spPr>
          <p:txBody>
            <a:bodyPr vert="horz" wrap="square" lIns="91440" tIns="45720" rIns="91440" bIns="45720" numCol="1" rtlCol="0" anchor="ctr" anchorCtr="0" compatLnSpc="1">
              <a:prstTxWarp prst="textNoShape">
                <a:avLst/>
              </a:prstTxWarp>
            </a:bodyPr>
            <a:lstStyle/>
            <a:p>
              <a:pPr algn="ctr"/>
              <a:r>
                <a:rPr lang="en-US" sz="1000" dirty="0">
                  <a:solidFill>
                    <a:schemeClr val="accent2"/>
                  </a:solidFill>
                </a:rPr>
                <a:t>Dispersion</a:t>
              </a:r>
            </a:p>
          </p:txBody>
        </p:sp>
      </p:grpSp>
      <p:sp>
        <p:nvSpPr>
          <p:cNvPr id="27" name="Rectangle: Rounded Corners 26">
            <a:extLst>
              <a:ext uri="{FF2B5EF4-FFF2-40B4-BE49-F238E27FC236}">
                <a16:creationId xmlns:a16="http://schemas.microsoft.com/office/drawing/2014/main" id="{46C326FC-75B9-453A-99AB-267D82D65F6E}"/>
              </a:ext>
            </a:extLst>
          </p:cNvPr>
          <p:cNvSpPr/>
          <p:nvPr/>
        </p:nvSpPr>
        <p:spPr bwMode="auto">
          <a:xfrm>
            <a:off x="8782517" y="3889623"/>
            <a:ext cx="592490" cy="182460"/>
          </a:xfrm>
          <a:prstGeom prst="roundRect">
            <a:avLst>
              <a:gd name="adj" fmla="val 8166"/>
            </a:avLst>
          </a:prstGeom>
          <a:solidFill>
            <a:schemeClr val="bg1"/>
          </a:solidFill>
          <a:ln>
            <a:noFill/>
          </a:ln>
        </p:spPr>
        <p:txBody>
          <a:bodyPr vert="horz" wrap="square" lIns="0" tIns="0" rIns="0" bIns="0" numCol="1" rtlCol="0" anchor="ctr" anchorCtr="0" compatLnSpc="1">
            <a:prstTxWarp prst="textNoShape">
              <a:avLst/>
            </a:prstTxWarp>
          </a:bodyPr>
          <a:lstStyle/>
          <a:p>
            <a:pPr algn="ctr"/>
            <a:r>
              <a:rPr lang="en-US" sz="1000" dirty="0">
                <a:solidFill>
                  <a:schemeClr val="accent2"/>
                </a:solidFill>
              </a:rPr>
              <a:t>Spread</a:t>
            </a:r>
          </a:p>
        </p:txBody>
      </p:sp>
      <p:sp>
        <p:nvSpPr>
          <p:cNvPr id="28" name="Rectangle: Rounded Corners 27">
            <a:extLst>
              <a:ext uri="{FF2B5EF4-FFF2-40B4-BE49-F238E27FC236}">
                <a16:creationId xmlns:a16="http://schemas.microsoft.com/office/drawing/2014/main" id="{BFEAB8AF-F3A7-4671-B74B-680AA298EF69}"/>
              </a:ext>
            </a:extLst>
          </p:cNvPr>
          <p:cNvSpPr/>
          <p:nvPr/>
        </p:nvSpPr>
        <p:spPr bwMode="auto">
          <a:xfrm>
            <a:off x="7278944" y="4637494"/>
            <a:ext cx="903972" cy="182460"/>
          </a:xfrm>
          <a:prstGeom prst="roundRect">
            <a:avLst>
              <a:gd name="adj" fmla="val 8166"/>
            </a:avLst>
          </a:prstGeom>
          <a:solidFill>
            <a:schemeClr val="bg1"/>
          </a:solidFill>
          <a:ln>
            <a:noFill/>
          </a:ln>
        </p:spPr>
        <p:txBody>
          <a:bodyPr vert="horz" wrap="square" lIns="0" tIns="0" rIns="0" bIns="0" numCol="1" rtlCol="0" anchor="ctr" anchorCtr="0" compatLnSpc="1">
            <a:prstTxWarp prst="textNoShape">
              <a:avLst/>
            </a:prstTxWarp>
          </a:bodyPr>
          <a:lstStyle/>
          <a:p>
            <a:pPr algn="ctr"/>
            <a:r>
              <a:rPr lang="en-US" sz="1000" dirty="0">
                <a:solidFill>
                  <a:schemeClr val="accent2"/>
                </a:solidFill>
              </a:rPr>
              <a:t>Fragmentation</a:t>
            </a:r>
          </a:p>
        </p:txBody>
      </p:sp>
      <p:grpSp>
        <p:nvGrpSpPr>
          <p:cNvPr id="36" name="Group 35">
            <a:extLst>
              <a:ext uri="{FF2B5EF4-FFF2-40B4-BE49-F238E27FC236}">
                <a16:creationId xmlns:a16="http://schemas.microsoft.com/office/drawing/2014/main" id="{20CA8477-F920-4344-8F48-77FA45208445}"/>
              </a:ext>
            </a:extLst>
          </p:cNvPr>
          <p:cNvGrpSpPr/>
          <p:nvPr/>
        </p:nvGrpSpPr>
        <p:grpSpPr>
          <a:xfrm>
            <a:off x="2575298" y="4197207"/>
            <a:ext cx="1915154" cy="606648"/>
            <a:chOff x="2575298" y="4197207"/>
            <a:chExt cx="1915154" cy="606648"/>
          </a:xfrm>
        </p:grpSpPr>
        <p:sp>
          <p:nvSpPr>
            <p:cNvPr id="37" name="Freeform: Shape 36">
              <a:extLst>
                <a:ext uri="{FF2B5EF4-FFF2-40B4-BE49-F238E27FC236}">
                  <a16:creationId xmlns:a16="http://schemas.microsoft.com/office/drawing/2014/main" id="{E5E313D9-5577-44E6-A164-3AD25AD607ED}"/>
                </a:ext>
              </a:extLst>
            </p:cNvPr>
            <p:cNvSpPr/>
            <p:nvPr/>
          </p:nvSpPr>
          <p:spPr>
            <a:xfrm rot="472545">
              <a:off x="2575298" y="4605612"/>
              <a:ext cx="1249222" cy="198243"/>
            </a:xfrm>
            <a:custGeom>
              <a:avLst/>
              <a:gdLst>
                <a:gd name="connsiteX0" fmla="*/ 1236055 w 1249222"/>
                <a:gd name="connsiteY0" fmla="*/ 192168 h 198243"/>
                <a:gd name="connsiteX1" fmla="*/ 1158748 w 1249222"/>
                <a:gd name="connsiteY1" fmla="*/ 197748 h 198243"/>
                <a:gd name="connsiteX2" fmla="*/ 1094011 w 1249222"/>
                <a:gd name="connsiteY2" fmla="*/ 190555 h 198243"/>
                <a:gd name="connsiteX3" fmla="*/ 1073844 w 1249222"/>
                <a:gd name="connsiteY3" fmla="*/ 168237 h 198243"/>
                <a:gd name="connsiteX4" fmla="*/ 1046350 w 1249222"/>
                <a:gd name="connsiteY4" fmla="*/ 170455 h 198243"/>
                <a:gd name="connsiteX5" fmla="*/ 997074 w 1249222"/>
                <a:gd name="connsiteY5" fmla="*/ 179665 h 198243"/>
                <a:gd name="connsiteX6" fmla="*/ 972067 w 1249222"/>
                <a:gd name="connsiteY6" fmla="*/ 170119 h 198243"/>
                <a:gd name="connsiteX7" fmla="*/ 939665 w 1249222"/>
                <a:gd name="connsiteY7" fmla="*/ 173211 h 198243"/>
                <a:gd name="connsiteX8" fmla="*/ 909078 w 1249222"/>
                <a:gd name="connsiteY8" fmla="*/ 148876 h 198243"/>
                <a:gd name="connsiteX9" fmla="*/ 843736 w 1249222"/>
                <a:gd name="connsiteY9" fmla="*/ 160573 h 198243"/>
                <a:gd name="connsiteX10" fmla="*/ 839367 w 1249222"/>
                <a:gd name="connsiteY10" fmla="*/ 125616 h 198243"/>
                <a:gd name="connsiteX11" fmla="*/ 775370 w 1249222"/>
                <a:gd name="connsiteY11" fmla="*/ 144842 h 198243"/>
                <a:gd name="connsiteX12" fmla="*/ 754732 w 1249222"/>
                <a:gd name="connsiteY12" fmla="*/ 132205 h 198243"/>
                <a:gd name="connsiteX13" fmla="*/ 703373 w 1249222"/>
                <a:gd name="connsiteY13" fmla="*/ 143431 h 198243"/>
                <a:gd name="connsiteX14" fmla="*/ 709692 w 1249222"/>
                <a:gd name="connsiteY14" fmla="*/ 136171 h 198243"/>
                <a:gd name="connsiteX15" fmla="*/ 609730 w 1249222"/>
                <a:gd name="connsiteY15" fmla="*/ 144641 h 198243"/>
                <a:gd name="connsiteX16" fmla="*/ 576521 w 1249222"/>
                <a:gd name="connsiteY16" fmla="*/ 113987 h 198243"/>
                <a:gd name="connsiteX17" fmla="*/ 552724 w 1249222"/>
                <a:gd name="connsiteY17" fmla="*/ 148741 h 198243"/>
                <a:gd name="connsiteX18" fmla="*/ 498004 w 1249222"/>
                <a:gd name="connsiteY18" fmla="*/ 133078 h 198243"/>
                <a:gd name="connsiteX19" fmla="*/ 503314 w 1249222"/>
                <a:gd name="connsiteY19" fmla="*/ 138591 h 198243"/>
                <a:gd name="connsiteX20" fmla="*/ 431586 w 1249222"/>
                <a:gd name="connsiteY20" fmla="*/ 108206 h 198243"/>
                <a:gd name="connsiteX21" fmla="*/ 364362 w 1249222"/>
                <a:gd name="connsiteY21" fmla="*/ 95702 h 198243"/>
                <a:gd name="connsiteX22" fmla="*/ 279795 w 1249222"/>
                <a:gd name="connsiteY22" fmla="*/ 98323 h 198243"/>
                <a:gd name="connsiteX23" fmla="*/ 244032 w 1249222"/>
                <a:gd name="connsiteY23" fmla="*/ 90055 h 198243"/>
                <a:gd name="connsiteX24" fmla="*/ 228906 w 1249222"/>
                <a:gd name="connsiteY24" fmla="*/ 84475 h 198243"/>
                <a:gd name="connsiteX25" fmla="*/ 156035 w 1249222"/>
                <a:gd name="connsiteY25" fmla="*/ 113516 h 198243"/>
                <a:gd name="connsiteX26" fmla="*/ 131230 w 1249222"/>
                <a:gd name="connsiteY26" fmla="*/ 88307 h 198243"/>
                <a:gd name="connsiteX27" fmla="*/ 93316 w 1249222"/>
                <a:gd name="connsiteY27" fmla="*/ 68140 h 198243"/>
                <a:gd name="connsiteX28" fmla="*/ 65888 w 1249222"/>
                <a:gd name="connsiteY28" fmla="*/ 63838 h 198243"/>
                <a:gd name="connsiteX29" fmla="*/ 35839 w 1249222"/>
                <a:gd name="connsiteY29" fmla="*/ 35066 h 198243"/>
                <a:gd name="connsiteX30" fmla="*/ -193 w 1249222"/>
                <a:gd name="connsiteY30" fmla="*/ -496 h 198243"/>
                <a:gd name="connsiteX31" fmla="*/ 78661 w 1249222"/>
                <a:gd name="connsiteY31" fmla="*/ 42595 h 198243"/>
                <a:gd name="connsiteX32" fmla="*/ 155632 w 1249222"/>
                <a:gd name="connsiteY32" fmla="*/ 49317 h 198243"/>
                <a:gd name="connsiteX33" fmla="*/ 256468 w 1249222"/>
                <a:gd name="connsiteY33" fmla="*/ 73115 h 198243"/>
                <a:gd name="connsiteX34" fmla="*/ 297138 w 1249222"/>
                <a:gd name="connsiteY34" fmla="*/ 78694 h 198243"/>
                <a:gd name="connsiteX35" fmla="*/ 318112 w 1249222"/>
                <a:gd name="connsiteY35" fmla="*/ 61888 h 198243"/>
                <a:gd name="connsiteX36" fmla="*/ 396495 w 1249222"/>
                <a:gd name="connsiteY36" fmla="*/ 70089 h 198243"/>
                <a:gd name="connsiteX37" fmla="*/ 422041 w 1249222"/>
                <a:gd name="connsiteY37" fmla="*/ 68005 h 198243"/>
                <a:gd name="connsiteX38" fmla="*/ 443687 w 1249222"/>
                <a:gd name="connsiteY38" fmla="*/ 50863 h 198243"/>
                <a:gd name="connsiteX39" fmla="*/ 470576 w 1249222"/>
                <a:gd name="connsiteY39" fmla="*/ 73787 h 198243"/>
                <a:gd name="connsiteX40" fmla="*/ 509633 w 1249222"/>
                <a:gd name="connsiteY40" fmla="*/ 79232 h 198243"/>
                <a:gd name="connsiteX41" fmla="*/ 563883 w 1249222"/>
                <a:gd name="connsiteY41" fmla="*/ 84274 h 198243"/>
                <a:gd name="connsiteX42" fmla="*/ 630099 w 1249222"/>
                <a:gd name="connsiteY42" fmla="*/ 99265 h 198243"/>
                <a:gd name="connsiteX43" fmla="*/ 759639 w 1249222"/>
                <a:gd name="connsiteY43" fmla="*/ 95836 h 198243"/>
                <a:gd name="connsiteX44" fmla="*/ 806696 w 1249222"/>
                <a:gd name="connsiteY44" fmla="*/ 80442 h 198243"/>
                <a:gd name="connsiteX45" fmla="*/ 885415 w 1249222"/>
                <a:gd name="connsiteY45" fmla="*/ 110088 h 198243"/>
                <a:gd name="connsiteX46" fmla="*/ 915599 w 1249222"/>
                <a:gd name="connsiteY46" fmla="*/ 110088 h 198243"/>
                <a:gd name="connsiteX47" fmla="*/ 938791 w 1249222"/>
                <a:gd name="connsiteY47" fmla="*/ 117886 h 198243"/>
                <a:gd name="connsiteX48" fmla="*/ 1004738 w 1249222"/>
                <a:gd name="connsiteY48" fmla="*/ 129919 h 198243"/>
                <a:gd name="connsiteX49" fmla="*/ 1085407 w 1249222"/>
                <a:gd name="connsiteY49" fmla="*/ 138860 h 198243"/>
                <a:gd name="connsiteX50" fmla="*/ 1126682 w 1249222"/>
                <a:gd name="connsiteY50" fmla="*/ 153044 h 198243"/>
                <a:gd name="connsiteX51" fmla="*/ 1172193 w 1249222"/>
                <a:gd name="connsiteY51" fmla="*/ 151296 h 198243"/>
                <a:gd name="connsiteX52" fmla="*/ 1204326 w 1249222"/>
                <a:gd name="connsiteY52" fmla="*/ 173614 h 198243"/>
                <a:gd name="connsiteX53" fmla="*/ 1249030 w 1249222"/>
                <a:gd name="connsiteY53" fmla="*/ 192101 h 198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1249222" h="198243">
                  <a:moveTo>
                    <a:pt x="1236055" y="192168"/>
                  </a:moveTo>
                  <a:cubicBezTo>
                    <a:pt x="1210154" y="190716"/>
                    <a:pt x="1184172" y="192592"/>
                    <a:pt x="1158748" y="197748"/>
                  </a:cubicBezTo>
                  <a:cubicBezTo>
                    <a:pt x="1175083" y="166153"/>
                    <a:pt x="1101406" y="194252"/>
                    <a:pt x="1094011" y="190555"/>
                  </a:cubicBezTo>
                  <a:cubicBezTo>
                    <a:pt x="1083457" y="185244"/>
                    <a:pt x="1097171" y="171598"/>
                    <a:pt x="1073844" y="168237"/>
                  </a:cubicBezTo>
                  <a:cubicBezTo>
                    <a:pt x="1064621" y="167625"/>
                    <a:pt x="1055357" y="168371"/>
                    <a:pt x="1046350" y="170455"/>
                  </a:cubicBezTo>
                  <a:cubicBezTo>
                    <a:pt x="1030350" y="173211"/>
                    <a:pt x="1014014" y="182085"/>
                    <a:pt x="997074" y="179665"/>
                  </a:cubicBezTo>
                  <a:cubicBezTo>
                    <a:pt x="987663" y="178320"/>
                    <a:pt x="981075" y="171127"/>
                    <a:pt x="972067" y="170119"/>
                  </a:cubicBezTo>
                  <a:cubicBezTo>
                    <a:pt x="959227" y="168640"/>
                    <a:pt x="954790" y="176841"/>
                    <a:pt x="939665" y="173211"/>
                  </a:cubicBezTo>
                  <a:cubicBezTo>
                    <a:pt x="935430" y="172270"/>
                    <a:pt x="904372" y="153044"/>
                    <a:pt x="909078" y="148876"/>
                  </a:cubicBezTo>
                  <a:cubicBezTo>
                    <a:pt x="900474" y="155598"/>
                    <a:pt x="840980" y="192101"/>
                    <a:pt x="843736" y="160573"/>
                  </a:cubicBezTo>
                  <a:cubicBezTo>
                    <a:pt x="845551" y="139868"/>
                    <a:pt x="900339" y="117079"/>
                    <a:pt x="839367" y="125616"/>
                  </a:cubicBezTo>
                  <a:cubicBezTo>
                    <a:pt x="820477" y="128306"/>
                    <a:pt x="793251" y="145784"/>
                    <a:pt x="775370" y="144842"/>
                  </a:cubicBezTo>
                  <a:cubicBezTo>
                    <a:pt x="771672" y="144842"/>
                    <a:pt x="761925" y="133549"/>
                    <a:pt x="754732" y="132205"/>
                  </a:cubicBezTo>
                  <a:cubicBezTo>
                    <a:pt x="739136" y="129381"/>
                    <a:pt x="717288" y="138389"/>
                    <a:pt x="703373" y="143431"/>
                  </a:cubicBezTo>
                  <a:cubicBezTo>
                    <a:pt x="704785" y="141884"/>
                    <a:pt x="710499" y="138523"/>
                    <a:pt x="709692" y="136171"/>
                  </a:cubicBezTo>
                  <a:cubicBezTo>
                    <a:pt x="710566" y="138591"/>
                    <a:pt x="620822" y="175900"/>
                    <a:pt x="609730" y="144641"/>
                  </a:cubicBezTo>
                  <a:cubicBezTo>
                    <a:pt x="601125" y="120575"/>
                    <a:pt x="624519" y="103298"/>
                    <a:pt x="576521" y="113987"/>
                  </a:cubicBezTo>
                  <a:cubicBezTo>
                    <a:pt x="550371" y="119835"/>
                    <a:pt x="545464" y="127432"/>
                    <a:pt x="552724" y="148741"/>
                  </a:cubicBezTo>
                  <a:cubicBezTo>
                    <a:pt x="553732" y="151699"/>
                    <a:pt x="498004" y="133347"/>
                    <a:pt x="498004" y="133078"/>
                  </a:cubicBezTo>
                  <a:cubicBezTo>
                    <a:pt x="498004" y="134289"/>
                    <a:pt x="502037" y="138120"/>
                    <a:pt x="503314" y="138591"/>
                  </a:cubicBezTo>
                  <a:cubicBezTo>
                    <a:pt x="478771" y="130040"/>
                    <a:pt x="454806" y="119889"/>
                    <a:pt x="431586" y="108206"/>
                  </a:cubicBezTo>
                  <a:cubicBezTo>
                    <a:pt x="399453" y="91937"/>
                    <a:pt x="400596" y="82324"/>
                    <a:pt x="364362" y="95702"/>
                  </a:cubicBezTo>
                  <a:cubicBezTo>
                    <a:pt x="328129" y="109080"/>
                    <a:pt x="313944" y="110155"/>
                    <a:pt x="279795" y="98323"/>
                  </a:cubicBezTo>
                  <a:cubicBezTo>
                    <a:pt x="268098" y="94666"/>
                    <a:pt x="256145" y="91903"/>
                    <a:pt x="244032" y="90055"/>
                  </a:cubicBezTo>
                  <a:cubicBezTo>
                    <a:pt x="239729" y="89316"/>
                    <a:pt x="238183" y="85013"/>
                    <a:pt x="228906" y="84475"/>
                  </a:cubicBezTo>
                  <a:cubicBezTo>
                    <a:pt x="202017" y="82727"/>
                    <a:pt x="178152" y="115802"/>
                    <a:pt x="156035" y="113516"/>
                  </a:cubicBezTo>
                  <a:cubicBezTo>
                    <a:pt x="144406" y="112306"/>
                    <a:pt x="138355" y="95030"/>
                    <a:pt x="131230" y="88307"/>
                  </a:cubicBezTo>
                  <a:cubicBezTo>
                    <a:pt x="120716" y="78190"/>
                    <a:pt x="107580" y="71205"/>
                    <a:pt x="93316" y="68140"/>
                  </a:cubicBezTo>
                  <a:cubicBezTo>
                    <a:pt x="83165" y="65720"/>
                    <a:pt x="75770" y="68140"/>
                    <a:pt x="65888" y="63838"/>
                  </a:cubicBezTo>
                  <a:cubicBezTo>
                    <a:pt x="52914" y="57989"/>
                    <a:pt x="46124" y="43670"/>
                    <a:pt x="35839" y="35066"/>
                  </a:cubicBezTo>
                  <a:cubicBezTo>
                    <a:pt x="18159" y="20478"/>
                    <a:pt x="8949" y="19671"/>
                    <a:pt x="-193" y="-496"/>
                  </a:cubicBezTo>
                  <a:cubicBezTo>
                    <a:pt x="23940" y="14495"/>
                    <a:pt x="51099" y="32511"/>
                    <a:pt x="78661" y="42595"/>
                  </a:cubicBezTo>
                  <a:cubicBezTo>
                    <a:pt x="104340" y="52006"/>
                    <a:pt x="128944" y="48443"/>
                    <a:pt x="155632" y="49317"/>
                  </a:cubicBezTo>
                  <a:cubicBezTo>
                    <a:pt x="195966" y="50259"/>
                    <a:pt x="219091" y="58191"/>
                    <a:pt x="256468" y="73115"/>
                  </a:cubicBezTo>
                  <a:cubicBezTo>
                    <a:pt x="269240" y="78291"/>
                    <a:pt x="282887" y="84072"/>
                    <a:pt x="297138" y="78694"/>
                  </a:cubicBezTo>
                  <a:cubicBezTo>
                    <a:pt x="306348" y="75266"/>
                    <a:pt x="309709" y="65249"/>
                    <a:pt x="318112" y="61888"/>
                  </a:cubicBezTo>
                  <a:cubicBezTo>
                    <a:pt x="339759" y="53418"/>
                    <a:pt x="372765" y="68611"/>
                    <a:pt x="396495" y="70089"/>
                  </a:cubicBezTo>
                  <a:cubicBezTo>
                    <a:pt x="405053" y="71495"/>
                    <a:pt x="413826" y="70775"/>
                    <a:pt x="422041" y="68005"/>
                  </a:cubicBezTo>
                  <a:cubicBezTo>
                    <a:pt x="428763" y="64846"/>
                    <a:pt x="432662" y="49721"/>
                    <a:pt x="443687" y="50863"/>
                  </a:cubicBezTo>
                  <a:cubicBezTo>
                    <a:pt x="444493" y="50863"/>
                    <a:pt x="466476" y="72106"/>
                    <a:pt x="470576" y="73787"/>
                  </a:cubicBezTo>
                  <a:cubicBezTo>
                    <a:pt x="485433" y="80509"/>
                    <a:pt x="493634" y="80106"/>
                    <a:pt x="509633" y="79232"/>
                  </a:cubicBezTo>
                  <a:cubicBezTo>
                    <a:pt x="531212" y="78022"/>
                    <a:pt x="546136" y="77686"/>
                    <a:pt x="563883" y="84274"/>
                  </a:cubicBezTo>
                  <a:cubicBezTo>
                    <a:pt x="587210" y="92878"/>
                    <a:pt x="604218" y="99601"/>
                    <a:pt x="630099" y="99265"/>
                  </a:cubicBezTo>
                  <a:cubicBezTo>
                    <a:pt x="674735" y="98660"/>
                    <a:pt x="714196" y="103836"/>
                    <a:pt x="759639" y="95836"/>
                  </a:cubicBezTo>
                  <a:cubicBezTo>
                    <a:pt x="775101" y="93080"/>
                    <a:pt x="793251" y="81450"/>
                    <a:pt x="806696" y="80442"/>
                  </a:cubicBezTo>
                  <a:cubicBezTo>
                    <a:pt x="833586" y="78425"/>
                    <a:pt x="858660" y="105517"/>
                    <a:pt x="885415" y="110088"/>
                  </a:cubicBezTo>
                  <a:cubicBezTo>
                    <a:pt x="895465" y="110659"/>
                    <a:pt x="905549" y="110659"/>
                    <a:pt x="915599" y="110088"/>
                  </a:cubicBezTo>
                  <a:cubicBezTo>
                    <a:pt x="929044" y="110962"/>
                    <a:pt x="928102" y="113314"/>
                    <a:pt x="938791" y="117886"/>
                  </a:cubicBezTo>
                  <a:cubicBezTo>
                    <a:pt x="959778" y="126148"/>
                    <a:pt x="982184" y="130235"/>
                    <a:pt x="1004738" y="129919"/>
                  </a:cubicBezTo>
                  <a:cubicBezTo>
                    <a:pt x="1034047" y="130725"/>
                    <a:pt x="1057374" y="129919"/>
                    <a:pt x="1085407" y="138860"/>
                  </a:cubicBezTo>
                  <a:cubicBezTo>
                    <a:pt x="1099255" y="143095"/>
                    <a:pt x="1112296" y="150355"/>
                    <a:pt x="1126682" y="153044"/>
                  </a:cubicBezTo>
                  <a:cubicBezTo>
                    <a:pt x="1141068" y="155733"/>
                    <a:pt x="1159958" y="147935"/>
                    <a:pt x="1172193" y="151296"/>
                  </a:cubicBezTo>
                  <a:cubicBezTo>
                    <a:pt x="1181738" y="153918"/>
                    <a:pt x="1192360" y="167631"/>
                    <a:pt x="1204326" y="173614"/>
                  </a:cubicBezTo>
                  <a:cubicBezTo>
                    <a:pt x="1218510" y="180337"/>
                    <a:pt x="1234375" y="185916"/>
                    <a:pt x="1249030" y="192101"/>
                  </a:cubicBezTo>
                  <a:close/>
                </a:path>
              </a:pathLst>
            </a:custGeom>
            <a:solidFill>
              <a:srgbClr val="210A00">
                <a:alpha val="45000"/>
              </a:srgbClr>
            </a:solidFill>
            <a:ln w="6712"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DF7F2340-4439-4DF7-8AE9-219B4CBCE5CC}"/>
                </a:ext>
              </a:extLst>
            </p:cNvPr>
            <p:cNvSpPr/>
            <p:nvPr/>
          </p:nvSpPr>
          <p:spPr>
            <a:xfrm rot="21260129">
              <a:off x="2766763" y="4197207"/>
              <a:ext cx="1723689" cy="214256"/>
            </a:xfrm>
            <a:custGeom>
              <a:avLst/>
              <a:gdLst>
                <a:gd name="connsiteX0" fmla="*/ 15941 w 1723689"/>
                <a:gd name="connsiteY0" fmla="*/ 174510 h 214256"/>
                <a:gd name="connsiteX1" fmla="*/ 118793 w 1723689"/>
                <a:gd name="connsiteY1" fmla="*/ 155485 h 214256"/>
                <a:gd name="connsiteX2" fmla="*/ 211294 w 1723689"/>
                <a:gd name="connsiteY2" fmla="*/ 150175 h 214256"/>
                <a:gd name="connsiteX3" fmla="*/ 222117 w 1723689"/>
                <a:gd name="connsiteY3" fmla="*/ 164493 h 214256"/>
                <a:gd name="connsiteX4" fmla="*/ 244301 w 1723689"/>
                <a:gd name="connsiteY4" fmla="*/ 166308 h 214256"/>
                <a:gd name="connsiteX5" fmla="*/ 278652 w 1723689"/>
                <a:gd name="connsiteY5" fmla="*/ 162208 h 214256"/>
                <a:gd name="connsiteX6" fmla="*/ 337607 w 1723689"/>
                <a:gd name="connsiteY6" fmla="*/ 148763 h 214256"/>
                <a:gd name="connsiteX7" fmla="*/ 388362 w 1723689"/>
                <a:gd name="connsiteY7" fmla="*/ 152124 h 214256"/>
                <a:gd name="connsiteX8" fmla="*/ 430914 w 1723689"/>
                <a:gd name="connsiteY8" fmla="*/ 145402 h 214256"/>
                <a:gd name="connsiteX9" fmla="*/ 485971 w 1723689"/>
                <a:gd name="connsiteY9" fmla="*/ 163552 h 214256"/>
                <a:gd name="connsiteX10" fmla="*/ 574908 w 1723689"/>
                <a:gd name="connsiteY10" fmla="*/ 152796 h 214256"/>
                <a:gd name="connsiteX11" fmla="*/ 586067 w 1723689"/>
                <a:gd name="connsiteY11" fmla="*/ 178140 h 214256"/>
                <a:gd name="connsiteX12" fmla="*/ 679239 w 1723689"/>
                <a:gd name="connsiteY12" fmla="*/ 159653 h 214256"/>
                <a:gd name="connsiteX13" fmla="*/ 719171 w 1723689"/>
                <a:gd name="connsiteY13" fmla="*/ 168527 h 214256"/>
                <a:gd name="connsiteX14" fmla="*/ 780277 w 1723689"/>
                <a:gd name="connsiteY14" fmla="*/ 158779 h 214256"/>
                <a:gd name="connsiteX15" fmla="*/ 771404 w 1723689"/>
                <a:gd name="connsiteY15" fmla="*/ 164695 h 214256"/>
                <a:gd name="connsiteX16" fmla="*/ 907599 w 1723689"/>
                <a:gd name="connsiteY16" fmla="*/ 150376 h 214256"/>
                <a:gd name="connsiteX17" fmla="*/ 914322 w 1723689"/>
                <a:gd name="connsiteY17" fmla="*/ 175316 h 214256"/>
                <a:gd name="connsiteX18" fmla="*/ 957681 w 1723689"/>
                <a:gd name="connsiteY18" fmla="*/ 170006 h 214256"/>
                <a:gd name="connsiteX19" fmla="*/ 975764 w 1723689"/>
                <a:gd name="connsiteY19" fmla="*/ 136394 h 214256"/>
                <a:gd name="connsiteX20" fmla="*/ 1050988 w 1723689"/>
                <a:gd name="connsiteY20" fmla="*/ 129671 h 214256"/>
                <a:gd name="connsiteX21" fmla="*/ 1039829 w 1723689"/>
                <a:gd name="connsiteY21" fmla="*/ 127587 h 214256"/>
                <a:gd name="connsiteX22" fmla="*/ 1137371 w 1723689"/>
                <a:gd name="connsiteY22" fmla="*/ 126848 h 214256"/>
                <a:gd name="connsiteX23" fmla="*/ 1226173 w 1723689"/>
                <a:gd name="connsiteY23" fmla="*/ 147015 h 214256"/>
                <a:gd name="connsiteX24" fmla="*/ 1319010 w 1723689"/>
                <a:gd name="connsiteY24" fmla="*/ 115017 h 214256"/>
                <a:gd name="connsiteX25" fmla="*/ 1276525 w 1723689"/>
                <a:gd name="connsiteY25" fmla="*/ 76497 h 214256"/>
                <a:gd name="connsiteX26" fmla="*/ 1316859 w 1723689"/>
                <a:gd name="connsiteY26" fmla="*/ 66010 h 214256"/>
                <a:gd name="connsiteX27" fmla="*/ 1358807 w 1723689"/>
                <a:gd name="connsiteY27" fmla="*/ 56935 h 214256"/>
                <a:gd name="connsiteX28" fmla="*/ 1478465 w 1723689"/>
                <a:gd name="connsiteY28" fmla="*/ 131 h 214256"/>
                <a:gd name="connsiteX29" fmla="*/ 1637853 w 1723689"/>
                <a:gd name="connsiteY29" fmla="*/ 6853 h 214256"/>
                <a:gd name="connsiteX30" fmla="*/ 1723496 w 1723689"/>
                <a:gd name="connsiteY30" fmla="*/ 28566 h 214256"/>
                <a:gd name="connsiteX31" fmla="*/ 1487473 w 1723689"/>
                <a:gd name="connsiteY31" fmla="*/ 42011 h 214256"/>
                <a:gd name="connsiteX32" fmla="*/ 1318405 w 1723689"/>
                <a:gd name="connsiteY32" fmla="*/ 77774 h 214256"/>
                <a:gd name="connsiteX33" fmla="*/ 1349328 w 1723689"/>
                <a:gd name="connsiteY33" fmla="*/ 116159 h 214256"/>
                <a:gd name="connsiteX34" fmla="*/ 1383881 w 1723689"/>
                <a:gd name="connsiteY34" fmla="*/ 162409 h 214256"/>
                <a:gd name="connsiteX35" fmla="*/ 1216359 w 1723689"/>
                <a:gd name="connsiteY35" fmla="*/ 161871 h 214256"/>
                <a:gd name="connsiteX36" fmla="*/ 1181537 w 1723689"/>
                <a:gd name="connsiteY36" fmla="*/ 174174 h 214256"/>
                <a:gd name="connsiteX37" fmla="*/ 1088566 w 1723689"/>
                <a:gd name="connsiteY37" fmla="*/ 167451 h 214256"/>
                <a:gd name="connsiteX38" fmla="*/ 1002654 w 1723689"/>
                <a:gd name="connsiteY38" fmla="*/ 186341 h 214256"/>
                <a:gd name="connsiteX39" fmla="*/ 886356 w 1723689"/>
                <a:gd name="connsiteY39" fmla="*/ 191181 h 214256"/>
                <a:gd name="connsiteX40" fmla="*/ 759169 w 1723689"/>
                <a:gd name="connsiteY40" fmla="*/ 194946 h 214256"/>
                <a:gd name="connsiteX41" fmla="*/ 636015 w 1723689"/>
                <a:gd name="connsiteY41" fmla="*/ 213365 h 214256"/>
                <a:gd name="connsiteX42" fmla="*/ 538809 w 1723689"/>
                <a:gd name="connsiteY42" fmla="*/ 194408 h 214256"/>
                <a:gd name="connsiteX43" fmla="*/ 456258 w 1723689"/>
                <a:gd name="connsiteY43" fmla="*/ 194408 h 214256"/>
                <a:gd name="connsiteX44" fmla="*/ 225948 w 1723689"/>
                <a:gd name="connsiteY44" fmla="*/ 188896 h 214256"/>
                <a:gd name="connsiteX45" fmla="*/ 147296 w 1723689"/>
                <a:gd name="connsiteY45" fmla="*/ 188896 h 214256"/>
                <a:gd name="connsiteX46" fmla="*/ 93921 w 1723689"/>
                <a:gd name="connsiteY46" fmla="*/ 185803 h 214256"/>
                <a:gd name="connsiteX47" fmla="*/ -193 w 1723689"/>
                <a:gd name="connsiteY47" fmla="*/ 177131 h 214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723689" h="214256">
                  <a:moveTo>
                    <a:pt x="15941" y="174510"/>
                  </a:moveTo>
                  <a:cubicBezTo>
                    <a:pt x="50628" y="170597"/>
                    <a:pt x="85000" y="164245"/>
                    <a:pt x="118793" y="155485"/>
                  </a:cubicBezTo>
                  <a:cubicBezTo>
                    <a:pt x="112676" y="186072"/>
                    <a:pt x="199462" y="146948"/>
                    <a:pt x="211294" y="150175"/>
                  </a:cubicBezTo>
                  <a:cubicBezTo>
                    <a:pt x="218823" y="152326"/>
                    <a:pt x="214050" y="161535"/>
                    <a:pt x="222117" y="164493"/>
                  </a:cubicBezTo>
                  <a:cubicBezTo>
                    <a:pt x="229357" y="166342"/>
                    <a:pt x="236859" y="166954"/>
                    <a:pt x="244301" y="166308"/>
                  </a:cubicBezTo>
                  <a:cubicBezTo>
                    <a:pt x="255856" y="166086"/>
                    <a:pt x="267365" y="164715"/>
                    <a:pt x="278652" y="162208"/>
                  </a:cubicBezTo>
                  <a:cubicBezTo>
                    <a:pt x="298819" y="158376"/>
                    <a:pt x="317373" y="150780"/>
                    <a:pt x="337607" y="148763"/>
                  </a:cubicBezTo>
                  <a:cubicBezTo>
                    <a:pt x="355691" y="146813"/>
                    <a:pt x="371219" y="152796"/>
                    <a:pt x="388362" y="152124"/>
                  </a:cubicBezTo>
                  <a:cubicBezTo>
                    <a:pt x="403420" y="151519"/>
                    <a:pt x="415251" y="145402"/>
                    <a:pt x="430914" y="145402"/>
                  </a:cubicBezTo>
                  <a:cubicBezTo>
                    <a:pt x="430914" y="145402"/>
                    <a:pt x="489332" y="157905"/>
                    <a:pt x="485971" y="163552"/>
                  </a:cubicBezTo>
                  <a:cubicBezTo>
                    <a:pt x="497197" y="144864"/>
                    <a:pt x="583513" y="128730"/>
                    <a:pt x="574908" y="152796"/>
                  </a:cubicBezTo>
                  <a:cubicBezTo>
                    <a:pt x="566303" y="176863"/>
                    <a:pt x="510911" y="187215"/>
                    <a:pt x="586067" y="178140"/>
                  </a:cubicBezTo>
                  <a:cubicBezTo>
                    <a:pt x="615310" y="174577"/>
                    <a:pt x="650064" y="158645"/>
                    <a:pt x="679239" y="159653"/>
                  </a:cubicBezTo>
                  <a:cubicBezTo>
                    <a:pt x="691340" y="160057"/>
                    <a:pt x="701692" y="169535"/>
                    <a:pt x="719171" y="168527"/>
                  </a:cubicBezTo>
                  <a:cubicBezTo>
                    <a:pt x="739775" y="166960"/>
                    <a:pt x="760211" y="163707"/>
                    <a:pt x="780277" y="158779"/>
                  </a:cubicBezTo>
                  <a:cubicBezTo>
                    <a:pt x="779134" y="159452"/>
                    <a:pt x="771135" y="162678"/>
                    <a:pt x="771404" y="164695"/>
                  </a:cubicBezTo>
                  <a:cubicBezTo>
                    <a:pt x="770798" y="160393"/>
                    <a:pt x="892407" y="133369"/>
                    <a:pt x="907599" y="150376"/>
                  </a:cubicBezTo>
                  <a:cubicBezTo>
                    <a:pt x="912776" y="156158"/>
                    <a:pt x="908742" y="171350"/>
                    <a:pt x="914322" y="175316"/>
                  </a:cubicBezTo>
                  <a:cubicBezTo>
                    <a:pt x="922658" y="181165"/>
                    <a:pt x="947934" y="172224"/>
                    <a:pt x="957681" y="170006"/>
                  </a:cubicBezTo>
                  <a:cubicBezTo>
                    <a:pt x="987730" y="163283"/>
                    <a:pt x="999965" y="154074"/>
                    <a:pt x="975764" y="136394"/>
                  </a:cubicBezTo>
                  <a:cubicBezTo>
                    <a:pt x="974622" y="135520"/>
                    <a:pt x="1051055" y="130411"/>
                    <a:pt x="1050988" y="129671"/>
                  </a:cubicBezTo>
                  <a:cubicBezTo>
                    <a:pt x="1050921" y="128932"/>
                    <a:pt x="1041173" y="127251"/>
                    <a:pt x="1039829" y="127587"/>
                  </a:cubicBezTo>
                  <a:cubicBezTo>
                    <a:pt x="1067659" y="120865"/>
                    <a:pt x="1108061" y="126176"/>
                    <a:pt x="1137371" y="126848"/>
                  </a:cubicBezTo>
                  <a:cubicBezTo>
                    <a:pt x="1169168" y="127520"/>
                    <a:pt x="1196393" y="141839"/>
                    <a:pt x="1226173" y="147015"/>
                  </a:cubicBezTo>
                  <a:cubicBezTo>
                    <a:pt x="1250576" y="151049"/>
                    <a:pt x="1306372" y="138814"/>
                    <a:pt x="1319010" y="115017"/>
                  </a:cubicBezTo>
                  <a:cubicBezTo>
                    <a:pt x="1335614" y="83690"/>
                    <a:pt x="1298843" y="83623"/>
                    <a:pt x="1276525" y="76497"/>
                  </a:cubicBezTo>
                  <a:cubicBezTo>
                    <a:pt x="1289969" y="73002"/>
                    <a:pt x="1303414" y="70313"/>
                    <a:pt x="1316859" y="66010"/>
                  </a:cubicBezTo>
                  <a:cubicBezTo>
                    <a:pt x="1331850" y="61170"/>
                    <a:pt x="1346101" y="60296"/>
                    <a:pt x="1358807" y="56935"/>
                  </a:cubicBezTo>
                  <a:cubicBezTo>
                    <a:pt x="1404922" y="44700"/>
                    <a:pt x="1431005" y="-6726"/>
                    <a:pt x="1478465" y="131"/>
                  </a:cubicBezTo>
                  <a:cubicBezTo>
                    <a:pt x="1533723" y="8198"/>
                    <a:pt x="1583872" y="-5382"/>
                    <a:pt x="1637853" y="6853"/>
                  </a:cubicBezTo>
                  <a:cubicBezTo>
                    <a:pt x="1668440" y="13575"/>
                    <a:pt x="1695531" y="14046"/>
                    <a:pt x="1723496" y="28566"/>
                  </a:cubicBezTo>
                  <a:cubicBezTo>
                    <a:pt x="1638794" y="16265"/>
                    <a:pt x="1568881" y="16197"/>
                    <a:pt x="1487473" y="42011"/>
                  </a:cubicBezTo>
                  <a:cubicBezTo>
                    <a:pt x="1430736" y="60162"/>
                    <a:pt x="1377226" y="65405"/>
                    <a:pt x="1318405" y="77774"/>
                  </a:cubicBezTo>
                  <a:cubicBezTo>
                    <a:pt x="1337026" y="79321"/>
                    <a:pt x="1333060" y="112529"/>
                    <a:pt x="1349328" y="116159"/>
                  </a:cubicBezTo>
                  <a:cubicBezTo>
                    <a:pt x="1525051" y="155687"/>
                    <a:pt x="1412787" y="159384"/>
                    <a:pt x="1383881" y="162409"/>
                  </a:cubicBezTo>
                  <a:cubicBezTo>
                    <a:pt x="1354975" y="165435"/>
                    <a:pt x="1245467" y="158645"/>
                    <a:pt x="1216359" y="161871"/>
                  </a:cubicBezTo>
                  <a:cubicBezTo>
                    <a:pt x="1198007" y="163955"/>
                    <a:pt x="1197066" y="170745"/>
                    <a:pt x="1181537" y="174174"/>
                  </a:cubicBezTo>
                  <a:cubicBezTo>
                    <a:pt x="1153101" y="180425"/>
                    <a:pt x="1123388" y="159720"/>
                    <a:pt x="1088566" y="167451"/>
                  </a:cubicBezTo>
                  <a:cubicBezTo>
                    <a:pt x="1056366" y="174711"/>
                    <a:pt x="1036064" y="185198"/>
                    <a:pt x="1002654" y="186341"/>
                  </a:cubicBezTo>
                  <a:cubicBezTo>
                    <a:pt x="978117" y="198105"/>
                    <a:pt x="919162" y="187887"/>
                    <a:pt x="886356" y="191181"/>
                  </a:cubicBezTo>
                  <a:cubicBezTo>
                    <a:pt x="844341" y="195282"/>
                    <a:pt x="801520" y="193063"/>
                    <a:pt x="759169" y="194946"/>
                  </a:cubicBezTo>
                  <a:cubicBezTo>
                    <a:pt x="716818" y="196828"/>
                    <a:pt x="676282" y="208996"/>
                    <a:pt x="636015" y="213365"/>
                  </a:cubicBezTo>
                  <a:cubicBezTo>
                    <a:pt x="604823" y="216726"/>
                    <a:pt x="570202" y="197635"/>
                    <a:pt x="538809" y="194408"/>
                  </a:cubicBezTo>
                  <a:cubicBezTo>
                    <a:pt x="510911" y="191585"/>
                    <a:pt x="483013" y="199450"/>
                    <a:pt x="456258" y="194408"/>
                  </a:cubicBezTo>
                  <a:cubicBezTo>
                    <a:pt x="381370" y="180963"/>
                    <a:pt x="303256" y="196223"/>
                    <a:pt x="225948" y="188896"/>
                  </a:cubicBezTo>
                  <a:cubicBezTo>
                    <a:pt x="199859" y="185266"/>
                    <a:pt x="173386" y="185266"/>
                    <a:pt x="147296" y="188896"/>
                  </a:cubicBezTo>
                  <a:cubicBezTo>
                    <a:pt x="119197" y="193870"/>
                    <a:pt x="119062" y="193198"/>
                    <a:pt x="93921" y="185803"/>
                  </a:cubicBezTo>
                  <a:cubicBezTo>
                    <a:pt x="65082" y="177333"/>
                    <a:pt x="29789" y="179619"/>
                    <a:pt x="-193" y="177131"/>
                  </a:cubicBezTo>
                  <a:close/>
                </a:path>
              </a:pathLst>
            </a:custGeom>
            <a:solidFill>
              <a:srgbClr val="210A00">
                <a:alpha val="45000"/>
              </a:srgbClr>
            </a:solidFill>
            <a:ln w="6712" cap="flat">
              <a:noFill/>
              <a:prstDash val="solid"/>
              <a:miter/>
            </a:ln>
          </p:spPr>
          <p:txBody>
            <a:bodyPr rtlCol="0" anchor="ctr"/>
            <a:lstStyle/>
            <a:p>
              <a:endParaRPr lang="en-US"/>
            </a:p>
          </p:txBody>
        </p:sp>
      </p:grpSp>
      <p:sp>
        <p:nvSpPr>
          <p:cNvPr id="29" name="Rectangle: Rounded Corners 28">
            <a:extLst>
              <a:ext uri="{FF2B5EF4-FFF2-40B4-BE49-F238E27FC236}">
                <a16:creationId xmlns:a16="http://schemas.microsoft.com/office/drawing/2014/main" id="{7C8CCDB6-E880-40B1-A6D8-08678411C7E9}"/>
              </a:ext>
            </a:extLst>
          </p:cNvPr>
          <p:cNvSpPr/>
          <p:nvPr/>
        </p:nvSpPr>
        <p:spPr bwMode="auto">
          <a:xfrm>
            <a:off x="5293285" y="4215768"/>
            <a:ext cx="903972" cy="182460"/>
          </a:xfrm>
          <a:prstGeom prst="roundRect">
            <a:avLst>
              <a:gd name="adj" fmla="val 8166"/>
            </a:avLst>
          </a:prstGeom>
          <a:solidFill>
            <a:schemeClr val="bg1"/>
          </a:solidFill>
          <a:ln>
            <a:noFill/>
          </a:ln>
        </p:spPr>
        <p:txBody>
          <a:bodyPr vert="horz" wrap="square" lIns="0" tIns="0" rIns="0" bIns="0" numCol="1" rtlCol="0" anchor="ctr" anchorCtr="0" compatLnSpc="1">
            <a:prstTxWarp prst="textNoShape">
              <a:avLst/>
            </a:prstTxWarp>
          </a:bodyPr>
          <a:lstStyle/>
          <a:p>
            <a:pPr algn="ctr"/>
            <a:r>
              <a:rPr lang="en-US" sz="1000" dirty="0">
                <a:solidFill>
                  <a:schemeClr val="accent2"/>
                </a:solidFill>
              </a:rPr>
              <a:t>Emulsification</a:t>
            </a:r>
          </a:p>
        </p:txBody>
      </p:sp>
      <p:sp>
        <p:nvSpPr>
          <p:cNvPr id="30" name="Rectangle: Rounded Corners 29">
            <a:extLst>
              <a:ext uri="{FF2B5EF4-FFF2-40B4-BE49-F238E27FC236}">
                <a16:creationId xmlns:a16="http://schemas.microsoft.com/office/drawing/2014/main" id="{9DB01837-58DB-4EF6-93A9-100BF187A90B}"/>
              </a:ext>
            </a:extLst>
          </p:cNvPr>
          <p:cNvSpPr/>
          <p:nvPr/>
        </p:nvSpPr>
        <p:spPr bwMode="auto">
          <a:xfrm>
            <a:off x="3330916" y="4314113"/>
            <a:ext cx="690782" cy="182460"/>
          </a:xfrm>
          <a:prstGeom prst="roundRect">
            <a:avLst>
              <a:gd name="adj" fmla="val 8166"/>
            </a:avLst>
          </a:prstGeom>
          <a:solidFill>
            <a:schemeClr val="bg1"/>
          </a:solidFill>
          <a:ln>
            <a:noFill/>
          </a:ln>
        </p:spPr>
        <p:txBody>
          <a:bodyPr vert="horz" wrap="square" lIns="0" tIns="0" rIns="0" bIns="0" numCol="1" rtlCol="0" anchor="ctr" anchorCtr="0" compatLnSpc="1">
            <a:prstTxWarp prst="textNoShape">
              <a:avLst/>
            </a:prstTxWarp>
          </a:bodyPr>
          <a:lstStyle/>
          <a:p>
            <a:pPr algn="ctr"/>
            <a:r>
              <a:rPr lang="en-US" sz="1000" dirty="0">
                <a:solidFill>
                  <a:schemeClr val="accent2"/>
                </a:solidFill>
              </a:rPr>
              <a:t>Stranding</a:t>
            </a:r>
          </a:p>
        </p:txBody>
      </p:sp>
      <p:sp>
        <p:nvSpPr>
          <p:cNvPr id="31" name="Rectangle: Rounded Corners 30">
            <a:extLst>
              <a:ext uri="{FF2B5EF4-FFF2-40B4-BE49-F238E27FC236}">
                <a16:creationId xmlns:a16="http://schemas.microsoft.com/office/drawing/2014/main" id="{699F74C5-A948-421B-A839-5E95CB63E9FD}"/>
              </a:ext>
            </a:extLst>
          </p:cNvPr>
          <p:cNvSpPr/>
          <p:nvPr/>
        </p:nvSpPr>
        <p:spPr bwMode="auto">
          <a:xfrm>
            <a:off x="9382750" y="5531264"/>
            <a:ext cx="903972" cy="182460"/>
          </a:xfrm>
          <a:prstGeom prst="roundRect">
            <a:avLst>
              <a:gd name="adj" fmla="val 8166"/>
            </a:avLst>
          </a:prstGeom>
          <a:solidFill>
            <a:srgbClr val="FFC000"/>
          </a:solidFill>
          <a:ln>
            <a:solidFill>
              <a:srgbClr val="FFC000"/>
            </a:solidFill>
          </a:ln>
        </p:spPr>
        <p:txBody>
          <a:bodyPr vert="horz" wrap="square" lIns="0" tIns="0" rIns="0" bIns="0" numCol="1" rtlCol="0" anchor="ctr" anchorCtr="0" compatLnSpc="1">
            <a:prstTxWarp prst="textNoShape">
              <a:avLst/>
            </a:prstTxWarp>
          </a:bodyPr>
          <a:lstStyle/>
          <a:p>
            <a:pPr algn="ctr"/>
            <a:r>
              <a:rPr lang="en-US" sz="1000" dirty="0">
                <a:solidFill>
                  <a:schemeClr val="accent2"/>
                </a:solidFill>
              </a:rPr>
              <a:t>Sedimentation</a:t>
            </a:r>
          </a:p>
        </p:txBody>
      </p:sp>
      <p:pic>
        <p:nvPicPr>
          <p:cNvPr id="32" name="Graphic 31">
            <a:extLst>
              <a:ext uri="{FF2B5EF4-FFF2-40B4-BE49-F238E27FC236}">
                <a16:creationId xmlns:a16="http://schemas.microsoft.com/office/drawing/2014/main" id="{ED36CF3B-252F-4029-AF7D-68F53ECA5DD3}"/>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rot="2911017" flipV="1">
            <a:off x="9651127" y="5201967"/>
            <a:ext cx="530244" cy="226968"/>
          </a:xfrm>
          <a:prstGeom prst="rect">
            <a:avLst/>
          </a:prstGeom>
        </p:spPr>
      </p:pic>
      <p:sp>
        <p:nvSpPr>
          <p:cNvPr id="33" name="Oval 32">
            <a:extLst>
              <a:ext uri="{FF2B5EF4-FFF2-40B4-BE49-F238E27FC236}">
                <a16:creationId xmlns:a16="http://schemas.microsoft.com/office/drawing/2014/main" id="{BEFB57EE-37DE-4AFE-9ABC-3442D52952FD}"/>
              </a:ext>
            </a:extLst>
          </p:cNvPr>
          <p:cNvSpPr/>
          <p:nvPr/>
        </p:nvSpPr>
        <p:spPr bwMode="auto">
          <a:xfrm>
            <a:off x="9398044" y="5085714"/>
            <a:ext cx="218810" cy="218810"/>
          </a:xfrm>
          <a:prstGeom prst="ellipse">
            <a:avLst/>
          </a:prstGeom>
          <a:solidFill>
            <a:srgbClr val="FFC000">
              <a:alpha val="65000"/>
            </a:srgbClr>
          </a:solidFill>
          <a:ln w="12700">
            <a:solidFill>
              <a:schemeClr val="bg1"/>
            </a:solidFill>
          </a:ln>
        </p:spPr>
        <p:txBody>
          <a:bodyPr vert="horz" wrap="square" lIns="91440" tIns="45720" rIns="91440" bIns="45720" numCol="1" rtlCol="0" anchor="t" anchorCtr="0" compatLnSpc="1">
            <a:prstTxWarp prst="textNoShape">
              <a:avLst/>
            </a:prstTxWarp>
          </a:bodyPr>
          <a:lstStyle/>
          <a:p>
            <a:pPr algn="ctr"/>
            <a:endParaRPr lang="en-US"/>
          </a:p>
        </p:txBody>
      </p:sp>
      <p:sp>
        <p:nvSpPr>
          <p:cNvPr id="2" name="Oval 1">
            <a:extLst>
              <a:ext uri="{FF2B5EF4-FFF2-40B4-BE49-F238E27FC236}">
                <a16:creationId xmlns:a16="http://schemas.microsoft.com/office/drawing/2014/main" id="{A606980C-27F4-4E2D-983E-2695BC270A8E}"/>
              </a:ext>
            </a:extLst>
          </p:cNvPr>
          <p:cNvSpPr/>
          <p:nvPr/>
        </p:nvSpPr>
        <p:spPr bwMode="auto">
          <a:xfrm>
            <a:off x="7169966" y="4836667"/>
            <a:ext cx="885804" cy="257494"/>
          </a:xfrm>
          <a:prstGeom prst="ellipse">
            <a:avLst/>
          </a:prstGeom>
          <a:noFill/>
          <a:ln>
            <a:solidFill>
              <a:srgbClr val="002F5F"/>
            </a:solidFill>
          </a:ln>
        </p:spPr>
        <p:txBody>
          <a:bodyPr vert="horz" wrap="square" lIns="91440" tIns="45720" rIns="91440" bIns="45720" numCol="1" rtlCol="0" anchor="t" anchorCtr="0" compatLnSpc="1">
            <a:prstTxWarp prst="textNoShape">
              <a:avLst/>
            </a:prstTxWarp>
          </a:bodyPr>
          <a:lstStyle/>
          <a:p>
            <a:pPr algn="ctr"/>
            <a:endParaRPr lang="en-US"/>
          </a:p>
        </p:txBody>
      </p:sp>
      <p:sp>
        <p:nvSpPr>
          <p:cNvPr id="34" name="Rectangle: Rounded Corners 33">
            <a:extLst>
              <a:ext uri="{FF2B5EF4-FFF2-40B4-BE49-F238E27FC236}">
                <a16:creationId xmlns:a16="http://schemas.microsoft.com/office/drawing/2014/main" id="{E91E9EAE-DDDE-4ED2-8226-52FB69FD730D}"/>
              </a:ext>
            </a:extLst>
          </p:cNvPr>
          <p:cNvSpPr/>
          <p:nvPr/>
        </p:nvSpPr>
        <p:spPr bwMode="auto">
          <a:xfrm>
            <a:off x="5693569" y="5466129"/>
            <a:ext cx="983661" cy="182460"/>
          </a:xfrm>
          <a:prstGeom prst="roundRect">
            <a:avLst>
              <a:gd name="adj" fmla="val 8166"/>
            </a:avLst>
          </a:prstGeom>
          <a:solidFill>
            <a:schemeClr val="bg1"/>
          </a:solidFill>
          <a:ln>
            <a:noFill/>
          </a:ln>
        </p:spPr>
        <p:txBody>
          <a:bodyPr vert="horz" wrap="square" lIns="0" tIns="0" rIns="0" bIns="0" numCol="1" rtlCol="0" anchor="ctr" anchorCtr="0" compatLnSpc="1">
            <a:prstTxWarp prst="textNoShape">
              <a:avLst/>
            </a:prstTxWarp>
          </a:bodyPr>
          <a:lstStyle/>
          <a:p>
            <a:pPr algn="ctr"/>
            <a:r>
              <a:rPr lang="en-US" sz="1000" dirty="0">
                <a:solidFill>
                  <a:schemeClr val="accent2"/>
                </a:solidFill>
              </a:rPr>
              <a:t>Biodegradation</a:t>
            </a:r>
          </a:p>
        </p:txBody>
      </p:sp>
      <p:pic>
        <p:nvPicPr>
          <p:cNvPr id="4" name="Graphic 3">
            <a:extLst>
              <a:ext uri="{FF2B5EF4-FFF2-40B4-BE49-F238E27FC236}">
                <a16:creationId xmlns:a16="http://schemas.microsoft.com/office/drawing/2014/main" id="{E7429993-A097-4CD2-88A6-93883FDAA9C5}"/>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rot="3270764">
            <a:off x="6892711" y="4960278"/>
            <a:ext cx="137444" cy="616410"/>
          </a:xfrm>
          <a:prstGeom prst="rect">
            <a:avLst/>
          </a:prstGeom>
        </p:spPr>
      </p:pic>
    </p:spTree>
    <p:extLst>
      <p:ext uri="{BB962C8B-B14F-4D97-AF65-F5344CB8AC3E}">
        <p14:creationId xmlns:p14="http://schemas.microsoft.com/office/powerpoint/2010/main" val="289387304"/>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500"/>
                                        <p:tgtEl>
                                          <p:spTgt spid="2"/>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up)">
                                      <p:cBhvr>
                                        <p:cTn id="11" dur="500"/>
                                        <p:tgtEl>
                                          <p:spTgt spid="4"/>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34"/>
                                        </p:tgtEl>
                                        <p:attrNameLst>
                                          <p:attrName>style.visibility</p:attrName>
                                        </p:attrNameLst>
                                      </p:cBhvr>
                                      <p:to>
                                        <p:strVal val="visible"/>
                                      </p:to>
                                    </p:set>
                                    <p:animEffect transition="in" filter="wipe(up)">
                                      <p:cBhvr>
                                        <p:cTn id="15" dur="75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8" name="Picture Placeholder 17">
            <a:extLst>
              <a:ext uri="{FF2B5EF4-FFF2-40B4-BE49-F238E27FC236}">
                <a16:creationId xmlns:a16="http://schemas.microsoft.com/office/drawing/2014/main" id="{7CFCA82D-2E17-46BE-8156-39AB2FEAC22B}"/>
              </a:ext>
            </a:extLst>
          </p:cNvPr>
          <p:cNvPicPr>
            <a:picLocks noGrp="1" noChangeAspect="1"/>
          </p:cNvPicPr>
          <p:nvPr>
            <p:ph type="pic" sz="quarter" idx="14"/>
          </p:nvPr>
        </p:nvPicPr>
        <p:blipFill>
          <a:blip r:embed="rId3" cstate="screen">
            <a:extLst>
              <a:ext uri="{28A0092B-C50C-407E-A947-70E740481C1C}">
                <a14:useLocalDpi xmlns:a14="http://schemas.microsoft.com/office/drawing/2010/main"/>
              </a:ext>
            </a:extLst>
          </a:blip>
          <a:srcRect/>
          <a:stretch/>
        </p:blipFill>
        <p:spPr>
          <a:xfrm>
            <a:off x="190500" y="200820"/>
            <a:ext cx="11811000" cy="6479380"/>
          </a:xfrm>
        </p:spPr>
      </p:pic>
    </p:spTree>
    <p:extLst>
      <p:ext uri="{BB962C8B-B14F-4D97-AF65-F5344CB8AC3E}">
        <p14:creationId xmlns:p14="http://schemas.microsoft.com/office/powerpoint/2010/main" val="2836418130"/>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F1A60B0-69E2-48F4-A4EA-E7A476B09187}"/>
              </a:ext>
            </a:extLst>
          </p:cNvPr>
          <p:cNvSpPr/>
          <p:nvPr/>
        </p:nvSpPr>
        <p:spPr bwMode="auto">
          <a:xfrm>
            <a:off x="0" y="2276872"/>
            <a:ext cx="12192000" cy="2880469"/>
          </a:xfrm>
          <a:prstGeom prst="rect">
            <a:avLst/>
          </a:prstGeom>
          <a:gradFill>
            <a:gsLst>
              <a:gs pos="0">
                <a:srgbClr val="002F5F">
                  <a:alpha val="10000"/>
                </a:srgbClr>
              </a:gs>
              <a:gs pos="50000">
                <a:srgbClr val="002F5F">
                  <a:alpha val="0"/>
                </a:srgbClr>
              </a:gs>
              <a:gs pos="100000">
                <a:srgbClr val="002F5F">
                  <a:alpha val="10000"/>
                </a:srgbClr>
              </a:gs>
            </a:gsLst>
            <a:lin ang="0" scaled="1"/>
          </a:gra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12" name="Rectangle 11">
            <a:extLst>
              <a:ext uri="{FF2B5EF4-FFF2-40B4-BE49-F238E27FC236}">
                <a16:creationId xmlns:a16="http://schemas.microsoft.com/office/drawing/2014/main" id="{5887937C-A86E-447A-A53E-6A0D04A610ED}"/>
              </a:ext>
            </a:extLst>
          </p:cNvPr>
          <p:cNvSpPr/>
          <p:nvPr/>
        </p:nvSpPr>
        <p:spPr bwMode="auto">
          <a:xfrm>
            <a:off x="1703512" y="1087242"/>
            <a:ext cx="8784976" cy="5294086"/>
          </a:xfrm>
          <a:prstGeom prst="rect">
            <a:avLst/>
          </a:prstGeom>
          <a:solidFill>
            <a:schemeClr val="bg1"/>
          </a:solidFill>
          <a:ln>
            <a:noFill/>
          </a:ln>
          <a:effectLst>
            <a:outerShdw blurRad="317500" sx="102000" sy="102000" algn="ctr" rotWithShape="0">
              <a:prstClr val="black">
                <a:alpha val="4000"/>
              </a:prstClr>
            </a:outerShdw>
          </a:effectLst>
        </p:spPr>
        <p:txBody>
          <a:bodyPr vert="horz" wrap="square" lIns="91440" tIns="45720" rIns="91440" bIns="45720" numCol="1" rtlCol="0" anchor="t" anchorCtr="0" compatLnSpc="1">
            <a:prstTxWarp prst="textNoShape">
              <a:avLst/>
            </a:prstTxWarp>
          </a:bodyPr>
          <a:lstStyle/>
          <a:p>
            <a:pPr algn="ctr"/>
            <a:endParaRPr lang="en-US"/>
          </a:p>
        </p:txBody>
      </p:sp>
      <p:sp>
        <p:nvSpPr>
          <p:cNvPr id="9" name="Title 8">
            <a:extLst>
              <a:ext uri="{FF2B5EF4-FFF2-40B4-BE49-F238E27FC236}">
                <a16:creationId xmlns:a16="http://schemas.microsoft.com/office/drawing/2014/main" id="{841B44FA-53A5-4A9B-AD99-E0D6C5E31D4E}"/>
              </a:ext>
            </a:extLst>
          </p:cNvPr>
          <p:cNvSpPr>
            <a:spLocks noGrp="1"/>
          </p:cNvSpPr>
          <p:nvPr>
            <p:ph type="title"/>
          </p:nvPr>
        </p:nvSpPr>
        <p:spPr>
          <a:xfrm>
            <a:off x="407988" y="548680"/>
            <a:ext cx="11376024" cy="492443"/>
          </a:xfrm>
        </p:spPr>
        <p:txBody>
          <a:bodyPr>
            <a:spAutoFit/>
          </a:bodyPr>
          <a:lstStyle/>
          <a:p>
            <a:pPr algn="ctr"/>
            <a:r>
              <a:rPr lang="en-US" dirty="0"/>
              <a:t>Fate of Spilled Oil</a:t>
            </a:r>
          </a:p>
        </p:txBody>
      </p:sp>
      <p:sp>
        <p:nvSpPr>
          <p:cNvPr id="6" name="Date Placeholder 5">
            <a:extLst>
              <a:ext uri="{FF2B5EF4-FFF2-40B4-BE49-F238E27FC236}">
                <a16:creationId xmlns:a16="http://schemas.microsoft.com/office/drawing/2014/main" id="{255F034A-B3D6-4460-AF95-FA6F24DCDCB3}"/>
              </a:ext>
            </a:extLst>
          </p:cNvPr>
          <p:cNvSpPr>
            <a:spLocks noGrp="1"/>
          </p:cNvSpPr>
          <p:nvPr>
            <p:ph type="dt" sz="half" idx="10"/>
          </p:nvPr>
        </p:nvSpPr>
        <p:spPr/>
        <p:txBody>
          <a:bodyPr/>
          <a:lstStyle/>
          <a:p>
            <a:fld id="{46F98249-4418-430D-BC85-CBEB2C55707B}" type="datetime3">
              <a:rPr lang="en-US" smtClean="0"/>
              <a:t>1 October 2026</a:t>
            </a:fld>
            <a:endParaRPr lang="en-US" dirty="0"/>
          </a:p>
        </p:txBody>
      </p:sp>
      <p:sp>
        <p:nvSpPr>
          <p:cNvPr id="8" name="Slide Number Placeholder 7">
            <a:extLst>
              <a:ext uri="{FF2B5EF4-FFF2-40B4-BE49-F238E27FC236}">
                <a16:creationId xmlns:a16="http://schemas.microsoft.com/office/drawing/2014/main" id="{6A65E1A4-5976-4CCE-B6A3-3FC637D17BD7}"/>
              </a:ext>
            </a:extLst>
          </p:cNvPr>
          <p:cNvSpPr>
            <a:spLocks noGrp="1"/>
          </p:cNvSpPr>
          <p:nvPr>
            <p:ph type="sldNum" sz="quarter" idx="12"/>
          </p:nvPr>
        </p:nvSpPr>
        <p:spPr/>
        <p:txBody>
          <a:bodyPr/>
          <a:lstStyle/>
          <a:p>
            <a:fld id="{5B16D1FE-3A35-41BA-8EBE-413702045235}" type="slidenum">
              <a:rPr lang="en-US" smtClean="0"/>
              <a:pPr/>
              <a:t>21</a:t>
            </a:fld>
            <a:endParaRPr lang="en-US" dirty="0"/>
          </a:p>
        </p:txBody>
      </p:sp>
      <p:pic>
        <p:nvPicPr>
          <p:cNvPr id="14" name="Google Shape;582;p6">
            <a:extLst>
              <a:ext uri="{FF2B5EF4-FFF2-40B4-BE49-F238E27FC236}">
                <a16:creationId xmlns:a16="http://schemas.microsoft.com/office/drawing/2014/main" id="{B26A9936-2DD1-4DD4-ACB7-9F5CE7A3A587}"/>
              </a:ext>
            </a:extLst>
          </p:cNvPr>
          <p:cNvPicPr preferRelativeResize="0"/>
          <p:nvPr/>
        </p:nvPicPr>
        <p:blipFill rotWithShape="1">
          <a:blip r:embed="rId3" cstate="screen">
            <a:extLst>
              <a:ext uri="{28A0092B-C50C-407E-A947-70E740481C1C}">
                <a14:useLocalDpi xmlns:a14="http://schemas.microsoft.com/office/drawing/2010/main"/>
              </a:ext>
            </a:extLst>
          </a:blip>
          <a:srcRect/>
          <a:stretch/>
        </p:blipFill>
        <p:spPr>
          <a:xfrm>
            <a:off x="1811524" y="1185141"/>
            <a:ext cx="8566611" cy="5052170"/>
          </a:xfrm>
          <a:prstGeom prst="rect">
            <a:avLst/>
          </a:prstGeom>
          <a:noFill/>
          <a:ln>
            <a:noFill/>
          </a:ln>
        </p:spPr>
      </p:pic>
    </p:spTree>
    <p:extLst>
      <p:ext uri="{BB962C8B-B14F-4D97-AF65-F5344CB8AC3E}">
        <p14:creationId xmlns:p14="http://schemas.microsoft.com/office/powerpoint/2010/main" val="1392849956"/>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DFADE7-078D-1660-4495-76FE1912390E}"/>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066CBA4D-FACB-D5CE-B04F-26AE9B4761DA}"/>
              </a:ext>
            </a:extLst>
          </p:cNvPr>
          <p:cNvSpPr/>
          <p:nvPr/>
        </p:nvSpPr>
        <p:spPr bwMode="auto">
          <a:xfrm>
            <a:off x="0" y="2276872"/>
            <a:ext cx="12192000" cy="2880469"/>
          </a:xfrm>
          <a:prstGeom prst="rect">
            <a:avLst/>
          </a:prstGeom>
          <a:gradFill>
            <a:gsLst>
              <a:gs pos="0">
                <a:srgbClr val="002F5F">
                  <a:alpha val="10000"/>
                </a:srgbClr>
              </a:gs>
              <a:gs pos="50000">
                <a:srgbClr val="002F5F">
                  <a:alpha val="0"/>
                </a:srgbClr>
              </a:gs>
              <a:gs pos="100000">
                <a:srgbClr val="002F5F">
                  <a:alpha val="10000"/>
                </a:srgbClr>
              </a:gs>
            </a:gsLst>
            <a:lin ang="0" scaled="1"/>
          </a:gradFill>
          <a:ln>
            <a:noFill/>
          </a:ln>
        </p:spPr>
        <p:txBody>
          <a:bodyPr vert="horz" wrap="square" lIns="91440" tIns="45720" rIns="91440" bIns="45720" numCol="1" rtlCol="0" anchor="t" anchorCtr="0" compatLnSpc="1">
            <a:prstTxWarp prst="textNoShape">
              <a:avLst/>
            </a:prstTxWarp>
          </a:bodyPr>
          <a:lstStyle/>
          <a:p>
            <a:pPr algn="ctr"/>
            <a:r>
              <a:rPr lang="en-US">
                <a:hlinkClick r:id="rId3"/>
              </a:rPr>
              <a:t>https://vimeo.com/93358246?fl=pl&amp;fe=cm</a:t>
            </a:r>
            <a:endParaRPr lang="en-US"/>
          </a:p>
          <a:p>
            <a:pPr algn="ctr"/>
            <a:endParaRPr lang="en-US"/>
          </a:p>
        </p:txBody>
      </p:sp>
      <p:sp>
        <p:nvSpPr>
          <p:cNvPr id="9" name="Title 8">
            <a:extLst>
              <a:ext uri="{FF2B5EF4-FFF2-40B4-BE49-F238E27FC236}">
                <a16:creationId xmlns:a16="http://schemas.microsoft.com/office/drawing/2014/main" id="{36974DB4-66C9-7D49-4EBC-41DD9772EAE0}"/>
              </a:ext>
            </a:extLst>
          </p:cNvPr>
          <p:cNvSpPr>
            <a:spLocks noGrp="1"/>
          </p:cNvSpPr>
          <p:nvPr>
            <p:ph type="title"/>
          </p:nvPr>
        </p:nvSpPr>
        <p:spPr>
          <a:xfrm>
            <a:off x="407988" y="548680"/>
            <a:ext cx="11376024" cy="492443"/>
          </a:xfrm>
        </p:spPr>
        <p:txBody>
          <a:bodyPr>
            <a:spAutoFit/>
          </a:bodyPr>
          <a:lstStyle/>
          <a:p>
            <a:pPr algn="ctr"/>
            <a:r>
              <a:rPr lang="en-US" dirty="0"/>
              <a:t>Fate of Spilled Oil</a:t>
            </a:r>
          </a:p>
        </p:txBody>
      </p:sp>
      <p:sp>
        <p:nvSpPr>
          <p:cNvPr id="6" name="Date Placeholder 5">
            <a:extLst>
              <a:ext uri="{FF2B5EF4-FFF2-40B4-BE49-F238E27FC236}">
                <a16:creationId xmlns:a16="http://schemas.microsoft.com/office/drawing/2014/main" id="{95F104B1-3736-DB11-A885-3C5D07F616FF}"/>
              </a:ext>
            </a:extLst>
          </p:cNvPr>
          <p:cNvSpPr>
            <a:spLocks noGrp="1"/>
          </p:cNvSpPr>
          <p:nvPr>
            <p:ph type="dt" sz="half" idx="10"/>
          </p:nvPr>
        </p:nvSpPr>
        <p:spPr/>
        <p:txBody>
          <a:bodyPr/>
          <a:lstStyle/>
          <a:p>
            <a:fld id="{46F98249-4418-430D-BC85-CBEB2C55707B}" type="datetime3">
              <a:rPr lang="en-US" smtClean="0"/>
              <a:t>1 October 2026</a:t>
            </a:fld>
            <a:endParaRPr lang="en-US" dirty="0"/>
          </a:p>
        </p:txBody>
      </p:sp>
      <p:sp>
        <p:nvSpPr>
          <p:cNvPr id="8" name="Slide Number Placeholder 7">
            <a:extLst>
              <a:ext uri="{FF2B5EF4-FFF2-40B4-BE49-F238E27FC236}">
                <a16:creationId xmlns:a16="http://schemas.microsoft.com/office/drawing/2014/main" id="{6F61A5C7-118D-723A-53A4-14DA55490F05}"/>
              </a:ext>
            </a:extLst>
          </p:cNvPr>
          <p:cNvSpPr>
            <a:spLocks noGrp="1"/>
          </p:cNvSpPr>
          <p:nvPr>
            <p:ph type="sldNum" sz="quarter" idx="12"/>
          </p:nvPr>
        </p:nvSpPr>
        <p:spPr/>
        <p:txBody>
          <a:bodyPr/>
          <a:lstStyle/>
          <a:p>
            <a:fld id="{5B16D1FE-3A35-41BA-8EBE-413702045235}" type="slidenum">
              <a:rPr lang="en-US" smtClean="0"/>
              <a:pPr/>
              <a:t>22</a:t>
            </a:fld>
            <a:endParaRPr lang="en-US" dirty="0"/>
          </a:p>
        </p:txBody>
      </p:sp>
    </p:spTree>
    <p:extLst>
      <p:ext uri="{BB962C8B-B14F-4D97-AF65-F5344CB8AC3E}">
        <p14:creationId xmlns:p14="http://schemas.microsoft.com/office/powerpoint/2010/main" val="2109208306"/>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Freeform: Shape 15">
            <a:extLst>
              <a:ext uri="{FF2B5EF4-FFF2-40B4-BE49-F238E27FC236}">
                <a16:creationId xmlns:a16="http://schemas.microsoft.com/office/drawing/2014/main" id="{8CAF1924-E827-46A1-8427-52BDD9B74F5D}"/>
              </a:ext>
            </a:extLst>
          </p:cNvPr>
          <p:cNvSpPr/>
          <p:nvPr/>
        </p:nvSpPr>
        <p:spPr bwMode="auto">
          <a:xfrm>
            <a:off x="6023992" y="0"/>
            <a:ext cx="6168008" cy="6858000"/>
          </a:xfrm>
          <a:custGeom>
            <a:avLst/>
            <a:gdLst>
              <a:gd name="connsiteX0" fmla="*/ 0 w 6168008"/>
              <a:gd name="connsiteY0" fmla="*/ 0 h 6858000"/>
              <a:gd name="connsiteX1" fmla="*/ 6168008 w 6168008"/>
              <a:gd name="connsiteY1" fmla="*/ 0 h 6858000"/>
              <a:gd name="connsiteX2" fmla="*/ 6168008 w 6168008"/>
              <a:gd name="connsiteY2" fmla="*/ 6858000 h 6858000"/>
              <a:gd name="connsiteX3" fmla="*/ 3708421 w 6168008"/>
              <a:gd name="connsiteY3" fmla="*/ 6858000 h 6858000"/>
              <a:gd name="connsiteX4" fmla="*/ 3244555 w 6168008"/>
              <a:gd name="connsiteY4" fmla="*/ 5999657 h 6858000"/>
              <a:gd name="connsiteX5" fmla="*/ 2780688 w 6168008"/>
              <a:gd name="connsiteY5" fmla="*/ 5142904 h 6858000"/>
              <a:gd name="connsiteX6" fmla="*/ 2316821 w 6168008"/>
              <a:gd name="connsiteY6" fmla="*/ 4286151 h 6858000"/>
              <a:gd name="connsiteX7" fmla="*/ 1853792 w 6168008"/>
              <a:gd name="connsiteY7" fmla="*/ 3428603 h 6858000"/>
              <a:gd name="connsiteX8" fmla="*/ 1389926 w 6168008"/>
              <a:gd name="connsiteY8" fmla="*/ 2570260 h 6858000"/>
              <a:gd name="connsiteX9" fmla="*/ 926059 w 6168008"/>
              <a:gd name="connsiteY9" fmla="*/ 1713507 h 6858000"/>
              <a:gd name="connsiteX10" fmla="*/ 462192 w 6168008"/>
              <a:gd name="connsiteY10" fmla="*/ 85675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68008" h="6858000">
                <a:moveTo>
                  <a:pt x="0" y="0"/>
                </a:moveTo>
                <a:lnTo>
                  <a:pt x="6168008" y="0"/>
                </a:lnTo>
                <a:lnTo>
                  <a:pt x="6168008" y="6858000"/>
                </a:lnTo>
                <a:lnTo>
                  <a:pt x="3708421" y="6858000"/>
                </a:lnTo>
                <a:lnTo>
                  <a:pt x="3244555" y="5999657"/>
                </a:lnTo>
                <a:lnTo>
                  <a:pt x="2780688" y="5142904"/>
                </a:lnTo>
                <a:lnTo>
                  <a:pt x="2316821" y="4286151"/>
                </a:lnTo>
                <a:lnTo>
                  <a:pt x="1853792" y="3428603"/>
                </a:lnTo>
                <a:lnTo>
                  <a:pt x="1389926" y="2570260"/>
                </a:lnTo>
                <a:lnTo>
                  <a:pt x="926059" y="1713507"/>
                </a:lnTo>
                <a:lnTo>
                  <a:pt x="462192" y="856753"/>
                </a:lnTo>
                <a:close/>
              </a:path>
            </a:pathLst>
          </a:custGeom>
          <a:solidFill>
            <a:schemeClr val="bg1"/>
          </a:solidFill>
          <a:ln>
            <a:noFill/>
          </a:ln>
        </p:spPr>
        <p:txBody>
          <a:bodyPr vert="horz" wrap="square" lIns="91440" tIns="45720" rIns="91440" bIns="45720" numCol="1" rtlCol="0" anchor="t" anchorCtr="0" compatLnSpc="1">
            <a:prstTxWarp prst="textNoShape">
              <a:avLst/>
            </a:prstTxWarp>
            <a:noAutofit/>
          </a:bodyPr>
          <a:lstStyle/>
          <a:p>
            <a:pPr algn="ctr"/>
            <a:endParaRPr lang="en-US"/>
          </a:p>
        </p:txBody>
      </p:sp>
      <p:pic>
        <p:nvPicPr>
          <p:cNvPr id="18" name="Picture Placeholder 17">
            <a:extLst>
              <a:ext uri="{FF2B5EF4-FFF2-40B4-BE49-F238E27FC236}">
                <a16:creationId xmlns:a16="http://schemas.microsoft.com/office/drawing/2014/main" id="{5B5FF079-8F77-4F1A-BFB2-451F811EFDBD}"/>
              </a:ext>
            </a:extLst>
          </p:cNvPr>
          <p:cNvPicPr>
            <a:picLocks noGrp="1" noChangeAspect="1"/>
          </p:cNvPicPr>
          <p:nvPr>
            <p:ph type="pic" sz="quarter" idx="20"/>
          </p:nvPr>
        </p:nvPicPr>
        <p:blipFill rotWithShape="1">
          <a:blip r:embed="rId3" cstate="screen">
            <a:extLst>
              <a:ext uri="{28A0092B-C50C-407E-A947-70E740481C1C}">
                <a14:useLocalDpi xmlns:a14="http://schemas.microsoft.com/office/drawing/2010/main"/>
              </a:ext>
            </a:extLst>
          </a:blip>
          <a:srcRect/>
          <a:stretch/>
        </p:blipFill>
        <p:spPr>
          <a:xfrm>
            <a:off x="6207125" y="0"/>
            <a:ext cx="5984875" cy="6858000"/>
          </a:xfrm>
        </p:spPr>
      </p:pic>
      <p:sp>
        <p:nvSpPr>
          <p:cNvPr id="6" name="Date Placeholder 5">
            <a:extLst>
              <a:ext uri="{FF2B5EF4-FFF2-40B4-BE49-F238E27FC236}">
                <a16:creationId xmlns:a16="http://schemas.microsoft.com/office/drawing/2014/main" id="{9F6C1A47-F4FA-416B-9587-70CB4CD4555E}"/>
              </a:ext>
            </a:extLst>
          </p:cNvPr>
          <p:cNvSpPr>
            <a:spLocks noGrp="1"/>
          </p:cNvSpPr>
          <p:nvPr>
            <p:ph type="dt" sz="half" idx="10"/>
          </p:nvPr>
        </p:nvSpPr>
        <p:spPr/>
        <p:txBody>
          <a:bodyPr/>
          <a:lstStyle/>
          <a:p>
            <a:fld id="{46F98249-4418-430D-BC85-CBEB2C55707B}" type="datetime3">
              <a:rPr lang="en-US" smtClean="0"/>
              <a:t>1 October 2026</a:t>
            </a:fld>
            <a:endParaRPr lang="en-US" dirty="0"/>
          </a:p>
        </p:txBody>
      </p:sp>
      <p:sp>
        <p:nvSpPr>
          <p:cNvPr id="8" name="Slide Number Placeholder 7">
            <a:extLst>
              <a:ext uri="{FF2B5EF4-FFF2-40B4-BE49-F238E27FC236}">
                <a16:creationId xmlns:a16="http://schemas.microsoft.com/office/drawing/2014/main" id="{70FFB4D4-D923-4255-9C8F-C05ABE03086C}"/>
              </a:ext>
            </a:extLst>
          </p:cNvPr>
          <p:cNvSpPr>
            <a:spLocks noGrp="1"/>
          </p:cNvSpPr>
          <p:nvPr>
            <p:ph type="sldNum" sz="quarter" idx="12"/>
          </p:nvPr>
        </p:nvSpPr>
        <p:spPr/>
        <p:txBody>
          <a:bodyPr/>
          <a:lstStyle/>
          <a:p>
            <a:fld id="{5B16D1FE-3A35-41BA-8EBE-413702045235}" type="slidenum">
              <a:rPr lang="en-US" smtClean="0"/>
              <a:pPr/>
              <a:t>23</a:t>
            </a:fld>
            <a:endParaRPr lang="en-US" dirty="0"/>
          </a:p>
        </p:txBody>
      </p:sp>
      <p:sp>
        <p:nvSpPr>
          <p:cNvPr id="9" name="Title 8">
            <a:extLst>
              <a:ext uri="{FF2B5EF4-FFF2-40B4-BE49-F238E27FC236}">
                <a16:creationId xmlns:a16="http://schemas.microsoft.com/office/drawing/2014/main" id="{9D015E64-EE1B-43D5-A2EE-A1FC1A2A5066}"/>
              </a:ext>
            </a:extLst>
          </p:cNvPr>
          <p:cNvSpPr>
            <a:spLocks noGrp="1"/>
          </p:cNvSpPr>
          <p:nvPr>
            <p:ph type="ctrTitle"/>
          </p:nvPr>
        </p:nvSpPr>
        <p:spPr>
          <a:xfrm>
            <a:off x="407988" y="3717032"/>
            <a:ext cx="5688012" cy="1661993"/>
          </a:xfrm>
        </p:spPr>
        <p:txBody>
          <a:bodyPr>
            <a:spAutoFit/>
          </a:bodyPr>
          <a:lstStyle/>
          <a:p>
            <a:r>
              <a:rPr lang="en-US" dirty="0"/>
              <a:t>Recap - Fates and Effects</a:t>
            </a:r>
          </a:p>
        </p:txBody>
      </p:sp>
      <p:sp>
        <p:nvSpPr>
          <p:cNvPr id="10" name="Subtitle 9">
            <a:extLst>
              <a:ext uri="{FF2B5EF4-FFF2-40B4-BE49-F238E27FC236}">
                <a16:creationId xmlns:a16="http://schemas.microsoft.com/office/drawing/2014/main" id="{E0C5DA59-882D-4D90-9CD1-9446E2B81C3A}"/>
              </a:ext>
            </a:extLst>
          </p:cNvPr>
          <p:cNvSpPr>
            <a:spLocks noGrp="1"/>
          </p:cNvSpPr>
          <p:nvPr>
            <p:ph type="subTitle" idx="1"/>
          </p:nvPr>
        </p:nvSpPr>
        <p:spPr>
          <a:xfrm>
            <a:off x="407988" y="5594657"/>
            <a:ext cx="5688012" cy="307777"/>
          </a:xfrm>
        </p:spPr>
        <p:txBody>
          <a:bodyPr>
            <a:spAutoFit/>
          </a:bodyPr>
          <a:lstStyle/>
          <a:p>
            <a:r>
              <a:rPr lang="en-US" sz="2000" dirty="0"/>
              <a:t>List 3 points you have learnt from this session</a:t>
            </a:r>
          </a:p>
        </p:txBody>
      </p:sp>
    </p:spTree>
    <p:extLst>
      <p:ext uri="{BB962C8B-B14F-4D97-AF65-F5344CB8AC3E}">
        <p14:creationId xmlns:p14="http://schemas.microsoft.com/office/powerpoint/2010/main" val="2516314299"/>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theme/theme1.xml><?xml version="1.0" encoding="utf-8"?>
<a:theme xmlns:a="http://schemas.openxmlformats.org/drawingml/2006/main" name="lamor">
  <a:themeElements>
    <a:clrScheme name="Lamor">
      <a:dk1>
        <a:srgbClr val="000000"/>
      </a:dk1>
      <a:lt1>
        <a:sysClr val="window" lastClr="FFFFFF"/>
      </a:lt1>
      <a:dk2>
        <a:srgbClr val="FFFDE6"/>
      </a:dk2>
      <a:lt2>
        <a:srgbClr val="E6EBEF"/>
      </a:lt2>
      <a:accent1>
        <a:srgbClr val="FFE600"/>
      </a:accent1>
      <a:accent2>
        <a:srgbClr val="002F5F"/>
      </a:accent2>
      <a:accent3>
        <a:srgbClr val="5D7CA7"/>
      </a:accent3>
      <a:accent4>
        <a:srgbClr val="C0CBD7"/>
      </a:accent4>
      <a:accent5>
        <a:srgbClr val="959C9E"/>
      </a:accent5>
      <a:accent6>
        <a:srgbClr val="115EFA"/>
      </a:accent6>
      <a:hlink>
        <a:srgbClr val="002F5F"/>
      </a:hlink>
      <a:folHlink>
        <a:srgbClr val="002F5F"/>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2"/>
        </a:solidFill>
        <a:ln>
          <a:noFill/>
        </a:ln>
      </a:spPr>
      <a:bodyPr vert="horz" wrap="square" lIns="91440" tIns="45720" rIns="91440" bIns="45720" numCol="1" rtlCol="0" anchor="t" anchorCtr="0" compatLnSpc="1">
        <a:prstTxWarp prst="textNoShape">
          <a:avLst/>
        </a:prstTxWarp>
      </a:bodyPr>
      <a:lstStyle>
        <a:defPPr algn="ctr">
          <a:defRPr/>
        </a:defPPr>
      </a:lstStyle>
    </a:spDef>
    <a:lnDef>
      <a:spPr>
        <a:ln>
          <a:solidFill>
            <a:schemeClr val="accent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dirty="0" err="1" smtClean="0">
            <a:solidFill>
              <a:schemeClr val="accent2"/>
            </a:solidFill>
          </a:defRPr>
        </a:defPPr>
      </a:lstStyle>
    </a:txDef>
  </a:objectDefaults>
  <a:extraClrSchemeLst/>
  <a:extLst>
    <a:ext uri="{05A4C25C-085E-4340-85A3-A5531E510DB2}">
      <thm15:themeFamily xmlns:thm15="http://schemas.microsoft.com/office/thememl/2012/main" name="lamor_sample.potx" id="{0866E240-CAF8-4C92-8E7B-1EC790D68361}" vid="{AF030CEB-CB20-44A5-94FC-316307E112C5}"/>
    </a:ext>
  </a:extLst>
</a:theme>
</file>

<file path=ppt/theme/theme2.xml><?xml version="1.0" encoding="utf-8"?>
<a:theme xmlns:a="http://schemas.openxmlformats.org/drawingml/2006/main" name="Office Theme">
  <a:themeElements>
    <a:clrScheme name="Lamor">
      <a:dk1>
        <a:srgbClr val="000000"/>
      </a:dk1>
      <a:lt1>
        <a:sysClr val="window" lastClr="FFFFFF"/>
      </a:lt1>
      <a:dk2>
        <a:srgbClr val="FFFDE6"/>
      </a:dk2>
      <a:lt2>
        <a:srgbClr val="E6EBEF"/>
      </a:lt2>
      <a:accent1>
        <a:srgbClr val="FFE600"/>
      </a:accent1>
      <a:accent2>
        <a:srgbClr val="002F5F"/>
      </a:accent2>
      <a:accent3>
        <a:srgbClr val="5D7CA7"/>
      </a:accent3>
      <a:accent4>
        <a:srgbClr val="C0CBD7"/>
      </a:accent4>
      <a:accent5>
        <a:srgbClr val="959C9E"/>
      </a:accent5>
      <a:accent6>
        <a:srgbClr val="115EFA"/>
      </a:accent6>
      <a:hlink>
        <a:srgbClr val="002F5F"/>
      </a:hlink>
      <a:folHlink>
        <a:srgbClr val="002F5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Lamor">
      <a:dk1>
        <a:srgbClr val="000000"/>
      </a:dk1>
      <a:lt1>
        <a:sysClr val="window" lastClr="FFFFFF"/>
      </a:lt1>
      <a:dk2>
        <a:srgbClr val="FFFDE6"/>
      </a:dk2>
      <a:lt2>
        <a:srgbClr val="E6EBEF"/>
      </a:lt2>
      <a:accent1>
        <a:srgbClr val="FFE600"/>
      </a:accent1>
      <a:accent2>
        <a:srgbClr val="002F5F"/>
      </a:accent2>
      <a:accent3>
        <a:srgbClr val="5D7CA7"/>
      </a:accent3>
      <a:accent4>
        <a:srgbClr val="C0CBD7"/>
      </a:accent4>
      <a:accent5>
        <a:srgbClr val="959C9E"/>
      </a:accent5>
      <a:accent6>
        <a:srgbClr val="115EFA"/>
      </a:accent6>
      <a:hlink>
        <a:srgbClr val="002F5F"/>
      </a:hlink>
      <a:folHlink>
        <a:srgbClr val="002F5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CF62CD321841A42A9E7421C52D774D4" ma:contentTypeVersion="18" ma:contentTypeDescription="Create a new document." ma:contentTypeScope="" ma:versionID="3e43966c63210ab09c9b558ee6cd8d05">
  <xsd:schema xmlns:xsd="http://www.w3.org/2001/XMLSchema" xmlns:xs="http://www.w3.org/2001/XMLSchema" xmlns:p="http://schemas.microsoft.com/office/2006/metadata/properties" xmlns:ns2="f0436948-a84c-4eca-b610-55dcc70f19ac" xmlns:ns3="9dc8e53c-ea3d-41cd-8c60-25d5239dfb64" targetNamespace="http://schemas.microsoft.com/office/2006/metadata/properties" ma:root="true" ma:fieldsID="e35ea1581cfccd9461f237ead91bca45" ns2:_="" ns3:_="">
    <xsd:import namespace="f0436948-a84c-4eca-b610-55dcc70f19ac"/>
    <xsd:import namespace="9dc8e53c-ea3d-41cd-8c60-25d5239dfb64"/>
    <xsd:element name="properties">
      <xsd:complexType>
        <xsd:sequence>
          <xsd:element name="documentManagement">
            <xsd:complexType>
              <xsd:all>
                <xsd:element ref="ns2:MigrationWizId" minOccurs="0"/>
                <xsd:element ref="ns2:MigrationWizIdPermissions" minOccurs="0"/>
                <xsd:element ref="ns2:MigrationWizIdVersion" minOccurs="0"/>
                <xsd:element ref="ns2:MediaServiceMetadata" minOccurs="0"/>
                <xsd:element ref="ns2:MediaServiceFastMetadata" minOccurs="0"/>
                <xsd:element ref="ns2:MediaServiceObjectDetectorVersions" minOccurs="0"/>
                <xsd:element ref="ns2:MediaServiceDateTaken" minOccurs="0"/>
                <xsd:element ref="ns2:MediaLengthInSeconds"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ServiceLocation" minOccurs="0"/>
                <xsd:element ref="ns3:SharedWithUsers" minOccurs="0"/>
                <xsd:element ref="ns3:SharedWithDetail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436948-a84c-4eca-b610-55dcc70f19ac" elementFormDefault="qualified">
    <xsd:import namespace="http://schemas.microsoft.com/office/2006/documentManagement/types"/>
    <xsd:import namespace="http://schemas.microsoft.com/office/infopath/2007/PartnerControls"/>
    <xsd:element name="MigrationWizId" ma:index="8" nillable="true" ma:displayName="MigrationWizId" ma:internalName="MigrationWizId">
      <xsd:simpleType>
        <xsd:restriction base="dms:Text"/>
      </xsd:simpleType>
    </xsd:element>
    <xsd:element name="MigrationWizIdPermissions" ma:index="9" nillable="true" ma:displayName="MigrationWizIdPermissions" ma:internalName="MigrationWizIdPermissions">
      <xsd:simpleType>
        <xsd:restriction base="dms:Text"/>
      </xsd:simpleType>
    </xsd:element>
    <xsd:element name="MigrationWizIdVersion" ma:index="10" nillable="true" ma:displayName="MigrationWizIdVersion" ma:internalName="MigrationWizIdVersion">
      <xsd:simpleType>
        <xsd:restriction base="dms:Text"/>
      </xsd:simple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173844e6-26ab-4283-9ac6-416b1f24dba7" ma:termSetId="09814cd3-568e-fe90-9814-8d621ff8fb84" ma:anchorId="fba54fb3-c3e1-fe81-a776-ca4b69148c4d" ma:open="true" ma:isKeyword="false">
      <xsd:complexType>
        <xsd:sequence>
          <xsd:element ref="pc:Terms" minOccurs="0" maxOccurs="1"/>
        </xsd:sequence>
      </xsd:complex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OCR" ma:index="21" nillable="true" ma:displayName="Extracted Text" ma:internalName="MediaServiceOCR" ma:readOnly="true">
      <xsd:simpleType>
        <xsd:restriction base="dms:Note">
          <xsd:maxLength value="255"/>
        </xsd:restriction>
      </xsd:simpleType>
    </xsd:element>
    <xsd:element name="MediaServiceLocation" ma:index="22" nillable="true" ma:displayName="Location" ma:indexed="true" ma:internalName="MediaServiceLocation"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dc8e53c-ea3d-41cd-8c60-25d5239dfb64"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bfd703df-f07d-4cc1-bd71-ce67e06ab0d8}" ma:internalName="TaxCatchAll" ma:showField="CatchAllData" ma:web="9dc8e53c-ea3d-41cd-8c60-25d5239dfb64">
      <xsd:complexType>
        <xsd:complexContent>
          <xsd:extension base="dms:MultiChoiceLookup">
            <xsd:sequence>
              <xsd:element name="Value" type="dms:Lookup" maxOccurs="unbounded" minOccurs="0" nillable="true"/>
            </xsd:sequence>
          </xsd:extension>
        </xsd:complexContent>
      </xsd:complexType>
    </xsd:element>
    <xsd:element name="SharedWithUsers" ma:index="2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4"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9dc8e53c-ea3d-41cd-8c60-25d5239dfb64" xsi:nil="true"/>
    <lcf76f155ced4ddcb4097134ff3c332f xmlns="f0436948-a84c-4eca-b610-55dcc70f19ac">
      <Terms xmlns="http://schemas.microsoft.com/office/infopath/2007/PartnerControls"/>
    </lcf76f155ced4ddcb4097134ff3c332f>
    <MigrationWizIdVersion xmlns="f0436948-a84c-4eca-b610-55dcc70f19ac" xsi:nil="true"/>
    <MigrationWizIdPermissions xmlns="f0436948-a84c-4eca-b610-55dcc70f19ac" xsi:nil="true"/>
    <MigrationWizId xmlns="f0436948-a84c-4eca-b610-55dcc70f19ac" xsi:nil="true"/>
  </documentManagement>
</p:properties>
</file>

<file path=customXml/itemProps1.xml><?xml version="1.0" encoding="utf-8"?>
<ds:datastoreItem xmlns:ds="http://schemas.openxmlformats.org/officeDocument/2006/customXml" ds:itemID="{80572B84-74A4-4065-91F7-DAC5816A0FAF}">
  <ds:schemaRefs>
    <ds:schemaRef ds:uri="http://schemas.microsoft.com/sharepoint/v3/contenttype/forms"/>
  </ds:schemaRefs>
</ds:datastoreItem>
</file>

<file path=customXml/itemProps2.xml><?xml version="1.0" encoding="utf-8"?>
<ds:datastoreItem xmlns:ds="http://schemas.openxmlformats.org/officeDocument/2006/customXml" ds:itemID="{8503A137-D25A-405B-BFCC-7BB0EB6FBBC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0436948-a84c-4eca-b610-55dcc70f19ac"/>
    <ds:schemaRef ds:uri="9dc8e53c-ea3d-41cd-8c60-25d5239dfb6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86B585C-57F7-4F3A-87D1-541AC39487FA}">
  <ds:schemaRefs>
    <ds:schemaRef ds:uri="ba5010ef-ae1a-4af1-8e9b-a12178645b61"/>
    <ds:schemaRef ds:uri="http://schemas.microsoft.com/office/2006/documentManagement/types"/>
    <ds:schemaRef ds:uri="http://www.w3.org/XML/1998/namespace"/>
    <ds:schemaRef ds:uri="http://schemas.openxmlformats.org/package/2006/metadata/core-properties"/>
    <ds:schemaRef ds:uri="http://purl.org/dc/terms/"/>
    <ds:schemaRef ds:uri="http://purl.org/dc/dcmitype/"/>
    <ds:schemaRef ds:uri="http://purl.org/dc/elements/1.1/"/>
    <ds:schemaRef ds:uri="http://schemas.microsoft.com/office/infopath/2007/PartnerControls"/>
    <ds:schemaRef ds:uri="9dc8e53c-ea3d-41cd-8c60-25d5239dfb64"/>
    <ds:schemaRef ds:uri="http://schemas.microsoft.com/office/2006/metadata/properties"/>
    <ds:schemaRef ds:uri="f0436948-a84c-4eca-b610-55dcc70f19ac"/>
  </ds:schemaRefs>
</ds:datastoreItem>
</file>

<file path=docProps/app.xml><?xml version="1.0" encoding="utf-8"?>
<Properties xmlns="http://schemas.openxmlformats.org/officeDocument/2006/extended-properties" xmlns:vt="http://schemas.openxmlformats.org/officeDocument/2006/docPropsVTypes">
  <Template>lamor_sample</Template>
  <TotalTime>1270</TotalTime>
  <Words>1346</Words>
  <Application>Microsoft Macintosh PowerPoint</Application>
  <PresentationFormat>Widescreen</PresentationFormat>
  <Paragraphs>141</Paragraphs>
  <Slides>23</Slides>
  <Notes>23</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23</vt:i4>
      </vt:variant>
    </vt:vector>
  </HeadingPairs>
  <TitlesOfParts>
    <vt:vector size="25" baseType="lpstr">
      <vt:lpstr>Arial</vt:lpstr>
      <vt:lpstr>lamor</vt:lpstr>
      <vt:lpstr>Understanding Oil Spills</vt:lpstr>
      <vt:lpstr>Fate and Effects</vt:lpstr>
      <vt:lpstr>How is oil released into the marine environment?</vt:lpstr>
      <vt:lpstr>Disaster </vt:lpstr>
      <vt:lpstr>Fate of Spilled Oil</vt:lpstr>
      <vt:lpstr>Fate of Spilled Oil</vt:lpstr>
      <vt:lpstr>PowerPoint Presentation</vt:lpstr>
      <vt:lpstr>Fate of Spilled Oil</vt:lpstr>
      <vt:lpstr>Fate of Spilled Oil</vt:lpstr>
      <vt:lpstr>Dispersion</vt:lpstr>
      <vt:lpstr>Fate of Spilled Oil</vt:lpstr>
      <vt:lpstr>Fragmentation</vt:lpstr>
      <vt:lpstr>Fate of Spilled Oil</vt:lpstr>
      <vt:lpstr>PowerPoint Presentation</vt:lpstr>
      <vt:lpstr>Fate of Spilled Oil</vt:lpstr>
      <vt:lpstr>PowerPoint Presentation</vt:lpstr>
      <vt:lpstr>Fate of Spilled Oil</vt:lpstr>
      <vt:lpstr>Erika Oil Spill 1999</vt:lpstr>
      <vt:lpstr>Fate of Spilled Oil</vt:lpstr>
      <vt:lpstr>PowerPoint Presentation</vt:lpstr>
      <vt:lpstr>Fate of Spilled Oil</vt:lpstr>
      <vt:lpstr>Fate of Spilled Oil</vt:lpstr>
      <vt:lpstr>Recap - Fates and Effects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heading Arial bold 60pt</dc:title>
  <dc:creator>Pia Hoffren</dc:creator>
  <cp:lastModifiedBy>pekka Eskelinen</cp:lastModifiedBy>
  <cp:revision>97</cp:revision>
  <dcterms:created xsi:type="dcterms:W3CDTF">2023-01-17T08:01:00Z</dcterms:created>
  <dcterms:modified xsi:type="dcterms:W3CDTF">2026-10-01T09:13:16Z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0x0101006533BD2AE748184E95213713DC51845A</vt:lpwstr>
  </property>
  <property fmtid="{D5CDD505-2E9C-101B-9397-08002B2CF9AE}" pid="3" name="MediaServiceImageTags">
    <vt:lpwstr/>
  </property>
</Properties>
</file>