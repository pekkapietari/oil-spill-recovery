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1258" r:id="rId5"/>
    <p:sldId id="1287" r:id="rId6"/>
    <p:sldId id="1297" r:id="rId7"/>
    <p:sldId id="1315" r:id="rId8"/>
    <p:sldId id="1316" r:id="rId9"/>
    <p:sldId id="1317" r:id="rId10"/>
    <p:sldId id="377" r:id="rId11"/>
    <p:sldId id="1318" r:id="rId12"/>
    <p:sldId id="1307" r:id="rId13"/>
    <p:sldId id="1286" r:id="rId14"/>
    <p:sldId id="1308" r:id="rId15"/>
    <p:sldId id="1309" r:id="rId16"/>
    <p:sldId id="1267" r:id="rId17"/>
    <p:sldId id="1319" r:id="rId18"/>
    <p:sldId id="1320" r:id="rId19"/>
    <p:sldId id="1321" r:id="rId20"/>
    <p:sldId id="572" r:id="rId21"/>
    <p:sldId id="330" r:id="rId22"/>
    <p:sldId id="305" r:id="rId23"/>
    <p:sldId id="306" r:id="rId24"/>
    <p:sldId id="347" r:id="rId25"/>
    <p:sldId id="574" r:id="rId26"/>
    <p:sldId id="336" r:id="rId27"/>
    <p:sldId id="340" r:id="rId28"/>
    <p:sldId id="575" r:id="rId29"/>
    <p:sldId id="344" r:id="rId30"/>
    <p:sldId id="1272" r:id="rId31"/>
    <p:sldId id="1311" r:id="rId32"/>
    <p:sldId id="1292" r:id="rId33"/>
    <p:sldId id="1313" r:id="rId34"/>
    <p:sldId id="1312" r:id="rId35"/>
    <p:sldId id="271" r:id="rId36"/>
    <p:sldId id="1322" r:id="rId37"/>
  </p:sldIdLst>
  <p:sldSz cx="12192000" cy="6858000"/>
  <p:notesSz cx="6858000" cy="9144000"/>
  <p:embeddedFontLst>
    <p:embeddedFont>
      <p:font typeface="Tahoma" panose="020B0604030504040204" pitchFamily="34" charset="0"/>
      <p:regular r:id="rId40"/>
      <p:bold r:id="rId41"/>
    </p:embeddedFont>
  </p:embeddedFontLst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392" userDrawn="1">
          <p15:clr>
            <a:srgbClr val="A4A3A4"/>
          </p15:clr>
        </p15:guide>
        <p15:guide id="6" orient="horz" pos="28" userDrawn="1">
          <p15:clr>
            <a:srgbClr val="A4A3A4"/>
          </p15:clr>
        </p15:guide>
        <p15:guide id="7" orient="horz" pos="4320" userDrawn="1">
          <p15:clr>
            <a:srgbClr val="A4A3A4"/>
          </p15:clr>
        </p15:guide>
        <p15:guide id="8" orient="horz" pos="288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orient="horz" pos="40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35329F-2630-4A1F-38EB-2BBE3CBCE416}" name="Nicola Jackson" initials="NJ" userId="413acc7b602646f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6A6"/>
    <a:srgbClr val="FFFFFF"/>
    <a:srgbClr val="D44C53"/>
    <a:srgbClr val="F499C2"/>
    <a:srgbClr val="EE1154"/>
    <a:srgbClr val="FFF100"/>
    <a:srgbClr val="7ACCC8"/>
    <a:srgbClr val="00A54F"/>
    <a:srgbClr val="D2DE24"/>
    <a:srgbClr val="CB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376F8-CD80-432D-BD1A-781E6E91C1B9}" v="1" dt="2026-09-08T15:37:24.796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 autoAdjust="0"/>
    <p:restoredTop sz="73475" autoAdjust="0"/>
  </p:normalViewPr>
  <p:slideViewPr>
    <p:cSldViewPr showGuides="1">
      <p:cViewPr varScale="1">
        <p:scale>
          <a:sx n="84" d="100"/>
          <a:sy n="84" d="100"/>
        </p:scale>
        <p:origin x="1120" y="176"/>
      </p:cViewPr>
      <p:guideLst>
        <p:guide/>
        <p:guide pos="7680"/>
        <p:guide pos="288"/>
        <p:guide pos="3840"/>
        <p:guide pos="7392"/>
        <p:guide orient="horz" pos="28"/>
        <p:guide orient="horz" pos="4320"/>
        <p:guide orient="horz" pos="288"/>
        <p:guide orient="horz" pos="2160"/>
        <p:guide orient="horz" pos="403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373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Loach" userId="d2eb9afb-7f72-494a-ac47-3a5349e871a4" providerId="ADAL" clId="{32CCE929-3B12-4ADD-901B-BDB61A73EB5A}"/>
    <pc:docChg chg="custSel addSld modSld">
      <pc:chgData name="Jason Loach" userId="d2eb9afb-7f72-494a-ac47-3a5349e871a4" providerId="ADAL" clId="{32CCE929-3B12-4ADD-901B-BDB61A73EB5A}" dt="2026-09-08T15:37:40.220" v="11" actId="207"/>
      <pc:docMkLst>
        <pc:docMk/>
      </pc:docMkLst>
      <pc:sldChg chg="addSp delSp modSp mod">
        <pc:chgData name="Jason Loach" userId="d2eb9afb-7f72-494a-ac47-3a5349e871a4" providerId="ADAL" clId="{32CCE929-3B12-4ADD-901B-BDB61A73EB5A}" dt="2026-09-08T15:37:40.220" v="11" actId="207"/>
        <pc:sldMkLst>
          <pc:docMk/>
          <pc:sldMk cId="2857167921" sldId="271"/>
        </pc:sldMkLst>
        <pc:spChg chg="del">
          <ac:chgData name="Jason Loach" userId="d2eb9afb-7f72-494a-ac47-3a5349e871a4" providerId="ADAL" clId="{32CCE929-3B12-4ADD-901B-BDB61A73EB5A}" dt="2026-09-08T06:47:21.102" v="1" actId="478"/>
          <ac:spMkLst>
            <pc:docMk/>
            <pc:sldMk cId="2857167921" sldId="271"/>
            <ac:spMk id="3" creationId="{5BE0832C-B2B9-4EF6-B167-415F5490197A}"/>
          </ac:spMkLst>
        </pc:spChg>
        <pc:spChg chg="del">
          <ac:chgData name="Jason Loach" userId="d2eb9afb-7f72-494a-ac47-3a5349e871a4" providerId="ADAL" clId="{32CCE929-3B12-4ADD-901B-BDB61A73EB5A}" dt="2026-09-08T06:47:27.509" v="2" actId="478"/>
          <ac:spMkLst>
            <pc:docMk/>
            <pc:sldMk cId="2857167921" sldId="271"/>
            <ac:spMk id="4" creationId="{382F98ED-1EF9-4FDC-8E08-4048CC4A046B}"/>
          </ac:spMkLst>
        </pc:spChg>
        <pc:spChg chg="add mod">
          <ac:chgData name="Jason Loach" userId="d2eb9afb-7f72-494a-ac47-3a5349e871a4" providerId="ADAL" clId="{32CCE929-3B12-4ADD-901B-BDB61A73EB5A}" dt="2026-09-08T06:47:21.102" v="1" actId="478"/>
          <ac:spMkLst>
            <pc:docMk/>
            <pc:sldMk cId="2857167921" sldId="271"/>
            <ac:spMk id="7" creationId="{D42F06FB-036F-56DA-6A8F-B1136F0F2E15}"/>
          </ac:spMkLst>
        </pc:spChg>
        <pc:spChg chg="add mod">
          <ac:chgData name="Jason Loach" userId="d2eb9afb-7f72-494a-ac47-3a5349e871a4" providerId="ADAL" clId="{32CCE929-3B12-4ADD-901B-BDB61A73EB5A}" dt="2026-09-08T15:37:40.220" v="11" actId="207"/>
          <ac:spMkLst>
            <pc:docMk/>
            <pc:sldMk cId="2857167921" sldId="271"/>
            <ac:spMk id="9" creationId="{D8FF236C-2244-EC62-44D5-DFA5C1362D57}"/>
          </ac:spMkLst>
        </pc:spChg>
        <pc:spChg chg="add mod">
          <ac:chgData name="Jason Loach" userId="d2eb9afb-7f72-494a-ac47-3a5349e871a4" providerId="ADAL" clId="{32CCE929-3B12-4ADD-901B-BDB61A73EB5A}" dt="2026-09-08T06:47:29.790" v="3" actId="478"/>
          <ac:spMkLst>
            <pc:docMk/>
            <pc:sldMk cId="2857167921" sldId="271"/>
            <ac:spMk id="12" creationId="{A31CEBF3-68E8-4236-C53A-2ED0A64D3E99}"/>
          </ac:spMkLst>
        </pc:spChg>
        <pc:picChg chg="del">
          <ac:chgData name="Jason Loach" userId="d2eb9afb-7f72-494a-ac47-3a5349e871a4" providerId="ADAL" clId="{32CCE929-3B12-4ADD-901B-BDB61A73EB5A}" dt="2026-09-08T06:47:29.790" v="3" actId="478"/>
          <ac:picMkLst>
            <pc:docMk/>
            <pc:sldMk cId="2857167921" sldId="271"/>
            <ac:picMk id="10" creationId="{18B81B51-23AB-458A-B122-D2FC4F71D2E2}"/>
          </ac:picMkLst>
        </pc:picChg>
      </pc:sldChg>
      <pc:sldChg chg="add">
        <pc:chgData name="Jason Loach" userId="d2eb9afb-7f72-494a-ac47-3a5349e871a4" providerId="ADAL" clId="{32CCE929-3B12-4ADD-901B-BDB61A73EB5A}" dt="2026-09-08T06:47:11.470" v="0" actId="2890"/>
        <pc:sldMkLst>
          <pc:docMk/>
          <pc:sldMk cId="2923912531" sldId="1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8" qsCatId="3D" csTypeId="urn:microsoft.com/office/officeart/2005/8/colors/accent1_2#7" csCatId="accent1" phldr="1"/>
      <dgm:spPr/>
      <dgm:t>
        <a:bodyPr/>
        <a:lstStyle/>
        <a:p>
          <a:endParaRPr lang="en-GB"/>
        </a:p>
      </dgm:t>
    </dgm:pt>
    <dgm:pt modelId="{149E7F94-7AD5-41F3-A839-A86181CEB3B8}">
      <dgm:prSet phldrT="[Text]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Emulsification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18610101-4D70-440A-B4D2-CB1297EFF385}">
      <dgm:prSet phldrT="[Text]" custT="1"/>
      <dgm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4-5 times volume increase</a:t>
          </a:r>
        </a:p>
      </dgm:t>
    </dgm:pt>
    <dgm:pt modelId="{525931B2-7DED-40F1-A8D0-3E4D2B8C51B3}" type="parTrans" cxnId="{A3847013-07D0-4BEF-8DF3-1A8B9F97697E}">
      <dgm:prSet/>
      <dgm:spPr/>
      <dgm:t>
        <a:bodyPr/>
        <a:lstStyle/>
        <a:p>
          <a:endParaRPr lang="en-GB"/>
        </a:p>
      </dgm:t>
    </dgm:pt>
    <dgm:pt modelId="{79F6DEE1-1382-4229-8DFA-C2D24C8661C9}" type="sibTrans" cxnId="{A3847013-07D0-4BEF-8DF3-1A8B9F97697E}">
      <dgm:prSet/>
      <dgm:spPr/>
      <dgm:t>
        <a:bodyPr/>
        <a:lstStyle/>
        <a:p>
          <a:endParaRPr lang="en-GB"/>
        </a:p>
      </dgm:t>
    </dgm:pt>
    <dgm:pt modelId="{8281C843-04F1-4857-A1EF-34E3DE1094F8}">
      <dgm:prSet phldrT="[Text]" custT="1"/>
      <dgm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3750m³</a:t>
          </a:r>
        </a:p>
      </dgm:t>
    </dgm:pt>
    <dgm:pt modelId="{CC5A7D02-43FA-471E-9490-1119D5A8044B}" type="parTrans" cxnId="{95177FF2-5691-4C23-AA88-57D4C5D0FBE7}">
      <dgm:prSet/>
      <dgm:spPr/>
      <dgm:t>
        <a:bodyPr/>
        <a:lstStyle/>
        <a:p>
          <a:endParaRPr lang="en-GB"/>
        </a:p>
      </dgm:t>
    </dgm:pt>
    <dgm:pt modelId="{CA2080F7-788F-462E-BD47-66D21CD86DA6}" type="sibTrans" cxnId="{95177FF2-5691-4C23-AA88-57D4C5D0FBE7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0306818A-2655-487F-9333-0AC32F25A1F9}" type="pres">
      <dgm:prSet presAssocID="{18610101-4D70-440A-B4D2-CB1297EFF385}" presName="childNode" presStyleLbl="node1" presStyleIdx="0" presStyleCnt="2">
        <dgm:presLayoutVars>
          <dgm:bulletEnabled val="1"/>
        </dgm:presLayoutVars>
      </dgm:prSet>
      <dgm:spPr/>
    </dgm:pt>
    <dgm:pt modelId="{815608ED-F8F3-4952-97E1-18C947515C60}" type="pres">
      <dgm:prSet presAssocID="{18610101-4D70-440A-B4D2-CB1297EFF385}" presName="aSpace2" presStyleCnt="0"/>
      <dgm:spPr/>
    </dgm:pt>
    <dgm:pt modelId="{38C341E9-2241-46D6-8EF1-1BCAEEAF3F21}" type="pres">
      <dgm:prSet presAssocID="{8281C843-04F1-4857-A1EF-34E3DE1094F8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A3847013-07D0-4BEF-8DF3-1A8B9F97697E}" srcId="{149E7F94-7AD5-41F3-A839-A86181CEB3B8}" destId="{18610101-4D70-440A-B4D2-CB1297EFF385}" srcOrd="0" destOrd="0" parTransId="{525931B2-7DED-40F1-A8D0-3E4D2B8C51B3}" sibTransId="{79F6DEE1-1382-4229-8DFA-C2D24C8661C9}"/>
    <dgm:cxn modelId="{B0F12621-60BD-4597-9BDB-BF64AC4927C5}" type="presOf" srcId="{191AAF60-1020-47F1-907B-8C2D5782E947}" destId="{393281DD-6B38-4203-8597-60D9BBFCFAC2}" srcOrd="0" destOrd="0" presId="urn:microsoft.com/office/officeart/2005/8/layout/lProcess2"/>
    <dgm:cxn modelId="{58DC5C3C-B6F3-49A6-BA3B-16D0E9F52FA2}" type="presOf" srcId="{149E7F94-7AD5-41F3-A839-A86181CEB3B8}" destId="{C90BB22F-4778-4FA3-A7A1-CFE076E935BF}" srcOrd="1" destOrd="0" presId="urn:microsoft.com/office/officeart/2005/8/layout/lProcess2"/>
    <dgm:cxn modelId="{8F221786-115B-4D0B-8759-44B1AABA839A}" type="presOf" srcId="{149E7F94-7AD5-41F3-A839-A86181CEB3B8}" destId="{E07045A2-3B14-4E39-A68E-9F6FD179A38C}" srcOrd="0" destOrd="0" presId="urn:microsoft.com/office/officeart/2005/8/layout/lProcess2"/>
    <dgm:cxn modelId="{22B9C8CC-5AB6-4BB7-AE43-0935BFFBC7E9}" type="presOf" srcId="{18610101-4D70-440A-B4D2-CB1297EFF385}" destId="{0306818A-2655-487F-9333-0AC32F25A1F9}" srcOrd="0" destOrd="0" presId="urn:microsoft.com/office/officeart/2005/8/layout/lProcess2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95177FF2-5691-4C23-AA88-57D4C5D0FBE7}" srcId="{149E7F94-7AD5-41F3-A839-A86181CEB3B8}" destId="{8281C843-04F1-4857-A1EF-34E3DE1094F8}" srcOrd="1" destOrd="0" parTransId="{CC5A7D02-43FA-471E-9490-1119D5A8044B}" sibTransId="{CA2080F7-788F-462E-BD47-66D21CD86DA6}"/>
    <dgm:cxn modelId="{66172BF6-979E-4D1E-A15E-DF500ACB8051}" type="presOf" srcId="{8281C843-04F1-4857-A1EF-34E3DE1094F8}" destId="{38C341E9-2241-46D6-8EF1-1BCAEEAF3F21}" srcOrd="0" destOrd="0" presId="urn:microsoft.com/office/officeart/2005/8/layout/lProcess2"/>
    <dgm:cxn modelId="{D3CBA587-F9B9-4437-BB37-87BEE5DA4161}" type="presParOf" srcId="{393281DD-6B38-4203-8597-60D9BBFCFAC2}" destId="{877EAA53-6E10-4E4E-8827-6ABBF3BABDE1}" srcOrd="0" destOrd="0" presId="urn:microsoft.com/office/officeart/2005/8/layout/lProcess2"/>
    <dgm:cxn modelId="{CE873FB2-AAC3-40F2-8F5A-23E66ECCB1F1}" type="presParOf" srcId="{877EAA53-6E10-4E4E-8827-6ABBF3BABDE1}" destId="{E07045A2-3B14-4E39-A68E-9F6FD179A38C}" srcOrd="0" destOrd="0" presId="urn:microsoft.com/office/officeart/2005/8/layout/lProcess2"/>
    <dgm:cxn modelId="{20C826CB-998A-438A-828B-335056951494}" type="presParOf" srcId="{877EAA53-6E10-4E4E-8827-6ABBF3BABDE1}" destId="{C90BB22F-4778-4FA3-A7A1-CFE076E935BF}" srcOrd="1" destOrd="0" presId="urn:microsoft.com/office/officeart/2005/8/layout/lProcess2"/>
    <dgm:cxn modelId="{195A68C9-A41B-470A-9BE7-590E6001B7B6}" type="presParOf" srcId="{877EAA53-6E10-4E4E-8827-6ABBF3BABDE1}" destId="{7C531773-A4C6-466F-89DC-01DBCADAE52F}" srcOrd="2" destOrd="0" presId="urn:microsoft.com/office/officeart/2005/8/layout/lProcess2"/>
    <dgm:cxn modelId="{23CEC59A-20CA-44EF-A384-CB6B7B4E08E2}" type="presParOf" srcId="{7C531773-A4C6-466F-89DC-01DBCADAE52F}" destId="{F6ABB971-24DF-41C0-A678-4E2747510D1A}" srcOrd="0" destOrd="0" presId="urn:microsoft.com/office/officeart/2005/8/layout/lProcess2"/>
    <dgm:cxn modelId="{EF44F5BD-54CE-4AB1-A0ED-25C1DDFA975C}" type="presParOf" srcId="{F6ABB971-24DF-41C0-A678-4E2747510D1A}" destId="{0306818A-2655-487F-9333-0AC32F25A1F9}" srcOrd="0" destOrd="0" presId="urn:microsoft.com/office/officeart/2005/8/layout/lProcess2"/>
    <dgm:cxn modelId="{5B78A0CA-C0E8-4DB1-9408-FEF06EB97DD9}" type="presParOf" srcId="{F6ABB971-24DF-41C0-A678-4E2747510D1A}" destId="{815608ED-F8F3-4952-97E1-18C947515C60}" srcOrd="1" destOrd="0" presId="urn:microsoft.com/office/officeart/2005/8/layout/lProcess2"/>
    <dgm:cxn modelId="{2C42C590-EE94-48AF-95B8-1A7332E6AF22}" type="presParOf" srcId="{F6ABB971-24DF-41C0-A678-4E2747510D1A}" destId="{38C341E9-2241-46D6-8EF1-1BCAEEAF3F21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9" qsCatId="3D" csTypeId="urn:microsoft.com/office/officeart/2005/8/colors/accent1_2#8" csCatId="accent1" phldr="1"/>
      <dgm:spPr/>
      <dgm:t>
        <a:bodyPr/>
        <a:lstStyle/>
        <a:p>
          <a:endParaRPr lang="en-GB"/>
        </a:p>
      </dgm:t>
    </dgm:pt>
    <dgm:pt modelId="{149E7F94-7AD5-41F3-A839-A86181CEB3B8}">
      <dgm:prSet phldrT="[Text]" custT="1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Offshore Recovery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94E53D27-C62A-405D-A9D7-B969571438DA}">
      <dgm:prSet custT="1"/>
      <dgm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FAB6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20% - volume decrease</a:t>
          </a:r>
        </a:p>
      </dgm:t>
    </dgm:pt>
    <dgm:pt modelId="{06D092B6-182A-4D49-BBAE-2C3F0FBE3C69}" type="parTrans" cxnId="{8E8C746B-D4B2-43EA-93EC-C1592BD89CF6}">
      <dgm:prSet/>
      <dgm:spPr/>
      <dgm:t>
        <a:bodyPr/>
        <a:lstStyle/>
        <a:p>
          <a:endParaRPr lang="en-GB"/>
        </a:p>
      </dgm:t>
    </dgm:pt>
    <dgm:pt modelId="{139E27F9-61DC-4A2F-9AD9-92D51168B91B}" type="sibTrans" cxnId="{8E8C746B-D4B2-43EA-93EC-C1592BD89CF6}">
      <dgm:prSet/>
      <dgm:spPr/>
      <dgm:t>
        <a:bodyPr/>
        <a:lstStyle/>
        <a:p>
          <a:endParaRPr lang="en-GB"/>
        </a:p>
      </dgm:t>
    </dgm:pt>
    <dgm:pt modelId="{05E58DE3-30C3-4D26-83F9-7BACB22E32DC}">
      <dgm:prSet custT="1"/>
      <dgm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FAB6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3,000m³</a:t>
          </a:r>
        </a:p>
      </dgm:t>
    </dgm:pt>
    <dgm:pt modelId="{2B1DC116-1345-4E44-815F-EB140AF874C5}" type="parTrans" cxnId="{4BE14DBE-2161-416E-AB49-0C89F4553B0F}">
      <dgm:prSet/>
      <dgm:spPr/>
      <dgm:t>
        <a:bodyPr/>
        <a:lstStyle/>
        <a:p>
          <a:endParaRPr lang="en-GB"/>
        </a:p>
      </dgm:t>
    </dgm:pt>
    <dgm:pt modelId="{634FE52F-750C-421F-A855-186D855CAB5F}" type="sibTrans" cxnId="{4BE14DBE-2161-416E-AB49-0C89F4553B0F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597954BF-EAD5-411A-B2B2-203D5A420089}" type="pres">
      <dgm:prSet presAssocID="{94E53D27-C62A-405D-A9D7-B969571438DA}" presName="childNode" presStyleLbl="node1" presStyleIdx="0" presStyleCnt="2">
        <dgm:presLayoutVars>
          <dgm:bulletEnabled val="1"/>
        </dgm:presLayoutVars>
      </dgm:prSet>
      <dgm:spPr/>
    </dgm:pt>
    <dgm:pt modelId="{0E6CCD43-2D26-4FDC-81C7-B2AECAB7306F}" type="pres">
      <dgm:prSet presAssocID="{94E53D27-C62A-405D-A9D7-B969571438DA}" presName="aSpace2" presStyleCnt="0"/>
      <dgm:spPr/>
    </dgm:pt>
    <dgm:pt modelId="{C7BB3452-3EF3-4EC0-8320-93631AD57A17}" type="pres">
      <dgm:prSet presAssocID="{05E58DE3-30C3-4D26-83F9-7BACB22E32DC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D8D56938-D2A3-40FF-AB2A-A72576A3B747}" type="presOf" srcId="{149E7F94-7AD5-41F3-A839-A86181CEB3B8}" destId="{C90BB22F-4778-4FA3-A7A1-CFE076E935BF}" srcOrd="1" destOrd="0" presId="urn:microsoft.com/office/officeart/2005/8/layout/lProcess2"/>
    <dgm:cxn modelId="{FCF8DF5F-3B7C-4669-A435-23438CF30BC1}" type="presOf" srcId="{05E58DE3-30C3-4D26-83F9-7BACB22E32DC}" destId="{C7BB3452-3EF3-4EC0-8320-93631AD57A17}" srcOrd="0" destOrd="0" presId="urn:microsoft.com/office/officeart/2005/8/layout/lProcess2"/>
    <dgm:cxn modelId="{8E8C746B-D4B2-43EA-93EC-C1592BD89CF6}" srcId="{149E7F94-7AD5-41F3-A839-A86181CEB3B8}" destId="{94E53D27-C62A-405D-A9D7-B969571438DA}" srcOrd="0" destOrd="0" parTransId="{06D092B6-182A-4D49-BBAE-2C3F0FBE3C69}" sibTransId="{139E27F9-61DC-4A2F-9AD9-92D51168B91B}"/>
    <dgm:cxn modelId="{971D727B-B99C-4E0E-A1C5-4366C3E1D589}" type="presOf" srcId="{149E7F94-7AD5-41F3-A839-A86181CEB3B8}" destId="{E07045A2-3B14-4E39-A68E-9F6FD179A38C}" srcOrd="0" destOrd="0" presId="urn:microsoft.com/office/officeart/2005/8/layout/lProcess2"/>
    <dgm:cxn modelId="{4BE14DBE-2161-416E-AB49-0C89F4553B0F}" srcId="{149E7F94-7AD5-41F3-A839-A86181CEB3B8}" destId="{05E58DE3-30C3-4D26-83F9-7BACB22E32DC}" srcOrd="1" destOrd="0" parTransId="{2B1DC116-1345-4E44-815F-EB140AF874C5}" sibTransId="{634FE52F-750C-421F-A855-186D855CAB5F}"/>
    <dgm:cxn modelId="{56346CCA-5655-4576-B729-658AA9E1E5C8}" type="presOf" srcId="{191AAF60-1020-47F1-907B-8C2D5782E947}" destId="{393281DD-6B38-4203-8597-60D9BBFCFAC2}" srcOrd="0" destOrd="0" presId="urn:microsoft.com/office/officeart/2005/8/layout/lProcess2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8CB141DB-F1D3-43E4-9B15-CBBB17C001DA}" type="presOf" srcId="{94E53D27-C62A-405D-A9D7-B969571438DA}" destId="{597954BF-EAD5-411A-B2B2-203D5A420089}" srcOrd="0" destOrd="0" presId="urn:microsoft.com/office/officeart/2005/8/layout/lProcess2"/>
    <dgm:cxn modelId="{6B8BABF4-04D2-4099-A174-A96133E4DAE1}" type="presParOf" srcId="{393281DD-6B38-4203-8597-60D9BBFCFAC2}" destId="{877EAA53-6E10-4E4E-8827-6ABBF3BABDE1}" srcOrd="0" destOrd="0" presId="urn:microsoft.com/office/officeart/2005/8/layout/lProcess2"/>
    <dgm:cxn modelId="{E21CD223-1033-4965-9A4D-52BD2E263C2B}" type="presParOf" srcId="{877EAA53-6E10-4E4E-8827-6ABBF3BABDE1}" destId="{E07045A2-3B14-4E39-A68E-9F6FD179A38C}" srcOrd="0" destOrd="0" presId="urn:microsoft.com/office/officeart/2005/8/layout/lProcess2"/>
    <dgm:cxn modelId="{53A6486A-C7C5-4F63-BB78-DDC76469190F}" type="presParOf" srcId="{877EAA53-6E10-4E4E-8827-6ABBF3BABDE1}" destId="{C90BB22F-4778-4FA3-A7A1-CFE076E935BF}" srcOrd="1" destOrd="0" presId="urn:microsoft.com/office/officeart/2005/8/layout/lProcess2"/>
    <dgm:cxn modelId="{79FF8C5B-F607-401D-8C19-9AD737116D06}" type="presParOf" srcId="{877EAA53-6E10-4E4E-8827-6ABBF3BABDE1}" destId="{7C531773-A4C6-466F-89DC-01DBCADAE52F}" srcOrd="2" destOrd="0" presId="urn:microsoft.com/office/officeart/2005/8/layout/lProcess2"/>
    <dgm:cxn modelId="{5E91933C-F65E-415E-871D-915858AF8B80}" type="presParOf" srcId="{7C531773-A4C6-466F-89DC-01DBCADAE52F}" destId="{F6ABB971-24DF-41C0-A678-4E2747510D1A}" srcOrd="0" destOrd="0" presId="urn:microsoft.com/office/officeart/2005/8/layout/lProcess2"/>
    <dgm:cxn modelId="{510AF8F3-7BD8-4508-83D5-7EFB1C813018}" type="presParOf" srcId="{F6ABB971-24DF-41C0-A678-4E2747510D1A}" destId="{597954BF-EAD5-411A-B2B2-203D5A420089}" srcOrd="0" destOrd="0" presId="urn:microsoft.com/office/officeart/2005/8/layout/lProcess2"/>
    <dgm:cxn modelId="{A6AB5E7A-49C5-4E59-8969-8E14E2288D5A}" type="presParOf" srcId="{F6ABB971-24DF-41C0-A678-4E2747510D1A}" destId="{0E6CCD43-2D26-4FDC-81C7-B2AECAB7306F}" srcOrd="1" destOrd="0" presId="urn:microsoft.com/office/officeart/2005/8/layout/lProcess2"/>
    <dgm:cxn modelId="{6C512DF3-0169-4071-BB05-8ACA2789A11A}" type="presParOf" srcId="{F6ABB971-24DF-41C0-A678-4E2747510D1A}" destId="{C7BB3452-3EF3-4EC0-8320-93631AD57A1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10" qsCatId="3D" csTypeId="urn:microsoft.com/office/officeart/2005/8/colors/accent1_2#9" csCatId="accent1" phldr="1"/>
      <dgm:spPr/>
      <dgm:t>
        <a:bodyPr/>
        <a:lstStyle/>
        <a:p>
          <a:endParaRPr lang="en-GB"/>
        </a:p>
      </dgm:t>
    </dgm:pt>
    <dgm:pt modelId="{149E7F94-7AD5-41F3-A839-A86181CEB3B8}">
      <dgm:prSet phldrT="[Text]" custT="1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Shoreline Impact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ACB51069-1452-4AB2-A257-B6B627FDEC15}">
      <dgm:prSet phldrT="[Text]"/>
      <dgm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10-20 times volume increase</a:t>
          </a:r>
        </a:p>
      </dgm:t>
    </dgm:pt>
    <dgm:pt modelId="{4AD65F5B-680F-4BC1-8FF9-65147406575B}" type="parTrans" cxnId="{E047FD21-6592-484F-878F-8243F7A14E09}">
      <dgm:prSet/>
      <dgm:spPr/>
      <dgm:t>
        <a:bodyPr/>
        <a:lstStyle/>
        <a:p>
          <a:endParaRPr lang="en-GB"/>
        </a:p>
      </dgm:t>
    </dgm:pt>
    <dgm:pt modelId="{71E2044C-E568-4D7D-B1BC-ADBBD4D6764B}" type="sibTrans" cxnId="{E047FD21-6592-484F-878F-8243F7A14E09}">
      <dgm:prSet/>
      <dgm:spPr/>
      <dgm:t>
        <a:bodyPr/>
        <a:lstStyle/>
        <a:p>
          <a:endParaRPr lang="en-GB"/>
        </a:p>
      </dgm:t>
    </dgm:pt>
    <dgm:pt modelId="{7EE0BA56-BE07-4939-BCF6-6B27DD064D40}">
      <dgm:prSet phldrT="[Text]"/>
      <dgm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60,000m³</a:t>
          </a:r>
        </a:p>
      </dgm:t>
    </dgm:pt>
    <dgm:pt modelId="{8E60A667-3FA1-4D81-9360-4E5F3A0AE138}" type="parTrans" cxnId="{8DA9D714-5F7E-4AC0-90B5-7ECC4D4C751C}">
      <dgm:prSet/>
      <dgm:spPr/>
      <dgm:t>
        <a:bodyPr/>
        <a:lstStyle/>
        <a:p>
          <a:endParaRPr lang="en-GB"/>
        </a:p>
      </dgm:t>
    </dgm:pt>
    <dgm:pt modelId="{30731B3D-4314-4C2C-97FB-F7D159F32C94}" type="sibTrans" cxnId="{8DA9D714-5F7E-4AC0-90B5-7ECC4D4C751C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 custLinFactNeighborX="-31818" custLinFactNeighborY="-3020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C9D88C0E-85E0-42FF-873A-AC69344369D0}" type="pres">
      <dgm:prSet presAssocID="{ACB51069-1452-4AB2-A257-B6B627FDEC15}" presName="childNode" presStyleLbl="node1" presStyleIdx="0" presStyleCnt="2">
        <dgm:presLayoutVars>
          <dgm:bulletEnabled val="1"/>
        </dgm:presLayoutVars>
      </dgm:prSet>
      <dgm:spPr/>
    </dgm:pt>
    <dgm:pt modelId="{293BB6C9-9F83-46AD-A4B8-0D25F1FB9E6A}" type="pres">
      <dgm:prSet presAssocID="{ACB51069-1452-4AB2-A257-B6B627FDEC15}" presName="aSpace2" presStyleCnt="0"/>
      <dgm:spPr/>
    </dgm:pt>
    <dgm:pt modelId="{66114BE8-0A9D-40A4-8F95-E7C48AC7D3E6}" type="pres">
      <dgm:prSet presAssocID="{7EE0BA56-BE07-4939-BCF6-6B27DD064D40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8DA9D714-5F7E-4AC0-90B5-7ECC4D4C751C}" srcId="{149E7F94-7AD5-41F3-A839-A86181CEB3B8}" destId="{7EE0BA56-BE07-4939-BCF6-6B27DD064D40}" srcOrd="1" destOrd="0" parTransId="{8E60A667-3FA1-4D81-9360-4E5F3A0AE138}" sibTransId="{30731B3D-4314-4C2C-97FB-F7D159F32C94}"/>
    <dgm:cxn modelId="{E047FD21-6592-484F-878F-8243F7A14E09}" srcId="{149E7F94-7AD5-41F3-A839-A86181CEB3B8}" destId="{ACB51069-1452-4AB2-A257-B6B627FDEC15}" srcOrd="0" destOrd="0" parTransId="{4AD65F5B-680F-4BC1-8FF9-65147406575B}" sibTransId="{71E2044C-E568-4D7D-B1BC-ADBBD4D6764B}"/>
    <dgm:cxn modelId="{9173D250-EC95-496B-BB12-6D460810B75B}" type="presOf" srcId="{ACB51069-1452-4AB2-A257-B6B627FDEC15}" destId="{C9D88C0E-85E0-42FF-873A-AC69344369D0}" srcOrd="0" destOrd="0" presId="urn:microsoft.com/office/officeart/2005/8/layout/lProcess2"/>
    <dgm:cxn modelId="{37C6C767-8171-43AA-9A4D-47947656BDBC}" type="presOf" srcId="{7EE0BA56-BE07-4939-BCF6-6B27DD064D40}" destId="{66114BE8-0A9D-40A4-8F95-E7C48AC7D3E6}" srcOrd="0" destOrd="0" presId="urn:microsoft.com/office/officeart/2005/8/layout/lProcess2"/>
    <dgm:cxn modelId="{DFC6D178-C134-453E-906B-AD454957B277}" type="presOf" srcId="{191AAF60-1020-47F1-907B-8C2D5782E947}" destId="{393281DD-6B38-4203-8597-60D9BBFCFAC2}" srcOrd="0" destOrd="0" presId="urn:microsoft.com/office/officeart/2005/8/layout/lProcess2"/>
    <dgm:cxn modelId="{0CF3C482-DB79-49F9-9D59-7C9D7D9D4709}" type="presOf" srcId="{149E7F94-7AD5-41F3-A839-A86181CEB3B8}" destId="{E07045A2-3B14-4E39-A68E-9F6FD179A38C}" srcOrd="0" destOrd="0" presId="urn:microsoft.com/office/officeart/2005/8/layout/lProcess2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67DC51F3-973E-45F0-9D52-2ECDC5A1A45D}" type="presOf" srcId="{149E7F94-7AD5-41F3-A839-A86181CEB3B8}" destId="{C90BB22F-4778-4FA3-A7A1-CFE076E935BF}" srcOrd="1" destOrd="0" presId="urn:microsoft.com/office/officeart/2005/8/layout/lProcess2"/>
    <dgm:cxn modelId="{30C10760-496A-44AE-BF52-9D5BC6E8F7A8}" type="presParOf" srcId="{393281DD-6B38-4203-8597-60D9BBFCFAC2}" destId="{877EAA53-6E10-4E4E-8827-6ABBF3BABDE1}" srcOrd="0" destOrd="0" presId="urn:microsoft.com/office/officeart/2005/8/layout/lProcess2"/>
    <dgm:cxn modelId="{3D5F541E-B563-4312-9B75-283B93208840}" type="presParOf" srcId="{877EAA53-6E10-4E4E-8827-6ABBF3BABDE1}" destId="{E07045A2-3B14-4E39-A68E-9F6FD179A38C}" srcOrd="0" destOrd="0" presId="urn:microsoft.com/office/officeart/2005/8/layout/lProcess2"/>
    <dgm:cxn modelId="{AC8CEA94-322B-4BD2-93EA-0D04F93DFC41}" type="presParOf" srcId="{877EAA53-6E10-4E4E-8827-6ABBF3BABDE1}" destId="{C90BB22F-4778-4FA3-A7A1-CFE076E935BF}" srcOrd="1" destOrd="0" presId="urn:microsoft.com/office/officeart/2005/8/layout/lProcess2"/>
    <dgm:cxn modelId="{3F5C2EB8-7864-4001-8C81-ED1BB78EB615}" type="presParOf" srcId="{877EAA53-6E10-4E4E-8827-6ABBF3BABDE1}" destId="{7C531773-A4C6-466F-89DC-01DBCADAE52F}" srcOrd="2" destOrd="0" presId="urn:microsoft.com/office/officeart/2005/8/layout/lProcess2"/>
    <dgm:cxn modelId="{2F6FD9C1-2688-464B-B8BD-95DA9FB7CABF}" type="presParOf" srcId="{7C531773-A4C6-466F-89DC-01DBCADAE52F}" destId="{F6ABB971-24DF-41C0-A678-4E2747510D1A}" srcOrd="0" destOrd="0" presId="urn:microsoft.com/office/officeart/2005/8/layout/lProcess2"/>
    <dgm:cxn modelId="{73492166-C680-4EA0-B0AA-E83803DBF9FF}" type="presParOf" srcId="{F6ABB971-24DF-41C0-A678-4E2747510D1A}" destId="{C9D88C0E-85E0-42FF-873A-AC69344369D0}" srcOrd="0" destOrd="0" presId="urn:microsoft.com/office/officeart/2005/8/layout/lProcess2"/>
    <dgm:cxn modelId="{7EDC073B-E988-4698-9A3C-F4126ED96491}" type="presParOf" srcId="{F6ABB971-24DF-41C0-A678-4E2747510D1A}" destId="{293BB6C9-9F83-46AD-A4B8-0D25F1FB9E6A}" srcOrd="1" destOrd="0" presId="urn:microsoft.com/office/officeart/2005/8/layout/lProcess2"/>
    <dgm:cxn modelId="{7EB4871C-EDE4-4BFF-BF56-71477330FD81}" type="presParOf" srcId="{F6ABB971-24DF-41C0-A678-4E2747510D1A}" destId="{66114BE8-0A9D-40A4-8F95-E7C48AC7D3E6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11" qsCatId="3D" csTypeId="urn:microsoft.com/office/officeart/2005/8/colors/accent2_2#2" csCatId="accent2" phldr="1"/>
      <dgm:spPr/>
      <dgm:t>
        <a:bodyPr/>
        <a:lstStyle/>
        <a:p>
          <a:endParaRPr lang="en-GB"/>
        </a:p>
      </dgm:t>
    </dgm:pt>
    <dgm:pt modelId="{149E7F94-7AD5-41F3-A839-A86181CEB3B8}">
      <dgm:prSet phldrT="[Text]" custT="1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C0504D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C0504D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C0504D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sz="24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TOTAL Disposal volume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C9CBDAEC-6243-4004-9684-BFADD81A668F}">
      <dgm:prSet phldrT="[Text]"/>
      <dgm:spPr>
        <a:xfrm>
          <a:off x="136815" y="1430491"/>
          <a:ext cx="1094521" cy="3099397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60,000m³</a:t>
          </a:r>
        </a:p>
      </dgm:t>
    </dgm:pt>
    <dgm:pt modelId="{3A442A33-C457-4A09-9833-A8C1EC563564}" type="parTrans" cxnId="{40EEF97F-F0D1-45FD-ACBA-D4E3023D137B}">
      <dgm:prSet/>
      <dgm:spPr/>
      <dgm:t>
        <a:bodyPr/>
        <a:lstStyle/>
        <a:p>
          <a:endParaRPr lang="en-GB"/>
        </a:p>
      </dgm:t>
    </dgm:pt>
    <dgm:pt modelId="{C5C54AA8-C5AA-4CDE-80CE-F2F89419FE84}" type="sibTrans" cxnId="{40EEF97F-F0D1-45FD-ACBA-D4E3023D137B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 custLinFactNeighborY="-1510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50C87E98-F2B8-441B-BE31-A1D08958FE56}" type="pres">
      <dgm:prSet presAssocID="{C9CBDAEC-6243-4004-9684-BFADD81A668F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36A0E92D-5A93-4AAE-9383-DDABD843F214}" type="presOf" srcId="{149E7F94-7AD5-41F3-A839-A86181CEB3B8}" destId="{C90BB22F-4778-4FA3-A7A1-CFE076E935BF}" srcOrd="1" destOrd="0" presId="urn:microsoft.com/office/officeart/2005/8/layout/lProcess2"/>
    <dgm:cxn modelId="{401BCC40-7C7B-440B-AB7E-C9E8145C2614}" type="presOf" srcId="{149E7F94-7AD5-41F3-A839-A86181CEB3B8}" destId="{E07045A2-3B14-4E39-A68E-9F6FD179A38C}" srcOrd="0" destOrd="0" presId="urn:microsoft.com/office/officeart/2005/8/layout/lProcess2"/>
    <dgm:cxn modelId="{08561E49-6CED-4ED4-BC34-DFC957C05E02}" type="presOf" srcId="{C9CBDAEC-6243-4004-9684-BFADD81A668F}" destId="{50C87E98-F2B8-441B-BE31-A1D08958FE56}" srcOrd="0" destOrd="0" presId="urn:microsoft.com/office/officeart/2005/8/layout/lProcess2"/>
    <dgm:cxn modelId="{C17F0052-E26C-47F3-8E23-1B44C8998517}" type="presOf" srcId="{191AAF60-1020-47F1-907B-8C2D5782E947}" destId="{393281DD-6B38-4203-8597-60D9BBFCFAC2}" srcOrd="0" destOrd="0" presId="urn:microsoft.com/office/officeart/2005/8/layout/lProcess2"/>
    <dgm:cxn modelId="{40EEF97F-F0D1-45FD-ACBA-D4E3023D137B}" srcId="{149E7F94-7AD5-41F3-A839-A86181CEB3B8}" destId="{C9CBDAEC-6243-4004-9684-BFADD81A668F}" srcOrd="0" destOrd="0" parTransId="{3A442A33-C457-4A09-9833-A8C1EC563564}" sibTransId="{C5C54AA8-C5AA-4CDE-80CE-F2F89419FE84}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99B23EDC-BE90-477C-82D0-BD48F3623BBF}" type="presParOf" srcId="{393281DD-6B38-4203-8597-60D9BBFCFAC2}" destId="{877EAA53-6E10-4E4E-8827-6ABBF3BABDE1}" srcOrd="0" destOrd="0" presId="urn:microsoft.com/office/officeart/2005/8/layout/lProcess2"/>
    <dgm:cxn modelId="{C41AC4FF-1D56-4280-B160-66064D3474C1}" type="presParOf" srcId="{877EAA53-6E10-4E4E-8827-6ABBF3BABDE1}" destId="{E07045A2-3B14-4E39-A68E-9F6FD179A38C}" srcOrd="0" destOrd="0" presId="urn:microsoft.com/office/officeart/2005/8/layout/lProcess2"/>
    <dgm:cxn modelId="{8AAA6C06-BCBD-46E0-A1A2-1951B6A38FC1}" type="presParOf" srcId="{877EAA53-6E10-4E4E-8827-6ABBF3BABDE1}" destId="{C90BB22F-4778-4FA3-A7A1-CFE076E935BF}" srcOrd="1" destOrd="0" presId="urn:microsoft.com/office/officeart/2005/8/layout/lProcess2"/>
    <dgm:cxn modelId="{2ED18E57-3B8E-4A55-A147-CC5A5E45EA0D}" type="presParOf" srcId="{877EAA53-6E10-4E4E-8827-6ABBF3BABDE1}" destId="{7C531773-A4C6-466F-89DC-01DBCADAE52F}" srcOrd="2" destOrd="0" presId="urn:microsoft.com/office/officeart/2005/8/layout/lProcess2"/>
    <dgm:cxn modelId="{E08A15E3-9BE2-4449-8BFF-14DCCAB034E7}" type="presParOf" srcId="{7C531773-A4C6-466F-89DC-01DBCADAE52F}" destId="{F6ABB971-24DF-41C0-A678-4E2747510D1A}" srcOrd="0" destOrd="0" presId="urn:microsoft.com/office/officeart/2005/8/layout/lProcess2"/>
    <dgm:cxn modelId="{F66036BA-58E2-4461-86E4-BC095D075495}" type="presParOf" srcId="{F6ABB971-24DF-41C0-A678-4E2747510D1A}" destId="{50C87E98-F2B8-441B-BE31-A1D08958FE56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12" qsCatId="3D" csTypeId="urn:microsoft.com/office/officeart/2005/8/colors/accent1_2#10" csCatId="accent1" phldr="1"/>
      <dgm:spPr/>
      <dgm:t>
        <a:bodyPr/>
        <a:lstStyle/>
        <a:p>
          <a:endParaRPr lang="en-GB"/>
        </a:p>
      </dgm:t>
    </dgm:pt>
    <dgm:pt modelId="{149E7F94-7AD5-41F3-A839-A86181CEB3B8}">
      <dgm:prSet phldrT="[Text]" custT="1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Evaporation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674CB442-983B-43F3-81B8-8F1A5F9D614E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750m³</a:t>
          </a:r>
        </a:p>
      </dgm:t>
    </dgm:pt>
    <dgm:pt modelId="{79A75EB3-5C25-47F0-8AF9-1612ADC0E54C}" type="parTrans" cxnId="{2B9F796F-BB61-415D-A271-26F12350793B}">
      <dgm:prSet/>
      <dgm:spPr/>
      <dgm:t>
        <a:bodyPr/>
        <a:lstStyle/>
        <a:p>
          <a:endParaRPr lang="en-GB"/>
        </a:p>
      </dgm:t>
    </dgm:pt>
    <dgm:pt modelId="{97619FF0-846C-44E1-92EB-AC2B0619829E}" type="sibTrans" cxnId="{2B9F796F-BB61-415D-A271-26F12350793B}">
      <dgm:prSet/>
      <dgm:spPr/>
      <dgm:t>
        <a:bodyPr/>
        <a:lstStyle/>
        <a:p>
          <a:endParaRPr lang="en-GB"/>
        </a:p>
      </dgm:t>
    </dgm:pt>
    <dgm:pt modelId="{B0AB02EB-8A0D-4485-A306-0ACFF800FA1B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</dgm:spPr>
      <dgm:t>
        <a:bodyPr/>
        <a:lstStyle/>
        <a:p>
          <a:pPr>
            <a:buNone/>
          </a:pPr>
          <a:r>
            <a:rPr lang="en-GB" sz="18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25%  –volume decrease</a:t>
          </a:r>
        </a:p>
      </dgm:t>
    </dgm:pt>
    <dgm:pt modelId="{12490AF2-CCC1-4ABF-BDDA-488E7423E50D}" type="parTrans" cxnId="{8F7877CC-D167-4C88-B1D7-3700F13D1780}">
      <dgm:prSet/>
      <dgm:spPr/>
      <dgm:t>
        <a:bodyPr/>
        <a:lstStyle/>
        <a:p>
          <a:endParaRPr lang="en-GB"/>
        </a:p>
      </dgm:t>
    </dgm:pt>
    <dgm:pt modelId="{7D9CACD5-A930-4AF9-841A-722CDD023A69}" type="sibTrans" cxnId="{8F7877CC-D167-4C88-B1D7-3700F13D1780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E74B1181-A3AE-4847-BFB8-D34D3F0BBC61}" type="pres">
      <dgm:prSet presAssocID="{B0AB02EB-8A0D-4485-A306-0ACFF800FA1B}" presName="childNode" presStyleLbl="node1" presStyleIdx="0" presStyleCnt="2">
        <dgm:presLayoutVars>
          <dgm:bulletEnabled val="1"/>
        </dgm:presLayoutVars>
      </dgm:prSet>
      <dgm:spPr/>
    </dgm:pt>
    <dgm:pt modelId="{863F6F80-AD2A-4529-9B4F-7674488EB252}" type="pres">
      <dgm:prSet presAssocID="{B0AB02EB-8A0D-4485-A306-0ACFF800FA1B}" presName="aSpace2" presStyleCnt="0"/>
      <dgm:spPr/>
    </dgm:pt>
    <dgm:pt modelId="{DA45824A-3173-426F-B195-7A7826CBE9FB}" type="pres">
      <dgm:prSet presAssocID="{674CB442-983B-43F3-81B8-8F1A5F9D614E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8781C809-9ED6-4B38-A3CD-D9763EC3D41A}" type="presOf" srcId="{B0AB02EB-8A0D-4485-A306-0ACFF800FA1B}" destId="{E74B1181-A3AE-4847-BFB8-D34D3F0BBC61}" srcOrd="0" destOrd="0" presId="urn:microsoft.com/office/officeart/2005/8/layout/lProcess2"/>
    <dgm:cxn modelId="{89547825-FB68-4648-A9AF-5BBD18B6EEE7}" type="presOf" srcId="{149E7F94-7AD5-41F3-A839-A86181CEB3B8}" destId="{C90BB22F-4778-4FA3-A7A1-CFE076E935BF}" srcOrd="1" destOrd="0" presId="urn:microsoft.com/office/officeart/2005/8/layout/lProcess2"/>
    <dgm:cxn modelId="{2B9F796F-BB61-415D-A271-26F12350793B}" srcId="{149E7F94-7AD5-41F3-A839-A86181CEB3B8}" destId="{674CB442-983B-43F3-81B8-8F1A5F9D614E}" srcOrd="1" destOrd="0" parTransId="{79A75EB3-5C25-47F0-8AF9-1612ADC0E54C}" sibTransId="{97619FF0-846C-44E1-92EB-AC2B0619829E}"/>
    <dgm:cxn modelId="{5C01EAC2-DE3E-4C29-9867-8A81B87CAF39}" type="presOf" srcId="{149E7F94-7AD5-41F3-A839-A86181CEB3B8}" destId="{E07045A2-3B14-4E39-A68E-9F6FD179A38C}" srcOrd="0" destOrd="0" presId="urn:microsoft.com/office/officeart/2005/8/layout/lProcess2"/>
    <dgm:cxn modelId="{8F7877CC-D167-4C88-B1D7-3700F13D1780}" srcId="{149E7F94-7AD5-41F3-A839-A86181CEB3B8}" destId="{B0AB02EB-8A0D-4485-A306-0ACFF800FA1B}" srcOrd="0" destOrd="0" parTransId="{12490AF2-CCC1-4ABF-BDDA-488E7423E50D}" sibTransId="{7D9CACD5-A930-4AF9-841A-722CDD023A69}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EF55DCEE-8E24-4FF8-8890-C45029FDE987}" type="presOf" srcId="{674CB442-983B-43F3-81B8-8F1A5F9D614E}" destId="{DA45824A-3173-426F-B195-7A7826CBE9FB}" srcOrd="0" destOrd="0" presId="urn:microsoft.com/office/officeart/2005/8/layout/lProcess2"/>
    <dgm:cxn modelId="{2C0FAEFA-684C-4722-83B8-625206FB3BD7}" type="presOf" srcId="{191AAF60-1020-47F1-907B-8C2D5782E947}" destId="{393281DD-6B38-4203-8597-60D9BBFCFAC2}" srcOrd="0" destOrd="0" presId="urn:microsoft.com/office/officeart/2005/8/layout/lProcess2"/>
    <dgm:cxn modelId="{31EE4D57-469F-428A-A4ED-1A3CC4AEF47B}" type="presParOf" srcId="{393281DD-6B38-4203-8597-60D9BBFCFAC2}" destId="{877EAA53-6E10-4E4E-8827-6ABBF3BABDE1}" srcOrd="0" destOrd="0" presId="urn:microsoft.com/office/officeart/2005/8/layout/lProcess2"/>
    <dgm:cxn modelId="{B6EA2BE1-F7B5-4D9A-8B51-AA04CD6B4221}" type="presParOf" srcId="{877EAA53-6E10-4E4E-8827-6ABBF3BABDE1}" destId="{E07045A2-3B14-4E39-A68E-9F6FD179A38C}" srcOrd="0" destOrd="0" presId="urn:microsoft.com/office/officeart/2005/8/layout/lProcess2"/>
    <dgm:cxn modelId="{8544EF20-9F85-4EEB-BE05-852C00D8DEDD}" type="presParOf" srcId="{877EAA53-6E10-4E4E-8827-6ABBF3BABDE1}" destId="{C90BB22F-4778-4FA3-A7A1-CFE076E935BF}" srcOrd="1" destOrd="0" presId="urn:microsoft.com/office/officeart/2005/8/layout/lProcess2"/>
    <dgm:cxn modelId="{0D712429-62B9-45AE-88CF-83FFF281C22E}" type="presParOf" srcId="{877EAA53-6E10-4E4E-8827-6ABBF3BABDE1}" destId="{7C531773-A4C6-466F-89DC-01DBCADAE52F}" srcOrd="2" destOrd="0" presId="urn:microsoft.com/office/officeart/2005/8/layout/lProcess2"/>
    <dgm:cxn modelId="{F468C5B3-6BD0-4291-BF55-9C7264E0DE6B}" type="presParOf" srcId="{7C531773-A4C6-466F-89DC-01DBCADAE52F}" destId="{F6ABB971-24DF-41C0-A678-4E2747510D1A}" srcOrd="0" destOrd="0" presId="urn:microsoft.com/office/officeart/2005/8/layout/lProcess2"/>
    <dgm:cxn modelId="{3F6AF592-E24E-4490-A39C-32428CB875AB}" type="presParOf" srcId="{F6ABB971-24DF-41C0-A678-4E2747510D1A}" destId="{E74B1181-A3AE-4847-BFB8-D34D3F0BBC61}" srcOrd="0" destOrd="0" presId="urn:microsoft.com/office/officeart/2005/8/layout/lProcess2"/>
    <dgm:cxn modelId="{B865791D-010B-4A56-8346-BFD63D88DD40}" type="presParOf" srcId="{F6ABB971-24DF-41C0-A678-4E2747510D1A}" destId="{863F6F80-AD2A-4529-9B4F-7674488EB252}" srcOrd="1" destOrd="0" presId="urn:microsoft.com/office/officeart/2005/8/layout/lProcess2"/>
    <dgm:cxn modelId="{ED97B3A3-B343-4EE7-AB8C-3D14D00C21F5}" type="presParOf" srcId="{F6ABB971-24DF-41C0-A678-4E2747510D1A}" destId="{DA45824A-3173-426F-B195-7A7826CBE9FB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1AAF60-1020-47F1-907B-8C2D5782E947}" type="doc">
      <dgm:prSet loTypeId="urn:microsoft.com/office/officeart/2005/8/layout/lProcess2" loCatId="list" qsTypeId="urn:microsoft.com/office/officeart/2005/8/quickstyle/3d1#13" qsCatId="3D" csTypeId="urn:microsoft.com/office/officeart/2005/8/colors/accent1_2#11" csCatId="accent1" phldr="1"/>
      <dgm:spPr/>
      <dgm:t>
        <a:bodyPr/>
        <a:lstStyle/>
        <a:p>
          <a:endParaRPr lang="en-GB"/>
        </a:p>
      </dgm:t>
    </dgm:pt>
    <dgm:pt modelId="{149E7F94-7AD5-41F3-A839-A86181CEB3B8}">
      <dgm:prSet phldrT="[Text]" custT="1"/>
      <dgm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en-GB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Spilt Volume</a:t>
          </a:r>
        </a:p>
      </dgm:t>
    </dgm:pt>
    <dgm:pt modelId="{232DE631-8ECB-4014-88DB-8EC8E38A123E}" type="parTrans" cxnId="{CAB654D5-7EBF-49F8-A9E3-946C1DDD4BBC}">
      <dgm:prSet/>
      <dgm:spPr/>
      <dgm:t>
        <a:bodyPr/>
        <a:lstStyle/>
        <a:p>
          <a:endParaRPr lang="en-GB"/>
        </a:p>
      </dgm:t>
    </dgm:pt>
    <dgm:pt modelId="{2408E7A0-497C-45CB-B736-0FDDD0314B10}" type="sibTrans" cxnId="{CAB654D5-7EBF-49F8-A9E3-946C1DDD4BBC}">
      <dgm:prSet/>
      <dgm:spPr/>
      <dgm:t>
        <a:bodyPr/>
        <a:lstStyle/>
        <a:p>
          <a:endParaRPr lang="en-GB"/>
        </a:p>
      </dgm:t>
    </dgm:pt>
    <dgm:pt modelId="{6EED4215-2E77-4C37-89AC-946BC0460977}">
      <dgm:prSet phldrT="[Text]" custT="1"/>
      <dgm:spPr>
        <a:xfrm>
          <a:off x="136815" y="1430491"/>
          <a:ext cx="1094521" cy="3099397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en-GB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1000m³</a:t>
          </a:r>
        </a:p>
      </dgm:t>
    </dgm:pt>
    <dgm:pt modelId="{74DB5C15-CD14-496C-92A6-9EF7CE48FAD6}" type="parTrans" cxnId="{9C950615-8D7E-47EF-AFCE-C688F180E0A5}">
      <dgm:prSet/>
      <dgm:spPr/>
      <dgm:t>
        <a:bodyPr/>
        <a:lstStyle/>
        <a:p>
          <a:endParaRPr lang="en-GB"/>
        </a:p>
      </dgm:t>
    </dgm:pt>
    <dgm:pt modelId="{0E0F26D9-4AEE-4186-8310-BFBA885ADB45}" type="sibTrans" cxnId="{9C950615-8D7E-47EF-AFCE-C688F180E0A5}">
      <dgm:prSet/>
      <dgm:spPr/>
      <dgm:t>
        <a:bodyPr/>
        <a:lstStyle/>
        <a:p>
          <a:endParaRPr lang="en-GB"/>
        </a:p>
      </dgm:t>
    </dgm:pt>
    <dgm:pt modelId="{393281DD-6B38-4203-8597-60D9BBFCFAC2}" type="pres">
      <dgm:prSet presAssocID="{191AAF60-1020-47F1-907B-8C2D5782E947}" presName="theList" presStyleCnt="0">
        <dgm:presLayoutVars>
          <dgm:dir/>
          <dgm:animLvl val="lvl"/>
          <dgm:resizeHandles val="exact"/>
        </dgm:presLayoutVars>
      </dgm:prSet>
      <dgm:spPr/>
    </dgm:pt>
    <dgm:pt modelId="{877EAA53-6E10-4E4E-8827-6ABBF3BABDE1}" type="pres">
      <dgm:prSet presAssocID="{149E7F94-7AD5-41F3-A839-A86181CEB3B8}" presName="compNode" presStyleCnt="0"/>
      <dgm:spPr/>
    </dgm:pt>
    <dgm:pt modelId="{E07045A2-3B14-4E39-A68E-9F6FD179A38C}" type="pres">
      <dgm:prSet presAssocID="{149E7F94-7AD5-41F3-A839-A86181CEB3B8}" presName="aNode" presStyleLbl="bgShp" presStyleIdx="0" presStyleCnt="1"/>
      <dgm:spPr/>
    </dgm:pt>
    <dgm:pt modelId="{C90BB22F-4778-4FA3-A7A1-CFE076E935BF}" type="pres">
      <dgm:prSet presAssocID="{149E7F94-7AD5-41F3-A839-A86181CEB3B8}" presName="textNode" presStyleLbl="bgShp" presStyleIdx="0" presStyleCnt="1"/>
      <dgm:spPr/>
    </dgm:pt>
    <dgm:pt modelId="{7C531773-A4C6-466F-89DC-01DBCADAE52F}" type="pres">
      <dgm:prSet presAssocID="{149E7F94-7AD5-41F3-A839-A86181CEB3B8}" presName="compChildNode" presStyleCnt="0"/>
      <dgm:spPr/>
    </dgm:pt>
    <dgm:pt modelId="{F6ABB971-24DF-41C0-A678-4E2747510D1A}" type="pres">
      <dgm:prSet presAssocID="{149E7F94-7AD5-41F3-A839-A86181CEB3B8}" presName="theInnerList" presStyleCnt="0"/>
      <dgm:spPr/>
    </dgm:pt>
    <dgm:pt modelId="{9ADEC96A-CB84-44A5-AFB3-8C345E893E1A}" type="pres">
      <dgm:prSet presAssocID="{6EED4215-2E77-4C37-89AC-946BC0460977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9C950615-8D7E-47EF-AFCE-C688F180E0A5}" srcId="{149E7F94-7AD5-41F3-A839-A86181CEB3B8}" destId="{6EED4215-2E77-4C37-89AC-946BC0460977}" srcOrd="0" destOrd="0" parTransId="{74DB5C15-CD14-496C-92A6-9EF7CE48FAD6}" sibTransId="{0E0F26D9-4AEE-4186-8310-BFBA885ADB45}"/>
    <dgm:cxn modelId="{2DF8F81E-418D-4061-925E-37C6D745D7FF}" type="presOf" srcId="{6EED4215-2E77-4C37-89AC-946BC0460977}" destId="{9ADEC96A-CB84-44A5-AFB3-8C345E893E1A}" srcOrd="0" destOrd="0" presId="urn:microsoft.com/office/officeart/2005/8/layout/lProcess2"/>
    <dgm:cxn modelId="{B4665F5A-5736-4025-9E99-8CF8D899E030}" type="presOf" srcId="{149E7F94-7AD5-41F3-A839-A86181CEB3B8}" destId="{E07045A2-3B14-4E39-A68E-9F6FD179A38C}" srcOrd="0" destOrd="0" presId="urn:microsoft.com/office/officeart/2005/8/layout/lProcess2"/>
    <dgm:cxn modelId="{584D8B5C-8DF0-4AB5-B001-2E341C04551C}" type="presOf" srcId="{191AAF60-1020-47F1-907B-8C2D5782E947}" destId="{393281DD-6B38-4203-8597-60D9BBFCFAC2}" srcOrd="0" destOrd="0" presId="urn:microsoft.com/office/officeart/2005/8/layout/lProcess2"/>
    <dgm:cxn modelId="{E01F14A6-7A34-499B-9747-AAD3A366D5C0}" type="presOf" srcId="{149E7F94-7AD5-41F3-A839-A86181CEB3B8}" destId="{C90BB22F-4778-4FA3-A7A1-CFE076E935BF}" srcOrd="1" destOrd="0" presId="urn:microsoft.com/office/officeart/2005/8/layout/lProcess2"/>
    <dgm:cxn modelId="{CAB654D5-7EBF-49F8-A9E3-946C1DDD4BBC}" srcId="{191AAF60-1020-47F1-907B-8C2D5782E947}" destId="{149E7F94-7AD5-41F3-A839-A86181CEB3B8}" srcOrd="0" destOrd="0" parTransId="{232DE631-8ECB-4014-88DB-8EC8E38A123E}" sibTransId="{2408E7A0-497C-45CB-B736-0FDDD0314B10}"/>
    <dgm:cxn modelId="{F8336A6D-3885-42D4-BAEC-AF67718749B2}" type="presParOf" srcId="{393281DD-6B38-4203-8597-60D9BBFCFAC2}" destId="{877EAA53-6E10-4E4E-8827-6ABBF3BABDE1}" srcOrd="0" destOrd="0" presId="urn:microsoft.com/office/officeart/2005/8/layout/lProcess2"/>
    <dgm:cxn modelId="{C6FDCDC8-2F24-46CA-A5A8-C4487A625754}" type="presParOf" srcId="{877EAA53-6E10-4E4E-8827-6ABBF3BABDE1}" destId="{E07045A2-3B14-4E39-A68E-9F6FD179A38C}" srcOrd="0" destOrd="0" presId="urn:microsoft.com/office/officeart/2005/8/layout/lProcess2"/>
    <dgm:cxn modelId="{F7701038-4742-4A0D-B0C6-F00C0BF9324B}" type="presParOf" srcId="{877EAA53-6E10-4E4E-8827-6ABBF3BABDE1}" destId="{C90BB22F-4778-4FA3-A7A1-CFE076E935BF}" srcOrd="1" destOrd="0" presId="urn:microsoft.com/office/officeart/2005/8/layout/lProcess2"/>
    <dgm:cxn modelId="{C36F2CDC-72C2-4BC4-A559-5F84A4130DA5}" type="presParOf" srcId="{877EAA53-6E10-4E4E-8827-6ABBF3BABDE1}" destId="{7C531773-A4C6-466F-89DC-01DBCADAE52F}" srcOrd="2" destOrd="0" presId="urn:microsoft.com/office/officeart/2005/8/layout/lProcess2"/>
    <dgm:cxn modelId="{7A6E858D-E607-4D5F-A54E-DCCAABC9DF5F}" type="presParOf" srcId="{7C531773-A4C6-466F-89DC-01DBCADAE52F}" destId="{F6ABB971-24DF-41C0-A678-4E2747510D1A}" srcOrd="0" destOrd="0" presId="urn:microsoft.com/office/officeart/2005/8/layout/lProcess2"/>
    <dgm:cxn modelId="{243A20BA-262F-411D-8776-7336B2157A09}" type="presParOf" srcId="{F6ABB971-24DF-41C0-A678-4E2747510D1A}" destId="{9ADEC96A-CB84-44A5-AFB3-8C345E893E1A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Emulsification</a:t>
          </a:r>
        </a:p>
      </dsp:txBody>
      <dsp:txXfrm>
        <a:off x="40072" y="40072"/>
        <a:ext cx="1288008" cy="1350347"/>
      </dsp:txXfrm>
    </dsp:sp>
    <dsp:sp modelId="{0306818A-2655-487F-9333-0AC32F25A1F9}">
      <dsp:nvSpPr>
        <dsp:cNvPr id="0" name=""/>
        <dsp:cNvSpPr/>
      </dsp:nvSpPr>
      <dsp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4-5 times volume increase</a:t>
          </a:r>
        </a:p>
      </dsp:txBody>
      <dsp:txXfrm>
        <a:off x="168872" y="1463945"/>
        <a:ext cx="1030407" cy="1373594"/>
      </dsp:txXfrm>
    </dsp:sp>
    <dsp:sp modelId="{38C341E9-2241-46D6-8EF1-1BCAEEAF3F21}">
      <dsp:nvSpPr>
        <dsp:cNvPr id="0" name=""/>
        <dsp:cNvSpPr/>
      </dsp:nvSpPr>
      <dsp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3750m³</a:t>
          </a:r>
        </a:p>
      </dsp:txBody>
      <dsp:txXfrm>
        <a:off x="168872" y="3122839"/>
        <a:ext cx="1030407" cy="13735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Offshore Recovery</a:t>
          </a:r>
        </a:p>
      </dsp:txBody>
      <dsp:txXfrm>
        <a:off x="40072" y="40072"/>
        <a:ext cx="1288008" cy="1350347"/>
      </dsp:txXfrm>
    </dsp:sp>
    <dsp:sp modelId="{597954BF-EAD5-411A-B2B2-203D5A420089}">
      <dsp:nvSpPr>
        <dsp:cNvPr id="0" name=""/>
        <dsp:cNvSpPr/>
      </dsp:nvSpPr>
      <dsp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FAB6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20% - volume decrease</a:t>
          </a:r>
        </a:p>
      </dsp:txBody>
      <dsp:txXfrm>
        <a:off x="168872" y="1463945"/>
        <a:ext cx="1030407" cy="1373594"/>
      </dsp:txXfrm>
    </dsp:sp>
    <dsp:sp modelId="{C7BB3452-3EF3-4EC0-8320-93631AD57A17}">
      <dsp:nvSpPr>
        <dsp:cNvPr id="0" name=""/>
        <dsp:cNvSpPr/>
      </dsp:nvSpPr>
      <dsp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FAB6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3,000m³</a:t>
          </a:r>
        </a:p>
      </dsp:txBody>
      <dsp:txXfrm>
        <a:off x="168872" y="3122839"/>
        <a:ext cx="1030407" cy="1373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Shoreline Impact</a:t>
          </a:r>
        </a:p>
      </dsp:txBody>
      <dsp:txXfrm>
        <a:off x="40072" y="40072"/>
        <a:ext cx="1288008" cy="1350347"/>
      </dsp:txXfrm>
    </dsp:sp>
    <dsp:sp modelId="{C9D88C0E-85E0-42FF-873A-AC69344369D0}">
      <dsp:nvSpPr>
        <dsp:cNvPr id="0" name=""/>
        <dsp:cNvSpPr/>
      </dsp:nvSpPr>
      <dsp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10-20 times volume increase</a:t>
          </a:r>
        </a:p>
      </dsp:txBody>
      <dsp:txXfrm>
        <a:off x="168872" y="1463945"/>
        <a:ext cx="1030407" cy="1373594"/>
      </dsp:txXfrm>
    </dsp:sp>
    <dsp:sp modelId="{66114BE8-0A9D-40A4-8F95-E7C48AC7D3E6}">
      <dsp:nvSpPr>
        <dsp:cNvPr id="0" name=""/>
        <dsp:cNvSpPr/>
      </dsp:nvSpPr>
      <dsp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60,000m³</a:t>
          </a:r>
        </a:p>
      </dsp:txBody>
      <dsp:txXfrm>
        <a:off x="168872" y="3122839"/>
        <a:ext cx="1030407" cy="13735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C0504D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C0504D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C0504D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TOTAL Disposal volume</a:t>
          </a:r>
        </a:p>
      </dsp:txBody>
      <dsp:txXfrm>
        <a:off x="40072" y="40072"/>
        <a:ext cx="1288008" cy="1350347"/>
      </dsp:txXfrm>
    </dsp:sp>
    <dsp:sp modelId="{50C87E98-F2B8-441B-BE31-A1D08958FE56}">
      <dsp:nvSpPr>
        <dsp:cNvPr id="0" name=""/>
        <dsp:cNvSpPr/>
      </dsp:nvSpPr>
      <dsp:spPr>
        <a:xfrm>
          <a:off x="136815" y="1430491"/>
          <a:ext cx="1094521" cy="3099397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60,000m³</a:t>
          </a:r>
        </a:p>
      </dsp:txBody>
      <dsp:txXfrm>
        <a:off x="168872" y="1462548"/>
        <a:ext cx="1030407" cy="30352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Evaporation</a:t>
          </a:r>
        </a:p>
      </dsp:txBody>
      <dsp:txXfrm>
        <a:off x="40072" y="40072"/>
        <a:ext cx="1288008" cy="1350347"/>
      </dsp:txXfrm>
    </dsp:sp>
    <dsp:sp modelId="{E74B1181-A3AE-4847-BFB8-D34D3F0BBC61}">
      <dsp:nvSpPr>
        <dsp:cNvPr id="0" name=""/>
        <dsp:cNvSpPr/>
      </dsp:nvSpPr>
      <dsp:spPr>
        <a:xfrm>
          <a:off x="136815" y="1431888"/>
          <a:ext cx="1094521" cy="14377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/>
        <a:scene3d>
          <a:camera prst="orthographicFront"/>
          <a:lightRig rig="fla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25%  –volume decrease</a:t>
          </a:r>
        </a:p>
      </dsp:txBody>
      <dsp:txXfrm>
        <a:off x="168872" y="1463945"/>
        <a:ext cx="1030407" cy="1373594"/>
      </dsp:txXfrm>
    </dsp:sp>
    <dsp:sp modelId="{DA45824A-3173-426F-B195-7A7826CBE9FB}">
      <dsp:nvSpPr>
        <dsp:cNvPr id="0" name=""/>
        <dsp:cNvSpPr/>
      </dsp:nvSpPr>
      <dsp:spPr>
        <a:xfrm>
          <a:off x="136815" y="3090782"/>
          <a:ext cx="1094521" cy="14377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/>
        <a:scene3d>
          <a:camera prst="orthographicFront"/>
          <a:lightRig rig="fla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750m³</a:t>
          </a:r>
        </a:p>
      </dsp:txBody>
      <dsp:txXfrm>
        <a:off x="168872" y="3122839"/>
        <a:ext cx="1030407" cy="13735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45A2-3B14-4E39-A68E-9F6FD179A38C}">
      <dsp:nvSpPr>
        <dsp:cNvPr id="0" name=""/>
        <dsp:cNvSpPr/>
      </dsp:nvSpPr>
      <dsp:spPr>
        <a:xfrm>
          <a:off x="0" y="0"/>
          <a:ext cx="1368152" cy="4768304"/>
        </a:xfrm>
        <a:prstGeom prst="roundRect">
          <a:avLst>
            <a:gd name="adj" fmla="val 10000"/>
          </a:avLst>
        </a:prstGeom>
        <a:solidFill>
          <a:schemeClr val="accent2">
            <a:lumMod val="25000"/>
            <a:lumOff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Spilt Volume</a:t>
          </a:r>
        </a:p>
      </dsp:txBody>
      <dsp:txXfrm>
        <a:off x="40072" y="40072"/>
        <a:ext cx="1288008" cy="1350347"/>
      </dsp:txXfrm>
    </dsp:sp>
    <dsp:sp modelId="{9ADEC96A-CB84-44A5-AFB3-8C345E893E1A}">
      <dsp:nvSpPr>
        <dsp:cNvPr id="0" name=""/>
        <dsp:cNvSpPr/>
      </dsp:nvSpPr>
      <dsp:spPr>
        <a:xfrm>
          <a:off x="136815" y="1430491"/>
          <a:ext cx="1094521" cy="3099397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1000m³</a:t>
          </a:r>
        </a:p>
      </dsp:txBody>
      <dsp:txXfrm>
        <a:off x="168872" y="1462548"/>
        <a:ext cx="1030407" cy="3035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8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#9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#10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#1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#12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#13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A97F0-C535-54E2-52CF-451585BF8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78C9C-3486-F98A-DC21-32D148DB0E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9406F-C256-4F86-8DEE-EA6092788017}" type="datetimeFigureOut">
              <a:rPr lang="en-GB" sz="800" smtClean="0"/>
              <a:t>01/10/2026</a:t>
            </a:fld>
            <a:endParaRPr lang="en-GB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E9154-FB43-41C3-8E58-3A198785EB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D832D-C8C9-952F-B222-2E33F8E064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CE66D-C231-4783-B921-DCF67E74179E}" type="slidenum">
              <a:rPr lang="en-GB" sz="800" smtClean="0"/>
              <a:t>‹#›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9176583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29549BB7-93A2-4AC2-B945-2C773A501297}" type="datetimeFigureOut">
              <a:rPr lang="en-GB" smtClean="0"/>
              <a:pPr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6F2864D0-97CF-41B9-8B2E-A8A36878533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11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Understand the importance of planning for waste management prior to an oil spill</a:t>
            </a:r>
            <a:r>
              <a:rPr lang="en-GB" dirty="0"/>
              <a:t> 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Understand the types of waste generated during oil spill response</a:t>
            </a:r>
            <a:r>
              <a:rPr lang="en-GB" dirty="0"/>
              <a:t>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Understand the importance of establishing an efficient waste stream</a:t>
            </a:r>
            <a:r>
              <a:rPr lang="en-GB" dirty="0"/>
              <a:t> 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Understand options for final disposal of wastes</a:t>
            </a:r>
            <a:r>
              <a:rPr lang="en-GB" dirty="0"/>
              <a:t> 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Have a better understanding of wastes types</a:t>
            </a:r>
            <a:r>
              <a:rPr lang="en-GB" dirty="0"/>
              <a:t> 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highlight>
                  <a:srgbClr val="E7E6E6"/>
                </a:highlight>
                <a:latin typeface="Calibri" panose="020F0502020204030204" pitchFamily="34" charset="0"/>
              </a:rPr>
              <a:t>Understand the importance of waste management to ensure a smooth response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64D0-97CF-41B9-8B2E-A8A368785333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662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Personal Information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Your name, address, contact details, and sometimes your social security number or policy number.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Details of the Incident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The date and time of the incident.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A detailed description of what happened.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The location of the incident.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Type of Claim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Depending on the nature of the claim (e.g., auto, home, health, travel), the specific questions can vary.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For auto accidents: details about the other vehicles involved, a police report, and witness information.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For property damage: the extent of the damage, whether the property was stolen, vandalized, or damaged by natural events.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For health claims: details of the medical provider, type of injury or illness, and medical reports.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Evidence of Loss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Photos or videos of the damage.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Receipts for any repairs already undertaken or quotes for proposed repairs.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Medical bills or reports if it's a health-related claim.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Proof of Ownership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In cases of property claims, proof that you own the item(s) claimed for, such as purchase receipts or serial numbers.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Third Party Details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Information about any other parties involved in the incident, including their contact information and insurance details if applicable.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Police Report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For claims involving theft, vandalism, significant property damage, or auto accidents, a copy of the police report may be required.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Witness Information</a:t>
            </a:r>
            <a:r>
              <a:rPr lang="en-GB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Arial" panose="020B0604020202020204" pitchFamily="34" charset="0"/>
              </a:rPr>
              <a:t>: Names and contact details of any witnesses to the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64D0-97CF-41B9-8B2E-A8A368785333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406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1. Reduce</a:t>
            </a:r>
          </a:p>
          <a:p>
            <a:r>
              <a:rPr lang="en-US" dirty="0"/>
              <a:t>Reducing waste in the context of an oil spill primarily focuses on minimizing the amount of oil released and thus the waste generated.</a:t>
            </a:r>
          </a:p>
          <a:p>
            <a:r>
              <a:rPr lang="en-US" dirty="0"/>
              <a:t>- Preventive Measures: Use double-hulled tanks and better quality hoses and connectors to decrease the likelihood of spills.</a:t>
            </a:r>
          </a:p>
          <a:p>
            <a:r>
              <a:rPr lang="en-US" dirty="0"/>
              <a:t>- Improved Training: Regular and rigorous training for personnel involved in bunkering operations can reduce accidents that result in spills.</a:t>
            </a:r>
          </a:p>
          <a:p>
            <a:r>
              <a:rPr lang="en-US" dirty="0"/>
              <a:t>- Better Monitoring: Implement real-time monitoring of oil transfer to detect and address leaks immediately.</a:t>
            </a:r>
          </a:p>
          <a:p>
            <a:endParaRPr lang="en-US" dirty="0"/>
          </a:p>
          <a:p>
            <a:r>
              <a:rPr lang="en-US" dirty="0"/>
              <a:t> 2. Reuse</a:t>
            </a:r>
          </a:p>
          <a:p>
            <a:r>
              <a:rPr lang="en-US" dirty="0"/>
              <a:t>Reusing involves finding ways to use the contaminated materials again without processing.</a:t>
            </a:r>
          </a:p>
          <a:p>
            <a:r>
              <a:rPr lang="en-US" dirty="0"/>
              <a:t>- Oil Booms and Absorbents: Contaminated booms and absorbents can be cleaned and reused in situations where they will still be effective. This is dependent on the type of material and the degree of contamination.</a:t>
            </a:r>
          </a:p>
          <a:p>
            <a:r>
              <a:rPr lang="en-US" dirty="0"/>
              <a:t>- Contaminated Water: Water used in the clean-up process can be treated and reused for industrial processes or cleaning within the same operation.</a:t>
            </a:r>
          </a:p>
          <a:p>
            <a:endParaRPr lang="en-US" dirty="0"/>
          </a:p>
          <a:p>
            <a:r>
              <a:rPr lang="en-US" dirty="0"/>
              <a:t> 3. Recycle</a:t>
            </a:r>
          </a:p>
          <a:p>
            <a:r>
              <a:rPr lang="en-US" dirty="0"/>
              <a:t>Recycling involves processing the contaminated materials to recover usable products.</a:t>
            </a:r>
          </a:p>
          <a:p>
            <a:r>
              <a:rPr lang="en-US" dirty="0"/>
              <a:t>- Oil Recovery: Oil recovered from spills, skimmed from water or separated from other debris, can be reprocessed and refined to be used again.</a:t>
            </a:r>
          </a:p>
          <a:p>
            <a:r>
              <a:rPr lang="en-US" dirty="0"/>
              <a:t>- Recycling Absorbent Materials: Materials designed to absorb oil can sometimes be processed to separate the oil, which can then be recycled. The materials themselves can sometimes be recycled or used as fuel.</a:t>
            </a:r>
          </a:p>
          <a:p>
            <a:endParaRPr lang="en-US" dirty="0"/>
          </a:p>
          <a:p>
            <a:r>
              <a:rPr lang="en-US" dirty="0"/>
              <a:t> 4. Recover</a:t>
            </a:r>
          </a:p>
          <a:p>
            <a:r>
              <a:rPr lang="en-US" dirty="0"/>
              <a:t>Recovery focuses on extracting energy from waste materials.</a:t>
            </a:r>
          </a:p>
          <a:p>
            <a:r>
              <a:rPr lang="en-US" dirty="0"/>
              <a:t>- Waste-to-Energy: Use incineration to convert heavily contaminated absorbents and other organic materials into energy. This is particularly useful when recycling or cleaning isn't practical or possible.</a:t>
            </a:r>
          </a:p>
          <a:p>
            <a:r>
              <a:rPr lang="en-US" dirty="0"/>
              <a:t>- Bioremediation: Deploy bioremediation techniques where microorganisms break down or assimilate the oil, effectively converting pollutants into less harmful substances.</a:t>
            </a:r>
          </a:p>
          <a:p>
            <a:endParaRPr lang="en-US" dirty="0"/>
          </a:p>
          <a:p>
            <a:r>
              <a:rPr lang="en-US" dirty="0"/>
              <a:t> 5. Landfill</a:t>
            </a:r>
          </a:p>
          <a:p>
            <a:r>
              <a:rPr lang="en-US" dirty="0"/>
              <a:t>Landfilling should be the last resort, used when the material cannot be treated or processed in any other way that is safe or economical.</a:t>
            </a:r>
          </a:p>
          <a:p>
            <a:r>
              <a:rPr lang="en-US" dirty="0"/>
              <a:t>- Secure Landfills: Ensure that materials that have to be landfilled are disposed of in facilities designed to handle hazardous waste, preventing leachate from contaminating groundwater and soil.</a:t>
            </a:r>
          </a:p>
          <a:p>
            <a:r>
              <a:rPr lang="en-US" dirty="0"/>
              <a:t>- Treatment Before Disposal: Treat the waste materials to stabilize and contain the contaminants before sending them to a landfill to minimize environmental impact.</a:t>
            </a:r>
          </a:p>
          <a:p>
            <a:endParaRPr lang="en-US" dirty="0"/>
          </a:p>
          <a:p>
            <a:r>
              <a:rPr lang="en-US" dirty="0"/>
              <a:t>Each step of this hierarchy reduces the environmental impact of waste generated from an oil spill and emphasizes making the most out of unfortunate incidents by maximizing resource efficiency.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64D0-97CF-41B9-8B2E-A8A368785333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2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6">
            <a:extLst>
              <a:ext uri="{FF2B5EF4-FFF2-40B4-BE49-F238E27FC236}">
                <a16:creationId xmlns:a16="http://schemas.microsoft.com/office/drawing/2014/main" id="{81A6F73F-1AC0-47B0-8339-3E4D02A88B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1300"/>
              <a:t>Speaker Name</a:t>
            </a:r>
          </a:p>
        </p:txBody>
      </p:sp>
      <p:sp>
        <p:nvSpPr>
          <p:cNvPr id="99331" name="Rectangle 7">
            <a:extLst>
              <a:ext uri="{FF2B5EF4-FFF2-40B4-BE49-F238E27FC236}">
                <a16:creationId xmlns:a16="http://schemas.microsoft.com/office/drawing/2014/main" id="{C44944C5-01F7-4278-8CDA-4D589DE8D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DE308A-8D08-44C8-B9B2-7755B5AB146A}" type="slidenum">
              <a:rPr lang="en-GB" altLang="en-US" sz="1300"/>
              <a:pPr/>
              <a:t>17</a:t>
            </a:fld>
            <a:endParaRPr lang="en-GB" altLang="en-US" sz="1300"/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BE83954D-8B18-43C9-B9E4-1338E62CE3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71F2A47D-9C48-48AB-A96F-D0E93E7B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GB" altLang="en-US"/>
              <a:t>Suitable vehicles need to be sourced to transport waste from primary storage to intermediate storage sites.  </a:t>
            </a:r>
          </a:p>
          <a:p>
            <a:pPr>
              <a:buFontTx/>
              <a:buChar char="•"/>
            </a:pPr>
            <a:r>
              <a:rPr lang="en-GB" altLang="en-US"/>
              <a:t>Must be carried out regularly and efficiently or no further recovery can take place.</a:t>
            </a:r>
          </a:p>
          <a:p>
            <a:pPr>
              <a:buFontTx/>
              <a:buChar char="•"/>
            </a:pPr>
            <a:r>
              <a:rPr lang="en-GB" altLang="en-US"/>
              <a:t>Vehicles must be suitable for the terrain.</a:t>
            </a:r>
          </a:p>
          <a:p>
            <a:pPr>
              <a:buFontTx/>
              <a:buChar char="•"/>
            </a:pPr>
            <a:r>
              <a:rPr lang="en-GB" altLang="en-US"/>
              <a:t>Any vehicle used must be oil-tight to prevent leakage and secondary contamination of roads and the surrounding area.</a:t>
            </a:r>
          </a:p>
          <a:p>
            <a:pPr>
              <a:buFontTx/>
              <a:buChar char="•"/>
            </a:pPr>
            <a:r>
              <a:rPr lang="en-GB" altLang="en-US"/>
              <a:t>Transportation company must meet national legislative requirements for standards etc.</a:t>
            </a:r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D72BE929-F1AE-4F48-ABC2-106896C4ED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 altLang="en-US"/>
              <a:t>00? Module Title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D65FE24-19EB-4BD6-8F03-973596A909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 altLang="en-US"/>
              <a:t>Page </a:t>
            </a:r>
            <a:fld id="{315E6E78-D7C4-4B29-B5CC-E58EFCF0DD0D}" type="slidenum">
              <a:rPr lang="en-GB" altLang="en-US"/>
              <a:pPr/>
              <a:t>18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1505E9BB-6A76-4498-8C1F-2D141910D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2563" y="738188"/>
            <a:ext cx="6492875" cy="3652837"/>
          </a:xfrm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4A67150D-F95B-4DFC-9298-F4D051F7D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In certain areas the access may be minimal so techniques for disposal may require :</a:t>
            </a:r>
          </a:p>
          <a:p>
            <a:r>
              <a:rPr lang="en-GB" altLang="en-US"/>
              <a:t>Helicopter, Very expensive and weather dependant.Will require a qualified helicopter marshal.</a:t>
            </a:r>
          </a:p>
          <a:p>
            <a:endParaRPr lang="en-GB" altLang="en-US"/>
          </a:p>
          <a:p>
            <a:r>
              <a:rPr lang="en-GB" altLang="en-US"/>
              <a:t>Aerial rope way, needs to be set up by in a safe manner and not overloaded and protect areas under the line of run from secondary pollution.</a:t>
            </a:r>
          </a:p>
          <a:p>
            <a:endParaRPr lang="en-GB" altLang="en-US"/>
          </a:p>
          <a:p>
            <a:r>
              <a:rPr lang="en-GB" altLang="en-US"/>
              <a:t>Ladder, not recommended for safety reasons.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A7AB79-1B04-438B-A349-E1C69E25174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58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Char char="-"/>
            </a:pPr>
            <a:r>
              <a:rPr lang="en-GB" dirty="0"/>
              <a:t>Highlight importance of segregating waste</a:t>
            </a:r>
          </a:p>
          <a:p>
            <a:pPr>
              <a:buFontTx/>
              <a:buChar char="-"/>
            </a:pPr>
            <a:r>
              <a:rPr lang="en-GB" dirty="0"/>
              <a:t>Whole waste consignment can be classed as waste oil even if only a small part is oiled</a:t>
            </a:r>
          </a:p>
          <a:p>
            <a:pPr>
              <a:buFontTx/>
              <a:buNone/>
            </a:pPr>
            <a:endParaRPr lang="en-GB" dirty="0"/>
          </a:p>
          <a:p>
            <a:pPr>
              <a:buFontTx/>
              <a:buChar char="-"/>
            </a:pPr>
            <a:r>
              <a:rPr lang="en-GB" dirty="0"/>
              <a:t>Will come back to talk about disposal options at the end of the presentation.</a:t>
            </a:r>
            <a:r>
              <a:rPr lang="en-GB" baseline="0" dirty="0"/>
              <a:t>  </a:t>
            </a:r>
            <a:endParaRPr lang="en-GB" dirty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59A1F8-C22A-45CB-990E-30C9647656A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72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 of solid washing from the Sea Empress spill using a cement mixer. The contaminated sediment will be added to the mixer with water and possibly a small amount of cleaning agent (</a:t>
            </a:r>
            <a:r>
              <a:rPr lang="en-GB" dirty="0" err="1"/>
              <a:t>eg</a:t>
            </a:r>
            <a:r>
              <a:rPr lang="en-GB" dirty="0"/>
              <a:t> diesel).  This is mixed and a certain amount of the oil will be removed.</a:t>
            </a:r>
          </a:p>
          <a:p>
            <a:endParaRPr lang="en-GB" dirty="0"/>
          </a:p>
          <a:p>
            <a:r>
              <a:rPr lang="en-GB" dirty="0"/>
              <a:t>Points to note</a:t>
            </a:r>
          </a:p>
          <a:p>
            <a:pPr>
              <a:buFontTx/>
              <a:buChar char="•"/>
            </a:pPr>
            <a:r>
              <a:rPr lang="en-GB" dirty="0"/>
              <a:t>The sediments must be of relatively small particle size</a:t>
            </a:r>
          </a:p>
          <a:p>
            <a:pPr>
              <a:buFontTx/>
              <a:buChar char="•"/>
            </a:pPr>
            <a:r>
              <a:rPr lang="en-GB" dirty="0"/>
              <a:t>The waste must be relatively homogenous</a:t>
            </a:r>
          </a:p>
          <a:p>
            <a:pPr>
              <a:buFontTx/>
              <a:buChar char="•"/>
            </a:pPr>
            <a:r>
              <a:rPr lang="en-GB" dirty="0"/>
              <a:t>The technique will not be effective for heavily contaminated sediments</a:t>
            </a:r>
          </a:p>
          <a:p>
            <a:pPr>
              <a:buFontTx/>
              <a:buChar char="•"/>
            </a:pPr>
            <a:r>
              <a:rPr lang="en-GB" dirty="0"/>
              <a:t>Ideally sediments, once clean, will be returned to the beach. However, there is often difficulty in deciding when sediment is “ oil free” and so can be returned to the beach.</a:t>
            </a:r>
          </a:p>
          <a:p>
            <a:pPr>
              <a:buFontTx/>
              <a:buChar char="•"/>
            </a:pPr>
            <a:r>
              <a:rPr lang="en-GB" dirty="0"/>
              <a:t>For larger sediments this technique will no longer be effective.  These may be cleaned over a grill.  However this is time consuming and produces a great deal of oily water.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AF112-6F0D-43CE-9579-BEA00BFE836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16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00? Module Title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/>
              <a:t>Page </a:t>
            </a:r>
            <a:fld id="{2DD56BE3-F22C-43CC-971E-0582454F273B}" type="slidenum">
              <a:rPr lang="en-GB"/>
              <a:pPr/>
              <a:t>22</a:t>
            </a:fld>
            <a:endParaRPr lang="en-GB">
              <a:latin typeface="Times New Roman" pitchFamily="18" charset="0"/>
            </a:endParaRPr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2546"/>
            <a:ext cx="5029200" cy="4354427"/>
          </a:xfrm>
        </p:spPr>
        <p:txBody>
          <a:bodyPr/>
          <a:lstStyle/>
          <a:p>
            <a:r>
              <a:rPr lang="en-GB" sz="1000" u="sng"/>
              <a:t>Burning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Direct burning, some countries allow burning at sea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to be controlled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Boom is expensive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Minimum thickness of 6mm for ignition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No good on emulsified oils due to the high water content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Portable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Can be done onsite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a good flow of air to dilute the atmospheric pollution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Often there is legal restrictions preventing its use.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Domestic / industrial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Slow due to the normal day to day domestic waste treatment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Issue of oiled waste containing a high volume of salt causing corrosion to the incinerators.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Approval is required for all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High temperature industrial incinerators are more able to deal with this kind of waste.  However, they are often few and far between and costly.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Alternative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Cement factories may take oily waste as a raw material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Pyrolysis: Converts organic oily waste into gas and solid residues through indirect heating without oxygen.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Thermal Desorption: Organic oily wastes are heated to vaporise the contaminants without oxidising them.  High organic or moisture content may increase cost and increases the difficulty of treating the gas emissions.</a:t>
            </a:r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131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00? Module Title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/>
              <a:t>Page </a:t>
            </a:r>
            <a:fld id="{2DD56BE3-F22C-43CC-971E-0582454F273B}" type="slidenum">
              <a:rPr lang="en-GB"/>
              <a:pPr/>
              <a:t>23</a:t>
            </a:fld>
            <a:endParaRPr lang="en-GB">
              <a:latin typeface="Times New Roman" pitchFamily="18" charset="0"/>
            </a:endParaRPr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2546"/>
            <a:ext cx="5029200" cy="4354427"/>
          </a:xfrm>
        </p:spPr>
        <p:txBody>
          <a:bodyPr/>
          <a:lstStyle/>
          <a:p>
            <a:r>
              <a:rPr lang="en-GB" sz="1000" u="sng"/>
              <a:t>Burning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Direct burning, some countries allow burning at sea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to be controlled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Boom is expensive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Minimum thickness of 6mm for ignition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No good on emulsified oils due to the high water content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Portable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Can be done onsite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a good flow of air to dilute the atmospheric pollution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Often there is legal restrictions preventing its use.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Domestic / industrial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Slow due to the normal day to day domestic waste treatment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Issue of oiled waste containing a high volume of salt causing corrosion to the incinerators.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Approval is required for all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High temperature industrial incinerators are more able to deal with this kind of waste.  However, they are often few and far between and costly.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Alternative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Cement factories may take oily waste as a raw material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Pyrolysis: Converts organic oily waste into gas and solid residues through indirect heating without oxygen.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Thermal Desorption: Organic oily wastes are heated to vaporise the contaminants without oxidising them.  High organic or moisture content may increase cost and increases the difficulty of treating the gas emissions.</a:t>
            </a:r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00? Module Title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/>
              <a:t>Page </a:t>
            </a:r>
            <a:fld id="{6E15BB92-FCDF-4CE5-A8B6-193165CEC14D}" type="slidenum">
              <a:rPr lang="en-GB"/>
              <a:pPr/>
              <a:t>24</a:t>
            </a:fld>
            <a:endParaRPr lang="en-GB">
              <a:latin typeface="Times New Roman" pitchFamily="18" charset="0"/>
            </a:endParaRPr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dirty="0"/>
              <a:t>Bioremediation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Accelerated bio-degradation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Addition of nutrients known as bio-enhancement or enrichment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Nutrients such as composts, fertilisers and lime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Requires constant mixing, aerating and moisture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Addition of manufactured super bugs known as bio-</a:t>
            </a:r>
            <a:r>
              <a:rPr lang="en-GB" dirty="0" err="1"/>
              <a:t>augmenation</a:t>
            </a:r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dirty="0"/>
              <a:t>This process should ideally be carried out in a controlled environment to prevent the possible destruction of the surrounding unaffected media, but can be done on the shoreline with close monitoring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If it is to be carried out on the shoreline small areas are to be tested initially.</a:t>
            </a:r>
          </a:p>
          <a:p>
            <a:pPr>
              <a:buFont typeface="Wingdings" pitchFamily="2" charset="2"/>
              <a:buChar char="S"/>
            </a:pPr>
            <a:r>
              <a:rPr lang="en-GB" dirty="0"/>
              <a:t> To be carried out at low tide on stranded to prevent the bugs being washed away </a:t>
            </a:r>
          </a:p>
          <a:p>
            <a:pPr>
              <a:buFont typeface="Wingdings" pitchFamily="2" charset="2"/>
              <a:buNone/>
            </a:pPr>
            <a:endParaRPr lang="en-GB" dirty="0"/>
          </a:p>
          <a:p>
            <a:r>
              <a:rPr lang="en-GB" dirty="0"/>
              <a:t>Example of bio-augmentation. This photo is taken on Clifton beach, Pakistan after the Tasman Spirit. </a:t>
            </a:r>
          </a:p>
          <a:p>
            <a:endParaRPr lang="en-GB" dirty="0"/>
          </a:p>
          <a:p>
            <a:r>
              <a:rPr lang="en-GB" dirty="0"/>
              <a:t>May</a:t>
            </a:r>
            <a:r>
              <a:rPr lang="en-GB" baseline="0" dirty="0"/>
              <a:t> not be necessary to add any bioremediation products – lots of sewage etc on the beach, enough to break down the oil naturally</a:t>
            </a:r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00? Module Title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/>
              <a:t>Page </a:t>
            </a:r>
            <a:fld id="{2DD56BE3-F22C-43CC-971E-0582454F273B}" type="slidenum">
              <a:rPr lang="en-GB"/>
              <a:pPr/>
              <a:t>25</a:t>
            </a:fld>
            <a:endParaRPr lang="en-GB">
              <a:latin typeface="Times New Roman" pitchFamily="18" charset="0"/>
            </a:endParaRPr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2546"/>
            <a:ext cx="5029200" cy="4354427"/>
          </a:xfrm>
        </p:spPr>
        <p:txBody>
          <a:bodyPr/>
          <a:lstStyle/>
          <a:p>
            <a:r>
              <a:rPr lang="en-GB" sz="1000" u="sng"/>
              <a:t>Burning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Direct burning, some countries allow burning at sea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to be controlled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Boom is expensive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Minimum thickness of 6mm for ignition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No good on emulsified oils due to the high water content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Portable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Can be done onsite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Needs a good flow of air to dilute the atmospheric pollution 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Often there is legal restrictions preventing its use.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Domestic / industrial incineration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Slow due to the normal day to day domestic waste treatment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Issue of oiled waste containing a high volume of salt causing corrosion to the incinerators.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Approval is required for all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High temperature industrial incinerators are more able to deal with this kind of waste.  However, they are often few and far between and costly.</a:t>
            </a:r>
          </a:p>
          <a:p>
            <a:pPr>
              <a:buFont typeface="Wingdings" pitchFamily="2" charset="2"/>
              <a:buNone/>
            </a:pPr>
            <a:r>
              <a:rPr lang="en-GB" sz="1000" u="sng"/>
              <a:t>Alternative Options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Cement factories may take oily waste as a raw material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Pyrolysis: Converts organic oily waste into gas and solid residues through indirect heating without oxygen.</a:t>
            </a:r>
          </a:p>
          <a:p>
            <a:pPr>
              <a:buFont typeface="Wingdings" pitchFamily="2" charset="2"/>
              <a:buChar char="S"/>
            </a:pPr>
            <a:r>
              <a:rPr lang="en-GB" sz="1000"/>
              <a:t> Thermal Desorption: Organic oily wastes are heated to vaporise the contaminants without oxidising them.  High organic or moisture content may increase cost and increases the difficulty of treating the gas emissions.</a:t>
            </a:r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  <a:p>
            <a:pPr>
              <a:buFont typeface="Wingdings" pitchFamily="2" charset="2"/>
              <a:buChar char="S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024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00? Module Title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GB"/>
              <a:t>Page </a:t>
            </a:r>
            <a:fld id="{2E970DF3-642F-4977-B886-BE91BA623888}" type="slidenum">
              <a:rPr lang="en-GB"/>
              <a:pPr/>
              <a:t>26</a:t>
            </a:fld>
            <a:endParaRPr lang="en-GB">
              <a:latin typeface="Times New Roman" pitchFamily="18" charset="0"/>
            </a:endParaRPr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All these factors must be considered in the contingency planning stage.  It should be treated as a managed project always taking into consideration the Laws and Regulations.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64D0-97CF-41B9-8B2E-A8A368785333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417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92C3F-168B-CFC0-AF53-D7446DD3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705E7-864E-EE96-4C83-0026CC45C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FDD60-3017-14FD-EC6E-0DF0887A6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2C153-6EFA-C970-D422-D8D2F4027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64D0-97CF-41B9-8B2E-A8A368785333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97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3C565E0-416B-C52D-EF18-5867A012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94333B-7B7F-69A1-88AE-A6815E94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1BF0CE3-413E-DD14-662C-17EE97BC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6000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4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467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64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467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7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467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1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35CE66AB-A0D7-67AE-380A-53A6F957D1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3673F9-A375-DA91-CA09-A1DF14FF02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7988" y="576000"/>
            <a:ext cx="1130400" cy="28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59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4C18E78-505B-EC69-6A44-6D0AAECBF80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21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F219BD-77EA-837C-F8B6-1B25D21F18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39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Light Blue 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F219BD-77EA-837C-F8B6-1B25D21F18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BFAC6AC-59C1-98F6-B6B8-3A8753CA98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96844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1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1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53051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70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AF8CC41-D441-B2B7-3F22-52E56AEF9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96844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1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1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53051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96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Light Blue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AF8CC41-D441-B2B7-3F22-52E56AEF9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96844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1" y="1412875"/>
            <a:ext cx="5688012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1" y="5085184"/>
            <a:ext cx="5688012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53051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47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844675"/>
            <a:ext cx="11376025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778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844675"/>
            <a:ext cx="11376025" cy="41767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FECDBB93-3470-DBF3-EA10-F4A9B298A79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6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8389-5703-9E2D-56A5-11DB215EC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3433" y="191683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60836-3854-58D4-8159-DA168C2F7F05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83977" y="183021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AE80D00-0C63-79A0-9D76-1A0A735B580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83977" y="256490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B5CF24B-4B4F-39D2-3D9A-37B67AD9E9A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83977" y="328498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A76244-10B6-3906-A848-9D3678041FA3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383977" y="400506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6C25A5E-75E8-EF2B-E3B0-19651E408A53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83977" y="472514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275EE9-C5B8-070A-8BAB-5C781105F9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3433" y="263691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D9E554E-F9D6-538A-96FF-054CA5AC3F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3433" y="335699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02B1D12-26E8-2859-B605-5813379AAD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3433" y="407707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B33E30F-B74A-24A0-A50C-DDAA3BA080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83433" y="479715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D05F037-DF77-FA13-F526-B4726B8612B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15461" y="191683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6DBCDB3-FB18-FE3C-9330-41839CA8CC55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216005" y="183021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B046561C-5E20-A5DA-E429-B8E1E96AF630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216005" y="256490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33CA333C-7A78-84A0-6E81-D1E485E5110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6216005" y="328498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D5878AF-C28A-2A65-5C99-6E8EEB122BED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6216005" y="400506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7AF9EC7-2944-F108-104C-7109692B8819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6216005" y="4725144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1031959-31DA-659C-2444-C8DDC811E7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815461" y="263691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BEDAB55-5634-74A6-EE65-DB1D8C277A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815461" y="335699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40853-453D-8FA4-EE59-5FC0C40A98B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15461" y="407707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2D727D-7738-A03E-18B3-A3C41E18447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815461" y="4797152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50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16098F8-3FAD-BA6F-7BA1-B5B4702D148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1124744"/>
            <a:ext cx="5543995" cy="1008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8389-5703-9E2D-56A5-11DB215EC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3433" y="2492896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60836-3854-58D4-8159-DA168C2F7F05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83977" y="2406278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AE80D00-0C63-79A0-9D76-1A0A735B580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83977" y="3140968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B5CF24B-4B4F-39D2-3D9A-37B67AD9E9A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83977" y="3861048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A76244-10B6-3906-A848-9D3678041FA3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383977" y="4581128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6C25A5E-75E8-EF2B-E3B0-19651E408A53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83977" y="5301208"/>
            <a:ext cx="432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275EE9-C5B8-070A-8BAB-5C781105F9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3433" y="3212976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D9E554E-F9D6-538A-96FF-054CA5AC3F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3433" y="3933056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02B1D12-26E8-2859-B605-5813379AAD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3433" y="4653136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B33E30F-B74A-24A0-A50C-DDAA3BA080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83433" y="5373216"/>
            <a:ext cx="4968552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B5209D2-7FA0-BFCC-99FC-52224133B0E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639821" y="6236625"/>
            <a:ext cx="1130400" cy="28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847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140968"/>
            <a:ext cx="11376025" cy="1944688"/>
          </a:xfrm>
        </p:spPr>
        <p:txBody>
          <a:bodyPr anchor="b"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206086-1A67-0E96-3E5B-748FBB98D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373216"/>
            <a:ext cx="11376025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7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4408548"/>
            <a:ext cx="11376025" cy="677108"/>
          </a:xfrm>
        </p:spPr>
        <p:txBody>
          <a:bodyPr anchor="b">
            <a:sp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206086-1A67-0E96-3E5B-748FBB98D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373216"/>
            <a:ext cx="11376025" cy="276999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2269C09-0293-4BDF-B5CA-66565A20F87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6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2269C09-0293-4BDF-B5CA-66565A20F87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25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2269C09-0293-4BDF-B5CA-66565A20F87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DCF31E5-4932-43CF-8444-C0FE786138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275" y="1412776"/>
            <a:ext cx="5228634" cy="3672408"/>
          </a:xfrm>
          <a:custGeom>
            <a:avLst/>
            <a:gdLst>
              <a:gd name="connsiteX0" fmla="*/ 82246 w 5228634"/>
              <a:gd name="connsiteY0" fmla="*/ 0 h 4093872"/>
              <a:gd name="connsiteX1" fmla="*/ 5146388 w 5228634"/>
              <a:gd name="connsiteY1" fmla="*/ 0 h 4093872"/>
              <a:gd name="connsiteX2" fmla="*/ 5228634 w 5228634"/>
              <a:gd name="connsiteY2" fmla="*/ 82246 h 4093872"/>
              <a:gd name="connsiteX3" fmla="*/ 5228634 w 5228634"/>
              <a:gd name="connsiteY3" fmla="*/ 4011626 h 4093872"/>
              <a:gd name="connsiteX4" fmla="*/ 5146388 w 5228634"/>
              <a:gd name="connsiteY4" fmla="*/ 4093872 h 4093872"/>
              <a:gd name="connsiteX5" fmla="*/ 82246 w 5228634"/>
              <a:gd name="connsiteY5" fmla="*/ 4093872 h 4093872"/>
              <a:gd name="connsiteX6" fmla="*/ 0 w 5228634"/>
              <a:gd name="connsiteY6" fmla="*/ 4011626 h 4093872"/>
              <a:gd name="connsiteX7" fmla="*/ 0 w 5228634"/>
              <a:gd name="connsiteY7" fmla="*/ 82246 h 4093872"/>
              <a:gd name="connsiteX8" fmla="*/ 82246 w 5228634"/>
              <a:gd name="connsiteY8" fmla="*/ 0 h 409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8634" h="4093872">
                <a:moveTo>
                  <a:pt x="82246" y="0"/>
                </a:moveTo>
                <a:lnTo>
                  <a:pt x="5146388" y="0"/>
                </a:lnTo>
                <a:cubicBezTo>
                  <a:pt x="5191811" y="0"/>
                  <a:pt x="5228634" y="36823"/>
                  <a:pt x="5228634" y="82246"/>
                </a:cubicBezTo>
                <a:lnTo>
                  <a:pt x="5228634" y="4011626"/>
                </a:lnTo>
                <a:cubicBezTo>
                  <a:pt x="5228634" y="4057049"/>
                  <a:pt x="5191811" y="4093872"/>
                  <a:pt x="5146388" y="4093872"/>
                </a:cubicBezTo>
                <a:lnTo>
                  <a:pt x="82246" y="4093872"/>
                </a:lnTo>
                <a:cubicBezTo>
                  <a:pt x="36823" y="4093872"/>
                  <a:pt x="0" y="4057049"/>
                  <a:pt x="0" y="4011626"/>
                </a:cubicBezTo>
                <a:lnTo>
                  <a:pt x="0" y="82246"/>
                </a:lnTo>
                <a:cubicBezTo>
                  <a:pt x="0" y="36823"/>
                  <a:pt x="36823" y="0"/>
                  <a:pt x="82246" y="0"/>
                </a:cubicBez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9C3B55F-64CA-47CD-A988-C5A478CCAC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3091" y="1412776"/>
            <a:ext cx="5228634" cy="3672408"/>
          </a:xfrm>
          <a:custGeom>
            <a:avLst/>
            <a:gdLst>
              <a:gd name="connsiteX0" fmla="*/ 82246 w 5228634"/>
              <a:gd name="connsiteY0" fmla="*/ 0 h 4093872"/>
              <a:gd name="connsiteX1" fmla="*/ 5146388 w 5228634"/>
              <a:gd name="connsiteY1" fmla="*/ 0 h 4093872"/>
              <a:gd name="connsiteX2" fmla="*/ 5228634 w 5228634"/>
              <a:gd name="connsiteY2" fmla="*/ 82246 h 4093872"/>
              <a:gd name="connsiteX3" fmla="*/ 5228634 w 5228634"/>
              <a:gd name="connsiteY3" fmla="*/ 4011626 h 4093872"/>
              <a:gd name="connsiteX4" fmla="*/ 5146388 w 5228634"/>
              <a:gd name="connsiteY4" fmla="*/ 4093872 h 4093872"/>
              <a:gd name="connsiteX5" fmla="*/ 82246 w 5228634"/>
              <a:gd name="connsiteY5" fmla="*/ 4093872 h 4093872"/>
              <a:gd name="connsiteX6" fmla="*/ 0 w 5228634"/>
              <a:gd name="connsiteY6" fmla="*/ 4011626 h 4093872"/>
              <a:gd name="connsiteX7" fmla="*/ 0 w 5228634"/>
              <a:gd name="connsiteY7" fmla="*/ 82246 h 4093872"/>
              <a:gd name="connsiteX8" fmla="*/ 82246 w 5228634"/>
              <a:gd name="connsiteY8" fmla="*/ 0 h 409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8634" h="4093872">
                <a:moveTo>
                  <a:pt x="82246" y="0"/>
                </a:moveTo>
                <a:lnTo>
                  <a:pt x="5146388" y="0"/>
                </a:lnTo>
                <a:cubicBezTo>
                  <a:pt x="5191811" y="0"/>
                  <a:pt x="5228634" y="36823"/>
                  <a:pt x="5228634" y="82246"/>
                </a:cubicBezTo>
                <a:lnTo>
                  <a:pt x="5228634" y="4011626"/>
                </a:lnTo>
                <a:cubicBezTo>
                  <a:pt x="5228634" y="4057049"/>
                  <a:pt x="5191811" y="4093872"/>
                  <a:pt x="5146388" y="4093872"/>
                </a:cubicBezTo>
                <a:lnTo>
                  <a:pt x="82246" y="4093872"/>
                </a:lnTo>
                <a:cubicBezTo>
                  <a:pt x="36823" y="4093872"/>
                  <a:pt x="0" y="4057049"/>
                  <a:pt x="0" y="4011626"/>
                </a:cubicBezTo>
                <a:lnTo>
                  <a:pt x="0" y="82246"/>
                </a:lnTo>
                <a:cubicBezTo>
                  <a:pt x="0" y="36823"/>
                  <a:pt x="36823" y="0"/>
                  <a:pt x="82246" y="0"/>
                </a:cubicBez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0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140968"/>
            <a:ext cx="11376025" cy="1944688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373216"/>
            <a:ext cx="11376025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44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140968"/>
            <a:ext cx="11376025" cy="1944688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373216"/>
            <a:ext cx="11376025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8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140968"/>
            <a:ext cx="11376025" cy="1944688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373216"/>
            <a:ext cx="11376025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18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140968"/>
            <a:ext cx="6408092" cy="1944688"/>
          </a:xfrm>
        </p:spPr>
        <p:txBody>
          <a:bodyPr anchor="b"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206086-1A67-0E96-3E5B-748FBB98D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9" y="5373216"/>
            <a:ext cx="6408092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9E56C58-5680-910E-E163-86B5CDB65D4F}"/>
              </a:ext>
            </a:extLst>
          </p:cNvPr>
          <p:cNvSpPr/>
          <p:nvPr userDrawn="1"/>
        </p:nvSpPr>
        <p:spPr bwMode="auto">
          <a:xfrm>
            <a:off x="9619824" y="0"/>
            <a:ext cx="2572176" cy="5301208"/>
          </a:xfrm>
          <a:custGeom>
            <a:avLst/>
            <a:gdLst>
              <a:gd name="connsiteX0" fmla="*/ 0 w 2572176"/>
              <a:gd name="connsiteY0" fmla="*/ 0 h 5301208"/>
              <a:gd name="connsiteX1" fmla="*/ 2572176 w 2572176"/>
              <a:gd name="connsiteY1" fmla="*/ 0 h 5301208"/>
              <a:gd name="connsiteX2" fmla="*/ 2572176 w 2572176"/>
              <a:gd name="connsiteY2" fmla="*/ 5301208 h 5301208"/>
              <a:gd name="connsiteX3" fmla="*/ 2571559 w 2572176"/>
              <a:gd name="connsiteY3" fmla="*/ 5301208 h 5301208"/>
              <a:gd name="connsiteX4" fmla="*/ 2571559 w 2572176"/>
              <a:gd name="connsiteY4" fmla="*/ 5008493 h 5301208"/>
              <a:gd name="connsiteX5" fmla="*/ 2200180 w 2572176"/>
              <a:gd name="connsiteY5" fmla="*/ 4286155 h 5301208"/>
              <a:gd name="connsiteX6" fmla="*/ 1760410 w 2572176"/>
              <a:gd name="connsiteY6" fmla="*/ 3428600 h 5301208"/>
              <a:gd name="connsiteX7" fmla="*/ 1319974 w 2572176"/>
              <a:gd name="connsiteY7" fmla="*/ 2570264 h 5301208"/>
              <a:gd name="connsiteX8" fmla="*/ 879443 w 2572176"/>
              <a:gd name="connsiteY8" fmla="*/ 1713509 h 5301208"/>
              <a:gd name="connsiteX9" fmla="*/ 438911 w 2572176"/>
              <a:gd name="connsiteY9" fmla="*/ 856753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176" h="5301208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A228BE-EF36-C99C-E6F4-4BCC421D236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79976" y="0"/>
            <a:ext cx="6312024" cy="6858000"/>
          </a:xfrm>
          <a:custGeom>
            <a:avLst/>
            <a:gdLst>
              <a:gd name="connsiteX0" fmla="*/ 0 w 6312024"/>
              <a:gd name="connsiteY0" fmla="*/ 0 h 6858000"/>
              <a:gd name="connsiteX1" fmla="*/ 934634 w 6312024"/>
              <a:gd name="connsiteY1" fmla="*/ 0 h 6858000"/>
              <a:gd name="connsiteX2" fmla="*/ 1870063 w 6312024"/>
              <a:gd name="connsiteY2" fmla="*/ 0 h 6858000"/>
              <a:gd name="connsiteX3" fmla="*/ 2805491 w 6312024"/>
              <a:gd name="connsiteY3" fmla="*/ 0 h 6858000"/>
              <a:gd name="connsiteX4" fmla="*/ 3741714 w 6312024"/>
              <a:gd name="connsiteY4" fmla="*/ 0 h 6858000"/>
              <a:gd name="connsiteX5" fmla="*/ 4180420 w 6312024"/>
              <a:gd name="connsiteY5" fmla="*/ 856753 h 6858000"/>
              <a:gd name="connsiteX6" fmla="*/ 4620716 w 6312024"/>
              <a:gd name="connsiteY6" fmla="*/ 1713507 h 6858000"/>
              <a:gd name="connsiteX7" fmla="*/ 5061010 w 6312024"/>
              <a:gd name="connsiteY7" fmla="*/ 2570260 h 6858000"/>
              <a:gd name="connsiteX8" fmla="*/ 5501306 w 6312024"/>
              <a:gd name="connsiteY8" fmla="*/ 3428603 h 6858000"/>
              <a:gd name="connsiteX9" fmla="*/ 5940806 w 6312024"/>
              <a:gd name="connsiteY9" fmla="*/ 4286151 h 6858000"/>
              <a:gd name="connsiteX10" fmla="*/ 6312024 w 6312024"/>
              <a:gd name="connsiteY10" fmla="*/ 5008489 h 6858000"/>
              <a:gd name="connsiteX11" fmla="*/ 6312024 w 6312024"/>
              <a:gd name="connsiteY11" fmla="*/ 6858000 h 6858000"/>
              <a:gd name="connsiteX12" fmla="*/ 5382092 w 6312024"/>
              <a:gd name="connsiteY12" fmla="*/ 6858000 h 6858000"/>
              <a:gd name="connsiteX13" fmla="*/ 4441895 w 6312024"/>
              <a:gd name="connsiteY13" fmla="*/ 6858000 h 6858000"/>
              <a:gd name="connsiteX14" fmla="*/ 3503288 w 6312024"/>
              <a:gd name="connsiteY14" fmla="*/ 6858000 h 6858000"/>
              <a:gd name="connsiteX15" fmla="*/ 3063787 w 6312024"/>
              <a:gd name="connsiteY15" fmla="*/ 5999657 h 6858000"/>
              <a:gd name="connsiteX16" fmla="*/ 2626671 w 6312024"/>
              <a:gd name="connsiteY16" fmla="*/ 5142904 h 6858000"/>
              <a:gd name="connsiteX17" fmla="*/ 2188760 w 6312024"/>
              <a:gd name="connsiteY17" fmla="*/ 4286151 h 6858000"/>
              <a:gd name="connsiteX18" fmla="*/ 1751644 w 6312024"/>
              <a:gd name="connsiteY18" fmla="*/ 3428603 h 6858000"/>
              <a:gd name="connsiteX19" fmla="*/ 1312938 w 6312024"/>
              <a:gd name="connsiteY19" fmla="*/ 2570260 h 6858000"/>
              <a:gd name="connsiteX20" fmla="*/ 875027 w 6312024"/>
              <a:gd name="connsiteY20" fmla="*/ 1713507 h 6858000"/>
              <a:gd name="connsiteX21" fmla="*/ 437911 w 6312024"/>
              <a:gd name="connsiteY21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12024" h="6858000">
                <a:moveTo>
                  <a:pt x="0" y="0"/>
                </a:moveTo>
                <a:lnTo>
                  <a:pt x="934634" y="0"/>
                </a:lnTo>
                <a:lnTo>
                  <a:pt x="1870063" y="0"/>
                </a:lnTo>
                <a:lnTo>
                  <a:pt x="2805491" y="0"/>
                </a:lnTo>
                <a:lnTo>
                  <a:pt x="3741714" y="0"/>
                </a:lnTo>
                <a:lnTo>
                  <a:pt x="4180420" y="856753"/>
                </a:lnTo>
                <a:lnTo>
                  <a:pt x="4620716" y="1713507"/>
                </a:lnTo>
                <a:lnTo>
                  <a:pt x="5061010" y="2570260"/>
                </a:lnTo>
                <a:lnTo>
                  <a:pt x="5501306" y="3428603"/>
                </a:lnTo>
                <a:lnTo>
                  <a:pt x="5940806" y="4286151"/>
                </a:lnTo>
                <a:lnTo>
                  <a:pt x="6312024" y="5008489"/>
                </a:lnTo>
                <a:lnTo>
                  <a:pt x="6312024" y="6858000"/>
                </a:lnTo>
                <a:lnTo>
                  <a:pt x="5382092" y="6858000"/>
                </a:lnTo>
                <a:lnTo>
                  <a:pt x="4441895" y="6858000"/>
                </a:lnTo>
                <a:lnTo>
                  <a:pt x="3503288" y="6858000"/>
                </a:lnTo>
                <a:lnTo>
                  <a:pt x="3063787" y="5999657"/>
                </a:lnTo>
                <a:lnTo>
                  <a:pt x="2626671" y="5142904"/>
                </a:lnTo>
                <a:lnTo>
                  <a:pt x="2188760" y="4286151"/>
                </a:lnTo>
                <a:lnTo>
                  <a:pt x="1751644" y="3428603"/>
                </a:lnTo>
                <a:lnTo>
                  <a:pt x="1312938" y="2570260"/>
                </a:lnTo>
                <a:lnTo>
                  <a:pt x="875027" y="1713507"/>
                </a:lnTo>
                <a:lnTo>
                  <a:pt x="437911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6AF8CD90-E44F-834B-AEB1-4B3DD8D1D6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17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Pictur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140968"/>
            <a:ext cx="6408092" cy="1944688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9" y="5373216"/>
            <a:ext cx="6408092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E7FB48-1618-3E93-EF78-2EAE52CB0855}"/>
              </a:ext>
            </a:extLst>
          </p:cNvPr>
          <p:cNvSpPr/>
          <p:nvPr/>
        </p:nvSpPr>
        <p:spPr bwMode="auto">
          <a:xfrm>
            <a:off x="9619824" y="0"/>
            <a:ext cx="2572176" cy="5301208"/>
          </a:xfrm>
          <a:custGeom>
            <a:avLst/>
            <a:gdLst>
              <a:gd name="connsiteX0" fmla="*/ 0 w 2572176"/>
              <a:gd name="connsiteY0" fmla="*/ 0 h 5301208"/>
              <a:gd name="connsiteX1" fmla="*/ 2572176 w 2572176"/>
              <a:gd name="connsiteY1" fmla="*/ 0 h 5301208"/>
              <a:gd name="connsiteX2" fmla="*/ 2572176 w 2572176"/>
              <a:gd name="connsiteY2" fmla="*/ 5301208 h 5301208"/>
              <a:gd name="connsiteX3" fmla="*/ 2571559 w 2572176"/>
              <a:gd name="connsiteY3" fmla="*/ 5301208 h 5301208"/>
              <a:gd name="connsiteX4" fmla="*/ 2571559 w 2572176"/>
              <a:gd name="connsiteY4" fmla="*/ 5008493 h 5301208"/>
              <a:gd name="connsiteX5" fmla="*/ 2200180 w 2572176"/>
              <a:gd name="connsiteY5" fmla="*/ 4286155 h 5301208"/>
              <a:gd name="connsiteX6" fmla="*/ 1760410 w 2572176"/>
              <a:gd name="connsiteY6" fmla="*/ 3428600 h 5301208"/>
              <a:gd name="connsiteX7" fmla="*/ 1319974 w 2572176"/>
              <a:gd name="connsiteY7" fmla="*/ 2570264 h 5301208"/>
              <a:gd name="connsiteX8" fmla="*/ 879443 w 2572176"/>
              <a:gd name="connsiteY8" fmla="*/ 1713509 h 5301208"/>
              <a:gd name="connsiteX9" fmla="*/ 438911 w 2572176"/>
              <a:gd name="connsiteY9" fmla="*/ 856753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176" h="5301208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A7A2-E5E3-B23A-5B28-80BF6335E9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79976" y="0"/>
            <a:ext cx="6312024" cy="6858000"/>
          </a:xfrm>
          <a:custGeom>
            <a:avLst/>
            <a:gdLst>
              <a:gd name="connsiteX0" fmla="*/ 0 w 6312024"/>
              <a:gd name="connsiteY0" fmla="*/ 0 h 6858000"/>
              <a:gd name="connsiteX1" fmla="*/ 934634 w 6312024"/>
              <a:gd name="connsiteY1" fmla="*/ 0 h 6858000"/>
              <a:gd name="connsiteX2" fmla="*/ 1870063 w 6312024"/>
              <a:gd name="connsiteY2" fmla="*/ 0 h 6858000"/>
              <a:gd name="connsiteX3" fmla="*/ 2805491 w 6312024"/>
              <a:gd name="connsiteY3" fmla="*/ 0 h 6858000"/>
              <a:gd name="connsiteX4" fmla="*/ 3741714 w 6312024"/>
              <a:gd name="connsiteY4" fmla="*/ 0 h 6858000"/>
              <a:gd name="connsiteX5" fmla="*/ 4180420 w 6312024"/>
              <a:gd name="connsiteY5" fmla="*/ 856753 h 6858000"/>
              <a:gd name="connsiteX6" fmla="*/ 4620716 w 6312024"/>
              <a:gd name="connsiteY6" fmla="*/ 1713507 h 6858000"/>
              <a:gd name="connsiteX7" fmla="*/ 5061010 w 6312024"/>
              <a:gd name="connsiteY7" fmla="*/ 2570260 h 6858000"/>
              <a:gd name="connsiteX8" fmla="*/ 5501306 w 6312024"/>
              <a:gd name="connsiteY8" fmla="*/ 3428603 h 6858000"/>
              <a:gd name="connsiteX9" fmla="*/ 5940806 w 6312024"/>
              <a:gd name="connsiteY9" fmla="*/ 4286151 h 6858000"/>
              <a:gd name="connsiteX10" fmla="*/ 6312024 w 6312024"/>
              <a:gd name="connsiteY10" fmla="*/ 5008489 h 6858000"/>
              <a:gd name="connsiteX11" fmla="*/ 6312024 w 6312024"/>
              <a:gd name="connsiteY11" fmla="*/ 6858000 h 6858000"/>
              <a:gd name="connsiteX12" fmla="*/ 5382092 w 6312024"/>
              <a:gd name="connsiteY12" fmla="*/ 6858000 h 6858000"/>
              <a:gd name="connsiteX13" fmla="*/ 4441895 w 6312024"/>
              <a:gd name="connsiteY13" fmla="*/ 6858000 h 6858000"/>
              <a:gd name="connsiteX14" fmla="*/ 3503288 w 6312024"/>
              <a:gd name="connsiteY14" fmla="*/ 6858000 h 6858000"/>
              <a:gd name="connsiteX15" fmla="*/ 3063787 w 6312024"/>
              <a:gd name="connsiteY15" fmla="*/ 5999657 h 6858000"/>
              <a:gd name="connsiteX16" fmla="*/ 2626671 w 6312024"/>
              <a:gd name="connsiteY16" fmla="*/ 5142904 h 6858000"/>
              <a:gd name="connsiteX17" fmla="*/ 2188760 w 6312024"/>
              <a:gd name="connsiteY17" fmla="*/ 4286151 h 6858000"/>
              <a:gd name="connsiteX18" fmla="*/ 1751644 w 6312024"/>
              <a:gd name="connsiteY18" fmla="*/ 3428603 h 6858000"/>
              <a:gd name="connsiteX19" fmla="*/ 1312938 w 6312024"/>
              <a:gd name="connsiteY19" fmla="*/ 2570260 h 6858000"/>
              <a:gd name="connsiteX20" fmla="*/ 875027 w 6312024"/>
              <a:gd name="connsiteY20" fmla="*/ 1713507 h 6858000"/>
              <a:gd name="connsiteX21" fmla="*/ 437911 w 6312024"/>
              <a:gd name="connsiteY21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12024" h="6858000">
                <a:moveTo>
                  <a:pt x="0" y="0"/>
                </a:moveTo>
                <a:lnTo>
                  <a:pt x="934634" y="0"/>
                </a:lnTo>
                <a:lnTo>
                  <a:pt x="1870063" y="0"/>
                </a:lnTo>
                <a:lnTo>
                  <a:pt x="2805491" y="0"/>
                </a:lnTo>
                <a:lnTo>
                  <a:pt x="3741714" y="0"/>
                </a:lnTo>
                <a:lnTo>
                  <a:pt x="4180420" y="856753"/>
                </a:lnTo>
                <a:lnTo>
                  <a:pt x="4620716" y="1713507"/>
                </a:lnTo>
                <a:lnTo>
                  <a:pt x="5061010" y="2570260"/>
                </a:lnTo>
                <a:lnTo>
                  <a:pt x="5501306" y="3428603"/>
                </a:lnTo>
                <a:lnTo>
                  <a:pt x="5940806" y="4286151"/>
                </a:lnTo>
                <a:lnTo>
                  <a:pt x="6312024" y="5008489"/>
                </a:lnTo>
                <a:lnTo>
                  <a:pt x="6312024" y="6858000"/>
                </a:lnTo>
                <a:lnTo>
                  <a:pt x="5382092" y="6858000"/>
                </a:lnTo>
                <a:lnTo>
                  <a:pt x="4441895" y="6858000"/>
                </a:lnTo>
                <a:lnTo>
                  <a:pt x="3503288" y="6858000"/>
                </a:lnTo>
                <a:lnTo>
                  <a:pt x="3063787" y="5999657"/>
                </a:lnTo>
                <a:lnTo>
                  <a:pt x="2626671" y="5142904"/>
                </a:lnTo>
                <a:lnTo>
                  <a:pt x="2188760" y="4286151"/>
                </a:lnTo>
                <a:lnTo>
                  <a:pt x="1751644" y="3428603"/>
                </a:lnTo>
                <a:lnTo>
                  <a:pt x="1312938" y="2570260"/>
                </a:lnTo>
                <a:lnTo>
                  <a:pt x="875027" y="1713507"/>
                </a:lnTo>
                <a:lnTo>
                  <a:pt x="437911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DA44438-2C44-74CA-00B5-2AC54E313B5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578272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09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12270E-4CD9-35EB-27F8-CF96FB6E28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1844675"/>
            <a:ext cx="9504437" cy="417671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4800" b="1" i="0" spc="0" baseline="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600"/>
              </a:spcBef>
              <a:buFontTx/>
              <a:buNone/>
              <a:defRPr sz="1600" b="1" spc="0" baseline="0">
                <a:solidFill>
                  <a:schemeClr val="accent4"/>
                </a:solidFill>
              </a:defRPr>
            </a:lvl2pPr>
            <a:lvl3pPr marL="0" indent="0">
              <a:lnSpc>
                <a:spcPct val="90000"/>
              </a:lnSpc>
              <a:buFontTx/>
              <a:buNone/>
              <a:defRPr sz="1200"/>
            </a:lvl3pPr>
            <a:lvl4pPr marL="0" indent="0">
              <a:lnSpc>
                <a:spcPct val="90000"/>
              </a:lnSpc>
              <a:buFontTx/>
              <a:buNone/>
              <a:defRPr sz="1200"/>
            </a:lvl4pPr>
            <a:lvl5pPr marL="0" indent="0">
              <a:lnSpc>
                <a:spcPct val="90000"/>
              </a:lnSpc>
              <a:buFontTx/>
              <a:buNone/>
              <a:defRPr sz="1200"/>
            </a:lvl5pPr>
            <a:lvl6pPr marL="0" indent="0">
              <a:lnSpc>
                <a:spcPct val="90000"/>
              </a:lnSpc>
              <a:buFontTx/>
              <a:buNone/>
              <a:defRPr sz="1200"/>
            </a:lvl6pPr>
            <a:lvl7pPr marL="0" indent="0">
              <a:lnSpc>
                <a:spcPct val="90000"/>
              </a:lnSpc>
              <a:buFontTx/>
              <a:buNone/>
              <a:defRPr sz="1200"/>
            </a:lvl7pPr>
            <a:lvl8pPr marL="0" indent="0">
              <a:lnSpc>
                <a:spcPct val="90000"/>
              </a:lnSpc>
              <a:buFontTx/>
              <a:buNone/>
              <a:defRPr sz="1200"/>
            </a:lvl8pPr>
            <a:lvl9pPr marL="0" indent="0">
              <a:lnSpc>
                <a:spcPct val="90000"/>
              </a:lnSpc>
              <a:buFontTx/>
              <a:buNone/>
              <a:defRPr sz="1200"/>
            </a:lvl9pPr>
          </a:lstStyle>
          <a:p>
            <a:pPr lvl="0"/>
            <a:r>
              <a:rPr lang="en-US" dirty="0"/>
              <a:t>Add Quote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A4015680-8341-F8ED-048E-F077734884C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CA59BE2-4195-3B8E-FE2C-636C236EF1D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6847" y="1268760"/>
            <a:ext cx="448555" cy="432000"/>
          </a:xfrm>
          <a:custGeom>
            <a:avLst/>
            <a:gdLst>
              <a:gd name="T0" fmla="*/ 595 w 596"/>
              <a:gd name="T1" fmla="*/ 21 h 574"/>
              <a:gd name="T2" fmla="*/ 593 w 596"/>
              <a:gd name="T3" fmla="*/ 11 h 574"/>
              <a:gd name="T4" fmla="*/ 587 w 596"/>
              <a:gd name="T5" fmla="*/ 4 h 574"/>
              <a:gd name="T6" fmla="*/ 583 w 596"/>
              <a:gd name="T7" fmla="*/ 2 h 574"/>
              <a:gd name="T8" fmla="*/ 578 w 596"/>
              <a:gd name="T9" fmla="*/ 0 h 574"/>
              <a:gd name="T10" fmla="*/ 530 w 596"/>
              <a:gd name="T11" fmla="*/ 0 h 574"/>
              <a:gd name="T12" fmla="*/ 516 w 596"/>
              <a:gd name="T13" fmla="*/ 1 h 574"/>
              <a:gd name="T14" fmla="*/ 508 w 596"/>
              <a:gd name="T15" fmla="*/ 4 h 574"/>
              <a:gd name="T16" fmla="*/ 501 w 596"/>
              <a:gd name="T17" fmla="*/ 9 h 574"/>
              <a:gd name="T18" fmla="*/ 495 w 596"/>
              <a:gd name="T19" fmla="*/ 15 h 574"/>
              <a:gd name="T20" fmla="*/ 487 w 596"/>
              <a:gd name="T21" fmla="*/ 28 h 574"/>
              <a:gd name="T22" fmla="*/ 482 w 596"/>
              <a:gd name="T23" fmla="*/ 39 h 574"/>
              <a:gd name="T24" fmla="*/ 346 w 596"/>
              <a:gd name="T25" fmla="*/ 522 h 574"/>
              <a:gd name="T26" fmla="*/ 343 w 596"/>
              <a:gd name="T27" fmla="*/ 534 h 574"/>
              <a:gd name="T28" fmla="*/ 343 w 596"/>
              <a:gd name="T29" fmla="*/ 544 h 574"/>
              <a:gd name="T30" fmla="*/ 345 w 596"/>
              <a:gd name="T31" fmla="*/ 557 h 574"/>
              <a:gd name="T32" fmla="*/ 350 w 596"/>
              <a:gd name="T33" fmla="*/ 566 h 574"/>
              <a:gd name="T34" fmla="*/ 359 w 596"/>
              <a:gd name="T35" fmla="*/ 572 h 574"/>
              <a:gd name="T36" fmla="*/ 366 w 596"/>
              <a:gd name="T37" fmla="*/ 574 h 574"/>
              <a:gd name="T38" fmla="*/ 425 w 596"/>
              <a:gd name="T39" fmla="*/ 574 h 574"/>
              <a:gd name="T40" fmla="*/ 440 w 596"/>
              <a:gd name="T41" fmla="*/ 573 h 574"/>
              <a:gd name="T42" fmla="*/ 449 w 596"/>
              <a:gd name="T43" fmla="*/ 570 h 574"/>
              <a:gd name="T44" fmla="*/ 461 w 596"/>
              <a:gd name="T45" fmla="*/ 562 h 574"/>
              <a:gd name="T46" fmla="*/ 467 w 596"/>
              <a:gd name="T47" fmla="*/ 555 h 574"/>
              <a:gd name="T48" fmla="*/ 475 w 596"/>
              <a:gd name="T49" fmla="*/ 541 h 574"/>
              <a:gd name="T50" fmla="*/ 481 w 596"/>
              <a:gd name="T51" fmla="*/ 522 h 574"/>
              <a:gd name="T52" fmla="*/ 594 w 596"/>
              <a:gd name="T53" fmla="*/ 45 h 574"/>
              <a:gd name="T54" fmla="*/ 596 w 596"/>
              <a:gd name="T55" fmla="*/ 32 h 574"/>
              <a:gd name="T56" fmla="*/ 253 w 596"/>
              <a:gd name="T57" fmla="*/ 27 h 574"/>
              <a:gd name="T58" fmla="*/ 252 w 596"/>
              <a:gd name="T59" fmla="*/ 16 h 574"/>
              <a:gd name="T60" fmla="*/ 248 w 596"/>
              <a:gd name="T61" fmla="*/ 7 h 574"/>
              <a:gd name="T62" fmla="*/ 242 w 596"/>
              <a:gd name="T63" fmla="*/ 3 h 574"/>
              <a:gd name="T64" fmla="*/ 238 w 596"/>
              <a:gd name="T65" fmla="*/ 1 h 574"/>
              <a:gd name="T66" fmla="*/ 228 w 596"/>
              <a:gd name="T67" fmla="*/ 0 h 574"/>
              <a:gd name="T68" fmla="*/ 178 w 596"/>
              <a:gd name="T69" fmla="*/ 0 h 574"/>
              <a:gd name="T70" fmla="*/ 169 w 596"/>
              <a:gd name="T71" fmla="*/ 3 h 574"/>
              <a:gd name="T72" fmla="*/ 162 w 596"/>
              <a:gd name="T73" fmla="*/ 6 h 574"/>
              <a:gd name="T74" fmla="*/ 155 w 596"/>
              <a:gd name="T75" fmla="*/ 11 h 574"/>
              <a:gd name="T76" fmla="*/ 149 w 596"/>
              <a:gd name="T77" fmla="*/ 18 h 574"/>
              <a:gd name="T78" fmla="*/ 141 w 596"/>
              <a:gd name="T79" fmla="*/ 33 h 574"/>
              <a:gd name="T80" fmla="*/ 134 w 596"/>
              <a:gd name="T81" fmla="*/ 52 h 574"/>
              <a:gd name="T82" fmla="*/ 2 w 596"/>
              <a:gd name="T83" fmla="*/ 528 h 574"/>
              <a:gd name="T84" fmla="*/ 0 w 596"/>
              <a:gd name="T85" fmla="*/ 539 h 574"/>
              <a:gd name="T86" fmla="*/ 1 w 596"/>
              <a:gd name="T87" fmla="*/ 551 h 574"/>
              <a:gd name="T88" fmla="*/ 4 w 596"/>
              <a:gd name="T89" fmla="*/ 562 h 574"/>
              <a:gd name="T90" fmla="*/ 11 w 596"/>
              <a:gd name="T91" fmla="*/ 570 h 574"/>
              <a:gd name="T92" fmla="*/ 19 w 596"/>
              <a:gd name="T93" fmla="*/ 573 h 574"/>
              <a:gd name="T94" fmla="*/ 30 w 596"/>
              <a:gd name="T95" fmla="*/ 574 h 574"/>
              <a:gd name="T96" fmla="*/ 92 w 596"/>
              <a:gd name="T97" fmla="*/ 574 h 574"/>
              <a:gd name="T98" fmla="*/ 101 w 596"/>
              <a:gd name="T99" fmla="*/ 571 h 574"/>
              <a:gd name="T100" fmla="*/ 109 w 596"/>
              <a:gd name="T101" fmla="*/ 568 h 574"/>
              <a:gd name="T102" fmla="*/ 120 w 596"/>
              <a:gd name="T103" fmla="*/ 559 h 574"/>
              <a:gd name="T104" fmla="*/ 129 w 596"/>
              <a:gd name="T105" fmla="*/ 546 h 574"/>
              <a:gd name="T106" fmla="*/ 133 w 596"/>
              <a:gd name="T107" fmla="*/ 535 h 574"/>
              <a:gd name="T108" fmla="*/ 250 w 596"/>
              <a:gd name="T109" fmla="*/ 52 h 574"/>
              <a:gd name="T110" fmla="*/ 252 w 596"/>
              <a:gd name="T111" fmla="*/ 38 h 574"/>
              <a:gd name="T112" fmla="*/ 253 w 596"/>
              <a:gd name="T113" fmla="*/ 27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96" h="574">
                <a:moveTo>
                  <a:pt x="596" y="27"/>
                </a:moveTo>
                <a:lnTo>
                  <a:pt x="595" y="21"/>
                </a:lnTo>
                <a:lnTo>
                  <a:pt x="594" y="16"/>
                </a:lnTo>
                <a:lnTo>
                  <a:pt x="593" y="11"/>
                </a:lnTo>
                <a:lnTo>
                  <a:pt x="591" y="7"/>
                </a:lnTo>
                <a:lnTo>
                  <a:pt x="587" y="4"/>
                </a:lnTo>
                <a:lnTo>
                  <a:pt x="585" y="3"/>
                </a:lnTo>
                <a:lnTo>
                  <a:pt x="583" y="2"/>
                </a:lnTo>
                <a:lnTo>
                  <a:pt x="580" y="1"/>
                </a:lnTo>
                <a:lnTo>
                  <a:pt x="578" y="0"/>
                </a:lnTo>
                <a:lnTo>
                  <a:pt x="571" y="0"/>
                </a:lnTo>
                <a:lnTo>
                  <a:pt x="530" y="0"/>
                </a:lnTo>
                <a:lnTo>
                  <a:pt x="520" y="0"/>
                </a:lnTo>
                <a:lnTo>
                  <a:pt x="516" y="1"/>
                </a:lnTo>
                <a:lnTo>
                  <a:pt x="512" y="3"/>
                </a:lnTo>
                <a:lnTo>
                  <a:pt x="508" y="4"/>
                </a:lnTo>
                <a:lnTo>
                  <a:pt x="504" y="6"/>
                </a:lnTo>
                <a:lnTo>
                  <a:pt x="501" y="9"/>
                </a:lnTo>
                <a:lnTo>
                  <a:pt x="498" y="11"/>
                </a:lnTo>
                <a:lnTo>
                  <a:pt x="495" y="15"/>
                </a:lnTo>
                <a:lnTo>
                  <a:pt x="492" y="18"/>
                </a:lnTo>
                <a:lnTo>
                  <a:pt x="487" y="28"/>
                </a:lnTo>
                <a:lnTo>
                  <a:pt x="485" y="33"/>
                </a:lnTo>
                <a:lnTo>
                  <a:pt x="482" y="39"/>
                </a:lnTo>
                <a:lnTo>
                  <a:pt x="478" y="52"/>
                </a:lnTo>
                <a:lnTo>
                  <a:pt x="346" y="522"/>
                </a:lnTo>
                <a:lnTo>
                  <a:pt x="344" y="528"/>
                </a:lnTo>
                <a:lnTo>
                  <a:pt x="343" y="534"/>
                </a:lnTo>
                <a:lnTo>
                  <a:pt x="343" y="539"/>
                </a:lnTo>
                <a:lnTo>
                  <a:pt x="343" y="544"/>
                </a:lnTo>
                <a:lnTo>
                  <a:pt x="343" y="551"/>
                </a:lnTo>
                <a:lnTo>
                  <a:pt x="345" y="557"/>
                </a:lnTo>
                <a:lnTo>
                  <a:pt x="347" y="562"/>
                </a:lnTo>
                <a:lnTo>
                  <a:pt x="350" y="566"/>
                </a:lnTo>
                <a:lnTo>
                  <a:pt x="354" y="570"/>
                </a:lnTo>
                <a:lnTo>
                  <a:pt x="359" y="572"/>
                </a:lnTo>
                <a:lnTo>
                  <a:pt x="362" y="573"/>
                </a:lnTo>
                <a:lnTo>
                  <a:pt x="366" y="574"/>
                </a:lnTo>
                <a:lnTo>
                  <a:pt x="373" y="574"/>
                </a:lnTo>
                <a:lnTo>
                  <a:pt x="425" y="574"/>
                </a:lnTo>
                <a:lnTo>
                  <a:pt x="435" y="574"/>
                </a:lnTo>
                <a:lnTo>
                  <a:pt x="440" y="573"/>
                </a:lnTo>
                <a:lnTo>
                  <a:pt x="444" y="571"/>
                </a:lnTo>
                <a:lnTo>
                  <a:pt x="449" y="570"/>
                </a:lnTo>
                <a:lnTo>
                  <a:pt x="453" y="568"/>
                </a:lnTo>
                <a:lnTo>
                  <a:pt x="461" y="562"/>
                </a:lnTo>
                <a:lnTo>
                  <a:pt x="464" y="559"/>
                </a:lnTo>
                <a:lnTo>
                  <a:pt x="467" y="555"/>
                </a:lnTo>
                <a:lnTo>
                  <a:pt x="473" y="546"/>
                </a:lnTo>
                <a:lnTo>
                  <a:pt x="475" y="541"/>
                </a:lnTo>
                <a:lnTo>
                  <a:pt x="477" y="535"/>
                </a:lnTo>
                <a:lnTo>
                  <a:pt x="481" y="522"/>
                </a:lnTo>
                <a:lnTo>
                  <a:pt x="593" y="52"/>
                </a:lnTo>
                <a:lnTo>
                  <a:pt x="594" y="45"/>
                </a:lnTo>
                <a:lnTo>
                  <a:pt x="595" y="38"/>
                </a:lnTo>
                <a:lnTo>
                  <a:pt x="596" y="32"/>
                </a:lnTo>
                <a:lnTo>
                  <a:pt x="596" y="27"/>
                </a:lnTo>
                <a:close/>
                <a:moveTo>
                  <a:pt x="253" y="27"/>
                </a:moveTo>
                <a:lnTo>
                  <a:pt x="253" y="21"/>
                </a:lnTo>
                <a:lnTo>
                  <a:pt x="252" y="16"/>
                </a:lnTo>
                <a:lnTo>
                  <a:pt x="250" y="11"/>
                </a:lnTo>
                <a:lnTo>
                  <a:pt x="248" y="7"/>
                </a:lnTo>
                <a:lnTo>
                  <a:pt x="244" y="4"/>
                </a:lnTo>
                <a:lnTo>
                  <a:pt x="242" y="3"/>
                </a:lnTo>
                <a:lnTo>
                  <a:pt x="240" y="2"/>
                </a:lnTo>
                <a:lnTo>
                  <a:pt x="238" y="1"/>
                </a:lnTo>
                <a:lnTo>
                  <a:pt x="235" y="0"/>
                </a:lnTo>
                <a:lnTo>
                  <a:pt x="228" y="0"/>
                </a:lnTo>
                <a:lnTo>
                  <a:pt x="187" y="0"/>
                </a:lnTo>
                <a:lnTo>
                  <a:pt x="178" y="0"/>
                </a:lnTo>
                <a:lnTo>
                  <a:pt x="173" y="1"/>
                </a:lnTo>
                <a:lnTo>
                  <a:pt x="169" y="3"/>
                </a:lnTo>
                <a:lnTo>
                  <a:pt x="165" y="4"/>
                </a:lnTo>
                <a:lnTo>
                  <a:pt x="162" y="6"/>
                </a:lnTo>
                <a:lnTo>
                  <a:pt x="158" y="9"/>
                </a:lnTo>
                <a:lnTo>
                  <a:pt x="155" y="11"/>
                </a:lnTo>
                <a:lnTo>
                  <a:pt x="152" y="15"/>
                </a:lnTo>
                <a:lnTo>
                  <a:pt x="149" y="18"/>
                </a:lnTo>
                <a:lnTo>
                  <a:pt x="143" y="28"/>
                </a:lnTo>
                <a:lnTo>
                  <a:pt x="141" y="33"/>
                </a:lnTo>
                <a:lnTo>
                  <a:pt x="138" y="39"/>
                </a:lnTo>
                <a:lnTo>
                  <a:pt x="134" y="52"/>
                </a:lnTo>
                <a:lnTo>
                  <a:pt x="3" y="522"/>
                </a:lnTo>
                <a:lnTo>
                  <a:pt x="2" y="528"/>
                </a:lnTo>
                <a:lnTo>
                  <a:pt x="1" y="534"/>
                </a:lnTo>
                <a:lnTo>
                  <a:pt x="0" y="539"/>
                </a:lnTo>
                <a:lnTo>
                  <a:pt x="0" y="544"/>
                </a:lnTo>
                <a:lnTo>
                  <a:pt x="1" y="551"/>
                </a:lnTo>
                <a:lnTo>
                  <a:pt x="2" y="557"/>
                </a:lnTo>
                <a:lnTo>
                  <a:pt x="4" y="562"/>
                </a:lnTo>
                <a:lnTo>
                  <a:pt x="7" y="566"/>
                </a:lnTo>
                <a:lnTo>
                  <a:pt x="11" y="570"/>
                </a:lnTo>
                <a:lnTo>
                  <a:pt x="16" y="572"/>
                </a:lnTo>
                <a:lnTo>
                  <a:pt x="19" y="573"/>
                </a:lnTo>
                <a:lnTo>
                  <a:pt x="23" y="574"/>
                </a:lnTo>
                <a:lnTo>
                  <a:pt x="30" y="574"/>
                </a:lnTo>
                <a:lnTo>
                  <a:pt x="82" y="574"/>
                </a:lnTo>
                <a:lnTo>
                  <a:pt x="92" y="574"/>
                </a:lnTo>
                <a:lnTo>
                  <a:pt x="97" y="573"/>
                </a:lnTo>
                <a:lnTo>
                  <a:pt x="101" y="571"/>
                </a:lnTo>
                <a:lnTo>
                  <a:pt x="105" y="570"/>
                </a:lnTo>
                <a:lnTo>
                  <a:pt x="109" y="568"/>
                </a:lnTo>
                <a:lnTo>
                  <a:pt x="117" y="562"/>
                </a:lnTo>
                <a:lnTo>
                  <a:pt x="120" y="559"/>
                </a:lnTo>
                <a:lnTo>
                  <a:pt x="123" y="555"/>
                </a:lnTo>
                <a:lnTo>
                  <a:pt x="129" y="546"/>
                </a:lnTo>
                <a:lnTo>
                  <a:pt x="131" y="541"/>
                </a:lnTo>
                <a:lnTo>
                  <a:pt x="133" y="535"/>
                </a:lnTo>
                <a:lnTo>
                  <a:pt x="137" y="522"/>
                </a:lnTo>
                <a:lnTo>
                  <a:pt x="250" y="52"/>
                </a:lnTo>
                <a:lnTo>
                  <a:pt x="252" y="45"/>
                </a:lnTo>
                <a:lnTo>
                  <a:pt x="252" y="38"/>
                </a:lnTo>
                <a:lnTo>
                  <a:pt x="253" y="32"/>
                </a:lnTo>
                <a:lnTo>
                  <a:pt x="253" y="2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10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1844675"/>
            <a:ext cx="5543992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20" y="1844675"/>
            <a:ext cx="5543993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6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2420888"/>
            <a:ext cx="5543992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20" y="2420888"/>
            <a:ext cx="5543993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C5896EA-FF55-0154-224C-599A7C2568A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07975" y="1844675"/>
            <a:ext cx="5542983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0BF1523-1E04-DB5B-3A95-0BF8D194A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488" y="1844675"/>
            <a:ext cx="5543525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12D50-F15E-3EC8-DA94-32D5A9D1EBA4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2420888"/>
            <a:ext cx="3599780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5801" y="2420888"/>
            <a:ext cx="3600400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C5896EA-FF55-0154-224C-599A7C2568A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07975" y="1844675"/>
            <a:ext cx="3599125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0BF1523-1E04-DB5B-3A95-0BF8D194A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6433" y="1844675"/>
            <a:ext cx="3600096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8E971A-6710-C2BB-F744-7619ED66F7A1}"/>
              </a:ext>
            </a:extLst>
          </p:cNvPr>
          <p:cNvCxnSpPr>
            <a:cxnSpLocks/>
          </p:cNvCxnSpPr>
          <p:nvPr userDrawn="1"/>
        </p:nvCxnSpPr>
        <p:spPr>
          <a:xfrm>
            <a:off x="4151784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E3ADCF-3508-E6D9-DD76-0D136F2DF6EE}"/>
              </a:ext>
            </a:extLst>
          </p:cNvPr>
          <p:cNvCxnSpPr>
            <a:cxnSpLocks/>
          </p:cNvCxnSpPr>
          <p:nvPr userDrawn="1"/>
        </p:nvCxnSpPr>
        <p:spPr>
          <a:xfrm>
            <a:off x="8040216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FE21C01-8778-92CB-6C3B-855251BB171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84232" y="2420888"/>
            <a:ext cx="3599781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93E4F3A-8AAD-E825-C637-245CC58A74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84866" y="1844675"/>
            <a:ext cx="3599477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1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1844675"/>
            <a:ext cx="7488212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1EBD4D-3E71-905B-0AA1-F24A59D6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234" y="1844675"/>
            <a:ext cx="3599780" cy="4176713"/>
          </a:xfrm>
        </p:spPr>
        <p:txBody>
          <a:bodyPr/>
          <a:lstStyle>
            <a:lvl1pPr>
              <a:lnSpc>
                <a:spcPct val="100000"/>
              </a:lnSpc>
              <a:defRPr sz="2400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DD12A4-CAAA-276A-3515-43F04C708942}"/>
              </a:ext>
            </a:extLst>
          </p:cNvPr>
          <p:cNvCxnSpPr>
            <a:cxnSpLocks/>
          </p:cNvCxnSpPr>
          <p:nvPr/>
        </p:nvCxnSpPr>
        <p:spPr>
          <a:xfrm>
            <a:off x="8040216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1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95801" y="1844675"/>
            <a:ext cx="7488212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1EBD4D-3E71-905B-0AA1-F24A59D6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1844675"/>
            <a:ext cx="3600450" cy="4176713"/>
          </a:xfrm>
        </p:spPr>
        <p:txBody>
          <a:bodyPr/>
          <a:lstStyle>
            <a:lvl1pPr>
              <a:lnSpc>
                <a:spcPct val="100000"/>
              </a:lnSpc>
              <a:defRPr sz="2400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234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66B9-12F8-284C-8FF9-6FDC1AED19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3429000"/>
            <a:ext cx="3600450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07EE78-B21B-23A7-54BF-B521D91B2A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3429000"/>
            <a:ext cx="3600398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A93C399-907E-C5BB-591E-6314555589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3429000"/>
            <a:ext cx="3600450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CA9FCC5-FDD9-DC9F-FD7E-DC299FDA3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3599780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FAA3442-C32E-C521-1F86-60CC0A49B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800" y="1844675"/>
            <a:ext cx="3600400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A73817A-8DA0-A644-79C7-07F500AD43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84232" y="1844675"/>
            <a:ext cx="3599781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691066-5FF3-2B0D-FA81-A572DB654937}"/>
              </a:ext>
            </a:extLst>
          </p:cNvPr>
          <p:cNvCxnSpPr>
            <a:cxnSpLocks/>
          </p:cNvCxnSpPr>
          <p:nvPr/>
        </p:nvCxnSpPr>
        <p:spPr>
          <a:xfrm>
            <a:off x="4151784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1E8CBD-88AD-3DB4-D8FB-969D10AE3B5F}"/>
              </a:ext>
            </a:extLst>
          </p:cNvPr>
          <p:cNvCxnSpPr>
            <a:cxnSpLocks/>
          </p:cNvCxnSpPr>
          <p:nvPr/>
        </p:nvCxnSpPr>
        <p:spPr>
          <a:xfrm>
            <a:off x="8040216" y="1844675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8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1844675"/>
            <a:ext cx="5543996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42BECA-EF0C-BD72-6F7D-E1F5C6BCE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A7DE626-2ACE-F5B9-6AEB-1372D35787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39821" y="6236625"/>
            <a:ext cx="1130400" cy="28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136D86C-C951-D3DD-DC58-A2F03443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548680"/>
            <a:ext cx="5543995" cy="1008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CDF58FA-8C3D-B675-9126-F1692CC7A0B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9E7EBBE-A29B-487A-342B-20BED545D0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C8549BF-7C39-73C0-AAC2-4716780B441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8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09D38C-52A6-5776-24AC-CFA5EDE05C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96844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0016" y="549274"/>
            <a:ext cx="5543997" cy="1008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17" y="1844675"/>
            <a:ext cx="5543996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0A3BEA-E991-BB69-13DF-37F81DC1229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4538942-38C8-91EC-489B-EFBBFE80BB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30571B-A724-50EC-034C-E271DC6477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8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1844675"/>
            <a:ext cx="5543996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2C22325-F61C-98FA-19DF-99B544D06B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0016" y="0"/>
            <a:ext cx="5951984" cy="3356992"/>
          </a:xfrm>
          <a:custGeom>
            <a:avLst/>
            <a:gdLst>
              <a:gd name="connsiteX0" fmla="*/ 0 w 5951984"/>
              <a:gd name="connsiteY0" fmla="*/ 0 h 3356992"/>
              <a:gd name="connsiteX1" fmla="*/ 5951984 w 5951984"/>
              <a:gd name="connsiteY1" fmla="*/ 0 h 3356992"/>
              <a:gd name="connsiteX2" fmla="*/ 5951984 w 5951984"/>
              <a:gd name="connsiteY2" fmla="*/ 3356992 h 3356992"/>
              <a:gd name="connsiteX3" fmla="*/ 1689711 w 5951984"/>
              <a:gd name="connsiteY3" fmla="*/ 3356992 h 3356992"/>
              <a:gd name="connsiteX4" fmla="*/ 1286149 w 5951984"/>
              <a:gd name="connsiteY4" fmla="*/ 2570260 h 3356992"/>
              <a:gd name="connsiteX5" fmla="*/ 845854 w 5951984"/>
              <a:gd name="connsiteY5" fmla="*/ 1713507 h 3356992"/>
              <a:gd name="connsiteX6" fmla="*/ 405558 w 5951984"/>
              <a:gd name="connsiteY6" fmla="*/ 856753 h 3356992"/>
              <a:gd name="connsiteX7" fmla="*/ 0 w 5951984"/>
              <a:gd name="connsiteY7" fmla="*/ 64733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1984" h="3356992">
                <a:moveTo>
                  <a:pt x="0" y="0"/>
                </a:moveTo>
                <a:lnTo>
                  <a:pt x="5951984" y="0"/>
                </a:lnTo>
                <a:lnTo>
                  <a:pt x="5951984" y="3356992"/>
                </a:lnTo>
                <a:lnTo>
                  <a:pt x="1689711" y="3356992"/>
                </a:lnTo>
                <a:lnTo>
                  <a:pt x="1286149" y="2570260"/>
                </a:lnTo>
                <a:lnTo>
                  <a:pt x="845854" y="1713507"/>
                </a:lnTo>
                <a:lnTo>
                  <a:pt x="405558" y="856753"/>
                </a:lnTo>
                <a:lnTo>
                  <a:pt x="0" y="6473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919189E-A891-5B5C-F128-8A0C3DA03D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03568" y="3501008"/>
            <a:ext cx="4188432" cy="3356992"/>
          </a:xfrm>
          <a:custGeom>
            <a:avLst/>
            <a:gdLst>
              <a:gd name="connsiteX0" fmla="*/ 0 w 4188432"/>
              <a:gd name="connsiteY0" fmla="*/ 0 h 3356992"/>
              <a:gd name="connsiteX1" fmla="*/ 4188432 w 4188432"/>
              <a:gd name="connsiteY1" fmla="*/ 0 h 3356992"/>
              <a:gd name="connsiteX2" fmla="*/ 4188432 w 4188432"/>
              <a:gd name="connsiteY2" fmla="*/ 3356992 h 3356992"/>
              <a:gd name="connsiteX3" fmla="*/ 1723278 w 4188432"/>
              <a:gd name="connsiteY3" fmla="*/ 3356992 h 3356992"/>
              <a:gd name="connsiteX4" fmla="*/ 1282983 w 4188432"/>
              <a:gd name="connsiteY4" fmla="*/ 2498649 h 3356992"/>
              <a:gd name="connsiteX5" fmla="*/ 842688 w 4188432"/>
              <a:gd name="connsiteY5" fmla="*/ 1641896 h 3356992"/>
              <a:gd name="connsiteX6" fmla="*/ 402392 w 4188432"/>
              <a:gd name="connsiteY6" fmla="*/ 785143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8432" h="3356992">
                <a:moveTo>
                  <a:pt x="0" y="0"/>
                </a:moveTo>
                <a:lnTo>
                  <a:pt x="4188432" y="0"/>
                </a:lnTo>
                <a:lnTo>
                  <a:pt x="4188432" y="3356992"/>
                </a:lnTo>
                <a:lnTo>
                  <a:pt x="1723278" y="3356992"/>
                </a:lnTo>
                <a:lnTo>
                  <a:pt x="1282983" y="2498649"/>
                </a:lnTo>
                <a:lnTo>
                  <a:pt x="842688" y="1641896"/>
                </a:lnTo>
                <a:lnTo>
                  <a:pt x="402392" y="78514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AB318D4-C5E4-6B51-8461-1CC640F935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264BFF-29C1-E735-1F1C-D49847A44B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BBBB0F7-5688-68CB-8AE3-814025C62F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731E667-4044-2045-3ABD-D2986698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548680"/>
            <a:ext cx="5543996" cy="1008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862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05B91F3-75BC-1093-B8F2-91DBFB5E7A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180197" cy="3356992"/>
          </a:xfrm>
          <a:custGeom>
            <a:avLst/>
            <a:gdLst>
              <a:gd name="connsiteX0" fmla="*/ 0 w 4180197"/>
              <a:gd name="connsiteY0" fmla="*/ 0 h 3356992"/>
              <a:gd name="connsiteX1" fmla="*/ 2465154 w 4180197"/>
              <a:gd name="connsiteY1" fmla="*/ 0 h 3356992"/>
              <a:gd name="connsiteX2" fmla="*/ 2903065 w 4180197"/>
              <a:gd name="connsiteY2" fmla="*/ 856753 h 3356992"/>
              <a:gd name="connsiteX3" fmla="*/ 3340181 w 4180197"/>
              <a:gd name="connsiteY3" fmla="*/ 1713507 h 3356992"/>
              <a:gd name="connsiteX4" fmla="*/ 3778092 w 4180197"/>
              <a:gd name="connsiteY4" fmla="*/ 2570260 h 3356992"/>
              <a:gd name="connsiteX5" fmla="*/ 4180197 w 4180197"/>
              <a:gd name="connsiteY5" fmla="*/ 3356992 h 3356992"/>
              <a:gd name="connsiteX6" fmla="*/ 0 w 4180197"/>
              <a:gd name="connsiteY6" fmla="*/ 3356992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0197" h="3356992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180197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45109F2-ACF6-9853-75E4-3A60437902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501008"/>
            <a:ext cx="5951985" cy="3356992"/>
          </a:xfrm>
          <a:custGeom>
            <a:avLst/>
            <a:gdLst>
              <a:gd name="connsiteX0" fmla="*/ 0 w 5951985"/>
              <a:gd name="connsiteY0" fmla="*/ 0 h 3356992"/>
              <a:gd name="connsiteX1" fmla="*/ 4253705 w 5951985"/>
              <a:gd name="connsiteY1" fmla="*/ 0 h 3356992"/>
              <a:gd name="connsiteX2" fmla="*/ 4653914 w 5951985"/>
              <a:gd name="connsiteY2" fmla="*/ 785143 h 3356992"/>
              <a:gd name="connsiteX3" fmla="*/ 5091825 w 5951985"/>
              <a:gd name="connsiteY3" fmla="*/ 1641896 h 3356992"/>
              <a:gd name="connsiteX4" fmla="*/ 5528941 w 5951985"/>
              <a:gd name="connsiteY4" fmla="*/ 2498649 h 3356992"/>
              <a:gd name="connsiteX5" fmla="*/ 5951985 w 5951985"/>
              <a:gd name="connsiteY5" fmla="*/ 3324852 h 3356992"/>
              <a:gd name="connsiteX6" fmla="*/ 5951985 w 5951985"/>
              <a:gd name="connsiteY6" fmla="*/ 3356992 h 3356992"/>
              <a:gd name="connsiteX7" fmla="*/ 0 w 5951985"/>
              <a:gd name="connsiteY7" fmla="*/ 3356992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1985" h="3356992">
                <a:moveTo>
                  <a:pt x="0" y="0"/>
                </a:moveTo>
                <a:lnTo>
                  <a:pt x="4253705" y="0"/>
                </a:lnTo>
                <a:lnTo>
                  <a:pt x="4653914" y="785143"/>
                </a:lnTo>
                <a:lnTo>
                  <a:pt x="5091825" y="1641896"/>
                </a:lnTo>
                <a:lnTo>
                  <a:pt x="5528941" y="2498649"/>
                </a:lnTo>
                <a:lnTo>
                  <a:pt x="5951985" y="3324852"/>
                </a:lnTo>
                <a:lnTo>
                  <a:pt x="595198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AB318D4-C5E4-6B51-8461-1CC640F935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264BFF-29C1-E735-1F1C-D49847A44B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BBBB0F7-5688-68CB-8AE3-814025C62F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E8B995-1ABB-3245-C387-C00382E4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16" y="549274"/>
            <a:ext cx="5543997" cy="1008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3C0AA4-E938-3FAA-F3D2-A3F52C494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017" y="1844675"/>
            <a:ext cx="5543996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844675"/>
            <a:ext cx="359978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5800" y="1844675"/>
            <a:ext cx="360040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34" y="1844675"/>
            <a:ext cx="359978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4581128"/>
            <a:ext cx="3600450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4581128"/>
            <a:ext cx="3600398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4581128"/>
            <a:ext cx="3600450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94563-DA14-CC81-C1A3-CF27EDFCFE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B411D4-47EB-1C79-3087-9D34CBED83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1E4C71-D7DC-06FF-1A4E-0C2347727BD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2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roduc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844675"/>
            <a:ext cx="7488212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34" y="1844675"/>
            <a:ext cx="359978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4581128"/>
            <a:ext cx="7488212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4581128"/>
            <a:ext cx="3600450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A5B5C-BBAF-F795-1A7F-1967E5CA290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1213D-C2FD-6A4D-0F06-3F804BDCFDA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241C6F-251A-D6C9-DF18-C7E7EE07BD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3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844675"/>
            <a:ext cx="359978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4581128"/>
            <a:ext cx="3600450" cy="1440260"/>
          </a:xfrm>
        </p:spPr>
        <p:txBody>
          <a:bodyPr/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69CD21-258E-F584-DB10-DDDF64A8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5800" y="1844675"/>
            <a:ext cx="7488213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964F-AFAC-891A-5214-28B0F7BCE15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59FB3-5363-BBD7-8294-1DE1329EE6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A5D0B9-447A-F3D5-F8F2-07B039C7633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0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84234" y="1844675"/>
            <a:ext cx="3599780" cy="2592437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234" y="4581128"/>
            <a:ext cx="3599780" cy="1440260"/>
          </a:xfrm>
        </p:spPr>
        <p:txBody>
          <a:bodyPr/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69CD21-258E-F584-DB10-DDDF64A8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844675"/>
            <a:ext cx="7495828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AC5B-0885-5983-A752-B7772C6BE75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670D1-B039-76C6-4937-2BADDC7351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400DED-003B-82AF-556C-66F7300463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9" y="3717033"/>
            <a:ext cx="3599780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5800" y="3717033"/>
            <a:ext cx="3600400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32" y="3717033"/>
            <a:ext cx="3599781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420888"/>
            <a:ext cx="3600450" cy="1152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2420888"/>
            <a:ext cx="3600398" cy="1152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2420888"/>
            <a:ext cx="3600450" cy="1152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2460F8-53D5-D49D-CCD5-2AB026B60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76" y="1844675"/>
            <a:ext cx="3599792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5CDEC5-CCC3-05E5-2109-79577D28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800" y="1844675"/>
            <a:ext cx="36004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684454-A390-CDC0-AD9B-DFA0DB463D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84232" y="1844675"/>
            <a:ext cx="359979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B006A7F-B34E-D6DA-D234-2F2B4DD705E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70AC6FC-E815-5471-6B70-56AD786B26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A437C13-C2D7-2FA5-A9B3-F32577BB74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59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3717033"/>
            <a:ext cx="5543996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016" y="3717033"/>
            <a:ext cx="5543997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420888"/>
            <a:ext cx="5543996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40488" y="2420888"/>
            <a:ext cx="5543525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2460F8-53D5-D49D-CCD5-2AB026B60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75" y="1844675"/>
            <a:ext cx="5542983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5CDEC5-CCC3-05E5-2109-79577D28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488" y="1844675"/>
            <a:ext cx="5543528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007422C-D740-116D-D816-DEF4F0D4B3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363070-C085-5DB0-0026-7423B2184E8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017768-2CF7-CF02-1F85-8C493C73605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4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88811A-4106-5F88-85E8-CA5D416909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5205" y="3717032"/>
            <a:ext cx="4166518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51313" y="3717033"/>
            <a:ext cx="3889376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88" y="3717033"/>
            <a:ext cx="4151311" cy="2304356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844A489-5310-AED1-FF20-D1A7F90F44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B1B909-B5A3-BBF7-75F3-FA140F1511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2420888"/>
            <a:ext cx="360039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E4343A6-B33B-138E-E8B4-4C946F748B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19BF13-29DD-3B32-68D0-2F6B1EDA3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76" y="1844675"/>
            <a:ext cx="3599792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EF62AE2-C920-CA6F-1970-443612A89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800" y="1844675"/>
            <a:ext cx="36004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0921090-7B13-C9B0-82BC-21F9143B7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84232" y="1844675"/>
            <a:ext cx="359979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836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9BD66C-8504-C5E2-02E7-AD28D2F668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17033"/>
            <a:ext cx="4151313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9062606-FC0F-D5E4-EB60-021D2095A4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88" y="3717033"/>
            <a:ext cx="4151311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0965D103-B908-7B7F-C79C-1E0B98028F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ECFFF64-9053-8CAF-B91A-A58860DE4B6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0FD83C-8535-12BF-91BB-1BEA6EE5AFD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F641EC9-568A-C3ED-22B2-34FE3A2150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DC71462-AE8F-2A78-EE2E-9B7954AB78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2420888"/>
            <a:ext cx="360039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1AA0BC4-4755-1068-B70D-EFC35B7239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435487D-09DB-FC17-5B16-37374D0E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76" y="1844675"/>
            <a:ext cx="3599792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C8225A-31CF-1C00-D728-989A398AB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800" y="1844675"/>
            <a:ext cx="36004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9016365-5CB4-F7DB-E49C-618FD9E1FE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84232" y="1844675"/>
            <a:ext cx="359979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DFCAB70-F4D3-E367-D96D-6DAA056292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1313" y="3717032"/>
            <a:ext cx="3889375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7590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3B908F-1DDF-F0DD-37D0-77FEF89ECE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17033"/>
            <a:ext cx="4151313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50D2020-AD18-BC80-A346-B86B99695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51313" y="3717033"/>
            <a:ext cx="3889375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2F94CBA-C235-D825-991F-45AEA9EFC72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4D3B586-DB38-4818-19BE-97449162CCF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413A37-40BD-0523-4B42-385FF45DA09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68911FD-CD79-8C48-FD1F-4C922DB773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B85062-EDAD-B73B-7B0A-8F5974B79C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1" y="2420888"/>
            <a:ext cx="360039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D294A7C-D273-7C5B-A651-1644BE0BEB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2420888"/>
            <a:ext cx="3600450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E66B095-EC91-2239-78D8-80D89F75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76" y="1844675"/>
            <a:ext cx="3599792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299F341-3B2B-8196-9440-46124FB7E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800" y="1844675"/>
            <a:ext cx="36004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15ECE21-176F-F115-65BA-E2ABBE4BF7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84232" y="1844675"/>
            <a:ext cx="359979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9458398-2856-3067-5F28-8F764090A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40688" y="3717032"/>
            <a:ext cx="4151312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25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A81D43-2A87-7D8B-3084-7FAC51173A1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51313" y="3717032"/>
            <a:ext cx="3889376" cy="2304356"/>
          </a:xfrm>
          <a:solidFill>
            <a:schemeClr val="accent4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E9A983-C184-292C-FCB8-B134DA776E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988" y="1844675"/>
            <a:ext cx="11376025" cy="158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FC383E-DDB5-9BEB-7303-367FE2E3A1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5205" y="3717032"/>
            <a:ext cx="4166518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D5233-7D78-5DD0-DE62-AB65FAFA59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688" y="3717032"/>
            <a:ext cx="4151312" cy="2304356"/>
          </a:xfrm>
          <a:solidFill>
            <a:srgbClr val="115EFA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7821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15694B7-E753-7533-97B2-CE82DA66B3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988" y="1844675"/>
            <a:ext cx="11376025" cy="158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6C549E9-7222-5C4C-2FD1-B2A978BC03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88" y="3717033"/>
            <a:ext cx="4151311" cy="230435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B240BB-DFBB-B457-BCE9-B77029C6B2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51313" y="3717032"/>
            <a:ext cx="3889376" cy="2304356"/>
          </a:xfrm>
          <a:solidFill>
            <a:schemeClr val="accent4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CAE5DB-B563-0FA0-58DA-78BFCC9859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5205" y="3717032"/>
            <a:ext cx="4166518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885950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8383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icture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E58B3B-4D6E-375D-E8F7-083ED84956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844675"/>
            <a:ext cx="11376025" cy="41767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C04CCAA-3C3C-6391-BC98-7CBE819B79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39821" y="6236625"/>
            <a:ext cx="1130400" cy="28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411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7919" y="1844675"/>
            <a:ext cx="2879821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656000" y="1844674"/>
            <a:ext cx="2880000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544592" y="1844674"/>
            <a:ext cx="2880000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4941168"/>
            <a:ext cx="3600450" cy="1080220"/>
          </a:xfrm>
        </p:spPr>
        <p:txBody>
          <a:bodyPr/>
          <a:lstStyle>
            <a:lvl1pPr marL="0" indent="0" algn="ctr">
              <a:spcBef>
                <a:spcPts val="200"/>
              </a:spcBef>
              <a:defRPr sz="1600" b="1"/>
            </a:lvl1pPr>
            <a:lvl2pPr marL="0" indent="0" algn="ctr">
              <a:spcBef>
                <a:spcPts val="200"/>
              </a:spcBef>
              <a:buFontTx/>
              <a:buNone/>
              <a:defRPr sz="1600"/>
            </a:lvl2pPr>
            <a:lvl3pPr marL="0" indent="0" algn="ctr">
              <a:spcBef>
                <a:spcPts val="200"/>
              </a:spcBef>
              <a:buFontTx/>
              <a:buNone/>
              <a:defRPr/>
            </a:lvl3pPr>
            <a:lvl4pPr marL="0" indent="0" algn="ctr">
              <a:spcBef>
                <a:spcPts val="200"/>
              </a:spcBef>
              <a:buFontTx/>
              <a:buNone/>
              <a:defRPr/>
            </a:lvl4pPr>
            <a:lvl5pPr marL="0" indent="0" algn="ctr">
              <a:spcBef>
                <a:spcPts val="200"/>
              </a:spcBef>
              <a:buFontTx/>
              <a:buNone/>
              <a:defRPr/>
            </a:lvl5pPr>
            <a:lvl6pPr marL="0" indent="0" algn="ctr">
              <a:spcBef>
                <a:spcPts val="200"/>
              </a:spcBef>
              <a:buFontTx/>
              <a:buNone/>
              <a:defRPr/>
            </a:lvl6pPr>
            <a:lvl7pPr marL="0" indent="0" algn="ctr">
              <a:spcBef>
                <a:spcPts val="200"/>
              </a:spcBef>
              <a:buFontTx/>
              <a:buNone/>
              <a:defRPr/>
            </a:lvl7pPr>
            <a:lvl8pPr marL="0" indent="0" algn="ctr">
              <a:spcBef>
                <a:spcPts val="200"/>
              </a:spcBef>
              <a:buFontTx/>
              <a:buNone/>
              <a:defRPr/>
            </a:lvl8pPr>
            <a:lvl9pPr marL="0" indent="0" algn="ctr">
              <a:spcBef>
                <a:spcPts val="20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94563-DA14-CC81-C1A3-CF27EDFCFE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B411D4-47EB-1C79-3087-9D34CBED83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1E4C71-D7DC-06FF-1A4E-0C2347727BD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D0121CD-9C45-66A8-CB74-5C6A1A188F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95775" y="4941168"/>
            <a:ext cx="3600450" cy="1080220"/>
          </a:xfrm>
        </p:spPr>
        <p:txBody>
          <a:bodyPr/>
          <a:lstStyle>
            <a:lvl1pPr marL="0" indent="0" algn="ctr">
              <a:spcBef>
                <a:spcPts val="200"/>
              </a:spcBef>
              <a:defRPr sz="1600" b="1"/>
            </a:lvl1pPr>
            <a:lvl2pPr marL="0" indent="0" algn="ctr">
              <a:spcBef>
                <a:spcPts val="200"/>
              </a:spcBef>
              <a:buFontTx/>
              <a:buNone/>
              <a:defRPr sz="1600"/>
            </a:lvl2pPr>
            <a:lvl3pPr marL="0" indent="0" algn="ctr">
              <a:spcBef>
                <a:spcPts val="200"/>
              </a:spcBef>
              <a:buFontTx/>
              <a:buNone/>
              <a:defRPr/>
            </a:lvl3pPr>
            <a:lvl4pPr marL="0" indent="0" algn="ctr">
              <a:spcBef>
                <a:spcPts val="200"/>
              </a:spcBef>
              <a:buFontTx/>
              <a:buNone/>
              <a:defRPr/>
            </a:lvl4pPr>
            <a:lvl5pPr marL="0" indent="0" algn="ctr">
              <a:spcBef>
                <a:spcPts val="200"/>
              </a:spcBef>
              <a:buFontTx/>
              <a:buNone/>
              <a:defRPr/>
            </a:lvl5pPr>
            <a:lvl6pPr marL="0" indent="0" algn="ctr">
              <a:spcBef>
                <a:spcPts val="200"/>
              </a:spcBef>
              <a:buFontTx/>
              <a:buNone/>
              <a:defRPr/>
            </a:lvl6pPr>
            <a:lvl7pPr marL="0" indent="0" algn="ctr">
              <a:spcBef>
                <a:spcPts val="200"/>
              </a:spcBef>
              <a:buFontTx/>
              <a:buNone/>
              <a:defRPr/>
            </a:lvl7pPr>
            <a:lvl8pPr marL="0" indent="0" algn="ctr">
              <a:spcBef>
                <a:spcPts val="200"/>
              </a:spcBef>
              <a:buFontTx/>
              <a:buNone/>
              <a:defRPr/>
            </a:lvl8pPr>
            <a:lvl9pPr marL="0" indent="0" algn="ctr">
              <a:spcBef>
                <a:spcPts val="20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F784041-EB67-20AA-7E7F-F57ED6BC83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83563" y="4941168"/>
            <a:ext cx="3600450" cy="1080220"/>
          </a:xfrm>
        </p:spPr>
        <p:txBody>
          <a:bodyPr/>
          <a:lstStyle>
            <a:lvl1pPr marL="0" indent="0" algn="ctr">
              <a:spcBef>
                <a:spcPts val="200"/>
              </a:spcBef>
              <a:defRPr sz="1600" b="1"/>
            </a:lvl1pPr>
            <a:lvl2pPr marL="0" indent="0" algn="ctr">
              <a:spcBef>
                <a:spcPts val="200"/>
              </a:spcBef>
              <a:buFontTx/>
              <a:buNone/>
              <a:defRPr sz="1600"/>
            </a:lvl2pPr>
            <a:lvl3pPr marL="0" indent="0" algn="ctr">
              <a:spcBef>
                <a:spcPts val="200"/>
              </a:spcBef>
              <a:buFontTx/>
              <a:buNone/>
              <a:defRPr/>
            </a:lvl3pPr>
            <a:lvl4pPr marL="0" indent="0" algn="ctr">
              <a:spcBef>
                <a:spcPts val="200"/>
              </a:spcBef>
              <a:buFontTx/>
              <a:buNone/>
              <a:defRPr/>
            </a:lvl4pPr>
            <a:lvl5pPr marL="0" indent="0" algn="ctr">
              <a:spcBef>
                <a:spcPts val="200"/>
              </a:spcBef>
              <a:buFontTx/>
              <a:buNone/>
              <a:defRPr/>
            </a:lvl5pPr>
            <a:lvl6pPr marL="0" indent="0" algn="ctr">
              <a:spcBef>
                <a:spcPts val="200"/>
              </a:spcBef>
              <a:buFontTx/>
              <a:buNone/>
              <a:defRPr/>
            </a:lvl6pPr>
            <a:lvl7pPr marL="0" indent="0" algn="ctr">
              <a:spcBef>
                <a:spcPts val="200"/>
              </a:spcBef>
              <a:buFontTx/>
              <a:buNone/>
              <a:defRPr/>
            </a:lvl7pPr>
            <a:lvl8pPr marL="0" indent="0" algn="ctr">
              <a:spcBef>
                <a:spcPts val="200"/>
              </a:spcBef>
              <a:buFontTx/>
              <a:buNone/>
              <a:defRPr/>
            </a:lvl8pPr>
            <a:lvl9pPr marL="0" indent="0" algn="ctr">
              <a:spcBef>
                <a:spcPts val="20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177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6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111A34-160B-5E4A-BBB9-B527517B02E0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9F0DAF2-A9D6-63CF-6EEE-6FCFBB3CE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42D6B06-3804-BC09-9BA8-381F8D5A2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B7E675F-CD0B-B380-9D74-9F6A984A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7AE93F-C253-84DC-4405-57A3849C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4AE54CC-4485-00F8-6865-9D4B1BB5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9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1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97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111A34-160B-5E4A-BBB9-B527517B02E0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9F0DAF2-A9D6-63CF-6EEE-6FCFBB3CE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42D6B06-3804-BC09-9BA8-381F8D5A2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B7E675F-CD0B-B380-9D74-9F6A984A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7AE93F-C253-84DC-4405-57A3849C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4AE54CC-4485-00F8-6865-9D4B1BB5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450BC700-0ECE-F0AF-38D7-0264B58D1D6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54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393BD64-6D58-4343-D3B4-7FB7BB2348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1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6"/>
            <a:ext cx="5543996" cy="302423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4581128"/>
            <a:ext cx="5543996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407988" y="576000"/>
            <a:ext cx="11304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393BD64-6D58-4343-D3B4-7FB7BB2348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6870" y="0"/>
            <a:ext cx="5985131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0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2DD8F-06C8-6092-4AEE-6F419E6AE39C}"/>
              </a:ext>
            </a:extLst>
          </p:cNvPr>
          <p:cNvGrpSpPr>
            <a:grpSpLocks noChangeAspect="1"/>
          </p:cNvGrpSpPr>
          <p:nvPr/>
        </p:nvGrpSpPr>
        <p:grpSpPr>
          <a:xfrm>
            <a:off x="4237590" y="2709000"/>
            <a:ext cx="3716820" cy="1440000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BDC538C-CF08-240D-31FC-42D67CB83C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F9087B9-0E76-AC2F-A2C4-3D31D17FBF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7640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E59E56-778D-B4BE-5F7C-6F85EEB11C5A}"/>
              </a:ext>
            </a:extLst>
          </p:cNvPr>
          <p:cNvGrpSpPr>
            <a:grpSpLocks noChangeAspect="1"/>
          </p:cNvGrpSpPr>
          <p:nvPr/>
        </p:nvGrpSpPr>
        <p:grpSpPr>
          <a:xfrm>
            <a:off x="4237590" y="2709000"/>
            <a:ext cx="3716820" cy="1440000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250B84F-BEFC-3CD3-E0E3-6FEA5EDEA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66AA960-BA64-4BEB-B4C1-6A3D54D66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7911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E59E56-778D-B4BE-5F7C-6F85EEB11C5A}"/>
              </a:ext>
            </a:extLst>
          </p:cNvPr>
          <p:cNvGrpSpPr>
            <a:grpSpLocks noChangeAspect="1"/>
          </p:cNvGrpSpPr>
          <p:nvPr/>
        </p:nvGrpSpPr>
        <p:grpSpPr>
          <a:xfrm>
            <a:off x="4237590" y="2709000"/>
            <a:ext cx="3716820" cy="1440000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250B84F-BEFC-3CD3-E0E3-6FEA5EDEA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66AA960-BA64-4BEB-B4C1-6A3D54D66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4847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Blue">
  <p:cSld name="1_Section Header Blue">
    <p:bg>
      <p:bgPr>
        <a:solidFill>
          <a:schemeClr val="accen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dt" idx="10"/>
          </p:nvPr>
        </p:nvSpPr>
        <p:spPr>
          <a:xfrm>
            <a:off x="911424" y="6381328"/>
            <a:ext cx="1224136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ftr" idx="11"/>
          </p:nvPr>
        </p:nvSpPr>
        <p:spPr>
          <a:xfrm>
            <a:off x="2279576" y="6381328"/>
            <a:ext cx="7632848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>
            <a:spLocks noGrp="1"/>
          </p:cNvSpPr>
          <p:nvPr>
            <p:ph type="sldNum" idx="12"/>
          </p:nvPr>
        </p:nvSpPr>
        <p:spPr>
          <a:xfrm flipH="1">
            <a:off x="407989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407989" y="3140968"/>
            <a:ext cx="11376025" cy="194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ubTitle" idx="1"/>
          </p:nvPr>
        </p:nvSpPr>
        <p:spPr>
          <a:xfrm>
            <a:off x="407989" y="5373216"/>
            <a:ext cx="11376025" cy="64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35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1" name="Google Shape;41;p28"/>
          <p:cNvSpPr/>
          <p:nvPr/>
        </p:nvSpPr>
        <p:spPr>
          <a:xfrm>
            <a:off x="10646501" y="6236625"/>
            <a:ext cx="1130963" cy="288000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66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B3F8D-0C12-4BC2-9377-486F79F08F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BA860B-A54D-41BA-A633-83FF6F1C33B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D8CF844-C1AA-459D-9D98-5CC6930602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351" y="372145"/>
            <a:ext cx="5348610" cy="3198935"/>
          </a:xfrm>
          <a:custGeom>
            <a:avLst/>
            <a:gdLst>
              <a:gd name="connsiteX0" fmla="*/ 0 w 5584825"/>
              <a:gd name="connsiteY0" fmla="*/ 0 h 3316288"/>
              <a:gd name="connsiteX1" fmla="*/ 5584825 w 5584825"/>
              <a:gd name="connsiteY1" fmla="*/ 0 h 3316288"/>
              <a:gd name="connsiteX2" fmla="*/ 5584825 w 5584825"/>
              <a:gd name="connsiteY2" fmla="*/ 3316288 h 3316288"/>
              <a:gd name="connsiteX3" fmla="*/ 0 w 5584825"/>
              <a:gd name="connsiteY3" fmla="*/ 3316288 h 331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4825" h="3316288">
                <a:moveTo>
                  <a:pt x="0" y="0"/>
                </a:moveTo>
                <a:lnTo>
                  <a:pt x="5584825" y="0"/>
                </a:lnTo>
                <a:lnTo>
                  <a:pt x="5584825" y="3316288"/>
                </a:lnTo>
                <a:lnTo>
                  <a:pt x="0" y="3316288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DF29B7-684C-4B4D-AE65-C78CC58EA6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56041" y="2754265"/>
            <a:ext cx="5348610" cy="3198935"/>
          </a:xfrm>
          <a:custGeom>
            <a:avLst/>
            <a:gdLst>
              <a:gd name="connsiteX0" fmla="*/ 0 w 5584825"/>
              <a:gd name="connsiteY0" fmla="*/ 0 h 3316288"/>
              <a:gd name="connsiteX1" fmla="*/ 5584825 w 5584825"/>
              <a:gd name="connsiteY1" fmla="*/ 0 h 3316288"/>
              <a:gd name="connsiteX2" fmla="*/ 5584825 w 5584825"/>
              <a:gd name="connsiteY2" fmla="*/ 3316288 h 3316288"/>
              <a:gd name="connsiteX3" fmla="*/ 0 w 5584825"/>
              <a:gd name="connsiteY3" fmla="*/ 3316288 h 331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4825" h="3316288">
                <a:moveTo>
                  <a:pt x="0" y="0"/>
                </a:moveTo>
                <a:lnTo>
                  <a:pt x="5584825" y="0"/>
                </a:lnTo>
                <a:lnTo>
                  <a:pt x="5584825" y="3316288"/>
                </a:lnTo>
                <a:lnTo>
                  <a:pt x="0" y="3316288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911424" y="6381328"/>
            <a:ext cx="1224137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2279577" y="6381328"/>
            <a:ext cx="7632848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>
            <a:spLocks noGrp="1"/>
          </p:cNvSpPr>
          <p:nvPr>
            <p:ph type="sldNum" idx="12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3B7679A-AA73-49C7-89D7-59AD88705C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946" y="1268413"/>
            <a:ext cx="4925687" cy="4752875"/>
          </a:xfrm>
          <a:custGeom>
            <a:avLst/>
            <a:gdLst>
              <a:gd name="connsiteX0" fmla="*/ 135504 w 4925687"/>
              <a:gd name="connsiteY0" fmla="*/ 0 h 4752875"/>
              <a:gd name="connsiteX1" fmla="*/ 4790183 w 4925687"/>
              <a:gd name="connsiteY1" fmla="*/ 0 h 4752875"/>
              <a:gd name="connsiteX2" fmla="*/ 4925687 w 4925687"/>
              <a:gd name="connsiteY2" fmla="*/ 135504 h 4752875"/>
              <a:gd name="connsiteX3" fmla="*/ 4925687 w 4925687"/>
              <a:gd name="connsiteY3" fmla="*/ 4617371 h 4752875"/>
              <a:gd name="connsiteX4" fmla="*/ 4790183 w 4925687"/>
              <a:gd name="connsiteY4" fmla="*/ 4752875 h 4752875"/>
              <a:gd name="connsiteX5" fmla="*/ 135504 w 4925687"/>
              <a:gd name="connsiteY5" fmla="*/ 4752875 h 4752875"/>
              <a:gd name="connsiteX6" fmla="*/ 0 w 4925687"/>
              <a:gd name="connsiteY6" fmla="*/ 4617371 h 4752875"/>
              <a:gd name="connsiteX7" fmla="*/ 0 w 4925687"/>
              <a:gd name="connsiteY7" fmla="*/ 135504 h 4752875"/>
              <a:gd name="connsiteX8" fmla="*/ 135504 w 4925687"/>
              <a:gd name="connsiteY8" fmla="*/ 0 h 47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25687" h="4752875">
                <a:moveTo>
                  <a:pt x="135504" y="0"/>
                </a:moveTo>
                <a:lnTo>
                  <a:pt x="4790183" y="0"/>
                </a:lnTo>
                <a:cubicBezTo>
                  <a:pt x="4865020" y="0"/>
                  <a:pt x="4925687" y="60667"/>
                  <a:pt x="4925687" y="135504"/>
                </a:cubicBezTo>
                <a:lnTo>
                  <a:pt x="4925687" y="4617371"/>
                </a:lnTo>
                <a:cubicBezTo>
                  <a:pt x="4925687" y="4692208"/>
                  <a:pt x="4865020" y="4752875"/>
                  <a:pt x="4790183" y="4752875"/>
                </a:cubicBezTo>
                <a:lnTo>
                  <a:pt x="135504" y="4752875"/>
                </a:lnTo>
                <a:cubicBezTo>
                  <a:pt x="60667" y="4752875"/>
                  <a:pt x="0" y="4692208"/>
                  <a:pt x="0" y="4617371"/>
                </a:cubicBezTo>
                <a:lnTo>
                  <a:pt x="0" y="135504"/>
                </a:lnTo>
                <a:cubicBezTo>
                  <a:pt x="0" y="60667"/>
                  <a:pt x="60667" y="0"/>
                  <a:pt x="1355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4083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911424" y="6381328"/>
            <a:ext cx="1224137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2279577" y="6381328"/>
            <a:ext cx="7632848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005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CA4315-49CB-471C-8D9D-D15D0A100F8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911424" y="6381328"/>
            <a:ext cx="1224137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2279577" y="6381328"/>
            <a:ext cx="7632848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03E6C7-CFD7-4B55-A8B6-B2205D81004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0930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CA4315-49CB-471C-8D9D-D15D0A100F8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911424" y="6381328"/>
            <a:ext cx="1224137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2279577" y="6381328"/>
            <a:ext cx="7632848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03E6C7-CFD7-4B55-A8B6-B2205D81004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E8F9EA-3A45-4488-BC38-48215B554E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8052" y="2708920"/>
            <a:ext cx="6740077" cy="3405716"/>
          </a:xfrm>
          <a:custGeom>
            <a:avLst/>
            <a:gdLst>
              <a:gd name="connsiteX0" fmla="*/ 0 w 6740077"/>
              <a:gd name="connsiteY0" fmla="*/ 0 h 3405716"/>
              <a:gd name="connsiteX1" fmla="*/ 6740077 w 6740077"/>
              <a:gd name="connsiteY1" fmla="*/ 0 h 3405716"/>
              <a:gd name="connsiteX2" fmla="*/ 6740077 w 6740077"/>
              <a:gd name="connsiteY2" fmla="*/ 3405716 h 3405716"/>
              <a:gd name="connsiteX3" fmla="*/ 0 w 6740077"/>
              <a:gd name="connsiteY3" fmla="*/ 3405716 h 340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40077" h="3405716">
                <a:moveTo>
                  <a:pt x="0" y="0"/>
                </a:moveTo>
                <a:lnTo>
                  <a:pt x="6740077" y="0"/>
                </a:lnTo>
                <a:lnTo>
                  <a:pt x="6740077" y="3405716"/>
                </a:lnTo>
                <a:lnTo>
                  <a:pt x="0" y="3405716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737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AA401D0-1198-497F-8E57-FF20AAE0B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125" y="3531202"/>
            <a:ext cx="3642643" cy="2418078"/>
          </a:xfrm>
          <a:custGeom>
            <a:avLst/>
            <a:gdLst>
              <a:gd name="connsiteX0" fmla="*/ 0 w 3668908"/>
              <a:gd name="connsiteY0" fmla="*/ 0 h 2418078"/>
              <a:gd name="connsiteX1" fmla="*/ 3668908 w 3668908"/>
              <a:gd name="connsiteY1" fmla="*/ 0 h 2418078"/>
              <a:gd name="connsiteX2" fmla="*/ 3668908 w 3668908"/>
              <a:gd name="connsiteY2" fmla="*/ 2418078 h 2418078"/>
              <a:gd name="connsiteX3" fmla="*/ 0 w 3668908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908" h="2418078">
                <a:moveTo>
                  <a:pt x="0" y="0"/>
                </a:moveTo>
                <a:lnTo>
                  <a:pt x="3668908" y="0"/>
                </a:lnTo>
                <a:lnTo>
                  <a:pt x="3668908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7900767-BC1F-4C68-8FF6-E57922BE8C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6379" y="3531202"/>
            <a:ext cx="3642643" cy="2418078"/>
          </a:xfrm>
          <a:custGeom>
            <a:avLst/>
            <a:gdLst>
              <a:gd name="connsiteX0" fmla="*/ 0 w 3642643"/>
              <a:gd name="connsiteY0" fmla="*/ 0 h 2418078"/>
              <a:gd name="connsiteX1" fmla="*/ 3642643 w 3642643"/>
              <a:gd name="connsiteY1" fmla="*/ 0 h 2418078"/>
              <a:gd name="connsiteX2" fmla="*/ 3642643 w 3642643"/>
              <a:gd name="connsiteY2" fmla="*/ 2418078 h 2418078"/>
              <a:gd name="connsiteX3" fmla="*/ 0 w 3642643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2643" h="2418078">
                <a:moveTo>
                  <a:pt x="0" y="0"/>
                </a:moveTo>
                <a:lnTo>
                  <a:pt x="3642643" y="0"/>
                </a:lnTo>
                <a:lnTo>
                  <a:pt x="3642643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61F40C0-6581-4A05-8A81-6C104DD91B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1371" y="3531202"/>
            <a:ext cx="3642643" cy="2418078"/>
          </a:xfrm>
          <a:custGeom>
            <a:avLst/>
            <a:gdLst>
              <a:gd name="connsiteX0" fmla="*/ 0 w 3922608"/>
              <a:gd name="connsiteY0" fmla="*/ 0 h 2418078"/>
              <a:gd name="connsiteX1" fmla="*/ 3922608 w 3922608"/>
              <a:gd name="connsiteY1" fmla="*/ 0 h 2418078"/>
              <a:gd name="connsiteX2" fmla="*/ 3922608 w 3922608"/>
              <a:gd name="connsiteY2" fmla="*/ 2418078 h 2418078"/>
              <a:gd name="connsiteX3" fmla="*/ 0 w 3922608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2608" h="2418078">
                <a:moveTo>
                  <a:pt x="0" y="0"/>
                </a:moveTo>
                <a:lnTo>
                  <a:pt x="3922608" y="0"/>
                </a:lnTo>
                <a:lnTo>
                  <a:pt x="3922608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E4BBAD1-9F63-4541-A889-611984C5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548680"/>
            <a:ext cx="11376024" cy="492443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428126AC-EAB9-491A-AF9B-0B604B0C57F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911424" y="6381328"/>
            <a:ext cx="1224136" cy="143296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A9C9226-198F-424F-B262-4815E603D4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279576" y="6381328"/>
            <a:ext cx="7632848" cy="144016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27" name="Google Shape;28;p22">
            <a:extLst>
              <a:ext uri="{FF2B5EF4-FFF2-40B4-BE49-F238E27FC236}">
                <a16:creationId xmlns:a16="http://schemas.microsoft.com/office/drawing/2014/main" id="{17A89F74-E87F-4BA8-B71C-3A2C0855306F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010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4BBAD1-9F63-4541-A889-611984C5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404664"/>
            <a:ext cx="11376024" cy="492443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428126AC-EAB9-491A-AF9B-0B604B0C57F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911424" y="6381328"/>
            <a:ext cx="1224136" cy="143296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A9C9226-198F-424F-B262-4815E603D4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279576" y="6381328"/>
            <a:ext cx="7632848" cy="144016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27" name="Google Shape;28;p22">
            <a:extLst>
              <a:ext uri="{FF2B5EF4-FFF2-40B4-BE49-F238E27FC236}">
                <a16:creationId xmlns:a16="http://schemas.microsoft.com/office/drawing/2014/main" id="{17A89F74-E87F-4BA8-B71C-3A2C0855306F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BC618DAC-62C3-4824-B188-57B8FA69CA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125" y="3531202"/>
            <a:ext cx="3642643" cy="2418078"/>
          </a:xfrm>
          <a:custGeom>
            <a:avLst/>
            <a:gdLst>
              <a:gd name="connsiteX0" fmla="*/ 0 w 3668908"/>
              <a:gd name="connsiteY0" fmla="*/ 0 h 2418078"/>
              <a:gd name="connsiteX1" fmla="*/ 3668908 w 3668908"/>
              <a:gd name="connsiteY1" fmla="*/ 0 h 2418078"/>
              <a:gd name="connsiteX2" fmla="*/ 3668908 w 3668908"/>
              <a:gd name="connsiteY2" fmla="*/ 2418078 h 2418078"/>
              <a:gd name="connsiteX3" fmla="*/ 0 w 3668908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908" h="2418078">
                <a:moveTo>
                  <a:pt x="0" y="0"/>
                </a:moveTo>
                <a:lnTo>
                  <a:pt x="3668908" y="0"/>
                </a:lnTo>
                <a:lnTo>
                  <a:pt x="3668908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A2B435EA-2586-40C1-AAC6-BF66EA4DE8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6379" y="3531202"/>
            <a:ext cx="3642643" cy="2418078"/>
          </a:xfrm>
          <a:custGeom>
            <a:avLst/>
            <a:gdLst>
              <a:gd name="connsiteX0" fmla="*/ 0 w 3642643"/>
              <a:gd name="connsiteY0" fmla="*/ 0 h 2418078"/>
              <a:gd name="connsiteX1" fmla="*/ 3642643 w 3642643"/>
              <a:gd name="connsiteY1" fmla="*/ 0 h 2418078"/>
              <a:gd name="connsiteX2" fmla="*/ 3642643 w 3642643"/>
              <a:gd name="connsiteY2" fmla="*/ 2418078 h 2418078"/>
              <a:gd name="connsiteX3" fmla="*/ 0 w 3642643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2643" h="2418078">
                <a:moveTo>
                  <a:pt x="0" y="0"/>
                </a:moveTo>
                <a:lnTo>
                  <a:pt x="3642643" y="0"/>
                </a:lnTo>
                <a:lnTo>
                  <a:pt x="3642643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96BAC893-11A4-48C1-9C7B-8CA7ADF84C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1371" y="3531202"/>
            <a:ext cx="3642643" cy="2418078"/>
          </a:xfrm>
          <a:custGeom>
            <a:avLst/>
            <a:gdLst>
              <a:gd name="connsiteX0" fmla="*/ 0 w 3922608"/>
              <a:gd name="connsiteY0" fmla="*/ 0 h 2418078"/>
              <a:gd name="connsiteX1" fmla="*/ 3922608 w 3922608"/>
              <a:gd name="connsiteY1" fmla="*/ 0 h 2418078"/>
              <a:gd name="connsiteX2" fmla="*/ 3922608 w 3922608"/>
              <a:gd name="connsiteY2" fmla="*/ 2418078 h 2418078"/>
              <a:gd name="connsiteX3" fmla="*/ 0 w 3922608"/>
              <a:gd name="connsiteY3" fmla="*/ 2418078 h 241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2608" h="2418078">
                <a:moveTo>
                  <a:pt x="0" y="0"/>
                </a:moveTo>
                <a:lnTo>
                  <a:pt x="3922608" y="0"/>
                </a:lnTo>
                <a:lnTo>
                  <a:pt x="3922608" y="2418078"/>
                </a:lnTo>
                <a:lnTo>
                  <a:pt x="0" y="2418078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 w="1524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733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_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A4F46-B265-4500-B1F3-96B8FEC6D601}"/>
              </a:ext>
            </a:extLst>
          </p:cNvPr>
          <p:cNvSpPr/>
          <p:nvPr userDrawn="1"/>
        </p:nvSpPr>
        <p:spPr bwMode="auto">
          <a:xfrm>
            <a:off x="6161658" y="1321717"/>
            <a:ext cx="5712251" cy="47266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5C2C64-5A12-43D6-AFED-3CAB05A37AB4}"/>
              </a:ext>
            </a:extLst>
          </p:cNvPr>
          <p:cNvSpPr/>
          <p:nvPr userDrawn="1"/>
        </p:nvSpPr>
        <p:spPr bwMode="auto">
          <a:xfrm>
            <a:off x="335742" y="1321716"/>
            <a:ext cx="5543852" cy="47266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78ABF73-C465-4D23-B2F9-F150697119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0016" y="2184400"/>
            <a:ext cx="5550884" cy="3702050"/>
          </a:xfrm>
          <a:custGeom>
            <a:avLst/>
            <a:gdLst>
              <a:gd name="connsiteX0" fmla="*/ 0 w 5550884"/>
              <a:gd name="connsiteY0" fmla="*/ 0 h 3702050"/>
              <a:gd name="connsiteX1" fmla="*/ 447 w 5550884"/>
              <a:gd name="connsiteY1" fmla="*/ 0 h 3702050"/>
              <a:gd name="connsiteX2" fmla="*/ 5550347 w 5550884"/>
              <a:gd name="connsiteY2" fmla="*/ 0 h 3702050"/>
              <a:gd name="connsiteX3" fmla="*/ 5550884 w 5550884"/>
              <a:gd name="connsiteY3" fmla="*/ 0 h 3702050"/>
              <a:gd name="connsiteX4" fmla="*/ 5550884 w 5550884"/>
              <a:gd name="connsiteY4" fmla="*/ 2399280 h 3702050"/>
              <a:gd name="connsiteX5" fmla="*/ 5550347 w 5550884"/>
              <a:gd name="connsiteY5" fmla="*/ 2399280 h 3702050"/>
              <a:gd name="connsiteX6" fmla="*/ 5550347 w 5550884"/>
              <a:gd name="connsiteY6" fmla="*/ 3702050 h 3702050"/>
              <a:gd name="connsiteX7" fmla="*/ 447 w 5550884"/>
              <a:gd name="connsiteY7" fmla="*/ 3702050 h 3702050"/>
              <a:gd name="connsiteX8" fmla="*/ 447 w 5550884"/>
              <a:gd name="connsiteY8" fmla="*/ 2399280 h 3702050"/>
              <a:gd name="connsiteX9" fmla="*/ 0 w 5550884"/>
              <a:gd name="connsiteY9" fmla="*/ 2399280 h 370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50884" h="3702050">
                <a:moveTo>
                  <a:pt x="0" y="0"/>
                </a:moveTo>
                <a:lnTo>
                  <a:pt x="447" y="0"/>
                </a:lnTo>
                <a:lnTo>
                  <a:pt x="5550347" y="0"/>
                </a:lnTo>
                <a:lnTo>
                  <a:pt x="5550884" y="0"/>
                </a:lnTo>
                <a:lnTo>
                  <a:pt x="5550884" y="2399280"/>
                </a:lnTo>
                <a:lnTo>
                  <a:pt x="5550347" y="2399280"/>
                </a:lnTo>
                <a:lnTo>
                  <a:pt x="5550347" y="3702050"/>
                </a:lnTo>
                <a:lnTo>
                  <a:pt x="447" y="3702050"/>
                </a:lnTo>
                <a:lnTo>
                  <a:pt x="447" y="2399280"/>
                </a:lnTo>
                <a:lnTo>
                  <a:pt x="0" y="23992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DE7B9-6983-409D-94DA-D9B6A097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919" y="548680"/>
            <a:ext cx="7056163" cy="492443"/>
          </a:xfrm>
        </p:spPr>
        <p:txBody>
          <a:bodyPr wrap="square">
            <a:sp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5734B-D8A2-4DF6-A375-0EFE5A1AE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8E704-81FA-452E-B1F7-78057D96C9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C37123-A8A4-49EF-8DC8-3A6BB0483B8B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0B83D-2235-4F28-BD01-37357E3498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D8BEB04-B937-4EB6-95C3-14D00DE898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731" y="1455142"/>
            <a:ext cx="5283874" cy="4431308"/>
          </a:xfrm>
          <a:custGeom>
            <a:avLst/>
            <a:gdLst>
              <a:gd name="connsiteX0" fmla="*/ 0 w 5550884"/>
              <a:gd name="connsiteY0" fmla="*/ 0 h 3702050"/>
              <a:gd name="connsiteX1" fmla="*/ 447 w 5550884"/>
              <a:gd name="connsiteY1" fmla="*/ 0 h 3702050"/>
              <a:gd name="connsiteX2" fmla="*/ 5550347 w 5550884"/>
              <a:gd name="connsiteY2" fmla="*/ 0 h 3702050"/>
              <a:gd name="connsiteX3" fmla="*/ 5550884 w 5550884"/>
              <a:gd name="connsiteY3" fmla="*/ 0 h 3702050"/>
              <a:gd name="connsiteX4" fmla="*/ 5550884 w 5550884"/>
              <a:gd name="connsiteY4" fmla="*/ 2399280 h 3702050"/>
              <a:gd name="connsiteX5" fmla="*/ 5550347 w 5550884"/>
              <a:gd name="connsiteY5" fmla="*/ 2399280 h 3702050"/>
              <a:gd name="connsiteX6" fmla="*/ 5550347 w 5550884"/>
              <a:gd name="connsiteY6" fmla="*/ 3702050 h 3702050"/>
              <a:gd name="connsiteX7" fmla="*/ 447 w 5550884"/>
              <a:gd name="connsiteY7" fmla="*/ 3702050 h 3702050"/>
              <a:gd name="connsiteX8" fmla="*/ 447 w 5550884"/>
              <a:gd name="connsiteY8" fmla="*/ 2399280 h 3702050"/>
              <a:gd name="connsiteX9" fmla="*/ 0 w 5550884"/>
              <a:gd name="connsiteY9" fmla="*/ 2399280 h 370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50884" h="3702050">
                <a:moveTo>
                  <a:pt x="0" y="0"/>
                </a:moveTo>
                <a:lnTo>
                  <a:pt x="447" y="0"/>
                </a:lnTo>
                <a:lnTo>
                  <a:pt x="5550347" y="0"/>
                </a:lnTo>
                <a:lnTo>
                  <a:pt x="5550884" y="0"/>
                </a:lnTo>
                <a:lnTo>
                  <a:pt x="5550884" y="2399280"/>
                </a:lnTo>
                <a:lnTo>
                  <a:pt x="5550347" y="2399280"/>
                </a:lnTo>
                <a:lnTo>
                  <a:pt x="5550347" y="3702050"/>
                </a:lnTo>
                <a:lnTo>
                  <a:pt x="447" y="3702050"/>
                </a:lnTo>
                <a:lnTo>
                  <a:pt x="447" y="2399280"/>
                </a:lnTo>
                <a:lnTo>
                  <a:pt x="0" y="23992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0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Picture">
    <p:bg>
      <p:bgPr>
        <a:solidFill>
          <a:srgbClr val="002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88D0AEF-E40C-455E-9231-384C58998273}"/>
              </a:ext>
            </a:extLst>
          </p:cNvPr>
          <p:cNvSpPr/>
          <p:nvPr userDrawn="1"/>
        </p:nvSpPr>
        <p:spPr bwMode="auto">
          <a:xfrm>
            <a:off x="8534400" y="0"/>
            <a:ext cx="3691467" cy="6858000"/>
          </a:xfrm>
          <a:custGeom>
            <a:avLst/>
            <a:gdLst>
              <a:gd name="connsiteX0" fmla="*/ 0 w 2768600"/>
              <a:gd name="connsiteY0" fmla="*/ 0 h 5143500"/>
              <a:gd name="connsiteX1" fmla="*/ 2768600 w 2768600"/>
              <a:gd name="connsiteY1" fmla="*/ 0 h 5143500"/>
              <a:gd name="connsiteX2" fmla="*/ 2768600 w 2768600"/>
              <a:gd name="connsiteY2" fmla="*/ 5143500 h 5143500"/>
              <a:gd name="connsiteX3" fmla="*/ 2554460 w 2768600"/>
              <a:gd name="connsiteY3" fmla="*/ 5143500 h 5143500"/>
              <a:gd name="connsiteX4" fmla="*/ 2368196 w 2768600"/>
              <a:gd name="connsiteY4" fmla="*/ 4769001 h 5143500"/>
              <a:gd name="connsiteX5" fmla="*/ 1894844 w 2768600"/>
              <a:gd name="connsiteY5" fmla="*/ 3814840 h 5143500"/>
              <a:gd name="connsiteX6" fmla="*/ 1420774 w 2768600"/>
              <a:gd name="connsiteY6" fmla="*/ 2859811 h 5143500"/>
              <a:gd name="connsiteX7" fmla="*/ 946602 w 2768600"/>
              <a:gd name="connsiteY7" fmla="*/ 1906540 h 5143500"/>
              <a:gd name="connsiteX8" fmla="*/ 472429 w 2768600"/>
              <a:gd name="connsiteY8" fmla="*/ 953268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8600" h="5143500">
                <a:moveTo>
                  <a:pt x="0" y="0"/>
                </a:moveTo>
                <a:lnTo>
                  <a:pt x="2768600" y="0"/>
                </a:lnTo>
                <a:lnTo>
                  <a:pt x="2768600" y="5143500"/>
                </a:lnTo>
                <a:lnTo>
                  <a:pt x="2554460" y="5143500"/>
                </a:lnTo>
                <a:lnTo>
                  <a:pt x="2368196" y="4769001"/>
                </a:lnTo>
                <a:lnTo>
                  <a:pt x="1894844" y="3814840"/>
                </a:lnTo>
                <a:lnTo>
                  <a:pt x="1420774" y="2859811"/>
                </a:lnTo>
                <a:lnTo>
                  <a:pt x="946602" y="1906540"/>
                </a:lnTo>
                <a:lnTo>
                  <a:pt x="472429" y="95326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A7DE626-2ACE-F5B9-6AEB-1372D35787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39821" y="6236625"/>
            <a:ext cx="1130400" cy="28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CDF58FA-8C3D-B675-9126-F1692CC7A0B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E58CDC-2905-4C13-8FF3-E2B3B5A46AD9}" type="datetime3">
              <a:rPr lang="en-US" smtClean="0"/>
              <a:pPr/>
              <a:t>1 October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9E7EBBE-A29B-487A-342B-20BED545D0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C8549BF-7C39-73C0-AAC2-4716780B441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57B060-29C8-4D42-8CAF-8C19292F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22319"/>
            <a:ext cx="7110412" cy="574516"/>
          </a:xfrm>
        </p:spPr>
        <p:txBody>
          <a:bodyPr anchor="b">
            <a:spAutoFit/>
          </a:bodyPr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1DA08F2-744F-47DA-881D-573B773FA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9" y="4877348"/>
            <a:ext cx="7110412" cy="86482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67"/>
              </a:spcBef>
              <a:buNone/>
              <a:defRPr sz="2400" b="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D0698A0-8DB6-43AC-80BB-B1EDD648C22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43984" y="771029"/>
            <a:ext cx="1507949" cy="384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40F71EC-1461-470F-A519-82B6F5F2CD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49867" y="1"/>
            <a:ext cx="5876000" cy="6858001"/>
          </a:xfrm>
          <a:custGeom>
            <a:avLst/>
            <a:gdLst>
              <a:gd name="connsiteX0" fmla="*/ 3498492 w 4407000"/>
              <a:gd name="connsiteY0" fmla="*/ 0 h 5143501"/>
              <a:gd name="connsiteX1" fmla="*/ 4407000 w 4407000"/>
              <a:gd name="connsiteY1" fmla="*/ 5033465 h 5143501"/>
              <a:gd name="connsiteX2" fmla="*/ 4407000 w 4407000"/>
              <a:gd name="connsiteY2" fmla="*/ 5143500 h 5143501"/>
              <a:gd name="connsiteX3" fmla="*/ 928370 w 4407000"/>
              <a:gd name="connsiteY3" fmla="*/ 5143501 h 5143501"/>
              <a:gd name="connsiteX4" fmla="*/ 0 w 4407000"/>
              <a:gd name="connsiteY4" fmla="*/ 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000" h="5143501">
                <a:moveTo>
                  <a:pt x="3498492" y="0"/>
                </a:moveTo>
                <a:lnTo>
                  <a:pt x="4407000" y="5033465"/>
                </a:lnTo>
                <a:lnTo>
                  <a:pt x="4407000" y="5143500"/>
                </a:lnTo>
                <a:lnTo>
                  <a:pt x="928370" y="514350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3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CB38E6-081D-4ACD-BA95-B287E1DEA7B0}"/>
              </a:ext>
            </a:extLst>
          </p:cNvPr>
          <p:cNvSpPr/>
          <p:nvPr userDrawn="1"/>
        </p:nvSpPr>
        <p:spPr bwMode="auto">
          <a:xfrm>
            <a:off x="800786" y="1472967"/>
            <a:ext cx="5079190" cy="26761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D360E5-495B-44B0-A314-4C74BCB63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E580-C803-4B06-8E75-7A7B7F9EF0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7146E88-7547-413C-92A8-02673B838C07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3B6E-818F-46FF-AF55-E36E28C0F5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36AAF79-786C-4203-B410-69A5090737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1424" y="1556792"/>
            <a:ext cx="4896544" cy="2059186"/>
          </a:xfrm>
          <a:custGeom>
            <a:avLst/>
            <a:gdLst>
              <a:gd name="connsiteX0" fmla="*/ 0 w 5079190"/>
              <a:gd name="connsiteY0" fmla="*/ 0 h 2160240"/>
              <a:gd name="connsiteX1" fmla="*/ 5079190 w 5079190"/>
              <a:gd name="connsiteY1" fmla="*/ 0 h 2160240"/>
              <a:gd name="connsiteX2" fmla="*/ 5079190 w 5079190"/>
              <a:gd name="connsiteY2" fmla="*/ 2160240 h 2160240"/>
              <a:gd name="connsiteX3" fmla="*/ 0 w 5079190"/>
              <a:gd name="connsiteY3" fmla="*/ 216024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9190" h="2160240">
                <a:moveTo>
                  <a:pt x="0" y="0"/>
                </a:moveTo>
                <a:lnTo>
                  <a:pt x="5079190" y="0"/>
                </a:lnTo>
                <a:lnTo>
                  <a:pt x="5079190" y="2160240"/>
                </a:lnTo>
                <a:lnTo>
                  <a:pt x="0" y="21602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A8A6AF-E6DA-4584-B419-97E0F9806AA7}"/>
              </a:ext>
            </a:extLst>
          </p:cNvPr>
          <p:cNvSpPr/>
          <p:nvPr userDrawn="1"/>
        </p:nvSpPr>
        <p:spPr bwMode="auto">
          <a:xfrm>
            <a:off x="800786" y="4365105"/>
            <a:ext cx="5079190" cy="16562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234A6C95-F82A-47EF-92AC-BA839567B5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3043" y="4497914"/>
            <a:ext cx="4714676" cy="1397114"/>
          </a:xfrm>
        </p:spPr>
        <p:txBody>
          <a:bodyPr/>
          <a:lstStyle>
            <a:lvl1pPr marL="285750" indent="-2857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endParaRPr lang="en-US" dirty="0"/>
          </a:p>
        </p:txBody>
      </p:sp>
      <p:sp>
        <p:nvSpPr>
          <p:cNvPr id="28" name="Title 7">
            <a:extLst>
              <a:ext uri="{FF2B5EF4-FFF2-40B4-BE49-F238E27FC236}">
                <a16:creationId xmlns:a16="http://schemas.microsoft.com/office/drawing/2014/main" id="{0AEB1474-8783-422D-9FF0-0C94F1F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476672"/>
            <a:ext cx="11376024" cy="492443"/>
          </a:xfrm>
        </p:spPr>
        <p:txBody>
          <a:bodyPr>
            <a:sp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37AA41CC-3571-4611-BD33-48C28AD246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0016" y="1455738"/>
            <a:ext cx="5328592" cy="4565650"/>
          </a:xfrm>
          <a:custGeom>
            <a:avLst/>
            <a:gdLst>
              <a:gd name="connsiteX0" fmla="*/ 0 w 5328592"/>
              <a:gd name="connsiteY0" fmla="*/ 0 h 3960540"/>
              <a:gd name="connsiteX1" fmla="*/ 5328592 w 5328592"/>
              <a:gd name="connsiteY1" fmla="*/ 0 h 3960540"/>
              <a:gd name="connsiteX2" fmla="*/ 5328592 w 5328592"/>
              <a:gd name="connsiteY2" fmla="*/ 3960540 h 3960540"/>
              <a:gd name="connsiteX3" fmla="*/ 0 w 5328592"/>
              <a:gd name="connsiteY3" fmla="*/ 3960540 h 396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8592" h="3960540">
                <a:moveTo>
                  <a:pt x="0" y="0"/>
                </a:moveTo>
                <a:lnTo>
                  <a:pt x="5328592" y="0"/>
                </a:lnTo>
                <a:lnTo>
                  <a:pt x="5328592" y="3960540"/>
                </a:lnTo>
                <a:lnTo>
                  <a:pt x="0" y="3960540"/>
                </a:lnTo>
                <a:close/>
              </a:path>
            </a:pathLst>
          </a:custGeom>
          <a:pattFill prst="pct5">
            <a:fgClr>
              <a:srgbClr val="002F5F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78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page no stripes bottom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68411"/>
            <a:ext cx="9302881" cy="5347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6489701"/>
            <a:ext cx="2616286" cy="368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747" y="1628775"/>
            <a:ext cx="11199291" cy="467995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21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 noChangeAspect="1"/>
          </p:cNvSpPr>
          <p:nvPr>
            <p:ph type="sldNum" sz="quarter" idx="4"/>
          </p:nvPr>
        </p:nvSpPr>
        <p:spPr>
          <a:xfrm flipH="1">
            <a:off x="407988" y="6381328"/>
            <a:ext cx="359420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0" tIns="0" rIns="0" bIns="0" rtlCol="0" anchor="ctr" anchorCtr="0"/>
          <a:lstStyle>
            <a:lvl1pPr algn="ctr">
              <a:defRPr sz="600" b="0" cap="all" spc="100" baseline="0"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7989" y="548680"/>
            <a:ext cx="11376024" cy="100811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8" y="1844823"/>
            <a:ext cx="11376025" cy="41765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1424" y="6381328"/>
            <a:ext cx="1224136" cy="143296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600" b="0" cap="all" spc="200" baseline="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9576" y="6381328"/>
            <a:ext cx="7632848" cy="14401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defRPr sz="600" b="0" cap="all" spc="200" baseline="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(c)" hidden="1"/>
          <p:cNvSpPr txBox="1"/>
          <p:nvPr/>
        </p:nvSpPr>
        <p:spPr>
          <a:xfrm>
            <a:off x="11997738" y="6891795"/>
            <a:ext cx="187552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dirty="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dirty="0" err="1">
                <a:solidFill>
                  <a:schemeClr val="bg1"/>
                </a:solidFill>
                <a:latin typeface="+mn-lt"/>
              </a:rPr>
              <a:t>lamor</a:t>
            </a:r>
            <a:endParaRPr lang="en-GB" sz="200" dirty="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/>
          <p:cNvPicPr>
            <a:picLocks noChangeAspect="1" noChangeArrowheads="1"/>
          </p:cNvPicPr>
          <p:nvPr/>
        </p:nvPicPr>
        <p:blipFill>
          <a:blip r:embed="rId7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reeform 6">
            <a:extLst>
              <a:ext uri="{FF2B5EF4-FFF2-40B4-BE49-F238E27FC236}">
                <a16:creationId xmlns:a16="http://schemas.microsoft.com/office/drawing/2014/main" id="{E86E414C-BDA4-6235-036B-2F3BB126709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646502" y="6236625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8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62" r:id="rId3"/>
    <p:sldLayoutId id="2147483760" r:id="rId4"/>
    <p:sldLayoutId id="2147483759" r:id="rId5"/>
    <p:sldLayoutId id="2147483747" r:id="rId6"/>
    <p:sldLayoutId id="2147483709" r:id="rId7"/>
    <p:sldLayoutId id="2147483763" r:id="rId8"/>
    <p:sldLayoutId id="2147483746" r:id="rId9"/>
    <p:sldLayoutId id="2147483735" r:id="rId10"/>
    <p:sldLayoutId id="2147483764" r:id="rId11"/>
    <p:sldLayoutId id="2147483650" r:id="rId12"/>
    <p:sldLayoutId id="2147483706" r:id="rId13"/>
    <p:sldLayoutId id="2147483755" r:id="rId14"/>
    <p:sldLayoutId id="2147483769" r:id="rId15"/>
    <p:sldLayoutId id="2147483750" r:id="rId16"/>
    <p:sldLayoutId id="2147483783" r:id="rId17"/>
    <p:sldLayoutId id="2147483785" r:id="rId18"/>
    <p:sldLayoutId id="2147483788" r:id="rId19"/>
    <p:sldLayoutId id="2147483663" r:id="rId20"/>
    <p:sldLayoutId id="2147483765" r:id="rId21"/>
    <p:sldLayoutId id="2147483761" r:id="rId22"/>
    <p:sldLayoutId id="2147483753" r:id="rId23"/>
    <p:sldLayoutId id="2147483752" r:id="rId24"/>
    <p:sldLayoutId id="2147483713" r:id="rId25"/>
    <p:sldLayoutId id="2147483652" r:id="rId26"/>
    <p:sldLayoutId id="2147483741" r:id="rId27"/>
    <p:sldLayoutId id="2147483771" r:id="rId28"/>
    <p:sldLayoutId id="2147483710" r:id="rId29"/>
    <p:sldLayoutId id="2147483711" r:id="rId30"/>
    <p:sldLayoutId id="2147483712" r:id="rId31"/>
    <p:sldLayoutId id="2147483700" r:id="rId32"/>
    <p:sldLayoutId id="2147483701" r:id="rId33"/>
    <p:sldLayoutId id="2147483728" r:id="rId34"/>
    <p:sldLayoutId id="2147483744" r:id="rId35"/>
    <p:sldLayoutId id="2147483703" r:id="rId36"/>
    <p:sldLayoutId id="2147483720" r:id="rId37"/>
    <p:sldLayoutId id="2147483704" r:id="rId38"/>
    <p:sldLayoutId id="2147483705" r:id="rId39"/>
    <p:sldLayoutId id="2147483721" r:id="rId40"/>
    <p:sldLayoutId id="2147483722" r:id="rId41"/>
    <p:sldLayoutId id="2147483723" r:id="rId42"/>
    <p:sldLayoutId id="2147483725" r:id="rId43"/>
    <p:sldLayoutId id="2147483724" r:id="rId44"/>
    <p:sldLayoutId id="2147483727" r:id="rId45"/>
    <p:sldLayoutId id="2147483726" r:id="rId46"/>
    <p:sldLayoutId id="2147483756" r:id="rId47"/>
    <p:sldLayoutId id="2147483770" r:id="rId48"/>
    <p:sldLayoutId id="2147483714" r:id="rId49"/>
    <p:sldLayoutId id="2147483754" r:id="rId50"/>
    <p:sldLayoutId id="2147483732" r:id="rId51"/>
    <p:sldLayoutId id="2147483731" r:id="rId52"/>
    <p:sldLayoutId id="2147483766" r:id="rId53"/>
    <p:sldLayoutId id="2147483757" r:id="rId54"/>
    <p:sldLayoutId id="2147483758" r:id="rId55"/>
    <p:sldLayoutId id="2147483767" r:id="rId56"/>
    <p:sldLayoutId id="2147483715" r:id="rId57"/>
    <p:sldLayoutId id="2147483716" r:id="rId58"/>
    <p:sldLayoutId id="2147483768" r:id="rId59"/>
    <p:sldLayoutId id="2147483772" r:id="rId60"/>
    <p:sldLayoutId id="2147483774" r:id="rId61"/>
    <p:sldLayoutId id="2147483780" r:id="rId62"/>
    <p:sldLayoutId id="2147483777" r:id="rId63"/>
    <p:sldLayoutId id="2147483779" r:id="rId64"/>
    <p:sldLayoutId id="2147483787" r:id="rId65"/>
    <p:sldLayoutId id="2147483782" r:id="rId66"/>
    <p:sldLayoutId id="2147483786" r:id="rId67"/>
    <p:sldLayoutId id="2147483792" r:id="rId68"/>
    <p:sldLayoutId id="2147483793" r:id="rId69"/>
    <p:sldLayoutId id="2147483794" r:id="rId70"/>
    <p:sldLayoutId id="2147483795" r:id="rId71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www.youtube.com/watch?v=9a8WdwEO2hM" TargetMode="Externa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6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6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6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eurowa.eu/who-we-are/our-members/" TargetMode="Externa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62.sv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97120696?fl=pl&amp;fe=c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3CB20-644F-202F-49DF-9A168534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9CB7-B8B4-E202-4643-26F10E87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F706B0-7053-44B5-B67F-877CDF946943}"/>
              </a:ext>
            </a:extLst>
          </p:cNvPr>
          <p:cNvGrpSpPr/>
          <p:nvPr/>
        </p:nvGrpSpPr>
        <p:grpSpPr>
          <a:xfrm>
            <a:off x="0" y="2060848"/>
            <a:ext cx="7608168" cy="2736304"/>
            <a:chOff x="0" y="1988840"/>
            <a:chExt cx="7608168" cy="24122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3C6D83-9471-4F1F-BC2D-725E776882C8}"/>
                </a:ext>
              </a:extLst>
            </p:cNvPr>
            <p:cNvSpPr/>
            <p:nvPr/>
          </p:nvSpPr>
          <p:spPr bwMode="auto">
            <a:xfrm>
              <a:off x="0" y="1988840"/>
              <a:ext cx="7608168" cy="2412268"/>
            </a:xfrm>
            <a:prstGeom prst="rect">
              <a:avLst/>
            </a:prstGeom>
            <a:gradFill>
              <a:gsLst>
                <a:gs pos="0">
                  <a:schemeClr val="bg1">
                    <a:alpha val="1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E3216A-F0A7-47B8-98BA-01A88C3CBD5C}"/>
                </a:ext>
              </a:extLst>
            </p:cNvPr>
            <p:cNvSpPr/>
            <p:nvPr/>
          </p:nvSpPr>
          <p:spPr bwMode="auto">
            <a:xfrm>
              <a:off x="0" y="1988840"/>
              <a:ext cx="70338" cy="2412268"/>
            </a:xfrm>
            <a:prstGeom prst="rect">
              <a:avLst/>
            </a:prstGeom>
            <a:solidFill>
              <a:schemeClr val="bg1">
                <a:alpha val="44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Google Shape;542;p1">
            <a:extLst>
              <a:ext uri="{FF2B5EF4-FFF2-40B4-BE49-F238E27FC236}">
                <a16:creationId xmlns:a16="http://schemas.microsoft.com/office/drawing/2014/main" id="{306187CC-6B7D-4CBE-89FA-C1DD762922AE}"/>
              </a:ext>
            </a:extLst>
          </p:cNvPr>
          <p:cNvSpPr txBox="1">
            <a:spLocks/>
          </p:cNvSpPr>
          <p:nvPr/>
        </p:nvSpPr>
        <p:spPr>
          <a:xfrm>
            <a:off x="365125" y="2542603"/>
            <a:ext cx="6380617" cy="17727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buSzPts val="4100"/>
            </a:pPr>
            <a:r>
              <a:rPr lang="en-US" sz="4800" dirty="0"/>
              <a:t>Waste Management &amp; Wildlife Response</a:t>
            </a:r>
            <a:endParaRPr lang="en-GB" sz="48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6045D95-0F99-4A04-9DE4-3315B583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23-Jan-24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9B94338-8E25-4461-85EA-C46B183EFA79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6870" y="0"/>
            <a:ext cx="5985131" cy="6858000"/>
          </a:xfrm>
        </p:spPr>
      </p:pic>
    </p:spTree>
    <p:extLst>
      <p:ext uri="{BB962C8B-B14F-4D97-AF65-F5344CB8AC3E}">
        <p14:creationId xmlns:p14="http://schemas.microsoft.com/office/powerpoint/2010/main" val="5933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8180-D45B-F132-130A-0596A1A7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09" y="1030733"/>
            <a:ext cx="5543995" cy="1127553"/>
          </a:xfrm>
        </p:spPr>
        <p:txBody>
          <a:bodyPr>
            <a:spAutoFit/>
          </a:bodyPr>
          <a:lstStyle/>
          <a:p>
            <a:pPr>
              <a:lnSpc>
                <a:spcPct val="120000"/>
              </a:lnSpc>
              <a:buSzPts val="4100"/>
            </a:pPr>
            <a:r>
              <a:rPr lang="en-US" sz="3200" dirty="0"/>
              <a:t>Waste Management &amp; Wildlife Response</a:t>
            </a:r>
            <a:endParaRPr lang="en-GB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FCC5D-E676-754E-1FC6-3D3E83A3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23494-B9BD-A765-E194-4C79CDF1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612422-C49A-15AA-9B4A-92F9E5AFC8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5520" y="3060725"/>
            <a:ext cx="4968552" cy="553998"/>
          </a:xfrm>
        </p:spPr>
        <p:txBody>
          <a:bodyPr>
            <a:spAutoFit/>
          </a:bodyPr>
          <a:lstStyle/>
          <a:p>
            <a:pPr algn="just" fontAlgn="ctr"/>
            <a:r>
              <a:rPr lang="en-GB" sz="1800" u="none" strike="noStrike" dirty="0">
                <a:effectLst/>
              </a:rPr>
              <a:t>List the types of waste generated during oil spill response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2901CA-A2E8-F85B-662A-C5D9E9F97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32048" y="2983224"/>
            <a:ext cx="432000" cy="432000"/>
          </a:xfrm>
        </p:spPr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C2235-417A-F054-BCC5-A37210CE6A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32048" y="3717914"/>
            <a:ext cx="432000" cy="432000"/>
          </a:xfrm>
        </p:spPr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59FF4E-0DBC-6FA7-0CE5-000B3C392C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2048" y="4437994"/>
            <a:ext cx="432000" cy="432000"/>
          </a:xfrm>
        </p:spPr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D4A129-BC27-BFFC-EA57-B8FDDCBFA0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75520" y="3795415"/>
            <a:ext cx="5760640" cy="553998"/>
          </a:xfrm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rgbClr val="002060"/>
                </a:solidFill>
                <a:effectLst/>
              </a:rPr>
              <a:t>Understand the importance of waste management to ensure a smooth response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524D6C-3B2C-E5AF-7E54-EC2F866458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75520" y="4515495"/>
            <a:ext cx="6264696" cy="276999"/>
          </a:xfrm>
        </p:spPr>
        <p:txBody>
          <a:bodyPr wrap="square">
            <a:spAutoFit/>
          </a:bodyPr>
          <a:lstStyle/>
          <a:p>
            <a:r>
              <a:rPr lang="en-US" dirty="0">
                <a:sym typeface="Arial" charset="0"/>
              </a:rPr>
              <a:t>Understand the risk to wildlife during a response</a:t>
            </a:r>
          </a:p>
        </p:txBody>
      </p:sp>
      <p:pic>
        <p:nvPicPr>
          <p:cNvPr id="19" name="Picture 18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75B3B56A-3C7C-B1FD-F89E-7D77D97DA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3549" y="6225979"/>
            <a:ext cx="1194054" cy="310698"/>
          </a:xfrm>
          <a:prstGeom prst="rect">
            <a:avLst/>
          </a:prstGeom>
        </p:spPr>
      </p:pic>
      <p:sp>
        <p:nvSpPr>
          <p:cNvPr id="18" name="Google Shape;571;p16">
            <a:extLst>
              <a:ext uri="{FF2B5EF4-FFF2-40B4-BE49-F238E27FC236}">
                <a16:creationId xmlns:a16="http://schemas.microsoft.com/office/drawing/2014/main" id="{A00FA8F2-1191-43A0-9103-B5E40C6BB19B}"/>
              </a:ext>
            </a:extLst>
          </p:cNvPr>
          <p:cNvSpPr txBox="1">
            <a:spLocks/>
          </p:cNvSpPr>
          <p:nvPr/>
        </p:nvSpPr>
        <p:spPr>
          <a:xfrm>
            <a:off x="1056060" y="2251762"/>
            <a:ext cx="3383755" cy="3693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1300"/>
            </a:pPr>
            <a:r>
              <a:rPr lang="en-US" sz="2400" dirty="0">
                <a:solidFill>
                  <a:srgbClr val="002F5F"/>
                </a:solidFill>
              </a:rPr>
              <a:t>Objectives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66ED1C0-D4B4-4003-B856-87DF4523F0C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53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0BB058-914E-4DA5-8939-DD7EE69E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latin typeface="+mj-lt"/>
              </a:rPr>
              <a:pPr/>
              <a:t>3</a:t>
            </a:fld>
            <a:endParaRPr lang="en-US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0832C-B2B9-4EF6-B167-415F5490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44" y="3101479"/>
            <a:ext cx="7153908" cy="1323439"/>
          </a:xfrm>
        </p:spPr>
        <p:txBody>
          <a:bodyPr spcFirstLastPara="1" vert="horz" wrap="square" lIns="91440" tIns="45720" rIns="91440" bIns="45720" rtlCol="0" anchor="b" anchorCtr="0">
            <a:spAutoFit/>
          </a:bodyPr>
          <a:lstStyle/>
          <a:p>
            <a:r>
              <a:rPr lang="en-US" sz="4000" dirty="0"/>
              <a:t>What waste is generated during an Oil Spill?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82F98ED-1EF9-4FDC-8E08-4048CC4A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633" y="4555792"/>
            <a:ext cx="6408092" cy="707886"/>
          </a:xfrm>
        </p:spPr>
        <p:txBody>
          <a:bodyPr spcFirstLastPara="1"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600" dirty="0">
                <a:latin typeface="+mj-lt"/>
              </a:rPr>
              <a:t>List the different types</a:t>
            </a:r>
          </a:p>
          <a:p>
            <a:pPr>
              <a:lnSpc>
                <a:spcPct val="125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600" dirty="0">
                <a:latin typeface="+mj-lt"/>
              </a:rPr>
              <a:t>How can we process this waste?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2427D1D-C8DC-47E5-93D9-164069D1B8A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9976" y="0"/>
            <a:ext cx="6312024" cy="6858000"/>
          </a:xfrm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8A1BB62-A4EF-4BE6-8AF5-DDC6ADAC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424" y="6381328"/>
            <a:ext cx="1224136" cy="143296"/>
          </a:xfrm>
        </p:spPr>
        <p:txBody>
          <a:bodyPr/>
          <a:lstStyle/>
          <a:p>
            <a:fld id="{DC8E9DBA-644C-41EF-BE6D-01893A14A32A}" type="datetime3">
              <a:rPr lang="en-US" smtClean="0">
                <a:latin typeface="+mj-lt"/>
              </a:rPr>
              <a:t>1 October 2026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740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93FD8-0CF9-13C3-BA50-EA01EC57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519EB-AF59-D7AE-7497-0D9D8BF4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FCFE1-5BD4-8FF4-829E-311E111C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75A1B1-48F2-4F49-885D-1FAE9B7A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455336"/>
            <a:ext cx="11376025" cy="1008063"/>
          </a:xfrm>
        </p:spPr>
        <p:txBody>
          <a:bodyPr/>
          <a:lstStyle/>
          <a:p>
            <a:pPr algn="ctr"/>
            <a:r>
              <a:rPr lang="en-US" dirty="0"/>
              <a:t>Waste Hierarchy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E51165F-658C-F72F-F36B-38A3D401E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0" y="1323975"/>
            <a:ext cx="9144000" cy="5200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5CB1BB-4392-9ACE-27BA-71EB8B6A112F}"/>
              </a:ext>
            </a:extLst>
          </p:cNvPr>
          <p:cNvSpPr txBox="1"/>
          <p:nvPr/>
        </p:nvSpPr>
        <p:spPr>
          <a:xfrm>
            <a:off x="2640013" y="2205039"/>
            <a:ext cx="1295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0183A9"/>
                </a:solidFill>
                <a:latin typeface="Arial" pitchFamily="34" charset="0"/>
                <a:ea typeface="+mj-ea"/>
                <a:cs typeface="Arial" pitchFamily="34" charset="0"/>
              </a:rPr>
              <a:t>Water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396A20-00D1-81D4-4D74-EFF7A879D8D3}"/>
              </a:ext>
            </a:extLst>
          </p:cNvPr>
          <p:cNvSpPr txBox="1"/>
          <p:nvPr/>
        </p:nvSpPr>
        <p:spPr>
          <a:xfrm>
            <a:off x="2495550" y="4652964"/>
            <a:ext cx="2592388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0183A9"/>
                </a:solidFill>
                <a:latin typeface="Arial" pitchFamily="34" charset="0"/>
                <a:ea typeface="+mj-ea"/>
                <a:cs typeface="Arial" pitchFamily="34" charset="0"/>
              </a:rPr>
              <a:t>Oil Spill Products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B4E7B-02A5-A0EC-E4BE-CA0A6BAB037B}"/>
              </a:ext>
            </a:extLst>
          </p:cNvPr>
          <p:cNvSpPr txBox="1"/>
          <p:nvPr/>
        </p:nvSpPr>
        <p:spPr>
          <a:xfrm>
            <a:off x="7032626" y="2205039"/>
            <a:ext cx="2951163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0183A9"/>
                </a:solidFill>
                <a:latin typeface="Arial" pitchFamily="34" charset="0"/>
                <a:ea typeface="+mj-ea"/>
                <a:cs typeface="Arial" pitchFamily="34" charset="0"/>
              </a:rPr>
              <a:t>Dead Wildlife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725800-8000-E173-7396-2581F88E5DA2}"/>
              </a:ext>
            </a:extLst>
          </p:cNvPr>
          <p:cNvSpPr txBox="1"/>
          <p:nvPr/>
        </p:nvSpPr>
        <p:spPr>
          <a:xfrm>
            <a:off x="8291514" y="3357564"/>
            <a:ext cx="2376487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0183A9"/>
                </a:solidFill>
                <a:latin typeface="Arial" pitchFamily="34" charset="0"/>
                <a:ea typeface="+mj-ea"/>
                <a:cs typeface="Arial" pitchFamily="34" charset="0"/>
              </a:rPr>
              <a:t>Sediments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C349F1-D480-1D8A-6270-97E9440D94BE}"/>
              </a:ext>
            </a:extLst>
          </p:cNvPr>
          <p:cNvSpPr txBox="1"/>
          <p:nvPr/>
        </p:nvSpPr>
        <p:spPr>
          <a:xfrm>
            <a:off x="8040688" y="5084764"/>
            <a:ext cx="1295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rgbClr val="0183A9"/>
                </a:solidFill>
                <a:latin typeface="Arial" pitchFamily="34" charset="0"/>
                <a:ea typeface="+mj-ea"/>
                <a:cs typeface="Arial" pitchFamily="34" charset="0"/>
              </a:rPr>
              <a:t>Debris</a:t>
            </a:r>
          </a:p>
        </p:txBody>
      </p:sp>
    </p:spTree>
    <p:extLst>
      <p:ext uri="{BB962C8B-B14F-4D97-AF65-F5344CB8AC3E}">
        <p14:creationId xmlns:p14="http://schemas.microsoft.com/office/powerpoint/2010/main" val="157588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70A2-3342-E509-2EA5-4E13E123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Waste VS Response Strategy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34B17-1097-0249-9C08-9BA8F03B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5151C-1D8A-6EA5-3E0C-D9F18F42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9EE57-EAD2-4939-0561-6A171201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17FF94-688A-65A5-029D-44CEB81E2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694889"/>
              </p:ext>
            </p:extLst>
          </p:nvPr>
        </p:nvGraphicFramePr>
        <p:xfrm>
          <a:off x="1519890" y="1340768"/>
          <a:ext cx="8676457" cy="4651846"/>
        </p:xfrm>
        <a:graphic>
          <a:graphicData uri="http://schemas.openxmlformats.org/drawingml/2006/table">
            <a:tbl>
              <a:tblPr firstRow="1" bandRow="1"/>
              <a:tblGrid>
                <a:gridCol w="3591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86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Response Strategy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Wastes collected &amp; generated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Dispersant application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061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Containment and Recovery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1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Shoreline Cleanup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In situ burning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77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70A2-3342-E509-2EA5-4E13E123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Waste VS Response Strategy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34B17-1097-0249-9C08-9BA8F03B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5151C-1D8A-6EA5-3E0C-D9F18F42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9EE57-EAD2-4939-0561-6A171201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61822E8D-F50B-9957-5EB2-F90F46E053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283820"/>
              </p:ext>
            </p:extLst>
          </p:nvPr>
        </p:nvGraphicFramePr>
        <p:xfrm>
          <a:off x="1740024" y="1484784"/>
          <a:ext cx="8676457" cy="4651846"/>
        </p:xfrm>
        <a:graphic>
          <a:graphicData uri="http://schemas.openxmlformats.org/drawingml/2006/table">
            <a:tbl>
              <a:tblPr firstRow="1" bandRow="1"/>
              <a:tblGrid>
                <a:gridCol w="3591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86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Response Strategy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Wastes collected &amp; generated</a:t>
                      </a:r>
                      <a:endParaRPr lang="en-GB" sz="16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Dispersant application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PPE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Dispersant drums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061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Containment and Recovery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Oiled vessels, booms, skimmers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Liquid oil / water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Emulsified oil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PPE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1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Shoreline Cleanup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Oiled vessels, machinery. beach materials/vegetation, debris, animals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Liquid oil / water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Emulsified oil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PPE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Arial"/>
                          <a:ea typeface="Times New Roman"/>
                          <a:cs typeface="Arial"/>
                        </a:rPr>
                        <a:t>In situ burning</a:t>
                      </a:r>
                      <a:endParaRPr lang="en-GB" sz="1600" b="1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Fire damaged boom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Arial"/>
                        </a:rPr>
                        <a:t>Oiled vessels</a:t>
                      </a:r>
                      <a:endParaRPr lang="en-GB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03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2353-D9FB-46EA-870D-CFA9D5EF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482" y="529796"/>
            <a:ext cx="9302881" cy="534788"/>
          </a:xfrm>
        </p:spPr>
        <p:txBody>
          <a:bodyPr/>
          <a:lstStyle/>
          <a:p>
            <a:r>
              <a:rPr lang="en-GB" dirty="0"/>
              <a:t>What does history tell us ………….casualties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C3F397-71A8-49F4-BCAB-389862DE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8840" y="979272"/>
            <a:ext cx="2494906" cy="186158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506990-9A41-4A29-8998-9A08D0C2DC64}"/>
              </a:ext>
            </a:extLst>
          </p:cNvPr>
          <p:cNvSpPr txBox="1"/>
          <p:nvPr/>
        </p:nvSpPr>
        <p:spPr>
          <a:xfrm>
            <a:off x="3006566" y="1316220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Amoco Cadiz…225K lost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49DB5-6DA1-431D-B207-B22A17A26B6A}"/>
              </a:ext>
            </a:extLst>
          </p:cNvPr>
          <p:cNvSpPr txBox="1"/>
          <p:nvPr/>
        </p:nvSpPr>
        <p:spPr>
          <a:xfrm>
            <a:off x="3006565" y="1729994"/>
            <a:ext cx="3820344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 85K liquid.. 165K solid    </a:t>
            </a:r>
          </a:p>
        </p:txBody>
      </p:sp>
      <p:pic>
        <p:nvPicPr>
          <p:cNvPr id="1028" name="Picture 4" descr="THE THREAT OF MINING AND OIL &amp; GAS TO OUR MARINE HERITAGE">
            <a:extLst>
              <a:ext uri="{FF2B5EF4-FFF2-40B4-BE49-F238E27FC236}">
                <a16:creationId xmlns:a16="http://schemas.microsoft.com/office/drawing/2014/main" id="{C577B581-779C-4A4A-AD06-A5ECA7327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0063" y="3657843"/>
            <a:ext cx="3712516" cy="184458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D0EDED-2DDD-4DDC-9405-51FEFBBA3304}"/>
              </a:ext>
            </a:extLst>
          </p:cNvPr>
          <p:cNvSpPr txBox="1"/>
          <p:nvPr/>
        </p:nvSpPr>
        <p:spPr>
          <a:xfrm>
            <a:off x="6199423" y="4373247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Katina P…1,100K lost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F2B26-9862-43A9-9856-5A73783C25DE}"/>
              </a:ext>
            </a:extLst>
          </p:cNvPr>
          <p:cNvSpPr txBox="1"/>
          <p:nvPr/>
        </p:nvSpPr>
        <p:spPr>
          <a:xfrm>
            <a:off x="6199423" y="4787020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…1,400K liquid…30K solid </a:t>
            </a:r>
          </a:p>
        </p:txBody>
      </p:sp>
      <p:pic>
        <p:nvPicPr>
          <p:cNvPr id="1032" name="Picture 8" descr="Exxon Valdez oil spill: A long, painful recovery | Environment| All topics  from climate change to conservation | DW | 24.03.2014">
            <a:extLst>
              <a:ext uri="{FF2B5EF4-FFF2-40B4-BE49-F238E27FC236}">
                <a16:creationId xmlns:a16="http://schemas.microsoft.com/office/drawing/2014/main" id="{DA1300DE-0273-4902-B1E9-2D780B2D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0662" y="1316220"/>
            <a:ext cx="3190677" cy="17927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078B9D-2FBF-4BDC-936D-73FC64528166}"/>
              </a:ext>
            </a:extLst>
          </p:cNvPr>
          <p:cNvSpPr txBox="1"/>
          <p:nvPr/>
        </p:nvSpPr>
        <p:spPr>
          <a:xfrm>
            <a:off x="7691338" y="1804105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Exxon Valdez…35K lost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48836-8FDC-40C8-8D9D-D2D9A9E519D5}"/>
              </a:ext>
            </a:extLst>
          </p:cNvPr>
          <p:cNvSpPr txBox="1"/>
          <p:nvPr/>
        </p:nvSpPr>
        <p:spPr>
          <a:xfrm>
            <a:off x="7691338" y="2197579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…13K liquid…33K solid </a:t>
            </a:r>
          </a:p>
        </p:txBody>
      </p:sp>
      <p:pic>
        <p:nvPicPr>
          <p:cNvPr id="1034" name="Picture 10" descr="HAVEN, Italy, 1991 - ITOPF">
            <a:extLst>
              <a:ext uri="{FF2B5EF4-FFF2-40B4-BE49-F238E27FC236}">
                <a16:creationId xmlns:a16="http://schemas.microsoft.com/office/drawing/2014/main" id="{9AC222D8-A272-469D-8A87-102E97949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418" y="3146671"/>
            <a:ext cx="2975795" cy="223951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91D66C-2E62-4558-83F5-C04394D5DD9E}"/>
              </a:ext>
            </a:extLst>
          </p:cNvPr>
          <p:cNvSpPr txBox="1"/>
          <p:nvPr/>
        </p:nvSpPr>
        <p:spPr>
          <a:xfrm>
            <a:off x="3539773" y="3846618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Haven…140K lost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198A76-070D-4641-A54A-0FCB5AF7E672}"/>
              </a:ext>
            </a:extLst>
          </p:cNvPr>
          <p:cNvSpPr txBox="1"/>
          <p:nvPr/>
        </p:nvSpPr>
        <p:spPr>
          <a:xfrm>
            <a:off x="3539774" y="4163111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…9K liquid…28K solid </a:t>
            </a:r>
          </a:p>
        </p:txBody>
      </p:sp>
      <p:pic>
        <p:nvPicPr>
          <p:cNvPr id="1036" name="Picture 12" descr="The MV Braer oil spill - a disaster waiting to happen ... again? | The  National">
            <a:extLst>
              <a:ext uri="{FF2B5EF4-FFF2-40B4-BE49-F238E27FC236}">
                <a16:creationId xmlns:a16="http://schemas.microsoft.com/office/drawing/2014/main" id="{F6131DBE-98E5-4802-8062-B1504CEA3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9750" y="4592733"/>
            <a:ext cx="2975795" cy="213358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A8856E-54B7-482E-B0F8-929E247617C3}"/>
              </a:ext>
            </a:extLst>
          </p:cNvPr>
          <p:cNvSpPr txBox="1"/>
          <p:nvPr/>
        </p:nvSpPr>
        <p:spPr>
          <a:xfrm>
            <a:off x="7265020" y="5284644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 err="1"/>
              <a:t>Braer</a:t>
            </a:r>
            <a:r>
              <a:rPr lang="en-GB" sz="2017" dirty="0"/>
              <a:t>…85K lost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018806-72DE-4F85-9368-B4BEA4BC50B5}"/>
              </a:ext>
            </a:extLst>
          </p:cNvPr>
          <p:cNvSpPr txBox="1"/>
          <p:nvPr/>
        </p:nvSpPr>
        <p:spPr>
          <a:xfrm>
            <a:off x="7265021" y="5678118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…0 liquid…2K solid </a:t>
            </a:r>
          </a:p>
        </p:txBody>
      </p:sp>
      <p:pic>
        <p:nvPicPr>
          <p:cNvPr id="1038" name="Picture 14" descr="Subjects of the Sea Empress: the 20th Anniversary of an Oil Spill «  Cultural Ecology">
            <a:extLst>
              <a:ext uri="{FF2B5EF4-FFF2-40B4-BE49-F238E27FC236}">
                <a16:creationId xmlns:a16="http://schemas.microsoft.com/office/drawing/2014/main" id="{7C282035-406F-41FA-A271-89AC63D2E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9337" y="2494666"/>
            <a:ext cx="2639452" cy="1876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B0962D3-5A2B-4D67-B55C-3C1271D83541}"/>
              </a:ext>
            </a:extLst>
          </p:cNvPr>
          <p:cNvSpPr txBox="1"/>
          <p:nvPr/>
        </p:nvSpPr>
        <p:spPr>
          <a:xfrm>
            <a:off x="8314221" y="2813632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Sea Empress…72K lost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0F90C6-CCC8-4E6F-B207-84E2D798D9D6}"/>
              </a:ext>
            </a:extLst>
          </p:cNvPr>
          <p:cNvSpPr txBox="1"/>
          <p:nvPr/>
        </p:nvSpPr>
        <p:spPr>
          <a:xfrm>
            <a:off x="8144412" y="3297037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…22K liquid…12K solid </a:t>
            </a:r>
          </a:p>
        </p:txBody>
      </p:sp>
      <p:pic>
        <p:nvPicPr>
          <p:cNvPr id="1040" name="Picture 16" descr="Learn from the past: Erika oil spill, Europe's environmental disaster -  SAFETY4SEA">
            <a:extLst>
              <a:ext uri="{FF2B5EF4-FFF2-40B4-BE49-F238E27FC236}">
                <a16:creationId xmlns:a16="http://schemas.microsoft.com/office/drawing/2014/main" id="{F40C433E-0ACB-4889-9043-4EB669828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466" y="1165044"/>
            <a:ext cx="3244033" cy="177141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B18C4BA-EBD2-4DFA-9764-347631DFEC10}"/>
              </a:ext>
            </a:extLst>
          </p:cNvPr>
          <p:cNvSpPr txBox="1"/>
          <p:nvPr/>
        </p:nvSpPr>
        <p:spPr>
          <a:xfrm>
            <a:off x="4036120" y="1550859"/>
            <a:ext cx="3421812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Erika…20K lost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A2E687-404C-4998-963D-E1AC8C6EFA0B}"/>
              </a:ext>
            </a:extLst>
          </p:cNvPr>
          <p:cNvSpPr txBox="1"/>
          <p:nvPr/>
        </p:nvSpPr>
        <p:spPr>
          <a:xfrm>
            <a:off x="4050598" y="1924283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/>
              <a:t>Waste …1K liquid…250K solid </a:t>
            </a: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6C369F27-8C39-4F11-969E-FC48B2296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45765" y="838555"/>
            <a:ext cx="11623444" cy="588530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365CD05-1C35-4EEA-8887-B7EA5F0E4086}"/>
              </a:ext>
            </a:extLst>
          </p:cNvPr>
          <p:cNvSpPr txBox="1"/>
          <p:nvPr/>
        </p:nvSpPr>
        <p:spPr>
          <a:xfrm>
            <a:off x="2527233" y="5486013"/>
            <a:ext cx="3421812" cy="71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>
                <a:solidFill>
                  <a:schemeClr val="bg1"/>
                </a:solidFill>
              </a:rPr>
              <a:t>Deepwater Horizon…932K lost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3EFE6-EA6F-4D1B-BFE2-43727FCC3964}"/>
              </a:ext>
            </a:extLst>
          </p:cNvPr>
          <p:cNvSpPr txBox="1"/>
          <p:nvPr/>
        </p:nvSpPr>
        <p:spPr>
          <a:xfrm>
            <a:off x="3342454" y="5812228"/>
            <a:ext cx="3922566" cy="40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17" dirty="0">
                <a:solidFill>
                  <a:schemeClr val="bg1"/>
                </a:solidFill>
              </a:rPr>
              <a:t>Waste …120K liquid…1,828K solid </a:t>
            </a:r>
          </a:p>
        </p:txBody>
      </p:sp>
    </p:spTree>
    <p:extLst>
      <p:ext uri="{BB962C8B-B14F-4D97-AF65-F5344CB8AC3E}">
        <p14:creationId xmlns:p14="http://schemas.microsoft.com/office/powerpoint/2010/main" val="36619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8" grpId="0"/>
      <p:bldP spid="8" grpId="1"/>
      <p:bldP spid="9" grpId="0"/>
      <p:bldP spid="9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  <p:bldP spid="21" grpId="0"/>
      <p:bldP spid="21" grpId="1"/>
      <p:bldP spid="23" grpId="0"/>
      <p:bldP spid="23" grpId="1"/>
      <p:bldP spid="25" grpId="0"/>
      <p:bldP spid="25" grpId="1"/>
      <p:bldP spid="26" grpId="0"/>
      <p:bldP spid="26" grpId="1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70A2-3342-E509-2EA5-4E13E123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Waste Volume Consideration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34B17-1097-0249-9C08-9BA8F03B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5151C-1D8A-6EA5-3E0C-D9F18F42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9EE57-EAD2-4939-0561-6A171201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4F13C2E-F92C-6528-1F79-F2891FA115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421165"/>
              </p:ext>
            </p:extLst>
          </p:nvPr>
        </p:nvGraphicFramePr>
        <p:xfrm>
          <a:off x="4696316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2CD4036-E139-AED3-8E87-4C4F2CE4AD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2743026"/>
              </p:ext>
            </p:extLst>
          </p:nvPr>
        </p:nvGraphicFramePr>
        <p:xfrm>
          <a:off x="6208484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C53EBB2-EEAC-EBB6-C197-56E2DDC08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120163"/>
              </p:ext>
            </p:extLst>
          </p:nvPr>
        </p:nvGraphicFramePr>
        <p:xfrm>
          <a:off x="7720652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2CA397C-A7FD-2DD0-7F88-870C4780F7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2550910"/>
              </p:ext>
            </p:extLst>
          </p:nvPr>
        </p:nvGraphicFramePr>
        <p:xfrm>
          <a:off x="9217054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F1D65C2-C556-0F6D-B713-63B74DB03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537825"/>
              </p:ext>
            </p:extLst>
          </p:nvPr>
        </p:nvGraphicFramePr>
        <p:xfrm>
          <a:off x="3184148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B0CF63A-A43E-9388-55A3-CB8918444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2635030"/>
              </p:ext>
            </p:extLst>
          </p:nvPr>
        </p:nvGraphicFramePr>
        <p:xfrm>
          <a:off x="1671980" y="1412776"/>
          <a:ext cx="1368152" cy="476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224839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>
                                            <p:graphicEl>
                                              <a:dgm id="{E07045A2-3B14-4E39-A68E-9F6FD179A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74B1181-A3AE-4847-BFB8-D34D3F0BB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>
                                            <p:graphicEl>
                                              <a:dgm id="{E74B1181-A3AE-4847-BFB8-D34D3F0BBC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A45824A-3173-426F-B195-7A7826CBE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DA45824A-3173-426F-B195-7A7826CBE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306818A-2655-487F-9333-0AC32F25A1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graphicEl>
                                              <a:dgm id="{0306818A-2655-487F-9333-0AC32F25A1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C341E9-2241-46D6-8EF1-1BCAEEAF3F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>
                                            <p:graphicEl>
                                              <a:dgm id="{38C341E9-2241-46D6-8EF1-1BCAEEAF3F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97954BF-EAD5-411A-B2B2-203D5A420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graphicEl>
                                              <a:dgm id="{597954BF-EAD5-411A-B2B2-203D5A420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7BB3452-3EF3-4EC0-8320-93631AD57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>
                                            <p:graphicEl>
                                              <a:dgm id="{C7BB3452-3EF3-4EC0-8320-93631AD57A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9D88C0E-85E0-42FF-873A-AC69344369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>
                                            <p:graphicEl>
                                              <a:dgm id="{C9D88C0E-85E0-42FF-873A-AC69344369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6114BE8-0A9D-40A4-8F95-E7C48AC7D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">
                                            <p:graphicEl>
                                              <a:dgm id="{66114BE8-0A9D-40A4-8F95-E7C48AC7D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  <p:bldGraphic spid="8" grpId="0">
        <p:bldSub>
          <a:bldDgm bld="one"/>
        </p:bldSub>
      </p:bldGraphic>
      <p:bldGraphic spid="9" grpId="0">
        <p:bldSub>
          <a:bldDgm bld="one"/>
        </p:bldSub>
      </p:bldGraphic>
      <p:bldGraphic spid="10" grpId="0">
        <p:bldAsOne/>
      </p:bldGraphic>
      <p:bldGraphic spid="11" grpId="0">
        <p:bldSub>
          <a:bldDgm bld="one"/>
        </p:bldSub>
      </p:bldGraphic>
      <p:bldGraphic spid="1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4">
            <a:extLst>
              <a:ext uri="{FF2B5EF4-FFF2-40B4-BE49-F238E27FC236}">
                <a16:creationId xmlns:a16="http://schemas.microsoft.com/office/drawing/2014/main" id="{DA7C1472-0FCE-45E8-8082-0F646EF2B63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40016" y="2184400"/>
            <a:ext cx="5550884" cy="370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75A1B1-48F2-4F49-885D-1FAE9B7A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Waste Hierarchy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EE1D-5D63-4DEF-A1AE-26B43371F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7ED68-FFBD-422D-94C4-1E0BE0346F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04D8C66-68A2-481E-9B7B-2266A5937B08}" type="datetime3">
              <a:rPr lang="en-US" smtClean="0"/>
              <a:t>1 October 2026</a:t>
            </a:fld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26DF58C-47BD-4C8C-82F8-127466E882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AC5F06DF-F13D-42F5-B497-398AC409CC3B}"/>
              </a:ext>
            </a:extLst>
          </p:cNvPr>
          <p:cNvSpPr txBox="1">
            <a:spLocks/>
          </p:cNvSpPr>
          <p:nvPr/>
        </p:nvSpPr>
        <p:spPr>
          <a:xfrm>
            <a:off x="6464633" y="1556792"/>
            <a:ext cx="51016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/>
              <a:t>Fuel oil spilt in </a:t>
            </a:r>
            <a:r>
              <a:rPr lang="en-US" dirty="0" err="1"/>
              <a:t>harbour</a:t>
            </a:r>
            <a:r>
              <a:rPr lang="en-US" dirty="0"/>
              <a:t> during bunkering options</a:t>
            </a:r>
          </a:p>
        </p:txBody>
      </p:sp>
    </p:spTree>
    <p:extLst>
      <p:ext uri="{BB962C8B-B14F-4D97-AF65-F5344CB8AC3E}">
        <p14:creationId xmlns:p14="http://schemas.microsoft.com/office/powerpoint/2010/main" val="293289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4">
            <a:extLst>
              <a:ext uri="{FF2B5EF4-FFF2-40B4-BE49-F238E27FC236}">
                <a16:creationId xmlns:a16="http://schemas.microsoft.com/office/drawing/2014/main" id="{DA7C1472-0FCE-45E8-8082-0F646EF2B63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40016" y="1844824"/>
            <a:ext cx="5550884" cy="218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75A1B1-48F2-4F49-885D-1FAE9B7A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can we reduce waste?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EE1D-5D63-4DEF-A1AE-26B43371F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7ED68-FFBD-422D-94C4-1E0BE0346F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04D8C66-68A2-481E-9B7B-2266A5937B08}" type="datetime3">
              <a:rPr lang="en-US" smtClean="0"/>
              <a:t>1 October 2026</a:t>
            </a:fld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26DF58C-47BD-4C8C-82F8-127466E882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AC5F06DF-F13D-42F5-B497-398AC409CC3B}"/>
              </a:ext>
            </a:extLst>
          </p:cNvPr>
          <p:cNvSpPr txBox="1">
            <a:spLocks/>
          </p:cNvSpPr>
          <p:nvPr/>
        </p:nvSpPr>
        <p:spPr>
          <a:xfrm>
            <a:off x="6442397" y="1412776"/>
            <a:ext cx="51016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/>
              <a:t>Fuel oil spilt in </a:t>
            </a:r>
            <a:r>
              <a:rPr lang="en-US" dirty="0" err="1"/>
              <a:t>harbour</a:t>
            </a:r>
            <a:r>
              <a:rPr lang="en-US" dirty="0"/>
              <a:t> during bunkering options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B505D05D-1C4E-49FE-B80A-8A4A35C68133}"/>
              </a:ext>
            </a:extLst>
          </p:cNvPr>
          <p:cNvSpPr txBox="1">
            <a:spLocks/>
          </p:cNvSpPr>
          <p:nvPr/>
        </p:nvSpPr>
        <p:spPr>
          <a:xfrm>
            <a:off x="6260422" y="4088244"/>
            <a:ext cx="5530478" cy="18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b="1" dirty="0"/>
              <a:t>Reducing waste in the context of an oil spill primarily focuses on minimizing the amount of oil released and thus the waste generated.</a:t>
            </a:r>
          </a:p>
          <a:p>
            <a:pPr marL="285750" indent="-2857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Preventive Measures: Use double-hulled tanks and better quality hoses and connectors to decrease the likelihood of spills.</a:t>
            </a:r>
          </a:p>
          <a:p>
            <a:pPr marL="285750" indent="-2857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Improved Training: Regular and rigorous training for personnel involved in bunkering operations can reduce accidents that result in spills.</a:t>
            </a:r>
          </a:p>
          <a:p>
            <a:pPr marL="285750" indent="-2857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Better Monitoring: Implement real-time monitoring of oil transfer to detect and address leaks immediately.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599CFC-45F1-4F16-A147-C5BBE0D72ABF}"/>
              </a:ext>
            </a:extLst>
          </p:cNvPr>
          <p:cNvSpPr/>
          <p:nvPr/>
        </p:nvSpPr>
        <p:spPr bwMode="auto">
          <a:xfrm>
            <a:off x="647952" y="1719922"/>
            <a:ext cx="4799975" cy="77297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4">
            <a:extLst>
              <a:ext uri="{FF2B5EF4-FFF2-40B4-BE49-F238E27FC236}">
                <a16:creationId xmlns:a16="http://schemas.microsoft.com/office/drawing/2014/main" id="{DA7C1472-0FCE-45E8-8082-0F646EF2B63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40016" y="1844824"/>
            <a:ext cx="5550884" cy="218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75A1B1-48F2-4F49-885D-1FAE9B7A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can we reduce waste?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EE1D-5D63-4DEF-A1AE-26B43371F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7ED68-FFBD-422D-94C4-1E0BE0346F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04D8C66-68A2-481E-9B7B-2266A5937B08}" type="datetime3">
              <a:rPr lang="en-US" smtClean="0"/>
              <a:t>1 October 2026</a:t>
            </a:fld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26DF58C-47BD-4C8C-82F8-127466E882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AC5F06DF-F13D-42F5-B497-398AC409CC3B}"/>
              </a:ext>
            </a:extLst>
          </p:cNvPr>
          <p:cNvSpPr txBox="1">
            <a:spLocks/>
          </p:cNvSpPr>
          <p:nvPr/>
        </p:nvSpPr>
        <p:spPr>
          <a:xfrm>
            <a:off x="6442397" y="1412776"/>
            <a:ext cx="51016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/>
              <a:t>Fuel oil spilt in </a:t>
            </a:r>
            <a:r>
              <a:rPr lang="en-US" dirty="0" err="1"/>
              <a:t>harbour</a:t>
            </a:r>
            <a:r>
              <a:rPr lang="en-US" dirty="0"/>
              <a:t> during bunkering options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B505D05D-1C4E-49FE-B80A-8A4A35C68133}"/>
              </a:ext>
            </a:extLst>
          </p:cNvPr>
          <p:cNvSpPr txBox="1">
            <a:spLocks/>
          </p:cNvSpPr>
          <p:nvPr/>
        </p:nvSpPr>
        <p:spPr>
          <a:xfrm>
            <a:off x="6260422" y="4088244"/>
            <a:ext cx="5530478" cy="162384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b="1" dirty="0"/>
              <a:t>Reusing involves finding ways to use the contaminated materials again without processing.</a:t>
            </a:r>
          </a:p>
          <a:p>
            <a:pPr marL="171450" indent="-1714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Oil Booms and Absorbents: Contaminated booms and absorbents can be cleaned and reused in situations where they will still be effective. This is dependent on the type of material and the degree of contamination.</a:t>
            </a:r>
          </a:p>
          <a:p>
            <a:pPr marL="171450" indent="-17145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Contaminated Water: Water used in the clean-up process can be treated and reused for industrial processes or cleaning within the same operation.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599CFC-45F1-4F16-A147-C5BBE0D72ABF}"/>
              </a:ext>
            </a:extLst>
          </p:cNvPr>
          <p:cNvSpPr/>
          <p:nvPr/>
        </p:nvSpPr>
        <p:spPr bwMode="auto">
          <a:xfrm>
            <a:off x="1055441" y="2492896"/>
            <a:ext cx="3960440" cy="77297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2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4">
            <a:extLst>
              <a:ext uri="{FF2B5EF4-FFF2-40B4-BE49-F238E27FC236}">
                <a16:creationId xmlns:a16="http://schemas.microsoft.com/office/drawing/2014/main" id="{DA7C1472-0FCE-45E8-8082-0F646EF2B63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40016" y="1844824"/>
            <a:ext cx="5550884" cy="218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75A1B1-48F2-4F49-885D-1FAE9B7A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can we reduce waste?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EE1D-5D63-4DEF-A1AE-26B43371F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7ED68-FFBD-422D-94C4-1E0BE0346F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04D8C66-68A2-481E-9B7B-2266A5937B08}" type="datetime3">
              <a:rPr lang="en-US" smtClean="0"/>
              <a:t>1 October 2026</a:t>
            </a:fld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26DF58C-47BD-4C8C-82F8-127466E882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AC5F06DF-F13D-42F5-B497-398AC409CC3B}"/>
              </a:ext>
            </a:extLst>
          </p:cNvPr>
          <p:cNvSpPr txBox="1">
            <a:spLocks/>
          </p:cNvSpPr>
          <p:nvPr/>
        </p:nvSpPr>
        <p:spPr>
          <a:xfrm>
            <a:off x="6442397" y="1412776"/>
            <a:ext cx="51016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/>
              <a:t>Fuel oil spilt in </a:t>
            </a:r>
            <a:r>
              <a:rPr lang="en-US" dirty="0" err="1"/>
              <a:t>harbour</a:t>
            </a:r>
            <a:r>
              <a:rPr lang="en-US" dirty="0"/>
              <a:t> during bunkering options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B505D05D-1C4E-49FE-B80A-8A4A35C68133}"/>
              </a:ext>
            </a:extLst>
          </p:cNvPr>
          <p:cNvSpPr txBox="1">
            <a:spLocks/>
          </p:cNvSpPr>
          <p:nvPr/>
        </p:nvSpPr>
        <p:spPr>
          <a:xfrm>
            <a:off x="6260422" y="4088244"/>
            <a:ext cx="5530478" cy="2768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343025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1619250" indent="-276225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18859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152650" indent="-2667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b="1" dirty="0"/>
              <a:t>List the final steps in the process for this scenario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599CFC-45F1-4F16-A147-C5BBE0D72ABF}"/>
              </a:ext>
            </a:extLst>
          </p:cNvPr>
          <p:cNvSpPr/>
          <p:nvPr/>
        </p:nvSpPr>
        <p:spPr bwMode="auto">
          <a:xfrm>
            <a:off x="1556119" y="3212976"/>
            <a:ext cx="2952326" cy="25528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4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0AAF14A-93E1-43B0-B4EA-CC7FA6BF6C6D}"/>
              </a:ext>
            </a:extLst>
          </p:cNvPr>
          <p:cNvSpPr/>
          <p:nvPr/>
        </p:nvSpPr>
        <p:spPr bwMode="auto">
          <a:xfrm>
            <a:off x="0" y="3356992"/>
            <a:ext cx="12192000" cy="2808312"/>
          </a:xfrm>
          <a:custGeom>
            <a:avLst/>
            <a:gdLst>
              <a:gd name="connsiteX0" fmla="*/ 0 w 12192000"/>
              <a:gd name="connsiteY0" fmla="*/ 0 h 2808312"/>
              <a:gd name="connsiteX1" fmla="*/ 12192000 w 12192000"/>
              <a:gd name="connsiteY1" fmla="*/ 0 h 2808312"/>
              <a:gd name="connsiteX2" fmla="*/ 12192000 w 12192000"/>
              <a:gd name="connsiteY2" fmla="*/ 2808312 h 2808312"/>
              <a:gd name="connsiteX3" fmla="*/ 0 w 12192000"/>
              <a:gd name="connsiteY3" fmla="*/ 2808312 h 280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08312">
                <a:moveTo>
                  <a:pt x="0" y="0"/>
                </a:moveTo>
                <a:lnTo>
                  <a:pt x="12192000" y="0"/>
                </a:lnTo>
                <a:lnTo>
                  <a:pt x="12192000" y="2808312"/>
                </a:lnTo>
                <a:lnTo>
                  <a:pt x="0" y="28083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38180-D45B-F132-130A-0596A1A7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3200" dirty="0"/>
              <a:t>Example: Deep Water Horizon 2010</a:t>
            </a:r>
            <a:endParaRPr lang="en-GB" dirty="0"/>
          </a:p>
        </p:txBody>
      </p:sp>
      <p:sp>
        <p:nvSpPr>
          <p:cNvPr id="74" name="Date Placeholder 73">
            <a:extLst>
              <a:ext uri="{FF2B5EF4-FFF2-40B4-BE49-F238E27FC236}">
                <a16:creationId xmlns:a16="http://schemas.microsoft.com/office/drawing/2014/main" id="{622E0617-BB72-4A06-91B1-94B873F40C2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23-Jan-24</a:t>
            </a:r>
          </a:p>
        </p:txBody>
      </p:sp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8BF285C5-64B9-4127-B9EB-C61923EFA0D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04893094-E7D1-4DB5-9352-233F4437358C}"/>
              </a:ext>
            </a:extLst>
          </p:cNvPr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13774F-7EE8-4D56-BD39-7AA107C4CD0E}"/>
              </a:ext>
            </a:extLst>
          </p:cNvPr>
          <p:cNvSpPr txBox="1"/>
          <p:nvPr/>
        </p:nvSpPr>
        <p:spPr>
          <a:xfrm>
            <a:off x="263351" y="940748"/>
            <a:ext cx="11536375" cy="192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buClr>
                <a:schemeClr val="accent2"/>
              </a:buClr>
            </a:pPr>
            <a:endParaRPr lang="en-US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2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Initially the clean up was on highly visible areas</a:t>
            </a:r>
          </a:p>
          <a:p>
            <a:pPr marL="285750" indent="-285750">
              <a:lnSpc>
                <a:spcPct val="12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Pressure mounted to clean every last drop of oil from public</a:t>
            </a:r>
          </a:p>
          <a:p>
            <a:pPr marL="285750" indent="-285750">
              <a:lnSpc>
                <a:spcPct val="12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1000s km of absorbent boom – was tainted with minerals not oil</a:t>
            </a:r>
          </a:p>
          <a:p>
            <a:pPr marL="285750" indent="-285750">
              <a:lnSpc>
                <a:spcPct val="12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Inefficient methods being used which could not technically be justified (</a:t>
            </a:r>
            <a:r>
              <a:rPr lang="en-US" dirty="0" err="1">
                <a:solidFill>
                  <a:schemeClr val="accent2"/>
                </a:solidFill>
              </a:rPr>
              <a:t>e..g</a:t>
            </a:r>
            <a:r>
              <a:rPr lang="en-US" dirty="0">
                <a:solidFill>
                  <a:schemeClr val="accent2"/>
                </a:solidFill>
              </a:rPr>
              <a:t> hair)</a:t>
            </a:r>
          </a:p>
        </p:txBody>
      </p:sp>
      <p:pic>
        <p:nvPicPr>
          <p:cNvPr id="37" name="Picture Placeholder 36" descr="A plastic container full of mail&#10;&#10;Description automatically generated">
            <a:extLst>
              <a:ext uri="{FF2B5EF4-FFF2-40B4-BE49-F238E27FC236}">
                <a16:creationId xmlns:a16="http://schemas.microsoft.com/office/drawing/2014/main" id="{26BAF517-B75A-4BA1-AC5A-2443DD47BEF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0700" y="3530600"/>
            <a:ext cx="3643313" cy="2419350"/>
          </a:xfrm>
          <a:prstGeom prst="rect">
            <a:avLst/>
          </a:prstGeom>
        </p:spPr>
      </p:pic>
      <p:pic>
        <p:nvPicPr>
          <p:cNvPr id="38" name="Picture 2" descr="Human hair is being used to clean up oil spills | CNN">
            <a:extLst>
              <a:ext uri="{FF2B5EF4-FFF2-40B4-BE49-F238E27FC236}">
                <a16:creationId xmlns:a16="http://schemas.microsoft.com/office/drawing/2014/main" id="{974F0D99-34AD-4E7C-9CA5-4A9E64D234A4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5613" y="3530600"/>
            <a:ext cx="3643312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120 Absorbent Boom Images, Stock Photos, 3D objects, &amp; Vectors |  Shutterstock">
            <a:extLst>
              <a:ext uri="{FF2B5EF4-FFF2-40B4-BE49-F238E27FC236}">
                <a16:creationId xmlns:a16="http://schemas.microsoft.com/office/drawing/2014/main" id="{95A5E9DA-AB42-4D40-81AD-80F204A4080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3530600"/>
            <a:ext cx="3643313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98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2036-5FB2-76A2-45B3-00B2AC85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Storage Offshore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AE617-61D4-7AAC-8EF1-E6EA924D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9B842-9E59-606C-ACF4-4061842D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B7AF4-26A4-4E81-2522-3DFB758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5" descr="trien khai thiet bi 079">
            <a:extLst>
              <a:ext uri="{FF2B5EF4-FFF2-40B4-BE49-F238E27FC236}">
                <a16:creationId xmlns:a16="http://schemas.microsoft.com/office/drawing/2014/main" id="{0B9E2DEC-52E4-ED3A-39D2-114D35AAA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31618" y="2912182"/>
            <a:ext cx="4613920" cy="3429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8" name="Picture 2" descr="F:\Operations\Spills\Spill Archive folder\2009\4008_PTTEP_Timor Sea Australia\2 Response Procedure - Response\Photos\West Atlas\P9250086.JPG">
            <a:extLst>
              <a:ext uri="{FF2B5EF4-FFF2-40B4-BE49-F238E27FC236}">
                <a16:creationId xmlns:a16="http://schemas.microsoft.com/office/drawing/2014/main" id="{492BA7FD-9592-99D7-A08D-75615CA0C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9451" y="1231763"/>
            <a:ext cx="4679680" cy="3807658"/>
          </a:xfrm>
          <a:prstGeom prst="rect">
            <a:avLst/>
          </a:prstGeom>
          <a:noFill/>
        </p:spPr>
      </p:pic>
      <p:pic>
        <p:nvPicPr>
          <p:cNvPr id="9" name="Picture 4" descr="e94 a 27">
            <a:extLst>
              <a:ext uri="{FF2B5EF4-FFF2-40B4-BE49-F238E27FC236}">
                <a16:creationId xmlns:a16="http://schemas.microsoft.com/office/drawing/2014/main" id="{5FCD0AD4-82D5-D457-6332-025E051D5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1"/>
          <a:stretch/>
        </p:blipFill>
        <p:spPr bwMode="auto">
          <a:xfrm>
            <a:off x="977736" y="3602637"/>
            <a:ext cx="5364088" cy="262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e93 b 2 CCC">
            <a:extLst>
              <a:ext uri="{FF2B5EF4-FFF2-40B4-BE49-F238E27FC236}">
                <a16:creationId xmlns:a16="http://schemas.microsoft.com/office/drawing/2014/main" id="{71294283-1F57-FD6E-E879-E8913A8E7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1653" y="690460"/>
            <a:ext cx="3034219" cy="429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 descr="COPI - Inland Spill Training 2 030">
            <a:extLst>
              <a:ext uri="{FF2B5EF4-FFF2-40B4-BE49-F238E27FC236}">
                <a16:creationId xmlns:a16="http://schemas.microsoft.com/office/drawing/2014/main" id="{DF5F3325-17C7-5E97-8C7F-C64398662F62}"/>
              </a:ext>
            </a:extLst>
          </p:cNvPr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8393" y="289501"/>
            <a:ext cx="3353346" cy="3452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97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2036-5FB2-76A2-45B3-00B2AC85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60090"/>
            <a:ext cx="11376024" cy="1008112"/>
          </a:xfrm>
        </p:spPr>
        <p:txBody>
          <a:bodyPr/>
          <a:lstStyle/>
          <a:p>
            <a:r>
              <a:rPr lang="en-GB" dirty="0"/>
              <a:t>Primary Storage Shoreline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AE617-61D4-7AAC-8EF1-E6EA924D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9B842-9E59-606C-ACF4-4061842D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B7AF4-26A4-4E81-2522-3DFB758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B13231-5B81-DFD6-25C1-3D929F18AA38}"/>
              </a:ext>
            </a:extLst>
          </p:cNvPr>
          <p:cNvGrpSpPr/>
          <p:nvPr/>
        </p:nvGrpSpPr>
        <p:grpSpPr>
          <a:xfrm>
            <a:off x="1561179" y="1116915"/>
            <a:ext cx="7980898" cy="5200162"/>
            <a:chOff x="1763984" y="967435"/>
            <a:chExt cx="7672628" cy="5036127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26C3BC63-7258-73AB-B3FB-FA3AE800407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984" y="3784848"/>
              <a:ext cx="3361524" cy="221871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3" name="Picture 1027" descr="P1010025">
              <a:extLst>
                <a:ext uri="{FF2B5EF4-FFF2-40B4-BE49-F238E27FC236}">
                  <a16:creationId xmlns:a16="http://schemas.microsoft.com/office/drawing/2014/main" id="{83F690B7-7FC4-4314-169A-52B818A45C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7173" y="3604797"/>
              <a:ext cx="3169439" cy="2398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3" descr="fastank2">
              <a:extLst>
                <a:ext uri="{FF2B5EF4-FFF2-40B4-BE49-F238E27FC236}">
                  <a16:creationId xmlns:a16="http://schemas.microsoft.com/office/drawing/2014/main" id="{AE8E107B-98E3-AD0E-1131-BE9DB78F7F58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6355" y="967435"/>
              <a:ext cx="3445887" cy="2461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2" descr="M:\SPILL IMAGES\xxxx - Sea Empress\Sea Empress\i54AN 947.JPG">
              <a:extLst>
                <a:ext uri="{FF2B5EF4-FFF2-40B4-BE49-F238E27FC236}">
                  <a16:creationId xmlns:a16="http://schemas.microsoft.com/office/drawing/2014/main" id="{B8E6FD5C-EF21-9AA8-F5F2-CFA85C7D4D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lum brigh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069" y="967435"/>
              <a:ext cx="3251355" cy="2461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11971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2036-5FB2-76A2-45B3-00B2AC85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60090"/>
            <a:ext cx="11376024" cy="1008112"/>
          </a:xfrm>
        </p:spPr>
        <p:txBody>
          <a:bodyPr/>
          <a:lstStyle/>
          <a:p>
            <a:r>
              <a:rPr lang="en-GB" dirty="0"/>
              <a:t>Primary Storage Shoreline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AE617-61D4-7AAC-8EF1-E6EA924D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9B842-9E59-606C-ACF4-4061842D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B7AF4-26A4-4E81-2522-3DFB758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4" descr="Quibstock1 c">
            <a:extLst>
              <a:ext uri="{FF2B5EF4-FFF2-40B4-BE49-F238E27FC236}">
                <a16:creationId xmlns:a16="http://schemas.microsoft.com/office/drawing/2014/main" id="{70C0EE25-56FF-7710-0574-D7EA7A5A8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3823" y="871280"/>
            <a:ext cx="3378641" cy="2623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CE31382-4940-E46C-C8CA-8AAA6F08F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38879" y="875101"/>
            <a:ext cx="3614443" cy="510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9" name="Picture 3" descr="5">
            <a:extLst>
              <a:ext uri="{FF2B5EF4-FFF2-40B4-BE49-F238E27FC236}">
                <a16:creationId xmlns:a16="http://schemas.microsoft.com/office/drawing/2014/main" id="{F98F9E95-B03C-2D62-40E3-D8A040CE9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63825" y="4252054"/>
            <a:ext cx="3378640" cy="1957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C:\Users\dpeach\AppData\Local\Microsoft\Windows\Temporary Internet Files\Content.IE5\Z5BYNQ24\PngMedium-wrong-check-6060[1].gif">
            <a:extLst>
              <a:ext uri="{FF2B5EF4-FFF2-40B4-BE49-F238E27FC236}">
                <a16:creationId xmlns:a16="http://schemas.microsoft.com/office/drawing/2014/main" id="{A8F463F8-28E2-CCBF-5F29-79942328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6440" y="235015"/>
            <a:ext cx="1891045" cy="1891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136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7F68F549-1F40-48FA-85E1-890D513F3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solidFill>
                  <a:schemeClr val="accent2"/>
                </a:solidFill>
              </a:rPr>
              <a:t>Waste Transportation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57455561-FB06-4683-AC5B-93D4EBC098F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657748" y="1628775"/>
            <a:ext cx="6838522" cy="46799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An efficient method of transportation must be in place to transfer waste from site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Transport must be sealed to be oil-tight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Locally available, suitable transport should be identified in the contingency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All vehicles to be kept outside the ‘hot-zone’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Legislative requirements must be met</a:t>
            </a:r>
          </a:p>
          <a:p>
            <a:pPr lvl="1" eaLnBrk="1" hangingPunct="1"/>
            <a:r>
              <a:rPr lang="en-GB" altLang="en-US" dirty="0"/>
              <a:t>hazardous goods labelling</a:t>
            </a:r>
          </a:p>
          <a:p>
            <a:pPr lvl="1" eaLnBrk="1" hangingPunct="1"/>
            <a:r>
              <a:rPr lang="en-GB" altLang="en-US" dirty="0"/>
              <a:t>transport licenses</a:t>
            </a:r>
          </a:p>
          <a:p>
            <a:pPr marL="0" indent="361943"/>
            <a:endParaRPr lang="en-GB" altLang="en-US" dirty="0"/>
          </a:p>
        </p:txBody>
      </p:sp>
      <p:pic>
        <p:nvPicPr>
          <p:cNvPr id="4" name="Picture 1026" descr="IMG_0010">
            <a:extLst>
              <a:ext uri="{FF2B5EF4-FFF2-40B4-BE49-F238E27FC236}">
                <a16:creationId xmlns:a16="http://schemas.microsoft.com/office/drawing/2014/main" id="{751B54EA-07D4-49C1-8CCE-79759371B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23562" y="307213"/>
            <a:ext cx="3524164" cy="2643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4C7128-55DE-43BA-AEA1-CAC52677886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5967" y="4725144"/>
            <a:ext cx="3421076" cy="1886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028">
            <a:extLst>
              <a:ext uri="{FF2B5EF4-FFF2-40B4-BE49-F238E27FC236}">
                <a16:creationId xmlns:a16="http://schemas.microsoft.com/office/drawing/2014/main" id="{0003BBF4-056B-43F2-9B57-D8729EA5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6270" y="3429000"/>
            <a:ext cx="3105565" cy="2643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2" name="Picture 2052">
            <a:extLst>
              <a:ext uri="{FF2B5EF4-FFF2-40B4-BE49-F238E27FC236}">
                <a16:creationId xmlns:a16="http://schemas.microsoft.com/office/drawing/2014/main" id="{9DF488AA-35D1-4DDA-AA5A-39808027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81084" y="939373"/>
            <a:ext cx="2926585" cy="28656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294" name="Picture 2054">
            <a:extLst>
              <a:ext uri="{FF2B5EF4-FFF2-40B4-BE49-F238E27FC236}">
                <a16:creationId xmlns:a16="http://schemas.microsoft.com/office/drawing/2014/main" id="{EB607428-E0AD-4CCD-94F8-B00EB4628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lum brigh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7314" y="1247947"/>
            <a:ext cx="4203339" cy="3293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ED7AC6-437E-4631-AE86-8C93C47FD874}"/>
              </a:ext>
            </a:extLst>
          </p:cNvPr>
          <p:cNvSpPr txBox="1"/>
          <p:nvPr/>
        </p:nvSpPr>
        <p:spPr>
          <a:xfrm>
            <a:off x="247314" y="349937"/>
            <a:ext cx="7656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3200" b="1" dirty="0">
                <a:solidFill>
                  <a:schemeClr val="accent2"/>
                </a:solidFill>
                <a:latin typeface="Arial" panose="020B0604020202020204" pitchFamily="34" charset="0"/>
              </a:rPr>
              <a:t>Transfer out of difficult access sites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59BBC9-72A7-4DFF-AC9D-FEE17F51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9041" y="3957253"/>
            <a:ext cx="3248628" cy="2436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51">
            <a:extLst>
              <a:ext uri="{FF2B5EF4-FFF2-40B4-BE49-F238E27FC236}">
                <a16:creationId xmlns:a16="http://schemas.microsoft.com/office/drawing/2014/main" id="{0CBD6553-47AE-489F-837D-D4A1598F0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10000" contras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0008" y="1328358"/>
            <a:ext cx="2789869" cy="40699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Final Disposal - Recycle &amp;  Recover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GB" sz="1792" b="1" dirty="0"/>
              <a:t>Reprocess</a:t>
            </a:r>
            <a:r>
              <a:rPr lang="en-GB" sz="1792" dirty="0"/>
              <a:t> the products into a new use.</a:t>
            </a:r>
          </a:p>
          <a:p>
            <a:r>
              <a:rPr lang="en-GB" sz="1792" b="1" dirty="0"/>
              <a:t>Recover</a:t>
            </a:r>
            <a:r>
              <a:rPr lang="en-GB" sz="1792" dirty="0"/>
              <a:t> energy from products.</a:t>
            </a:r>
          </a:p>
          <a:p>
            <a:r>
              <a:rPr lang="en-GB" sz="1792" dirty="0"/>
              <a:t>Use as a fuel in some industrial processes: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sz="half" idx="4294967295"/>
          </p:nvPr>
        </p:nvSpPr>
        <p:spPr>
          <a:xfrm>
            <a:off x="834293" y="2837664"/>
            <a:ext cx="5222875" cy="3730625"/>
          </a:xfrm>
          <a:noFill/>
        </p:spPr>
        <p:txBody>
          <a:bodyPr/>
          <a:lstStyle/>
          <a:p>
            <a:pPr lvl="1"/>
            <a:r>
              <a:rPr lang="en-GB" sz="1792" dirty="0">
                <a:solidFill>
                  <a:schemeClr val="tx1"/>
                </a:solidFill>
              </a:rPr>
              <a:t>NO debris permitted,</a:t>
            </a:r>
          </a:p>
          <a:p>
            <a:pPr lvl="1"/>
            <a:r>
              <a:rPr lang="en-GB" sz="1792" dirty="0">
                <a:solidFill>
                  <a:schemeClr val="tx1"/>
                </a:solidFill>
              </a:rPr>
              <a:t>Need to remove water as the high salt content can corrode pipe work,</a:t>
            </a:r>
          </a:p>
          <a:p>
            <a:pPr lvl="1"/>
            <a:r>
              <a:rPr lang="en-GB" sz="1792" dirty="0">
                <a:solidFill>
                  <a:schemeClr val="tx1"/>
                </a:solidFill>
              </a:rPr>
              <a:t>Co-fed with normal crude/fuel feed so very slow,</a:t>
            </a:r>
          </a:p>
          <a:p>
            <a:pPr lvl="1"/>
            <a:r>
              <a:rPr lang="en-GB" sz="1792" dirty="0">
                <a:solidFill>
                  <a:schemeClr val="tx1"/>
                </a:solidFill>
              </a:rPr>
              <a:t>Need huge amount of storage to house oil until processed,</a:t>
            </a:r>
          </a:p>
          <a:p>
            <a:pPr lvl="1"/>
            <a:r>
              <a:rPr lang="en-GB" sz="1792" dirty="0">
                <a:solidFill>
                  <a:schemeClr val="tx1"/>
                </a:solidFill>
              </a:rPr>
              <a:t>Use in drilling process.</a:t>
            </a:r>
          </a:p>
          <a:p>
            <a:pPr marL="457191" lvl="1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/>
          </a:p>
        </p:txBody>
      </p:sp>
      <p:pic>
        <p:nvPicPr>
          <p:cNvPr id="3" name="Picture 2" descr="A picture containing factory, building, outdoor, train&#10;&#10;Description automatically generated">
            <a:extLst>
              <a:ext uri="{FF2B5EF4-FFF2-40B4-BE49-F238E27FC236}">
                <a16:creationId xmlns:a16="http://schemas.microsoft.com/office/drawing/2014/main" id="{0A32FB9B-E146-4870-9529-58FE4B977D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5623" y="1648580"/>
            <a:ext cx="5046895" cy="3364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4787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Direct Disposal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DF83365-867E-4D38-AECC-D57F6683260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695325" y="1105080"/>
            <a:ext cx="6195726" cy="4679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92" dirty="0"/>
              <a:t>This is the final and arguably most challenging stage of waste management and must take into consideration:</a:t>
            </a:r>
          </a:p>
          <a:p>
            <a:r>
              <a:rPr lang="en-GB" sz="1792" dirty="0"/>
              <a:t>Transport to final site</a:t>
            </a:r>
          </a:p>
          <a:p>
            <a:r>
              <a:rPr lang="en-GB" sz="1792" dirty="0"/>
              <a:t>Disposal options and locality</a:t>
            </a:r>
          </a:p>
          <a:p>
            <a:r>
              <a:rPr lang="en-GB" sz="1792" dirty="0"/>
              <a:t>Approved site </a:t>
            </a:r>
          </a:p>
          <a:p>
            <a:r>
              <a:rPr lang="en-GB" sz="1792" dirty="0"/>
              <a:t>Low oil content </a:t>
            </a:r>
          </a:p>
          <a:p>
            <a:r>
              <a:rPr lang="en-GB" sz="1792" dirty="0"/>
              <a:t>Sandwich the oily waste </a:t>
            </a:r>
          </a:p>
          <a:p>
            <a:pPr marL="0" indent="0">
              <a:buNone/>
            </a:pPr>
            <a:r>
              <a:rPr lang="en-GB" sz="1792" dirty="0">
                <a:solidFill>
                  <a:srgbClr val="FF0000"/>
                </a:solidFill>
              </a:rPr>
              <a:t>Note; very difficult to find sites that will receive oily waste especially a lot !!  </a:t>
            </a:r>
          </a:p>
          <a:p>
            <a:endParaRPr lang="en-GB" sz="1792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90898" y="131672"/>
            <a:ext cx="3294639" cy="2470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pile of dirt&#10;&#10;Description automatically generated">
            <a:extLst>
              <a:ext uri="{FF2B5EF4-FFF2-40B4-BE49-F238E27FC236}">
                <a16:creationId xmlns:a16="http://schemas.microsoft.com/office/drawing/2014/main" id="{BFA2CF9C-5DE1-47E6-87B2-784340344B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6278" y="1890982"/>
            <a:ext cx="3294639" cy="2470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person riding on top of a mountain&#10;&#10;Description automatically generated">
            <a:extLst>
              <a:ext uri="{FF2B5EF4-FFF2-40B4-BE49-F238E27FC236}">
                <a16:creationId xmlns:a16="http://schemas.microsoft.com/office/drawing/2014/main" id="{09BA6266-646E-4843-8186-E32ACBDBCF1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6040" y="4095490"/>
            <a:ext cx="3294640" cy="2470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2024689F-3DF6-4AA4-86E2-A45C79011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2692" y="4653136"/>
            <a:ext cx="3600991" cy="1930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440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Gravity Separation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F5598440-F090-4AF3-92E4-863CABFB8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5486" y="3426561"/>
            <a:ext cx="3236466" cy="2863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4191EDC9-13CB-425A-8141-702E127F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00522" y="248154"/>
            <a:ext cx="3316202" cy="3180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BFA38B0-9A02-419D-B9EE-013D6F3D6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127" y="3426561"/>
            <a:ext cx="4019789" cy="2863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6AAD020-7905-44EF-B3C5-9BE78D75385E}"/>
              </a:ext>
            </a:extLst>
          </p:cNvPr>
          <p:cNvSpPr txBox="1">
            <a:spLocks/>
          </p:cNvSpPr>
          <p:nvPr/>
        </p:nvSpPr>
        <p:spPr>
          <a:xfrm>
            <a:off x="886154" y="1661457"/>
            <a:ext cx="4694540" cy="1326782"/>
          </a:xfrm>
          <a:prstGeom prst="rect">
            <a:avLst/>
          </a:prstGeom>
        </p:spPr>
        <p:txBody>
          <a:bodyPr vert="horz" lIns="102443" tIns="51222" rIns="102443" bIns="51222" rtlCol="0" anchor="ctr">
            <a:normAutofit/>
          </a:bodyPr>
          <a:lstStyle>
            <a:lvl1pPr algn="l" defTabSz="101983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sz="2241" dirty="0">
                <a:solidFill>
                  <a:schemeClr val="tx1"/>
                </a:solidFill>
              </a:rPr>
              <a:t>Legacy of the Erika spill - Donges Refinery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4" tIns="46038" rIns="92074" bIns="46038" rtlCol="0" anchor="ctr" anchorCtr="0">
            <a:no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Thermal Treatment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quarter" idx="13"/>
          </p:nvPr>
        </p:nvSpPr>
        <p:spPr>
          <a:noFill/>
          <a:ln/>
        </p:spPr>
        <p:txBody>
          <a:bodyPr vert="horz" lIns="92074" tIns="46038" rIns="92074" bIns="46038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GB" sz="1792" dirty="0"/>
              <a:t>Direct burning.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Portable incineration.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Domestic / industrial incineration.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Other thermal treatment techniques.</a:t>
            </a:r>
          </a:p>
        </p:txBody>
      </p:sp>
      <p:pic>
        <p:nvPicPr>
          <p:cNvPr id="4" name="Picture 1027">
            <a:extLst>
              <a:ext uri="{FF2B5EF4-FFF2-40B4-BE49-F238E27FC236}">
                <a16:creationId xmlns:a16="http://schemas.microsoft.com/office/drawing/2014/main" id="{EADE1433-1FEB-44D3-A916-92E840760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2402275" y="3487367"/>
            <a:ext cx="3590247" cy="2689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28">
            <a:extLst>
              <a:ext uri="{FF2B5EF4-FFF2-40B4-BE49-F238E27FC236}">
                <a16:creationId xmlns:a16="http://schemas.microsoft.com/office/drawing/2014/main" id="{239A8298-2575-45D6-8CC4-9CD698BC6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8021048" y="448776"/>
            <a:ext cx="3923639" cy="2404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22C24A-E32C-43FB-9461-C2A84618092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7361" y="3107734"/>
            <a:ext cx="4440711" cy="25470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2475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4" tIns="46038" rIns="92074" bIns="46038" rtlCol="0" anchor="ctr" anchorCtr="0">
            <a:no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Stabilisation 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quarter" idx="13"/>
          </p:nvPr>
        </p:nvSpPr>
        <p:spPr>
          <a:noFill/>
          <a:ln/>
        </p:spPr>
        <p:txBody>
          <a:bodyPr vert="horz" lIns="92074" tIns="46038" rIns="92074" bIns="46038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GB" sz="1792" dirty="0"/>
              <a:t>Addition of quicklime / binding agent  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Easier to transport as less leaching 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Renders the oil inert for use in</a:t>
            </a:r>
          </a:p>
          <a:p>
            <a:pPr lvl="1">
              <a:spcBef>
                <a:spcPts val="600"/>
              </a:spcBef>
            </a:pPr>
            <a:r>
              <a:rPr lang="en-GB" sz="1568" dirty="0"/>
              <a:t>Road construction</a:t>
            </a:r>
          </a:p>
          <a:p>
            <a:pPr lvl="1">
              <a:spcBef>
                <a:spcPts val="600"/>
              </a:spcBef>
            </a:pPr>
            <a:r>
              <a:rPr lang="en-GB" sz="1568" dirty="0"/>
              <a:t>Land reclamation </a:t>
            </a:r>
          </a:p>
          <a:p>
            <a:pPr lvl="1">
              <a:spcBef>
                <a:spcPts val="600"/>
              </a:spcBef>
            </a:pPr>
            <a:r>
              <a:rPr lang="en-GB" sz="1568" dirty="0"/>
              <a:t>Landfill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792" dirty="0"/>
              <a:t>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BE47DF-84DD-4B24-9F97-CBABEAC9A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8941" y="1311185"/>
            <a:ext cx="5212371" cy="3840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4" tIns="46038" rIns="92074" bIns="46038" rtlCol="0" anchor="ctr" anchorCtr="0">
            <a:normAutofit fontScale="90000"/>
          </a:bodyPr>
          <a:lstStyle/>
          <a:p>
            <a:r>
              <a:rPr lang="en-GB" dirty="0">
                <a:solidFill>
                  <a:schemeClr val="accent2"/>
                </a:solidFill>
              </a:rPr>
              <a:t>Bioremediation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1792" dirty="0"/>
              <a:t>Accelerated biodegradation.</a:t>
            </a:r>
          </a:p>
          <a:p>
            <a:r>
              <a:rPr lang="en-GB" sz="1792" dirty="0"/>
              <a:t>Addition of nutrients: bio-enhancement / bio-stimulation.</a:t>
            </a:r>
          </a:p>
          <a:p>
            <a:r>
              <a:rPr lang="en-GB" sz="1792" dirty="0"/>
              <a:t>Addition of micro-organisms: bio-augmentation.</a:t>
            </a:r>
          </a:p>
          <a:p>
            <a:endParaRPr lang="en-GB" dirty="0"/>
          </a:p>
        </p:txBody>
      </p:sp>
      <p:sp>
        <p:nvSpPr>
          <p:cNvPr id="314371" name="Rectangle 3"/>
          <p:cNvSpPr>
            <a:spLocks noChangeArrowheads="1"/>
          </p:cNvSpPr>
          <p:nvPr/>
        </p:nvSpPr>
        <p:spPr bwMode="auto">
          <a:xfrm>
            <a:off x="1657672" y="2348880"/>
            <a:ext cx="8686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4" tIns="46038" rIns="92074" bIns="46038"/>
          <a:lstStyle/>
          <a:p>
            <a:pPr marL="342894" indent="-342894">
              <a:spcBef>
                <a:spcPts val="600"/>
              </a:spcBef>
              <a:buClr>
                <a:srgbClr val="808080"/>
              </a:buClr>
              <a:buFont typeface="Arial" charset="0"/>
              <a:buChar char="•"/>
            </a:pPr>
            <a:endParaRPr lang="en-GB" sz="3200" dirty="0">
              <a:solidFill>
                <a:schemeClr val="accent2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E2CC590-956C-4EFB-8639-7FC800E07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20751" y="3031513"/>
            <a:ext cx="8350498" cy="293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4" tIns="46038" rIns="92074" bIns="46038" rtlCol="0" anchor="ctr" anchorCtr="0">
            <a:normAutofit fontScale="90000"/>
          </a:bodyPr>
          <a:lstStyle/>
          <a:p>
            <a:r>
              <a:rPr lang="en-GB" dirty="0">
                <a:solidFill>
                  <a:schemeClr val="accent2"/>
                </a:solidFill>
              </a:rPr>
              <a:t>Bioremediation Facility Philippines  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quarter" idx="13"/>
          </p:nvPr>
        </p:nvSpPr>
        <p:spPr>
          <a:noFill/>
          <a:ln/>
        </p:spPr>
        <p:txBody>
          <a:bodyPr vert="horz" lIns="92074" tIns="46038" rIns="92074" bIns="46038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GB" sz="1792" dirty="0"/>
              <a:t>Separation and sorting area 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Treatment area; tilling and moisture addition 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Nutrient storage </a:t>
            </a:r>
          </a:p>
          <a:p>
            <a:pPr>
              <a:spcBef>
                <a:spcPts val="600"/>
              </a:spcBef>
            </a:pPr>
            <a:r>
              <a:rPr lang="en-GB" sz="1792" dirty="0"/>
              <a:t>Final product low ppm </a:t>
            </a:r>
          </a:p>
          <a:p>
            <a:pPr marL="0" indent="0">
              <a:spcBef>
                <a:spcPts val="600"/>
              </a:spcBef>
              <a:buNone/>
            </a:pPr>
            <a:endParaRPr lang="en-GB" sz="1792" dirty="0"/>
          </a:p>
        </p:txBody>
      </p:sp>
      <p:pic>
        <p:nvPicPr>
          <p:cNvPr id="5" name="Picture 3" descr="mixing">
            <a:extLst>
              <a:ext uri="{FF2B5EF4-FFF2-40B4-BE49-F238E27FC236}">
                <a16:creationId xmlns:a16="http://schemas.microsoft.com/office/drawing/2014/main" id="{5C9C2FEE-0D12-4BC7-89DB-490F4301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1591" y="2905762"/>
            <a:ext cx="3175602" cy="2190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4" descr="mixing tank">
            <a:extLst>
              <a:ext uri="{FF2B5EF4-FFF2-40B4-BE49-F238E27FC236}">
                <a16:creationId xmlns:a16="http://schemas.microsoft.com/office/drawing/2014/main" id="{962529D7-5660-465E-B7BD-12F4E3028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7317" y="3356221"/>
            <a:ext cx="3014263" cy="2478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5" descr="end product">
            <a:extLst>
              <a:ext uri="{FF2B5EF4-FFF2-40B4-BE49-F238E27FC236}">
                <a16:creationId xmlns:a16="http://schemas.microsoft.com/office/drawing/2014/main" id="{41CD035D-DFEC-47C4-B7F6-E8EEB302B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0671" y="3356221"/>
            <a:ext cx="3249740" cy="2478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2" descr="holding area">
            <a:extLst>
              <a:ext uri="{FF2B5EF4-FFF2-40B4-BE49-F238E27FC236}">
                <a16:creationId xmlns:a16="http://schemas.microsoft.com/office/drawing/2014/main" id="{64578D3C-F35B-4DCF-8B6B-5042ECC37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1512" y="227895"/>
            <a:ext cx="3165973" cy="2317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7530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Waste Management Planning and Regulation</a:t>
            </a:r>
          </a:p>
        </p:txBody>
      </p:sp>
      <p:sp>
        <p:nvSpPr>
          <p:cNvPr id="316419" name="Rectangle 2051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GB" sz="1800" dirty="0">
              <a:solidFill>
                <a:srgbClr val="FF0000"/>
              </a:solidFill>
            </a:endParaRPr>
          </a:p>
          <a:p>
            <a:endParaRPr lang="en-GB" sz="1800" dirty="0">
              <a:solidFill>
                <a:srgbClr val="FF0000"/>
              </a:solidFill>
            </a:endParaRPr>
          </a:p>
          <a:p>
            <a:endParaRPr lang="en-GB" sz="1800" dirty="0">
              <a:solidFill>
                <a:srgbClr val="FF0000"/>
              </a:solidFill>
            </a:endParaRPr>
          </a:p>
          <a:p>
            <a:endParaRPr lang="en-GB" sz="1800" dirty="0">
              <a:solidFill>
                <a:srgbClr val="FF0000"/>
              </a:solidFill>
            </a:endParaRPr>
          </a:p>
          <a:p>
            <a:endParaRPr lang="en-GB" sz="1800" dirty="0">
              <a:solidFill>
                <a:srgbClr val="FF0000"/>
              </a:solidFill>
            </a:endParaRPr>
          </a:p>
          <a:p>
            <a:pPr marL="1371600" lvl="3" indent="0">
              <a:buNone/>
            </a:pPr>
            <a:r>
              <a:rPr lang="en-GB" sz="1500" dirty="0">
                <a:solidFill>
                  <a:srgbClr val="FF0000"/>
                </a:solidFill>
              </a:rPr>
              <a:t>Types</a:t>
            </a:r>
          </a:p>
          <a:p>
            <a:pPr marL="1371600" lvl="3" indent="0">
              <a:buNone/>
            </a:pPr>
            <a:r>
              <a:rPr lang="en-GB" sz="1500" dirty="0">
                <a:solidFill>
                  <a:srgbClr val="FF0000"/>
                </a:solidFill>
              </a:rPr>
              <a:t>Volumes</a:t>
            </a:r>
          </a:p>
          <a:p>
            <a:pPr marL="1371600" lvl="3" indent="0">
              <a:buNone/>
            </a:pPr>
            <a:r>
              <a:rPr lang="en-GB" sz="1500" dirty="0">
                <a:solidFill>
                  <a:srgbClr val="FF0000"/>
                </a:solidFill>
              </a:rPr>
              <a:t>Rate of Generation</a:t>
            </a:r>
          </a:p>
          <a:p>
            <a:pPr marL="1371600" lvl="3" indent="0">
              <a:buNone/>
            </a:pPr>
            <a:r>
              <a:rPr lang="en-GB" sz="1500" dirty="0">
                <a:solidFill>
                  <a:srgbClr val="FF0000"/>
                </a:solidFill>
              </a:rPr>
              <a:t>Minimisation</a:t>
            </a:r>
          </a:p>
          <a:p>
            <a:pPr marL="1371600" lvl="3" indent="0">
              <a:buNone/>
            </a:pPr>
            <a:r>
              <a:rPr lang="en-GB" sz="1500" dirty="0">
                <a:solidFill>
                  <a:srgbClr val="FF0000"/>
                </a:solidFill>
              </a:rPr>
              <a:t>Segregation</a:t>
            </a:r>
          </a:p>
          <a:p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316420" name="Rectangle 2052"/>
          <p:cNvSpPr>
            <a:spLocks noGrp="1" noChangeArrowheads="1"/>
          </p:cNvSpPr>
          <p:nvPr>
            <p:ph sz="half" idx="4294967295"/>
          </p:nvPr>
        </p:nvSpPr>
        <p:spPr>
          <a:xfrm>
            <a:off x="8652079" y="3513419"/>
            <a:ext cx="1785937" cy="1422400"/>
          </a:xfrm>
          <a:noFill/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Availability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Location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Capacity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Legislative controls</a:t>
            </a:r>
          </a:p>
        </p:txBody>
      </p:sp>
      <p:sp>
        <p:nvSpPr>
          <p:cNvPr id="316421" name="Rectangle 2053"/>
          <p:cNvSpPr>
            <a:spLocks noChangeArrowheads="1"/>
          </p:cNvSpPr>
          <p:nvPr/>
        </p:nvSpPr>
        <p:spPr bwMode="auto">
          <a:xfrm>
            <a:off x="5054002" y="3468048"/>
            <a:ext cx="186055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110000"/>
            </a:pPr>
            <a:r>
              <a:rPr lang="en-GB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Availability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110000"/>
            </a:pPr>
            <a:r>
              <a:rPr lang="en-GB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Location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110000"/>
            </a:pPr>
            <a:r>
              <a:rPr lang="en-GB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Capacity</a:t>
            </a:r>
          </a:p>
        </p:txBody>
      </p:sp>
      <p:sp>
        <p:nvSpPr>
          <p:cNvPr id="316423" name="Text Box 2055"/>
          <p:cNvSpPr txBox="1">
            <a:spLocks noChangeArrowheads="1"/>
          </p:cNvSpPr>
          <p:nvPr/>
        </p:nvSpPr>
        <p:spPr bwMode="auto">
          <a:xfrm>
            <a:off x="1897062" y="2374263"/>
            <a:ext cx="1939558" cy="76944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GENERATION</a:t>
            </a:r>
          </a:p>
          <a:p>
            <a:pPr algn="ctr">
              <a:spcBef>
                <a:spcPct val="50000"/>
              </a:spcBef>
            </a:pPr>
            <a:r>
              <a:rPr lang="en-GB" sz="16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Sea and Shore</a:t>
            </a:r>
            <a:endParaRPr lang="en-GB" sz="16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6424" name="Text Box 2056"/>
          <p:cNvSpPr txBox="1">
            <a:spLocks noChangeArrowheads="1"/>
          </p:cNvSpPr>
          <p:nvPr/>
        </p:nvSpPr>
        <p:spPr bwMode="auto">
          <a:xfrm>
            <a:off x="5122253" y="2367912"/>
            <a:ext cx="1939558" cy="70788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TEMPORARYSTORAGE</a:t>
            </a:r>
            <a:endParaRPr lang="en-GB" sz="2000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6425" name="Text Box 2057"/>
          <p:cNvSpPr txBox="1">
            <a:spLocks noChangeArrowheads="1"/>
          </p:cNvSpPr>
          <p:nvPr/>
        </p:nvSpPr>
        <p:spPr bwMode="auto">
          <a:xfrm>
            <a:off x="8338777" y="2320289"/>
            <a:ext cx="1939558" cy="10156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TREATMENT AND / OR DISPOSAL</a:t>
            </a:r>
            <a:endParaRPr lang="en-GB" sz="2000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058"/>
          <p:cNvGrpSpPr>
            <a:grpSpLocks/>
          </p:cNvGrpSpPr>
          <p:nvPr/>
        </p:nvGrpSpPr>
        <p:grpSpPr bwMode="auto">
          <a:xfrm>
            <a:off x="3892172" y="2326638"/>
            <a:ext cx="1168179" cy="823913"/>
            <a:chOff x="1439" y="695"/>
            <a:chExt cx="736" cy="519"/>
          </a:xfrm>
        </p:grpSpPr>
        <p:sp>
          <p:nvSpPr>
            <p:cNvPr id="316427" name="Text Box 2059"/>
            <p:cNvSpPr txBox="1">
              <a:spLocks noChangeArrowheads="1"/>
            </p:cNvSpPr>
            <p:nvPr/>
          </p:nvSpPr>
          <p:spPr bwMode="auto">
            <a:xfrm>
              <a:off x="1443" y="1001"/>
              <a:ext cx="732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transport</a:t>
              </a:r>
              <a:endPara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6428" name="Line 2060"/>
            <p:cNvSpPr>
              <a:spLocks noChangeShapeType="1"/>
            </p:cNvSpPr>
            <p:nvPr/>
          </p:nvSpPr>
          <p:spPr bwMode="auto">
            <a:xfrm>
              <a:off x="1487" y="955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6429" name="Text Box 2061"/>
            <p:cNvSpPr txBox="1">
              <a:spLocks noChangeArrowheads="1"/>
            </p:cNvSpPr>
            <p:nvPr/>
          </p:nvSpPr>
          <p:spPr bwMode="auto">
            <a:xfrm>
              <a:off x="1439" y="695"/>
              <a:ext cx="732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handling &amp;</a:t>
              </a:r>
              <a:endPara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" name="Group 2062"/>
          <p:cNvGrpSpPr>
            <a:grpSpLocks/>
          </p:cNvGrpSpPr>
          <p:nvPr/>
        </p:nvGrpSpPr>
        <p:grpSpPr bwMode="auto">
          <a:xfrm>
            <a:off x="7114188" y="2320288"/>
            <a:ext cx="1168179" cy="823913"/>
            <a:chOff x="1439" y="695"/>
            <a:chExt cx="736" cy="519"/>
          </a:xfrm>
        </p:grpSpPr>
        <p:sp>
          <p:nvSpPr>
            <p:cNvPr id="316431" name="Text Box 2063"/>
            <p:cNvSpPr txBox="1">
              <a:spLocks noChangeArrowheads="1"/>
            </p:cNvSpPr>
            <p:nvPr/>
          </p:nvSpPr>
          <p:spPr bwMode="auto">
            <a:xfrm>
              <a:off x="1443" y="1001"/>
              <a:ext cx="732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transport</a:t>
              </a:r>
              <a:endPara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6432" name="Line 2064"/>
            <p:cNvSpPr>
              <a:spLocks noChangeShapeType="1"/>
            </p:cNvSpPr>
            <p:nvPr/>
          </p:nvSpPr>
          <p:spPr bwMode="auto">
            <a:xfrm>
              <a:off x="1487" y="955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6433" name="Text Box 2065"/>
            <p:cNvSpPr txBox="1">
              <a:spLocks noChangeArrowheads="1"/>
            </p:cNvSpPr>
            <p:nvPr/>
          </p:nvSpPr>
          <p:spPr bwMode="auto">
            <a:xfrm>
              <a:off x="1439" y="695"/>
              <a:ext cx="732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handling &amp;</a:t>
              </a:r>
              <a:endPara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4178CFA-6147-47E9-B61A-B19AE34EAAA8}"/>
              </a:ext>
            </a:extLst>
          </p:cNvPr>
          <p:cNvSpPr/>
          <p:nvPr/>
        </p:nvSpPr>
        <p:spPr>
          <a:xfrm>
            <a:off x="1187345" y="1451308"/>
            <a:ext cx="8274017" cy="36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79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these factors must be considered in the contingency planning stage: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89333A-7A7E-4BA5-9600-69782CDBEBC5}"/>
              </a:ext>
            </a:extLst>
          </p:cNvPr>
          <p:cNvSpPr/>
          <p:nvPr/>
        </p:nvSpPr>
        <p:spPr>
          <a:xfrm>
            <a:off x="3593493" y="6083950"/>
            <a:ext cx="6190269" cy="36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factors are influenced by </a:t>
            </a:r>
            <a:r>
              <a:rPr lang="en-GB" sz="1792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Laws and Regulations…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utoUpdateAnimBg="0"/>
      <p:bldP spid="316420" grpId="0" autoUpdateAnimBg="0"/>
      <p:bldP spid="31642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1AA82E-2D5C-4486-A8DF-0C1997B0FD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65666-CB37-4553-99DF-ADC33BA2C73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211BFE5-5A0A-4981-B7F0-174647A5DFB7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C5482-08D5-4F20-95C1-17357187456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C9B601-C409-47F5-9623-8B90779C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55" y="4005064"/>
            <a:ext cx="7110412" cy="615553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Oiled </a:t>
            </a:r>
            <a:r>
              <a:rPr lang="en-US" sz="4000" dirty="0" err="1">
                <a:solidFill>
                  <a:schemeClr val="bg1"/>
                </a:solidFill>
              </a:rPr>
              <a:t>Wilidlife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BC9A0B3-AB70-43AB-A2A6-7B56691E2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26D5946-EA54-4502-A8BB-DC19D9C70330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80"/>
          <a:stretch/>
        </p:blipFill>
        <p:spPr>
          <a:xfrm>
            <a:off x="6349867" y="1"/>
            <a:ext cx="5876000" cy="6858001"/>
          </a:xfrm>
        </p:spPr>
      </p:pic>
    </p:spTree>
    <p:extLst>
      <p:ext uri="{BB962C8B-B14F-4D97-AF65-F5344CB8AC3E}">
        <p14:creationId xmlns:p14="http://schemas.microsoft.com/office/powerpoint/2010/main" val="407517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5F034A-B3D6-4460-AF95-FA6F24DC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707E-9BB9-412E-90FD-49660DE90F24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AF9A36-E4A5-4D32-A98B-9413370A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65E1A4-5976-4CCE-B6A3-3FC637D1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1A60B0-69E2-48F4-A4EA-E7A476B09187}"/>
              </a:ext>
            </a:extLst>
          </p:cNvPr>
          <p:cNvSpPr/>
          <p:nvPr/>
        </p:nvSpPr>
        <p:spPr bwMode="auto">
          <a:xfrm>
            <a:off x="0" y="1988766"/>
            <a:ext cx="12192000" cy="2880469"/>
          </a:xfrm>
          <a:prstGeom prst="rect">
            <a:avLst/>
          </a:prstGeom>
          <a:gradFill>
            <a:gsLst>
              <a:gs pos="0">
                <a:srgbClr val="002F5F">
                  <a:alpha val="10000"/>
                </a:srgbClr>
              </a:gs>
              <a:gs pos="50000">
                <a:srgbClr val="002F5F">
                  <a:alpha val="0"/>
                </a:srgbClr>
              </a:gs>
              <a:gs pos="100000">
                <a:srgbClr val="002F5F">
                  <a:alpha val="10000"/>
                </a:srgbClr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DEA09-7480-4F95-A12D-2D70D92916B1}"/>
              </a:ext>
            </a:extLst>
          </p:cNvPr>
          <p:cNvSpPr/>
          <p:nvPr/>
        </p:nvSpPr>
        <p:spPr bwMode="auto">
          <a:xfrm>
            <a:off x="983432" y="879147"/>
            <a:ext cx="10225136" cy="47166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prstClr val="black">
                <a:alpha val="4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9" name="Picture 2">
            <a:hlinkClick r:id="rId2"/>
            <a:extLst>
              <a:ext uri="{FF2B5EF4-FFF2-40B4-BE49-F238E27FC236}">
                <a16:creationId xmlns:a16="http://schemas.microsoft.com/office/drawing/2014/main" id="{3B6C5649-A3EF-41CF-B981-2BA2E7E48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27448" y="980728"/>
            <a:ext cx="9937104" cy="4464496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1AA08E7-883B-4F1F-95EE-05588FF0C75F}"/>
              </a:ext>
            </a:extLst>
          </p:cNvPr>
          <p:cNvGrpSpPr/>
          <p:nvPr/>
        </p:nvGrpSpPr>
        <p:grpSpPr>
          <a:xfrm>
            <a:off x="5375920" y="5877272"/>
            <a:ext cx="1440160" cy="360040"/>
            <a:chOff x="5375920" y="5772549"/>
            <a:chExt cx="1440160" cy="360040"/>
          </a:xfrm>
        </p:grpSpPr>
        <p:sp>
          <p:nvSpPr>
            <p:cNvPr id="4" name="Rectangle: Rounded Corners 3">
              <a:hlinkClick r:id="rId2"/>
              <a:extLst>
                <a:ext uri="{FF2B5EF4-FFF2-40B4-BE49-F238E27FC236}">
                  <a16:creationId xmlns:a16="http://schemas.microsoft.com/office/drawing/2014/main" id="{398CBCB4-4AA8-454A-B8B0-F67275E32150}"/>
                </a:ext>
              </a:extLst>
            </p:cNvPr>
            <p:cNvSpPr/>
            <p:nvPr/>
          </p:nvSpPr>
          <p:spPr bwMode="auto">
            <a:xfrm>
              <a:off x="5375920" y="5772549"/>
              <a:ext cx="144016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hlinkClick r:id="rId2"/>
              <a:extLst>
                <a:ext uri="{FF2B5EF4-FFF2-40B4-BE49-F238E27FC236}">
                  <a16:creationId xmlns:a16="http://schemas.microsoft.com/office/drawing/2014/main" id="{BF3AC362-7154-4C6E-9301-A6441DE0D6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95333" y="5864204"/>
              <a:ext cx="176731" cy="176731"/>
            </a:xfrm>
            <a:prstGeom prst="rect">
              <a:avLst/>
            </a:prstGeom>
          </p:spPr>
        </p:pic>
        <p:sp>
          <p:nvSpPr>
            <p:cNvPr id="12" name="TextBox 11">
              <a:hlinkClick r:id="rId2"/>
              <a:extLst>
                <a:ext uri="{FF2B5EF4-FFF2-40B4-BE49-F238E27FC236}">
                  <a16:creationId xmlns:a16="http://schemas.microsoft.com/office/drawing/2014/main" id="{8CB81751-DAFC-4198-AA00-3814E1548D86}"/>
                </a:ext>
              </a:extLst>
            </p:cNvPr>
            <p:cNvSpPr txBox="1"/>
            <p:nvPr/>
          </p:nvSpPr>
          <p:spPr>
            <a:xfrm>
              <a:off x="5447928" y="5821764"/>
              <a:ext cx="99418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Click to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27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86F98306-0E20-4BC3-A8C0-0CCCCBE1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548680"/>
            <a:ext cx="11376024" cy="492443"/>
          </a:xfrm>
        </p:spPr>
        <p:txBody>
          <a:bodyPr>
            <a:spAutoFit/>
          </a:bodyPr>
          <a:lstStyle/>
          <a:p>
            <a:r>
              <a:rPr lang="en-GB" sz="3200" dirty="0"/>
              <a:t>Wildlife at Risk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D7609CE-53D6-4B6E-A338-08BA19A349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1968666"/>
            <a:ext cx="3600450" cy="1604350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Impact: </a:t>
            </a:r>
            <a:r>
              <a:rPr lang="en-US" sz="1400" b="0" i="0" dirty="0">
                <a:effectLst/>
                <a:latin typeface="+mj-lt"/>
              </a:rPr>
              <a:t>Oil reduces insulation and flight capability, leading to hypothermia and impaired foraging.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Ingestion: </a:t>
            </a:r>
            <a:r>
              <a:rPr lang="en-US" sz="1400" b="0" i="0" dirty="0">
                <a:effectLst/>
                <a:latin typeface="+mj-lt"/>
              </a:rPr>
              <a:t>Preening birds may ingest oil, causing internal damage and potential death.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074C79F-7C13-4AD1-BAA3-984849754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0" y="1968666"/>
            <a:ext cx="3672407" cy="1345818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Skin and Eye Irritation: </a:t>
            </a:r>
            <a:r>
              <a:rPr lang="en-US" sz="1400" b="0" i="0" dirty="0">
                <a:effectLst/>
                <a:latin typeface="+mj-lt"/>
              </a:rPr>
              <a:t>Oil causes irritation and potential chemical burns.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Ingestion and Inhalation: </a:t>
            </a:r>
            <a:r>
              <a:rPr lang="en-US" sz="1400" b="0" i="0" dirty="0">
                <a:effectLst/>
                <a:latin typeface="+mj-lt"/>
              </a:rPr>
              <a:t>Consuming or breathing volatile oil compounds leads to internal poisoning and respiratory issues.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925329F-EAEF-4B1F-88CD-4BBAF7408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1968666"/>
            <a:ext cx="3600450" cy="751809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Coating: </a:t>
            </a:r>
            <a:r>
              <a:rPr lang="en-US" sz="1400" b="0" i="0" dirty="0">
                <a:effectLst/>
                <a:latin typeface="+mj-lt"/>
              </a:rPr>
              <a:t>Oil disrupts physiological functions and contaminates nesting beaches, affecting hatchling survival</a:t>
            </a:r>
            <a:endParaRPr lang="en-US" sz="1400" dirty="0">
              <a:latin typeface="+mj-lt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42BC2FB-33EE-4179-96BA-36045C83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050" y="1295881"/>
            <a:ext cx="3599792" cy="276999"/>
          </a:xfrm>
        </p:spPr>
        <p:txBody>
          <a:bodyPr>
            <a:spAutoFit/>
          </a:bodyPr>
          <a:lstStyle/>
          <a:p>
            <a:r>
              <a:rPr lang="en-GB" b="1" i="0" dirty="0">
                <a:effectLst/>
                <a:latin typeface="+mj-lt"/>
              </a:rPr>
              <a:t>Marine Birds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F22A3FA-D3E2-43D7-A8D5-9F7E9FCA1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09874" y="1295881"/>
            <a:ext cx="3599792" cy="585801"/>
          </a:xfr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i="0" dirty="0">
                <a:effectLst/>
                <a:latin typeface="+mj-lt"/>
              </a:rPr>
              <a:t>Marine Mammals (whales, dolphins, seals)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91EE402-173E-4048-892D-8A1188B0A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98306" y="1295881"/>
            <a:ext cx="3096344" cy="276999"/>
          </a:xfrm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+mj-lt"/>
              </a:rPr>
              <a:t>Sea Turtles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EF26-1E2D-4F04-A30E-7EF9B6FD805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F590-8F4E-474A-BAC3-32EDBB8ED3E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39442D-7A81-41A9-8566-389D33A929B3}"/>
              </a:ext>
            </a:extLst>
          </p:cNvPr>
          <p:cNvSpPr/>
          <p:nvPr/>
        </p:nvSpPr>
        <p:spPr>
          <a:xfrm>
            <a:off x="7824192" y="466498"/>
            <a:ext cx="3470458" cy="535313"/>
          </a:xfrm>
          <a:prstGeom prst="roundRect">
            <a:avLst>
              <a:gd name="adj" fmla="val 1799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Where can we find this information?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3AD3E7-0CEE-43D4-9E50-A354136EB768}"/>
              </a:ext>
            </a:extLst>
          </p:cNvPr>
          <p:cNvSpPr/>
          <p:nvPr/>
        </p:nvSpPr>
        <p:spPr>
          <a:xfrm flipH="1">
            <a:off x="8028884" y="361109"/>
            <a:ext cx="178796" cy="13215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8A9817A-61F8-45D3-BF83-0AEFC29528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C493FE4-09D2-4DD7-9F7D-0AF9E451E4B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51B75C7-26AA-4F8F-BFBB-0738477959A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26260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86F98306-0E20-4BC3-A8C0-0CCCCBE1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548680"/>
            <a:ext cx="11376024" cy="492443"/>
          </a:xfrm>
        </p:spPr>
        <p:txBody>
          <a:bodyPr>
            <a:spAutoFit/>
          </a:bodyPr>
          <a:lstStyle/>
          <a:p>
            <a:r>
              <a:rPr lang="en-GB" sz="3200" dirty="0"/>
              <a:t>Wildlife at Risk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D7609CE-53D6-4B6E-A338-08BA19A349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1968666"/>
            <a:ext cx="3600450" cy="751809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Direct Toxicity: </a:t>
            </a:r>
            <a:r>
              <a:rPr lang="en-US" sz="1400" i="0" dirty="0">
                <a:effectLst/>
                <a:latin typeface="+mj-lt"/>
              </a:rPr>
              <a:t>Oil suffocates eggs and larvae; taints adult fish, making them unfit for consumption.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074C79F-7C13-4AD1-BAA3-984849754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800" y="1968666"/>
            <a:ext cx="3672407" cy="1345818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Smothering: </a:t>
            </a:r>
            <a:r>
              <a:rPr lang="en-US" sz="1400" i="0" dirty="0">
                <a:effectLst/>
                <a:latin typeface="+mj-lt"/>
              </a:rPr>
              <a:t>Oil blocks breathing or feeding capabilities, causing suffocation.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Reproductive Harm: </a:t>
            </a:r>
            <a:r>
              <a:rPr lang="en-US" sz="1400" i="0" dirty="0">
                <a:effectLst/>
                <a:latin typeface="+mj-lt"/>
              </a:rPr>
              <a:t>Oil exposure impairs reproduction, threatening population viability.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925329F-EAEF-4B1F-88CD-4BBAF7408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564" y="1968666"/>
            <a:ext cx="3600450" cy="1604350"/>
          </a:xfr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Habitat Destruction: </a:t>
            </a:r>
            <a:r>
              <a:rPr lang="en-US" sz="1400" i="0" dirty="0">
                <a:effectLst/>
                <a:latin typeface="+mj-lt"/>
              </a:rPr>
              <a:t>Oil destroys crucial habitats like mangroves and marshes.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Food Web Disruption: </a:t>
            </a:r>
            <a:r>
              <a:rPr lang="en-US" sz="1400" i="0" dirty="0">
                <a:effectLst/>
                <a:latin typeface="+mj-lt"/>
              </a:rPr>
              <a:t>Contamination affects food sources, leading to starvation and reduced reproduction in dependent species.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42BC2FB-33EE-4179-96BA-36045C83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050" y="1295881"/>
            <a:ext cx="3599792" cy="276999"/>
          </a:xfrm>
        </p:spPr>
        <p:txBody>
          <a:bodyPr>
            <a:spAutoFit/>
          </a:bodyPr>
          <a:lstStyle/>
          <a:p>
            <a:r>
              <a:rPr lang="en-GB" b="1" i="0" dirty="0">
                <a:effectLst/>
                <a:latin typeface="+mj-lt"/>
              </a:rPr>
              <a:t>Fish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F22A3FA-D3E2-43D7-A8D5-9F7E9FCA1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09874" y="1295881"/>
            <a:ext cx="3599792" cy="585801"/>
          </a:xfr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i="0" dirty="0">
                <a:effectLst/>
                <a:latin typeface="+mj-lt"/>
              </a:rPr>
              <a:t>Invertebrates (corals, crabs, shellfish)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91EE402-173E-4048-892D-8A1188B0A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98306" y="1295881"/>
            <a:ext cx="3096344" cy="276999"/>
          </a:xfrm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+mj-lt"/>
              </a:rPr>
              <a:t>Shoreline Fauna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EF26-1E2D-4F04-A30E-7EF9B6FD805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F590-8F4E-474A-BAC3-32EDBB8ED3E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5D6C03C-2800-4914-8B2F-1F1F184D54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E3EFD5D-8443-4369-AD7E-53E735F527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2E0D7E3-7436-4025-B255-7218AF2A7F5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17586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0E11-25ED-4D3A-AC50-D734B9D63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EBCBD-954E-475F-BE62-DA4CA89E2B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17 January 2024</a:t>
            </a:r>
          </a:p>
        </p:txBody>
      </p:sp>
      <p:pic>
        <p:nvPicPr>
          <p:cNvPr id="12" name="Picture Placeholder 11">
            <a:hlinkClick r:id="rId2"/>
            <a:extLst>
              <a:ext uri="{FF2B5EF4-FFF2-40B4-BE49-F238E27FC236}">
                <a16:creationId xmlns:a16="http://schemas.microsoft.com/office/drawing/2014/main" id="{5FA5BCCB-F01A-4E9B-A96C-1580D543DE1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635" t="4239" r="-6532" b="6508"/>
          <a:stretch/>
        </p:blipFill>
        <p:spPr>
          <a:xfrm>
            <a:off x="911424" y="1556792"/>
            <a:ext cx="4896544" cy="1996578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6CC94B-2A7C-48E0-BBC6-BD6FD4008C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3043" y="4552166"/>
            <a:ext cx="4714676" cy="1397114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600" b="1" dirty="0"/>
              <a:t>For each country find out: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name of the response </a:t>
            </a:r>
            <a:r>
              <a:rPr lang="en-US" sz="1600" dirty="0" err="1"/>
              <a:t>Organisation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What are their areas of expertise?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DE52E53F-550B-4C62-A90C-6DCAA9DA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Oiled Wildlife Response Network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583B17D-F360-4DCF-82F9-8A4C5D7EA6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09409F3-9A3A-4912-A10F-180E9E588A99}"/>
              </a:ext>
            </a:extLst>
          </p:cNvPr>
          <p:cNvGrpSpPr/>
          <p:nvPr/>
        </p:nvGrpSpPr>
        <p:grpSpPr>
          <a:xfrm>
            <a:off x="2567608" y="3717032"/>
            <a:ext cx="1440160" cy="360040"/>
            <a:chOff x="5375920" y="5772549"/>
            <a:chExt cx="1440160" cy="360040"/>
          </a:xfrm>
        </p:grpSpPr>
        <p:sp>
          <p:nvSpPr>
            <p:cNvPr id="19" name="Rectangle: Rounded Corners 18">
              <a:hlinkClick r:id="rId2"/>
              <a:extLst>
                <a:ext uri="{FF2B5EF4-FFF2-40B4-BE49-F238E27FC236}">
                  <a16:creationId xmlns:a16="http://schemas.microsoft.com/office/drawing/2014/main" id="{C4ED3007-A5AB-4771-B917-4A236CE5C1DF}"/>
                </a:ext>
              </a:extLst>
            </p:cNvPr>
            <p:cNvSpPr/>
            <p:nvPr/>
          </p:nvSpPr>
          <p:spPr bwMode="auto">
            <a:xfrm>
              <a:off x="5375920" y="5772549"/>
              <a:ext cx="144016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pic>
          <p:nvPicPr>
            <p:cNvPr id="20" name="Graphic 19">
              <a:hlinkClick r:id="rId2"/>
              <a:extLst>
                <a:ext uri="{FF2B5EF4-FFF2-40B4-BE49-F238E27FC236}">
                  <a16:creationId xmlns:a16="http://schemas.microsoft.com/office/drawing/2014/main" id="{603615A8-F5CD-4844-B70C-748EF53181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95333" y="5864204"/>
              <a:ext cx="176731" cy="176731"/>
            </a:xfrm>
            <a:prstGeom prst="rect">
              <a:avLst/>
            </a:prstGeom>
          </p:spPr>
        </p:pic>
        <p:sp>
          <p:nvSpPr>
            <p:cNvPr id="21" name="TextBox 20">
              <a:hlinkClick r:id="rId2"/>
              <a:extLst>
                <a:ext uri="{FF2B5EF4-FFF2-40B4-BE49-F238E27FC236}">
                  <a16:creationId xmlns:a16="http://schemas.microsoft.com/office/drawing/2014/main" id="{0F21EBF3-00C7-47D8-9005-7903F14F4B90}"/>
                </a:ext>
              </a:extLst>
            </p:cNvPr>
            <p:cNvSpPr txBox="1"/>
            <p:nvPr/>
          </p:nvSpPr>
          <p:spPr>
            <a:xfrm>
              <a:off x="5447928" y="5821764"/>
              <a:ext cx="99418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Click to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682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0BB058-914E-4DA5-8939-DD7EE69E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8A1BB62-A4EF-4BE6-8AF5-DDC6ADAC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424" y="6381328"/>
            <a:ext cx="1224136" cy="143296"/>
          </a:xfrm>
        </p:spPr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42F06FB-036F-56DA-6A8F-B1136F0F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8FF236C-2244-EC62-44D5-DFA5C1362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698" y="1700808"/>
            <a:ext cx="6408092" cy="648618"/>
          </a:xfrm>
        </p:spPr>
        <p:txBody>
          <a:bodyPr/>
          <a:lstStyle/>
          <a:p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https://vimeo.com/97120696?fl=pl&amp;fe=cm</a:t>
            </a:r>
            <a:endParaRPr lang="en-GB" dirty="0"/>
          </a:p>
          <a:p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1CEBF3-68E8-4236-C53A-2ED0A64D3E9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16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53D0-7F4E-D917-33C6-F29F1182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47C16-BC6A-442D-EB9D-080C189C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18DD1B-CA22-7EB7-51A2-FD4C995F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44" y="4377770"/>
            <a:ext cx="6408092" cy="707886"/>
          </a:xfrm>
        </p:spPr>
        <p:txBody>
          <a:bodyPr spcFirstLastPara="1" vert="horz" wrap="square" lIns="91440" tIns="45720" rIns="91440" bIns="45720" rtlCol="0" anchor="b" anchorCtr="0">
            <a:spAutoFit/>
          </a:bodyPr>
          <a:lstStyle/>
          <a:p>
            <a:r>
              <a:rPr lang="en-US" sz="4000" dirty="0"/>
              <a:t>Recap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931FFB5-915E-E0D4-1D91-EBF8B7A1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633" y="5216530"/>
            <a:ext cx="4425223" cy="361637"/>
          </a:xfrm>
        </p:spPr>
        <p:txBody>
          <a:bodyPr spcFirstLastPara="1"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400" dirty="0"/>
              <a:t>List three things you have learnt from this session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EDDDE8A0-1A92-A286-4FBB-1ED69415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424" y="6381328"/>
            <a:ext cx="1224136" cy="143296"/>
          </a:xfrm>
        </p:spPr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FCF02D6-B0AE-A0B4-AA2C-FE75B18AE49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9976" y="0"/>
            <a:ext cx="6312024" cy="6858000"/>
          </a:xfrm>
        </p:spPr>
      </p:pic>
    </p:spTree>
    <p:extLst>
      <p:ext uri="{BB962C8B-B14F-4D97-AF65-F5344CB8AC3E}">
        <p14:creationId xmlns:p14="http://schemas.microsoft.com/office/powerpoint/2010/main" val="292391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lamor">
  <a:themeElements>
    <a:clrScheme name="Lamor">
      <a:dk1>
        <a:srgbClr val="000000"/>
      </a:dk1>
      <a:lt1>
        <a:sysClr val="window" lastClr="FFFFFF"/>
      </a:lt1>
      <a:dk2>
        <a:srgbClr val="FFFDE6"/>
      </a:dk2>
      <a:lt2>
        <a:srgbClr val="E6EBEF"/>
      </a:lt2>
      <a:accent1>
        <a:srgbClr val="FFE600"/>
      </a:accent1>
      <a:accent2>
        <a:srgbClr val="002F5F"/>
      </a:accent2>
      <a:accent3>
        <a:srgbClr val="5D7CA7"/>
      </a:accent3>
      <a:accent4>
        <a:srgbClr val="C0CBD7"/>
      </a:accent4>
      <a:accent5>
        <a:srgbClr val="959C9E"/>
      </a:accent5>
      <a:accent6>
        <a:srgbClr val="115EFA"/>
      </a:accent6>
      <a:hlink>
        <a:srgbClr val="002F5F"/>
      </a:hlink>
      <a:folHlink>
        <a:srgbClr val="002F5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/>
        </a:defPPr>
      </a:lst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mor_sample.potx" id="{0866E240-CAF8-4C92-8E7B-1EC790D68361}" vid="{AF030CEB-CB20-44A5-94FC-316307E112C5}"/>
    </a:ext>
  </a:extLst>
</a:theme>
</file>

<file path=ppt/theme/theme2.xml><?xml version="1.0" encoding="utf-8"?>
<a:theme xmlns:a="http://schemas.openxmlformats.org/drawingml/2006/main" name="Office Theme">
  <a:themeElements>
    <a:clrScheme name="Lamor">
      <a:dk1>
        <a:srgbClr val="000000"/>
      </a:dk1>
      <a:lt1>
        <a:sysClr val="window" lastClr="FFFFFF"/>
      </a:lt1>
      <a:dk2>
        <a:srgbClr val="FFFDE6"/>
      </a:dk2>
      <a:lt2>
        <a:srgbClr val="E6EBEF"/>
      </a:lt2>
      <a:accent1>
        <a:srgbClr val="FFE600"/>
      </a:accent1>
      <a:accent2>
        <a:srgbClr val="002F5F"/>
      </a:accent2>
      <a:accent3>
        <a:srgbClr val="5D7CA7"/>
      </a:accent3>
      <a:accent4>
        <a:srgbClr val="C0CBD7"/>
      </a:accent4>
      <a:accent5>
        <a:srgbClr val="959C9E"/>
      </a:accent5>
      <a:accent6>
        <a:srgbClr val="115EFA"/>
      </a:accent6>
      <a:hlink>
        <a:srgbClr val="002F5F"/>
      </a:hlink>
      <a:folHlink>
        <a:srgbClr val="002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amor">
      <a:dk1>
        <a:srgbClr val="000000"/>
      </a:dk1>
      <a:lt1>
        <a:sysClr val="window" lastClr="FFFFFF"/>
      </a:lt1>
      <a:dk2>
        <a:srgbClr val="FFFDE6"/>
      </a:dk2>
      <a:lt2>
        <a:srgbClr val="E6EBEF"/>
      </a:lt2>
      <a:accent1>
        <a:srgbClr val="FFE600"/>
      </a:accent1>
      <a:accent2>
        <a:srgbClr val="002F5F"/>
      </a:accent2>
      <a:accent3>
        <a:srgbClr val="5D7CA7"/>
      </a:accent3>
      <a:accent4>
        <a:srgbClr val="C0CBD7"/>
      </a:accent4>
      <a:accent5>
        <a:srgbClr val="959C9E"/>
      </a:accent5>
      <a:accent6>
        <a:srgbClr val="115EFA"/>
      </a:accent6>
      <a:hlink>
        <a:srgbClr val="002F5F"/>
      </a:hlink>
      <a:folHlink>
        <a:srgbClr val="002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0CF62CD321841A42A9E7421C52D774D4" ma:contentTypeVersion="18" ma:contentTypeDescription="Luo uusi asiakirja." ma:contentTypeScope="" ma:versionID="fa89c8abefcfd46658a4b751c9806264">
  <xsd:schema xmlns:xsd="http://www.w3.org/2001/XMLSchema" xmlns:xs="http://www.w3.org/2001/XMLSchema" xmlns:p="http://schemas.microsoft.com/office/2006/metadata/properties" xmlns:ns2="f0436948-a84c-4eca-b610-55dcc70f19ac" xmlns:ns3="9dc8e53c-ea3d-41cd-8c60-25d5239dfb64" targetNamespace="http://schemas.microsoft.com/office/2006/metadata/properties" ma:root="true" ma:fieldsID="1ea9ed57636d05c2562e6c97820f68c6" ns2:_="" ns3:_="">
    <xsd:import namespace="f0436948-a84c-4eca-b610-55dcc70f19ac"/>
    <xsd:import namespace="9dc8e53c-ea3d-41cd-8c60-25d5239dfb64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36948-a84c-4eca-b610-55dcc70f19a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Kuvien tunnisteet" ma:readOnly="false" ma:fieldId="{5cf76f15-5ced-4ddc-b409-7134ff3c332f}" ma:taxonomyMulti="true" ma:sspId="173844e6-26ab-4283-9ac6-416b1f24db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8e53c-ea3d-41cd-8c60-25d5239dfb6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fd703df-f07d-4cc1-bd71-ce67e06ab0d8}" ma:internalName="TaxCatchAll" ma:showField="CatchAllData" ma:web="9dc8e53c-ea3d-41cd-8c60-25d5239dfb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c8e53c-ea3d-41cd-8c60-25d5239dfb64" xsi:nil="true"/>
    <lcf76f155ced4ddcb4097134ff3c332f xmlns="f0436948-a84c-4eca-b610-55dcc70f19ac">
      <Terms xmlns="http://schemas.microsoft.com/office/infopath/2007/PartnerControls"/>
    </lcf76f155ced4ddcb4097134ff3c332f>
    <MigrationWizIdVersion xmlns="f0436948-a84c-4eca-b610-55dcc70f19ac" xsi:nil="true"/>
    <MigrationWizIdPermissions xmlns="f0436948-a84c-4eca-b610-55dcc70f19ac" xsi:nil="true"/>
    <MigrationWizId xmlns="f0436948-a84c-4eca-b610-55dcc70f19ac" xsi:nil="true"/>
  </documentManagement>
</p:properties>
</file>

<file path=customXml/itemProps1.xml><?xml version="1.0" encoding="utf-8"?>
<ds:datastoreItem xmlns:ds="http://schemas.openxmlformats.org/officeDocument/2006/customXml" ds:itemID="{80572B84-74A4-4065-91F7-DAC5816A0F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DB495-F208-49A2-A7BA-174D746F0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36948-a84c-4eca-b610-55dcc70f19ac"/>
    <ds:schemaRef ds:uri="9dc8e53c-ea3d-41cd-8c60-25d5239dfb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6B585C-57F7-4F3A-87D1-541AC39487FA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9dc8e53c-ea3d-41cd-8c60-25d5239dfb64"/>
    <ds:schemaRef ds:uri="ba5010ef-ae1a-4af1-8e9b-a12178645b61"/>
    <ds:schemaRef ds:uri="http://schemas.microsoft.com/office/2006/metadata/properties"/>
    <ds:schemaRef ds:uri="http://purl.org/dc/elements/1.1/"/>
    <ds:schemaRef ds:uri="f0436948-a84c-4eca-b610-55dcc70f19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lamor_sample</Template>
  <TotalTime>2166</TotalTime>
  <Words>3089</Words>
  <Application>Microsoft Macintosh PowerPoint</Application>
  <PresentationFormat>Widescreen</PresentationFormat>
  <Paragraphs>416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Times New Roman</vt:lpstr>
      <vt:lpstr>Tahoma</vt:lpstr>
      <vt:lpstr>Wingdings</vt:lpstr>
      <vt:lpstr>Arial</vt:lpstr>
      <vt:lpstr>Calibri</vt:lpstr>
      <vt:lpstr>lamor</vt:lpstr>
      <vt:lpstr>PowerPoint Presentation</vt:lpstr>
      <vt:lpstr>Waste Management &amp; Wildlife Response</vt:lpstr>
      <vt:lpstr>What waste is generated during an Oil Spill?</vt:lpstr>
      <vt:lpstr>Waste Hierarchy</vt:lpstr>
      <vt:lpstr>Waste VS Response Strategy </vt:lpstr>
      <vt:lpstr>Waste VS Response Strategy </vt:lpstr>
      <vt:lpstr>What does history tell us ………….casualties </vt:lpstr>
      <vt:lpstr>Waste Volume Consideration </vt:lpstr>
      <vt:lpstr>Waste Hierarchy</vt:lpstr>
      <vt:lpstr>How can we reduce waste?</vt:lpstr>
      <vt:lpstr>How can we reduce waste?</vt:lpstr>
      <vt:lpstr>How can we reduce waste?</vt:lpstr>
      <vt:lpstr>Example: Deep Water Horizon 2010</vt:lpstr>
      <vt:lpstr>Primary Storage Offshore </vt:lpstr>
      <vt:lpstr>Primary Storage Shoreline  </vt:lpstr>
      <vt:lpstr>Primary Storage Shoreline  </vt:lpstr>
      <vt:lpstr>Waste Transportation</vt:lpstr>
      <vt:lpstr>PowerPoint Presentation</vt:lpstr>
      <vt:lpstr>Final Disposal - Recycle &amp;  Recover</vt:lpstr>
      <vt:lpstr>Direct Disposal</vt:lpstr>
      <vt:lpstr>Gravity Separation</vt:lpstr>
      <vt:lpstr>Thermal Treatment</vt:lpstr>
      <vt:lpstr>Stabilisation </vt:lpstr>
      <vt:lpstr>Bioremediation</vt:lpstr>
      <vt:lpstr>Bioremediation Facility Philippines  </vt:lpstr>
      <vt:lpstr>Waste Management Planning and Regulation</vt:lpstr>
      <vt:lpstr>Oiled Wilidlife</vt:lpstr>
      <vt:lpstr>PowerPoint Presentation</vt:lpstr>
      <vt:lpstr>Wildlife at Risk</vt:lpstr>
      <vt:lpstr>Wildlife at Risk</vt:lpstr>
      <vt:lpstr>Oiled Wildlife Response Network</vt:lpstr>
      <vt:lpstr>PowerPoint Presentation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heading Arial bold 60pt</dc:title>
  <dc:creator>Pia Hoffren</dc:creator>
  <cp:lastModifiedBy>pekka Eskelinen</cp:lastModifiedBy>
  <cp:revision>252</cp:revision>
  <dcterms:created xsi:type="dcterms:W3CDTF">2023-01-17T08:01:00Z</dcterms:created>
  <dcterms:modified xsi:type="dcterms:W3CDTF">2026-10-01T09:20:43Z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0x0101000CF62CD321841A42A9E7421C52D774D4</vt:lpwstr>
  </property>
  <property fmtid="{D5CDD505-2E9C-101B-9397-08002B2CF9AE}" pid="3" name="MediaServiceImageTags">
    <vt:lpwstr/>
  </property>
</Properties>
</file>