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44"/>
  </p:notesMasterIdLst>
  <p:handoutMasterIdLst>
    <p:handoutMasterId r:id="rId45"/>
  </p:handoutMasterIdLst>
  <p:sldIdLst>
    <p:sldId id="1259" r:id="rId5"/>
    <p:sldId id="1267" r:id="rId6"/>
    <p:sldId id="1310" r:id="rId7"/>
    <p:sldId id="1271" r:id="rId8"/>
    <p:sldId id="1270" r:id="rId9"/>
    <p:sldId id="1272" r:id="rId10"/>
    <p:sldId id="1273" r:id="rId11"/>
    <p:sldId id="1274" r:id="rId12"/>
    <p:sldId id="264" r:id="rId13"/>
    <p:sldId id="265" r:id="rId14"/>
    <p:sldId id="266" r:id="rId15"/>
    <p:sldId id="268" r:id="rId16"/>
    <p:sldId id="270" r:id="rId17"/>
    <p:sldId id="1258" r:id="rId18"/>
    <p:sldId id="1275" r:id="rId19"/>
    <p:sldId id="271" r:id="rId20"/>
    <p:sldId id="1269" r:id="rId21"/>
    <p:sldId id="1304" r:id="rId22"/>
    <p:sldId id="1301" r:id="rId23"/>
    <p:sldId id="1305" r:id="rId24"/>
    <p:sldId id="1306" r:id="rId25"/>
    <p:sldId id="1307" r:id="rId26"/>
    <p:sldId id="1308" r:id="rId27"/>
    <p:sldId id="1309" r:id="rId28"/>
    <p:sldId id="1320" r:id="rId29"/>
    <p:sldId id="1321" r:id="rId30"/>
    <p:sldId id="1302" r:id="rId31"/>
    <p:sldId id="1303" r:id="rId32"/>
    <p:sldId id="1311" r:id="rId33"/>
    <p:sldId id="1312" r:id="rId34"/>
    <p:sldId id="1313" r:id="rId35"/>
    <p:sldId id="1314" r:id="rId36"/>
    <p:sldId id="1315" r:id="rId37"/>
    <p:sldId id="1300" r:id="rId38"/>
    <p:sldId id="1316" r:id="rId39"/>
    <p:sldId id="1317" r:id="rId40"/>
    <p:sldId id="1318" r:id="rId41"/>
    <p:sldId id="1268" r:id="rId42"/>
    <p:sldId id="1322" r:id="rId43"/>
  </p:sldIdLst>
  <p:sldSz cx="12192000" cy="6858000"/>
  <p:notesSz cx="6858000" cy="9144000"/>
  <p:embeddedFontLst>
    <p:embeddedFont>
      <p:font typeface="Poppins" pitchFamily="2" charset="77"/>
      <p:regular r:id="rId46"/>
      <p:bold r:id="rId47"/>
      <p:italic r:id="rId48"/>
      <p:boldItalic r:id="rId49"/>
    </p:embeddedFont>
    <p:embeddedFont>
      <p:font typeface="Tahoma" panose="020B0604030504040204" pitchFamily="34" charset="0"/>
      <p:regular r:id="rId50"/>
      <p:bold r:id="rId51"/>
    </p:embeddedFont>
  </p:embeddedFontLst>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635329F-2630-4A1F-38EB-2BBE3CBCE416}" name="Nicola Jackson" initials="NJ" userId="413acc7b602646f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BEF"/>
    <a:srgbClr val="002F5F"/>
    <a:srgbClr val="5D7CA7"/>
    <a:srgbClr val="115E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5886F7-BE8F-4576-B0F4-51A4359B0124}" v="4" dt="2026-09-09T19:11:01.038"/>
  </p1510:revLst>
</p1510:revInfo>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70213" autoAdjust="0"/>
  </p:normalViewPr>
  <p:slideViewPr>
    <p:cSldViewPr showGuides="1">
      <p:cViewPr varScale="1">
        <p:scale>
          <a:sx n="79" d="100"/>
          <a:sy n="79" d="100"/>
        </p:scale>
        <p:origin x="1696" y="200"/>
      </p:cViewPr>
      <p:guideLst/>
    </p:cSldViewPr>
  </p:slideViewPr>
  <p:notesTextViewPr>
    <p:cViewPr>
      <p:scale>
        <a:sx n="1" d="1"/>
        <a:sy n="1" d="1"/>
      </p:scale>
      <p:origin x="0" y="0"/>
    </p:cViewPr>
  </p:notesTextViewPr>
  <p:sorterViewPr>
    <p:cViewPr>
      <p:scale>
        <a:sx n="80" d="100"/>
        <a:sy n="80" d="100"/>
      </p:scale>
      <p:origin x="0" y="0"/>
    </p:cViewPr>
  </p:sorterViewPr>
  <p:notesViewPr>
    <p:cSldViewPr showGuides="1">
      <p:cViewPr varScale="1">
        <p:scale>
          <a:sx n="88" d="100"/>
          <a:sy n="88" d="100"/>
        </p:scale>
        <p:origin x="37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BA97F0-C535-54E2-52CF-451585BF8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p>
        </p:txBody>
      </p:sp>
      <p:sp>
        <p:nvSpPr>
          <p:cNvPr id="3" name="Date Placeholder 2">
            <a:extLst>
              <a:ext uri="{FF2B5EF4-FFF2-40B4-BE49-F238E27FC236}">
                <a16:creationId xmlns:a16="http://schemas.microsoft.com/office/drawing/2014/main" id="{3F478C9C-3486-F98A-DC21-32D148DB0E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E9406F-C256-4F86-8DEE-EA6092788017}" type="datetimeFigureOut">
              <a:rPr lang="en-GB" sz="800" smtClean="0"/>
              <a:t>01/10/2026</a:t>
            </a:fld>
            <a:endParaRPr lang="en-GB" sz="800"/>
          </a:p>
        </p:txBody>
      </p:sp>
      <p:sp>
        <p:nvSpPr>
          <p:cNvPr id="4" name="Footer Placeholder 3">
            <a:extLst>
              <a:ext uri="{FF2B5EF4-FFF2-40B4-BE49-F238E27FC236}">
                <a16:creationId xmlns:a16="http://schemas.microsoft.com/office/drawing/2014/main" id="{B85E9154-FB43-41C3-8E58-3A198785EB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p>
        </p:txBody>
      </p:sp>
      <p:sp>
        <p:nvSpPr>
          <p:cNvPr id="5" name="Slide Number Placeholder 4">
            <a:extLst>
              <a:ext uri="{FF2B5EF4-FFF2-40B4-BE49-F238E27FC236}">
                <a16:creationId xmlns:a16="http://schemas.microsoft.com/office/drawing/2014/main" id="{011D832D-C8C9-952F-B222-2E33F8E06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0CE66D-C231-4783-B921-DCF67E74179E}" type="slidenum">
              <a:rPr lang="en-GB" sz="800" smtClean="0"/>
              <a:t>‹#›</a:t>
            </a:fld>
            <a:endParaRPr lang="en-GB" sz="800"/>
          </a:p>
        </p:txBody>
      </p:sp>
    </p:spTree>
    <p:extLst>
      <p:ext uri="{BB962C8B-B14F-4D97-AF65-F5344CB8AC3E}">
        <p14:creationId xmlns:p14="http://schemas.microsoft.com/office/powerpoint/2010/main" val="29176583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29549BB7-93A2-4AC2-B945-2C773A501297}" type="datetimeFigureOut">
              <a:rPr lang="en-GB" smtClean="0"/>
              <a:pPr/>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6F2864D0-97CF-41B9-8B2E-A8A368785333}" type="slidenum">
              <a:rPr lang="en-GB" smtClean="0"/>
              <a:pPr/>
              <a:t>‹#›</a:t>
            </a:fld>
            <a:endParaRPr lang="en-GB"/>
          </a:p>
        </p:txBody>
      </p:sp>
    </p:spTree>
    <p:extLst>
      <p:ext uri="{BB962C8B-B14F-4D97-AF65-F5344CB8AC3E}">
        <p14:creationId xmlns:p14="http://schemas.microsoft.com/office/powerpoint/2010/main" val="1440118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1:notes"/>
          <p:cNvSpPr>
            <a:spLocks noGrp="1" noRot="1" noChangeAspect="1"/>
          </p:cNvSpPr>
          <p:nvPr>
            <p:ph type="sldImg" idx="2"/>
          </p:nvPr>
        </p:nvSpPr>
        <p:spPr>
          <a:xfrm>
            <a:off x="-9490075" y="4330700"/>
            <a:ext cx="20789900" cy="11695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1:notes"/>
          <p:cNvSpPr txBox="1">
            <a:spLocks noGrp="1"/>
          </p:cNvSpPr>
          <p:nvPr>
            <p:ph type="body" idx="1"/>
          </p:nvPr>
        </p:nvSpPr>
        <p:spPr>
          <a:xfrm>
            <a:off x="180975" y="16675768"/>
            <a:ext cx="1447800" cy="13643811"/>
          </a:xfrm>
          <a:prstGeom prst="rect">
            <a:avLst/>
          </a:prstGeom>
          <a:noFill/>
          <a:ln>
            <a:noFill/>
          </a:ln>
        </p:spPr>
        <p:txBody>
          <a:bodyPr spcFirstLastPara="1" wrap="square" lIns="91425" tIns="45700" rIns="91425" bIns="45700" anchor="t" anchorCtr="0">
            <a:noAutofit/>
          </a:bodyPr>
          <a:lstStyle/>
          <a:p>
            <a:r>
              <a:t>Welcome / title slide. Introduce Module 8, confirm it builds on earlier modules covering spill response fundamentals, and set expectations: a mix of theory, group exercises and practical planning tools for shoreline response.</a:t>
            </a:r>
          </a:p>
        </p:txBody>
      </p:sp>
      <p:sp>
        <p:nvSpPr>
          <p:cNvPr id="540" name="Google Shape;540;p1:notes"/>
          <p:cNvSpPr txBox="1">
            <a:spLocks noGrp="1"/>
          </p:cNvSpPr>
          <p:nvPr>
            <p:ph type="sldNum" idx="12"/>
          </p:nvPr>
        </p:nvSpPr>
        <p:spPr>
          <a:xfrm>
            <a:off x="1025106" y="32912392"/>
            <a:ext cx="784225" cy="173856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0" i="0" u="none" strike="noStrike" dirty="0">
                <a:solidFill>
                  <a:srgbClr val="000000"/>
                </a:solidFill>
                <a:effectLst/>
                <a:highlight>
                  <a:srgbClr val="E7E6E6"/>
                </a:highlight>
                <a:latin typeface="Times New Roman" panose="02020603050405020304" pitchFamily="18" charset="0"/>
              </a:rPr>
              <a:t> </a:t>
            </a:r>
            <a:r>
              <a:rPr lang="en-GB" sz="1800" b="0" i="0" u="none" strike="noStrike" dirty="0">
                <a:solidFill>
                  <a:srgbClr val="000000"/>
                </a:solidFill>
                <a:effectLst/>
                <a:highlight>
                  <a:srgbClr val="E7E6E6"/>
                </a:highlight>
                <a:latin typeface="Calibri" panose="020F0502020204030204" pitchFamily="34" charset="0"/>
              </a:rPr>
              <a:t>Understand the phases in shoreline clean-up</a:t>
            </a:r>
            <a:r>
              <a:rPr lang="en-GB" dirty="0"/>
              <a:t> </a:t>
            </a:r>
          </a:p>
          <a:p>
            <a:r>
              <a:rPr lang="en-GB" sz="1800" b="0" i="0" u="none" strike="noStrike" dirty="0">
                <a:solidFill>
                  <a:srgbClr val="000000"/>
                </a:solidFill>
                <a:effectLst/>
                <a:highlight>
                  <a:srgbClr val="E7E6E6"/>
                </a:highlight>
                <a:latin typeface="Calibri" panose="020F0502020204030204" pitchFamily="34" charset="0"/>
              </a:rPr>
              <a:t>Understand the various shoreline treatment options</a:t>
            </a:r>
            <a:r>
              <a:rPr lang="en-GB" dirty="0"/>
              <a:t> </a:t>
            </a:r>
          </a:p>
          <a:p>
            <a:r>
              <a:rPr lang="en-GB" sz="1800" b="0" i="0" u="none" strike="noStrike" dirty="0">
                <a:solidFill>
                  <a:srgbClr val="000000"/>
                </a:solidFill>
                <a:effectLst/>
                <a:highlight>
                  <a:srgbClr val="E7E6E6"/>
                </a:highlight>
                <a:latin typeface="Calibri" panose="020F0502020204030204" pitchFamily="34" charset="0"/>
              </a:rPr>
              <a:t>Understand the basis of shoreline treatment recommendations</a:t>
            </a:r>
            <a:r>
              <a:rPr lang="en-GB" dirty="0"/>
              <a:t> </a:t>
            </a:r>
            <a:r>
              <a:rPr lang="en-GB" sz="1800" b="0" i="0" u="none" strike="noStrike" dirty="0">
                <a:solidFill>
                  <a:srgbClr val="000000"/>
                </a:solidFill>
                <a:effectLst/>
                <a:highlight>
                  <a:srgbClr val="E7E6E6"/>
                </a:highlight>
                <a:latin typeface="Times New Roman" panose="02020603050405020304" pitchFamily="18" charset="0"/>
              </a:rPr>
              <a:t> </a:t>
            </a:r>
          </a:p>
          <a:p>
            <a:r>
              <a:rPr lang="en-GB" sz="1800" b="0" i="0" u="none" strike="noStrike" dirty="0">
                <a:solidFill>
                  <a:srgbClr val="000000"/>
                </a:solidFill>
                <a:effectLst/>
                <a:highlight>
                  <a:srgbClr val="E7E6E6"/>
                </a:highlight>
                <a:latin typeface="Calibri" panose="020F0502020204030204" pitchFamily="34" charset="0"/>
              </a:rPr>
              <a:t>Understand what is included within the shoreline site setup</a:t>
            </a:r>
            <a:r>
              <a:rPr lang="en-GB" dirty="0"/>
              <a:t> </a:t>
            </a:r>
          </a:p>
          <a:p>
            <a:r>
              <a:rPr lang="en-GB" sz="1800" b="0" i="0" u="none" strike="noStrike" dirty="0">
                <a:solidFill>
                  <a:srgbClr val="000000"/>
                </a:solidFill>
                <a:effectLst/>
                <a:highlight>
                  <a:srgbClr val="E7E6E6"/>
                </a:highlight>
                <a:latin typeface="Calibri" panose="020F0502020204030204" pitchFamily="34" charset="0"/>
              </a:rPr>
              <a:t>Understand the importance of logistical supply chain</a:t>
            </a:r>
            <a:r>
              <a:rPr lang="en-GB" dirty="0"/>
              <a:t> </a:t>
            </a:r>
          </a:p>
          <a:p>
            <a:r>
              <a:rPr lang="en-GB" sz="1800" b="0" i="0" u="none" strike="noStrike" dirty="0">
                <a:solidFill>
                  <a:srgbClr val="000000"/>
                </a:solidFill>
                <a:effectLst/>
                <a:highlight>
                  <a:srgbClr val="E7E6E6"/>
                </a:highlight>
                <a:latin typeface="Calibri" panose="020F0502020204030204" pitchFamily="34" charset="0"/>
              </a:rPr>
              <a:t>Understand the significance of an equipment staging area</a:t>
            </a:r>
            <a:r>
              <a:rPr lang="en-GB" dirty="0"/>
              <a:t> </a:t>
            </a:r>
          </a:p>
          <a:p>
            <a:r>
              <a:rPr lang="en-GB" sz="1800" b="0" i="0" u="none" strike="noStrike" dirty="0">
                <a:solidFill>
                  <a:srgbClr val="000000"/>
                </a:solidFill>
                <a:effectLst/>
                <a:highlight>
                  <a:srgbClr val="E7E6E6"/>
                </a:highlight>
                <a:latin typeface="Calibri" panose="020F0502020204030204" pitchFamily="34" charset="0"/>
              </a:rPr>
              <a:t>Understand the importance and requirements of a de-contamination area</a:t>
            </a:r>
            <a:r>
              <a:rPr lang="en-GB" dirty="0"/>
              <a:t> </a:t>
            </a:r>
            <a:endParaRPr lang="en-US" dirty="0"/>
          </a:p>
        </p:txBody>
      </p:sp>
      <p:sp>
        <p:nvSpPr>
          <p:cNvPr id="4" name="Slide Number Placeholder 3"/>
          <p:cNvSpPr>
            <a:spLocks noGrp="1"/>
          </p:cNvSpPr>
          <p:nvPr>
            <p:ph type="sldNum" sz="quarter" idx="5"/>
          </p:nvPr>
        </p:nvSpPr>
        <p:spPr/>
        <p:txBody>
          <a:bodyPr/>
          <a:lstStyle/>
          <a:p>
            <a:fld id="{6F2864D0-97CF-41B9-8B2E-A8A368785333}" type="slidenum">
              <a:rPr lang="en-GB" smtClean="0"/>
              <a:pPr/>
              <a:t>2</a:t>
            </a:fld>
            <a:endParaRPr lang="en-GB"/>
          </a:p>
        </p:txBody>
      </p:sp>
    </p:spTree>
    <p:extLst>
      <p:ext uri="{BB962C8B-B14F-4D97-AF65-F5344CB8AC3E}">
        <p14:creationId xmlns:p14="http://schemas.microsoft.com/office/powerpoint/2010/main" val="1310201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Facilitator exercise (10 minutes): split delegates into groups and get them to brainstorm as many shoreline types as possible on the whiteboard, then classify each as natural/man-made, permeable/impermeable, and rank in order of sensitivity.</a:t>
            </a:r>
          </a:p>
          <a:p>
            <a:r>
              <a:t>Use this to gauge existing knowledge before introducing the formal ranking scale on the next slide - capture their answers and revisit them once the scale has been shown.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Shoreline Habitat/ESI-style ranking, from 1 (exposed walls and solid structures - least sensitive/most robust) to 10 (marshes and swamps - most sensitive). Compare against what delegates listed in the previous exercise.</a:t>
            </a:r>
          </a:p>
          <a:p>
            <a:r>
              <a:t>General rule: exposure to wave energy decreases and biological sensitivity increases as the ranking number rises.</a:t>
            </a:r>
          </a:p>
          <a:p>
            <a:r>
              <a:t>Note for trainer: this slide has a few typos worth correcting before delivery - 'sold structures' should read 'solid structures', 'concrete concrete' is duplicated, 'pop rap structures' should read 'riprap structures' (appears twice), 'Total Flats' should read 'Tidal Flats', 'Fine - granted sand' should read 'grained', and 'Frwshwate Marses' should read 'Freshwater Marshes'.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relationship between Shoreline Type (the immediate intertidal substrate, e.g. the sand and cliff beach shown) and Coastal Character (the wider backshore/inland setting, e.g. the sea wall and road shown). Both must be assessed together during a survey to properly characterise a site and plan a response.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oil spill impacts and response operations occur across both the intertidal zone and the supratidal/backshore zone.</a:t>
            </a:r>
          </a:p>
          <a:p>
            <a:r>
              <a:t>Operations activities generally take place in the backshore zone, so the area inland of the shoreline (Coastal Character) must also be characterised, not just the shoreline itself (Shoreline Type).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two shoreline photos and ask delegates to describe the grain size differences before revealing the formal grain-size classification on the next slide. Prompt discussion: how might grain size affect how oil penetrates the substrate and how easy clean-up will be?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grain size matters: it governs how oil penetrates and adheres to the substrate, which in turn drives the choice of response technique.</a:t>
            </a:r>
          </a:p>
          <a:p>
            <a:r>
              <a:t>Coarser sediment (gravel/cobble) allows oil to penetrate deep into the substrate, while fine sand tends to keep oil closer to the surface. Links forward to the cobble/pebble examples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9:notes"/>
          <p:cNvSpPr>
            <a:spLocks noGrp="1" noRot="1" noChangeAspect="1"/>
          </p:cNvSpPr>
          <p:nvPr>
            <p:ph type="sldImg" idx="2"/>
          </p:nvPr>
        </p:nvSpPr>
        <p:spPr>
          <a:xfrm>
            <a:off x="373063" y="671513"/>
            <a:ext cx="6356350" cy="35766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20" name="Google Shape;620;p9:notes"/>
          <p:cNvSpPr txBox="1">
            <a:spLocks noGrp="1"/>
          </p:cNvSpPr>
          <p:nvPr>
            <p:ph type="body" idx="1"/>
          </p:nvPr>
        </p:nvSpPr>
        <p:spPr>
          <a:xfrm>
            <a:off x="962025" y="4470400"/>
            <a:ext cx="5178425" cy="42465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Photos from </a:t>
            </a:r>
            <a:r>
              <a:rPr lang="en-US" dirty="0" err="1"/>
              <a:t>Nigg</a:t>
            </a:r>
            <a:r>
              <a:rPr lang="en-US" dirty="0"/>
              <a:t> Bay Aberdeen</a:t>
            </a:r>
            <a:endParaRPr dirty="0"/>
          </a:p>
          <a:p>
            <a:pPr marL="0" lvl="0" indent="0" algn="l" rtl="0">
              <a:spcBef>
                <a:spcPts val="360"/>
              </a:spcBef>
              <a:spcAft>
                <a:spcPts val="0"/>
              </a:spcAft>
              <a:buNone/>
            </a:pPr>
            <a:r>
              <a:rPr lang="en-US" dirty="0"/>
              <a:t>May need to look at photos with a scale!</a:t>
            </a:r>
            <a:endParaRPr dirty="0"/>
          </a:p>
        </p:txBody>
      </p:sp>
      <p:sp>
        <p:nvSpPr>
          <p:cNvPr id="621" name="Google Shape;621;p9:notes"/>
          <p:cNvSpPr txBox="1">
            <a:spLocks noGrp="1"/>
          </p:cNvSpPr>
          <p:nvPr>
            <p:ph type="sldNum" idx="12"/>
          </p:nvPr>
        </p:nvSpPr>
        <p:spPr>
          <a:xfrm>
            <a:off x="3995738" y="8942388"/>
            <a:ext cx="3106737" cy="4460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10:notes"/>
          <p:cNvSpPr txBox="1">
            <a:spLocks noGrp="1"/>
          </p:cNvSpPr>
          <p:nvPr>
            <p:ph type="body" idx="1"/>
          </p:nvPr>
        </p:nvSpPr>
        <p:spPr>
          <a:xfrm>
            <a:off x="962025" y="4470400"/>
            <a:ext cx="5178425" cy="4246563"/>
          </a:xfrm>
          <a:prstGeom prst="rect">
            <a:avLst/>
          </a:prstGeom>
        </p:spPr>
        <p:txBody>
          <a:bodyPr spcFirstLastPara="1" wrap="square" lIns="91425" tIns="45700" rIns="91425" bIns="45700" anchor="t" anchorCtr="0">
            <a:noAutofit/>
          </a:bodyPr>
          <a:lstStyle/>
          <a:p>
            <a:r>
              <a:t>Section divider. Transitions from shoreline classification into the physical processes - wind, waves and tides - that shape shorelines and determine how and where oil strands.</a:t>
            </a:r>
          </a:p>
        </p:txBody>
      </p:sp>
      <p:sp>
        <p:nvSpPr>
          <p:cNvPr id="633" name="Google Shape;633;p10:notes"/>
          <p:cNvSpPr>
            <a:spLocks noGrp="1" noRot="1" noChangeAspect="1"/>
          </p:cNvSpPr>
          <p:nvPr>
            <p:ph type="sldImg" idx="2"/>
          </p:nvPr>
        </p:nvSpPr>
        <p:spPr>
          <a:xfrm>
            <a:off x="373063" y="671513"/>
            <a:ext cx="6356350" cy="357663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11:notes"/>
          <p:cNvSpPr>
            <a:spLocks noGrp="1" noRot="1" noChangeAspect="1"/>
          </p:cNvSpPr>
          <p:nvPr>
            <p:ph type="sldImg" idx="2"/>
          </p:nvPr>
        </p:nvSpPr>
        <p:spPr>
          <a:xfrm>
            <a:off x="373063" y="671513"/>
            <a:ext cx="6356350" cy="35766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39" name="Google Shape;639;p11:notes"/>
          <p:cNvSpPr txBox="1">
            <a:spLocks noGrp="1"/>
          </p:cNvSpPr>
          <p:nvPr>
            <p:ph type="body" idx="1"/>
          </p:nvPr>
        </p:nvSpPr>
        <p:spPr>
          <a:xfrm>
            <a:off x="962025" y="4470400"/>
            <a:ext cx="5178425" cy="42465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Spilling Breaker:</a:t>
            </a:r>
          </a:p>
          <a:p>
            <a:pPr marL="0" lvl="0" indent="0" algn="l" rtl="0">
              <a:spcBef>
                <a:spcPts val="360"/>
              </a:spcBef>
              <a:spcAft>
                <a:spcPts val="0"/>
              </a:spcAft>
              <a:buNone/>
            </a:pPr>
            <a:r>
              <a:rPr lang="en-US" dirty="0"/>
              <a:t>Horizontal energy: Waves come up and down the beach. Moves sediment up and down the beach but not all the way back down. Builds sediment up the beach.</a:t>
            </a:r>
          </a:p>
          <a:p>
            <a:pPr marL="0" lvl="0" indent="0" algn="l" rtl="0">
              <a:spcBef>
                <a:spcPts val="360"/>
              </a:spcBef>
              <a:spcAft>
                <a:spcPts val="0"/>
              </a:spcAft>
              <a:buNone/>
            </a:pPr>
            <a:r>
              <a:rPr lang="en-US" dirty="0"/>
              <a:t>Low energy</a:t>
            </a:r>
          </a:p>
          <a:p>
            <a:pPr marL="0" lvl="0" indent="0" algn="l" rtl="0">
              <a:spcBef>
                <a:spcPts val="360"/>
              </a:spcBef>
              <a:spcAft>
                <a:spcPts val="0"/>
              </a:spcAft>
              <a:buNone/>
            </a:pPr>
            <a:endParaRPr lang="en-US" dirty="0"/>
          </a:p>
          <a:p>
            <a:pPr marL="0" lvl="0" indent="0" algn="l" rtl="0">
              <a:spcBef>
                <a:spcPts val="360"/>
              </a:spcBef>
              <a:spcAft>
                <a:spcPts val="0"/>
              </a:spcAft>
              <a:buNone/>
            </a:pPr>
            <a:r>
              <a:rPr lang="en-US" dirty="0"/>
              <a:t>Plunging Breaker</a:t>
            </a:r>
          </a:p>
          <a:p>
            <a:pPr marL="0" lvl="0" indent="0" algn="l" rtl="0">
              <a:spcBef>
                <a:spcPts val="360"/>
              </a:spcBef>
              <a:spcAft>
                <a:spcPts val="0"/>
              </a:spcAft>
              <a:buNone/>
            </a:pPr>
            <a:r>
              <a:rPr lang="en-US" dirty="0"/>
              <a:t>Vertical Energy: Energy moves vertically, not horizontally. Turbulence lifts the sediment up and pulls it down the beach. Generally they erode the beach.</a:t>
            </a:r>
          </a:p>
          <a:p>
            <a:pPr marL="0" lvl="0" indent="0" algn="l" rtl="0">
              <a:spcBef>
                <a:spcPts val="360"/>
              </a:spcBef>
              <a:spcAft>
                <a:spcPts val="0"/>
              </a:spcAft>
              <a:buNone/>
            </a:pPr>
            <a:r>
              <a:rPr lang="en-US" dirty="0"/>
              <a:t>Commonly associated with storms</a:t>
            </a:r>
          </a:p>
          <a:p>
            <a:pPr marL="0" lvl="0" indent="0" algn="l" rtl="0">
              <a:spcBef>
                <a:spcPts val="360"/>
              </a:spcBef>
              <a:spcAft>
                <a:spcPts val="0"/>
              </a:spcAft>
              <a:buNone/>
            </a:pPr>
            <a:r>
              <a:rPr lang="en-US" dirty="0"/>
              <a:t>High Energy</a:t>
            </a:r>
          </a:p>
        </p:txBody>
      </p:sp>
      <p:sp>
        <p:nvSpPr>
          <p:cNvPr id="640" name="Google Shape;640;p11:notes"/>
          <p:cNvSpPr txBox="1">
            <a:spLocks noGrp="1"/>
          </p:cNvSpPr>
          <p:nvPr>
            <p:ph type="sldNum" idx="12"/>
          </p:nvPr>
        </p:nvSpPr>
        <p:spPr>
          <a:xfrm>
            <a:off x="3995738" y="8942388"/>
            <a:ext cx="3106737" cy="4460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3:notes"/>
          <p:cNvSpPr>
            <a:spLocks noGrp="1" noRot="1" noChangeAspect="1"/>
          </p:cNvSpPr>
          <p:nvPr>
            <p:ph type="sldImg" idx="2"/>
          </p:nvPr>
        </p:nvSpPr>
        <p:spPr>
          <a:xfrm>
            <a:off x="373063" y="671513"/>
            <a:ext cx="6356350" cy="35766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58" name="Google Shape;658;p13:notes"/>
          <p:cNvSpPr txBox="1">
            <a:spLocks noGrp="1"/>
          </p:cNvSpPr>
          <p:nvPr>
            <p:ph type="body" idx="1"/>
          </p:nvPr>
        </p:nvSpPr>
        <p:spPr>
          <a:xfrm>
            <a:off x="962025" y="4470400"/>
            <a:ext cx="5178425" cy="424656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None/>
            </a:pPr>
            <a:r>
              <a:rPr lang="en-US" sz="1200" dirty="0"/>
              <a:t>Discuss about waves and their impact on beach profiles. </a:t>
            </a:r>
            <a:endParaRPr lang="en-US" dirty="0"/>
          </a:p>
          <a:p>
            <a:pPr marL="0" lvl="0" indent="0" algn="l" rtl="0">
              <a:lnSpc>
                <a:spcPct val="90000"/>
              </a:lnSpc>
              <a:spcBef>
                <a:spcPts val="333"/>
              </a:spcBef>
              <a:spcAft>
                <a:spcPts val="0"/>
              </a:spcAft>
              <a:buNone/>
            </a:pPr>
            <a:r>
              <a:rPr lang="en-US" sz="1200" dirty="0"/>
              <a:t>This will have an impact on your response particularly if the spill occurs during the period in which the beach is being built back up (Summer) – this will result on burial</a:t>
            </a:r>
            <a:endParaRPr lang="en-US" dirty="0"/>
          </a:p>
          <a:p>
            <a:pPr marL="0" lvl="0" indent="0" algn="l" rtl="0">
              <a:lnSpc>
                <a:spcPct val="90000"/>
              </a:lnSpc>
              <a:spcBef>
                <a:spcPts val="333"/>
              </a:spcBef>
              <a:spcAft>
                <a:spcPts val="0"/>
              </a:spcAft>
              <a:buNone/>
            </a:pPr>
            <a:endParaRPr lang="en-US" sz="1200" dirty="0"/>
          </a:p>
          <a:p>
            <a:pPr marL="0" lvl="0" indent="0" algn="l" rtl="0">
              <a:lnSpc>
                <a:spcPct val="90000"/>
              </a:lnSpc>
              <a:spcBef>
                <a:spcPts val="333"/>
              </a:spcBef>
              <a:spcAft>
                <a:spcPts val="0"/>
              </a:spcAft>
              <a:buNone/>
            </a:pPr>
            <a:r>
              <a:rPr lang="en-US" sz="1200" dirty="0"/>
              <a:t>Beaches erode in winter and are built up in the summer, correlates to the type of wave present i.e. Plunging breaker (</a:t>
            </a:r>
            <a:r>
              <a:rPr lang="en-US" sz="1200" dirty="0" err="1"/>
              <a:t>eroder</a:t>
            </a:r>
            <a:r>
              <a:rPr lang="en-US" sz="1200" dirty="0"/>
              <a:t>) more common in winter storms</a:t>
            </a:r>
            <a:endParaRPr lang="en-US" dirty="0"/>
          </a:p>
          <a:p>
            <a:pPr marL="0" lvl="0" indent="0" algn="l" rtl="0">
              <a:lnSpc>
                <a:spcPct val="90000"/>
              </a:lnSpc>
              <a:spcBef>
                <a:spcPts val="333"/>
              </a:spcBef>
              <a:spcAft>
                <a:spcPts val="0"/>
              </a:spcAft>
              <a:buNone/>
            </a:pPr>
            <a:endParaRPr lang="en-US" sz="1200" dirty="0"/>
          </a:p>
          <a:p>
            <a:pPr marL="0" lvl="0" indent="0" algn="l" rtl="0">
              <a:lnSpc>
                <a:spcPct val="90000"/>
              </a:lnSpc>
              <a:spcBef>
                <a:spcPts val="333"/>
              </a:spcBef>
              <a:spcAft>
                <a:spcPts val="0"/>
              </a:spcAft>
              <a:buNone/>
            </a:pPr>
            <a:r>
              <a:rPr lang="en-US" sz="1200" dirty="0"/>
              <a:t>Oil stranded in the summer moving into winter the beach starts to become eroded therefore the oil moves with the sediment and gets broken down as the sediment is moved.</a:t>
            </a:r>
            <a:endParaRPr lang="en-US" dirty="0"/>
          </a:p>
          <a:p>
            <a:pPr marL="0" lvl="0" indent="0" algn="l" rtl="0">
              <a:lnSpc>
                <a:spcPct val="90000"/>
              </a:lnSpc>
              <a:spcBef>
                <a:spcPts val="333"/>
              </a:spcBef>
              <a:spcAft>
                <a:spcPts val="0"/>
              </a:spcAft>
              <a:buNone/>
            </a:pPr>
            <a:endParaRPr lang="en-US" sz="1200" dirty="0"/>
          </a:p>
          <a:p>
            <a:pPr marL="0" lvl="0" indent="0" algn="l" rtl="0">
              <a:lnSpc>
                <a:spcPct val="90000"/>
              </a:lnSpc>
              <a:spcBef>
                <a:spcPts val="333"/>
              </a:spcBef>
              <a:spcAft>
                <a:spcPts val="0"/>
              </a:spcAft>
              <a:buNone/>
            </a:pPr>
            <a:r>
              <a:rPr lang="en-US" sz="1200" dirty="0"/>
              <a:t>Oil stranded in the winter moving into summer the beach begins to get built up and potentially buried.</a:t>
            </a:r>
            <a:endParaRPr lang="en-US" dirty="0"/>
          </a:p>
          <a:p>
            <a:pPr marL="0" lvl="0" indent="0" algn="l" rtl="0">
              <a:lnSpc>
                <a:spcPct val="90000"/>
              </a:lnSpc>
              <a:spcBef>
                <a:spcPts val="333"/>
              </a:spcBef>
              <a:spcAft>
                <a:spcPts val="0"/>
              </a:spcAft>
              <a:buNone/>
            </a:pPr>
            <a:endParaRPr lang="en-US" sz="1200" dirty="0"/>
          </a:p>
          <a:p>
            <a:pPr marL="0" lvl="0" indent="0" algn="l" rtl="0">
              <a:lnSpc>
                <a:spcPct val="90000"/>
              </a:lnSpc>
              <a:spcBef>
                <a:spcPts val="333"/>
              </a:spcBef>
              <a:spcAft>
                <a:spcPts val="0"/>
              </a:spcAft>
              <a:buNone/>
            </a:pPr>
            <a:r>
              <a:rPr lang="en-US" sz="1200" dirty="0"/>
              <a:t>Example, Deepwater spill happened in April 2010. During the next few months as the response was ongoing, the beach profile was built up (summer profile) and the oil was buried. </a:t>
            </a:r>
            <a:endParaRPr lang="en-US" dirty="0"/>
          </a:p>
          <a:p>
            <a:pPr marL="0" lvl="0" indent="0" algn="l" rtl="0">
              <a:lnSpc>
                <a:spcPct val="90000"/>
              </a:lnSpc>
              <a:spcBef>
                <a:spcPts val="333"/>
              </a:spcBef>
              <a:spcAft>
                <a:spcPts val="0"/>
              </a:spcAft>
              <a:buNone/>
            </a:pPr>
            <a:endParaRPr lang="en-US" sz="1200" dirty="0"/>
          </a:p>
          <a:p>
            <a:pPr marL="0" lvl="0" indent="0" algn="l" rtl="0">
              <a:lnSpc>
                <a:spcPct val="90000"/>
              </a:lnSpc>
              <a:spcBef>
                <a:spcPts val="333"/>
              </a:spcBef>
              <a:spcAft>
                <a:spcPts val="0"/>
              </a:spcAft>
              <a:buNone/>
            </a:pPr>
            <a:r>
              <a:rPr lang="en-US" sz="1200" dirty="0"/>
              <a:t>Knowing what season you are in and how that affects the beach profile. If you know the beach is going to begin to be built up then you know you could potentially have buried oil.</a:t>
            </a:r>
          </a:p>
        </p:txBody>
      </p:sp>
      <p:sp>
        <p:nvSpPr>
          <p:cNvPr id="659" name="Google Shape;659;p13:notes"/>
          <p:cNvSpPr txBox="1">
            <a:spLocks noGrp="1"/>
          </p:cNvSpPr>
          <p:nvPr>
            <p:ph type="sldNum" idx="12"/>
          </p:nvPr>
        </p:nvSpPr>
        <p:spPr>
          <a:xfrm>
            <a:off x="3995738" y="8942388"/>
            <a:ext cx="3106737" cy="4460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15:notes"/>
          <p:cNvSpPr>
            <a:spLocks noGrp="1" noRot="1" noChangeAspect="1"/>
          </p:cNvSpPr>
          <p:nvPr>
            <p:ph type="sldImg" idx="2"/>
          </p:nvPr>
        </p:nvSpPr>
        <p:spPr>
          <a:xfrm>
            <a:off x="373063" y="671513"/>
            <a:ext cx="6356350" cy="35766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69" name="Google Shape;669;p15:notes"/>
          <p:cNvSpPr txBox="1">
            <a:spLocks noGrp="1"/>
          </p:cNvSpPr>
          <p:nvPr>
            <p:ph type="body" idx="1"/>
          </p:nvPr>
        </p:nvSpPr>
        <p:spPr>
          <a:xfrm>
            <a:off x="962025" y="4470400"/>
            <a:ext cx="5178425" cy="42465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MHWS = Mean high water Springs</a:t>
            </a:r>
            <a:endParaRPr/>
          </a:p>
          <a:p>
            <a:pPr marL="0" lvl="0" indent="0" algn="l" rtl="0">
              <a:spcBef>
                <a:spcPts val="360"/>
              </a:spcBef>
              <a:spcAft>
                <a:spcPts val="0"/>
              </a:spcAft>
              <a:buNone/>
            </a:pPr>
            <a:r>
              <a:rPr lang="en-US"/>
              <a:t>MHWN = Mean high water Neaps</a:t>
            </a:r>
            <a:endParaRPr/>
          </a:p>
        </p:txBody>
      </p:sp>
      <p:sp>
        <p:nvSpPr>
          <p:cNvPr id="670" name="Google Shape;670;p15:notes"/>
          <p:cNvSpPr txBox="1">
            <a:spLocks noGrp="1"/>
          </p:cNvSpPr>
          <p:nvPr>
            <p:ph type="sldNum" idx="12"/>
          </p:nvPr>
        </p:nvSpPr>
        <p:spPr>
          <a:xfrm>
            <a:off x="3995738" y="8942388"/>
            <a:ext cx="3106737" cy="4460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moving from wave energy into tidal influence. Signpost that the next few slides cover tidal zonation and tidal range terminology (springs/neaps), which underpin shoreline survey timing and SCAT planning.</a:t>
            </a:r>
          </a:p>
        </p:txBody>
      </p:sp>
      <p:sp>
        <p:nvSpPr>
          <p:cNvPr id="4" name="Slide Number Placeholder 3"/>
          <p:cNvSpPr>
            <a:spLocks noGrp="1"/>
          </p:cNvSpPr>
          <p:nvPr>
            <p:ph type="sldNum" sz="quarter" idx="5"/>
          </p:nvPr>
        </p:nvSpPr>
        <p:spPr/>
        <p:txBody>
          <a:bodyPr/>
          <a:lstStyle/>
          <a:p>
            <a:fld id="{6F2864D0-97CF-41B9-8B2E-A8A368785333}" type="slidenum">
              <a:rPr lang="en-GB" smtClean="0"/>
              <a:pPr/>
              <a:t>14</a:t>
            </a:fld>
            <a:endParaRPr lang="en-GB"/>
          </a:p>
        </p:txBody>
      </p:sp>
    </p:spTree>
    <p:extLst>
      <p:ext uri="{BB962C8B-B14F-4D97-AF65-F5344CB8AC3E}">
        <p14:creationId xmlns:p14="http://schemas.microsoft.com/office/powerpoint/2010/main" val="2390555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15:notes"/>
          <p:cNvSpPr>
            <a:spLocks noGrp="1" noRot="1" noChangeAspect="1"/>
          </p:cNvSpPr>
          <p:nvPr>
            <p:ph type="sldImg" idx="2"/>
          </p:nvPr>
        </p:nvSpPr>
        <p:spPr>
          <a:xfrm>
            <a:off x="373063" y="671513"/>
            <a:ext cx="6356350" cy="35766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69" name="Google Shape;669;p15:notes"/>
          <p:cNvSpPr txBox="1">
            <a:spLocks noGrp="1"/>
          </p:cNvSpPr>
          <p:nvPr>
            <p:ph type="body" idx="1"/>
          </p:nvPr>
        </p:nvSpPr>
        <p:spPr>
          <a:xfrm>
            <a:off x="962025" y="4470400"/>
            <a:ext cx="5178425" cy="42465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MHWS = Mean high water Springs</a:t>
            </a:r>
            <a:endParaRPr/>
          </a:p>
          <a:p>
            <a:pPr marL="0" lvl="0" indent="0" algn="l" rtl="0">
              <a:spcBef>
                <a:spcPts val="360"/>
              </a:spcBef>
              <a:spcAft>
                <a:spcPts val="0"/>
              </a:spcAft>
              <a:buNone/>
            </a:pPr>
            <a:r>
              <a:rPr lang="en-US"/>
              <a:t>MHWN = Mean high water Neaps</a:t>
            </a:r>
            <a:endParaRPr/>
          </a:p>
        </p:txBody>
      </p:sp>
      <p:sp>
        <p:nvSpPr>
          <p:cNvPr id="670" name="Google Shape;670;p15:notes"/>
          <p:cNvSpPr txBox="1">
            <a:spLocks noGrp="1"/>
          </p:cNvSpPr>
          <p:nvPr>
            <p:ph type="sldNum" idx="12"/>
          </p:nvPr>
        </p:nvSpPr>
        <p:spPr>
          <a:xfrm>
            <a:off x="3995738" y="8942388"/>
            <a:ext cx="3106737" cy="4460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734616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16:notes"/>
          <p:cNvSpPr>
            <a:spLocks noGrp="1" noRot="1" noChangeAspect="1"/>
          </p:cNvSpPr>
          <p:nvPr>
            <p:ph type="sldImg" idx="2"/>
          </p:nvPr>
        </p:nvSpPr>
        <p:spPr>
          <a:xfrm>
            <a:off x="373063" y="671513"/>
            <a:ext cx="6356350" cy="35766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75" name="Google Shape;675;p16:notes"/>
          <p:cNvSpPr txBox="1">
            <a:spLocks noGrp="1"/>
          </p:cNvSpPr>
          <p:nvPr>
            <p:ph type="body" idx="1"/>
          </p:nvPr>
        </p:nvSpPr>
        <p:spPr>
          <a:xfrm>
            <a:off x="962025" y="4470400"/>
            <a:ext cx="5178425" cy="42465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Get delegates to answer high tide or low tide</a:t>
            </a:r>
            <a:endParaRPr dirty="0"/>
          </a:p>
        </p:txBody>
      </p:sp>
      <p:sp>
        <p:nvSpPr>
          <p:cNvPr id="676" name="Google Shape;676;p16:notes"/>
          <p:cNvSpPr txBox="1">
            <a:spLocks noGrp="1"/>
          </p:cNvSpPr>
          <p:nvPr>
            <p:ph type="sldNum" idx="12"/>
          </p:nvPr>
        </p:nvSpPr>
        <p:spPr>
          <a:xfrm>
            <a:off x="3995738" y="8942388"/>
            <a:ext cx="3106737" cy="4460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three-stage clean-up model:</a:t>
            </a:r>
          </a:p>
          <a:p>
            <a:r>
              <a:t>Stage 1 - removal of heavy contamination and floating oil.</a:t>
            </a:r>
          </a:p>
          <a:p>
            <a:r>
              <a:t>Stage 2 - clean-up of moderate contamination, stranded oil and oiled beach materials.</a:t>
            </a:r>
          </a:p>
          <a:p>
            <a:r>
              <a:t>Stage 3 - final clean-up of light contamination and oily staining.</a:t>
            </a:r>
          </a:p>
          <a:p>
            <a:r>
              <a:t>Emphasise that this phased approach avoids over-cleaning and allows shorelines to be progressively surveyed and signed off.</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Facilitator exercise: delegates work in pairs to research and write down as many shoreline treatment techniques as they can think of on the board. Use their answers to lead into the formal list of ten techniques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slide listing the ten shoreline clean-up techniques covered in this module: Debris Removal, Natural Recovery, Mechanical Recovery, Water Flushing, High Pressure Washing, Manual Clean-up, Surf Washing, Sorbent Use, Tilling/Harrowing/Ploughing, and Bioremediation. Each is covered in more detail over the following slides, generally two techniques per slide.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Debris Removal: combines manual and mechanical methods to remove flotsam, jetsam and organic matter; reduces the volume of contaminated waste requiring hazardous treatment; aerial reconnaissance can support efficient planning.</a:t>
            </a:r>
          </a:p>
          <a:p>
            <a:r>
              <a:t>Natural Recovery: relies on wave and microorganism action (abrasion, clay-oil flocculation and other weathering) to break down oil naturally. Timeframe varies from one seasonal cycle on high-energy shorelines to two-to-three years on low-energy shorelines. Stress to delegates that choosing natural recovery is a deliberate, monitored response decision, not inaction.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Trainer note: the four intro bullets under 'High Pressure Washing' (Equipment/Pumping/Recovery Variability/Advantages) appear to be duplicated from the Mechanical Removal slide - worth checking against the source material before delivery, as they describe heavy plant rather than washing.</a:t>
            </a:r>
          </a:p>
          <a:p>
            <a:r>
              <a:t>Water Flushing: uses high volumes of low-pressure water to wash stranded or buried oil from shorelines, commonly used to remove buried oil or to clear surface oil from sensitive areas like tidal mud flats and salt marshes. Often used alongside sorbents to collect the released oil. Operation is limited by the tidal cycle.</a:t>
            </a:r>
          </a:p>
          <a:p>
            <a:r>
              <a:t>High Pressure Washing: a more aggressive technique for stubborn or weathered oil on hard substrates - flag the higher risk of ecological damage, so use selectively.</a:t>
            </a:r>
          </a:p>
        </p:txBody>
      </p:sp>
      <p:sp>
        <p:nvSpPr>
          <p:cNvPr id="4" name="Slide Number Placeholder 3"/>
          <p:cNvSpPr>
            <a:spLocks noGrp="1"/>
          </p:cNvSpPr>
          <p:nvPr>
            <p:ph type="sldNum" sz="quarter" idx="5"/>
          </p:nvPr>
        </p:nvSpPr>
        <p:spPr/>
        <p:txBody>
          <a:bodyPr/>
          <a:lstStyle/>
          <a:p>
            <a:fld id="{6F2864D0-97CF-41B9-8B2E-A8A368785333}" type="slidenum">
              <a:rPr lang="en-GB" smtClean="0"/>
              <a:pPr/>
              <a:t>21</a:t>
            </a:fld>
            <a:endParaRPr lang="en-GB"/>
          </a:p>
        </p:txBody>
      </p:sp>
    </p:spTree>
    <p:extLst>
      <p:ext uri="{BB962C8B-B14F-4D97-AF65-F5344CB8AC3E}">
        <p14:creationId xmlns:p14="http://schemas.microsoft.com/office/powerpoint/2010/main" val="471124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Mechanical Removal: uses heavy machinery (graders, loaders, tractors) and pumping equipment for contained pollutants; effective for high water and debris scenarios but strategy depends on the oil's characteristics.</a:t>
            </a:r>
          </a:p>
          <a:p>
            <a:r>
              <a:t>Manual Clean-up: used on non-fluid stranded oil and oiled beach materials (sand and shingle) on shorelines accessible on foot, using trowels, scrapers, rakes and shovels; recovered oil is bagged in heavy-duty plastic. Labour- and time-intensive with a high degree of coordination required, but allows very selective removal.</a:t>
            </a:r>
          </a:p>
        </p:txBody>
      </p:sp>
      <p:sp>
        <p:nvSpPr>
          <p:cNvPr id="4" name="Slide Number Placeholder 3"/>
          <p:cNvSpPr>
            <a:spLocks noGrp="1"/>
          </p:cNvSpPr>
          <p:nvPr>
            <p:ph type="sldNum" sz="quarter" idx="5"/>
          </p:nvPr>
        </p:nvSpPr>
        <p:spPr/>
        <p:txBody>
          <a:bodyPr/>
          <a:lstStyle/>
          <a:p>
            <a:fld id="{6F2864D0-97CF-41B9-8B2E-A8A368785333}" type="slidenum">
              <a:rPr lang="en-GB" smtClean="0"/>
              <a:pPr/>
              <a:t>22</a:t>
            </a:fld>
            <a:endParaRPr lang="en-GB"/>
          </a:p>
        </p:txBody>
      </p:sp>
    </p:spTree>
    <p:extLst>
      <p:ext uri="{BB962C8B-B14F-4D97-AF65-F5344CB8AC3E}">
        <p14:creationId xmlns:p14="http://schemas.microsoft.com/office/powerpoint/2010/main" val="1929780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Surf Washing: a natural process that can be enhanced by labour or heavy plant relocating contaminated substrate into the surf zone, where wave energy removes oil through abrasion, oil-mineral aggregation and dispersion. Alters the beach profile and is restricted by the tidal cycle.</a:t>
            </a:r>
          </a:p>
          <a:p>
            <a:r>
              <a:t>Sorbent Use: sorbents collect oil from the shore, structures or the water surface, and are bagged and stored at the temporary waste storage area. Caution delegates that large-scale sorbent use is not advocated, since it increases the quantity of waste produced.</a:t>
            </a:r>
          </a:p>
        </p:txBody>
      </p:sp>
      <p:sp>
        <p:nvSpPr>
          <p:cNvPr id="4" name="Slide Number Placeholder 3"/>
          <p:cNvSpPr>
            <a:spLocks noGrp="1"/>
          </p:cNvSpPr>
          <p:nvPr>
            <p:ph type="sldNum" sz="quarter" idx="5"/>
          </p:nvPr>
        </p:nvSpPr>
        <p:spPr/>
        <p:txBody>
          <a:bodyPr/>
          <a:lstStyle/>
          <a:p>
            <a:fld id="{6F2864D0-97CF-41B9-8B2E-A8A368785333}" type="slidenum">
              <a:rPr lang="en-GB" smtClean="0"/>
              <a:pPr/>
              <a:t>23</a:t>
            </a:fld>
            <a:endParaRPr lang="en-GB"/>
          </a:p>
        </p:txBody>
      </p:sp>
    </p:spTree>
    <p:extLst>
      <p:ext uri="{BB962C8B-B14F-4D97-AF65-F5344CB8AC3E}">
        <p14:creationId xmlns:p14="http://schemas.microsoft.com/office/powerpoint/2010/main" val="33175583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Tilling/Harrowing/Ploughing: uses agricultural equipment to turn over lightly contaminated sediment, increasing the surface area of oil exposed to weathering and assisting clay-oil flocculation or mineral-oil aggregation; also aerates the sediment to support naturally occurring micro-organisms. Flag the potential impact on the littoral ecosystem.</a:t>
            </a:r>
          </a:p>
          <a:p>
            <a:r>
              <a:t>Bioremediation: uses micro-organisms to decompose oil, either through natural attenuation (existing microbial populations) or bio-augmentation (adding specific microbes). Effectiveness depends on pollutant type, environmental conditions and microbial activity.</a:t>
            </a:r>
          </a:p>
        </p:txBody>
      </p:sp>
      <p:sp>
        <p:nvSpPr>
          <p:cNvPr id="4" name="Slide Number Placeholder 3"/>
          <p:cNvSpPr>
            <a:spLocks noGrp="1"/>
          </p:cNvSpPr>
          <p:nvPr>
            <p:ph type="sldNum" sz="quarter" idx="5"/>
          </p:nvPr>
        </p:nvSpPr>
        <p:spPr/>
        <p:txBody>
          <a:bodyPr/>
          <a:lstStyle/>
          <a:p>
            <a:fld id="{6F2864D0-97CF-41B9-8B2E-A8A368785333}" type="slidenum">
              <a:rPr lang="en-GB" smtClean="0"/>
              <a:pPr/>
              <a:t>24</a:t>
            </a:fld>
            <a:endParaRPr lang="en-GB"/>
          </a:p>
        </p:txBody>
      </p:sp>
    </p:spTree>
    <p:extLst>
      <p:ext uri="{BB962C8B-B14F-4D97-AF65-F5344CB8AC3E}">
        <p14:creationId xmlns:p14="http://schemas.microsoft.com/office/powerpoint/2010/main" val="35492814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Moves from treatment techniques into the practicalities of setting up a shoreline response site - zoning, logistics, staging and decontamination.</a:t>
            </a:r>
          </a:p>
        </p:txBody>
      </p:sp>
      <p:sp>
        <p:nvSpPr>
          <p:cNvPr id="4" name="Slide Number Placeholder 3"/>
          <p:cNvSpPr>
            <a:spLocks noGrp="1"/>
          </p:cNvSpPr>
          <p:nvPr>
            <p:ph type="sldNum" sz="quarter" idx="5"/>
          </p:nvPr>
        </p:nvSpPr>
        <p:spPr/>
        <p:txBody>
          <a:bodyPr/>
          <a:lstStyle/>
          <a:p>
            <a:fld id="{6F2864D0-97CF-41B9-8B2E-A8A368785333}" type="slidenum">
              <a:rPr lang="en-GB" smtClean="0"/>
              <a:pPr/>
              <a:t>25</a:t>
            </a:fld>
            <a:endParaRPr lang="en-GB"/>
          </a:p>
        </p:txBody>
      </p:sp>
    </p:spTree>
    <p:extLst>
      <p:ext uri="{BB962C8B-B14F-4D97-AF65-F5344CB8AC3E}">
        <p14:creationId xmlns:p14="http://schemas.microsoft.com/office/powerpoint/2010/main" val="2268491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three-zone system used on a shoreline response site:</a:t>
            </a:r>
          </a:p>
          <a:p>
            <a:r>
              <a:t>Hot Zone - area of direct contamination and oil removal; highest risk; restricted to trained personnel in protective gear.</a:t>
            </a:r>
          </a:p>
          <a:p>
            <a:r>
              <a:t>Warm Zone - buffer zone for decontaminating personnel and equipment; moderate/indirect contact risk; limited to personnel needing passage or involved in decontamination.</a:t>
            </a:r>
          </a:p>
          <a:p>
            <a:r>
              <a:t>Cold Zone - clean area housing support services and command centres; minimal/no exposure risk; open to all personnel for staging and admin.</a:t>
            </a:r>
          </a:p>
          <a:p>
            <a:r>
              <a:t>Use the photos to anchor each zone to a real example.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delegates through the Shoreline Treatment Recommendation form, explaining each field and how survey findings feed into the recommended treatment. Consider having delegates complete a sample form later using a scenario shoreline.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Segment Inspection form used to record shoreline survey/SCAT data by segment (oiling extent, substrate, sensitivity, access, recommended treatment). Explain how this feeds into the Treatment Recommendation form on the previous slide.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10:notes"/>
          <p:cNvSpPr txBox="1">
            <a:spLocks noGrp="1"/>
          </p:cNvSpPr>
          <p:nvPr>
            <p:ph type="body" idx="1"/>
          </p:nvPr>
        </p:nvSpPr>
        <p:spPr>
          <a:xfrm>
            <a:off x="962025" y="4470400"/>
            <a:ext cx="5178425" cy="4246563"/>
          </a:xfrm>
          <a:prstGeom prst="rect">
            <a:avLst/>
          </a:prstGeom>
        </p:spPr>
        <p:txBody>
          <a:bodyPr spcFirstLastPara="1" wrap="square" lIns="91425" tIns="45700" rIns="91425" bIns="45700" anchor="t" anchorCtr="0">
            <a:noAutofit/>
          </a:bodyPr>
          <a:lstStyle/>
          <a:p>
            <a:r>
              <a:t>Section divider introducing shoreline booming - containment, deflection and protection booms used to protect sensitive shorelines and support recovery operations.</a:t>
            </a:r>
          </a:p>
        </p:txBody>
      </p:sp>
      <p:sp>
        <p:nvSpPr>
          <p:cNvPr id="633" name="Google Shape;633;p10:notes"/>
          <p:cNvSpPr>
            <a:spLocks noGrp="1" noRot="1" noChangeAspect="1"/>
          </p:cNvSpPr>
          <p:nvPr>
            <p:ph type="sldImg" idx="2"/>
          </p:nvPr>
        </p:nvSpPr>
        <p:spPr>
          <a:xfrm>
            <a:off x="373063" y="671513"/>
            <a:ext cx="6356350" cy="35766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67593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four main boom types and their construction:</a:t>
            </a:r>
          </a:p>
          <a:p>
            <a:r>
              <a:t>Solid Flotation Fence Boom - rigid floats, skirt and ballast; a versatile all-rounder.</a:t>
            </a:r>
          </a:p>
          <a:p>
            <a:r>
              <a:t>Absorbent Boom - sorbent material, best suited to thin sheens and final polishing rather than heavy containment.</a:t>
            </a:r>
          </a:p>
          <a:p>
            <a:r>
              <a:t>Air Inflation Curtain Boom - inflatable flotation chamber; packs down small, good for rapid deployment.</a:t>
            </a:r>
          </a:p>
          <a:p>
            <a:r>
              <a:t>Shore Sealing Boom - designed to seal against the shoreline to stop oil getting behind it.</a:t>
            </a:r>
          </a:p>
          <a:p>
            <a:r>
              <a:t>Use the labelled cross-sections to explain common boom anatomy: freeboard, draft, flotation, skirt, ballast and tension member.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deflection boom configurations used to protect sensitive nearshore areas or water intakes: oblique (in series), chevron, herringbone (used on each side of a river mouth) and cascade configurations.</a:t>
            </a:r>
          </a:p>
          <a:p>
            <a:r>
              <a:t>Then introduce the Spur Boom in its two roles - Deflector (redirects oil away from a sensitive point, e.g. a water intake) and Collector (angles oil toward a collection point). Note anchor spacing (20-40 m depending on current strength) and that the boom must always be secured firmly to the shoreline.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critical relationship between current velocity and boom angle: as current increases, the boom must be deployed at a shallower angle relative to the current to avoid failure (oil escaping under or past the boom). The 'Success' zone sits at low current/wide angle; the risk of 'Failure' rises sharply as current increases. This is the technical basis for the deployment-angle examples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Apply the previous slide's principle with worked examples: at 0.7 knots current a boom can be deployed at 90 degrees (perpendicular) to the current; as current rises to 1, 1.5 and 2 knots the maximum safe angle narrows to 45, 30 and 20 degrees respectively.</a:t>
            </a:r>
          </a:p>
          <a:p>
            <a:r>
              <a:t>0.7 knots is commonly cited as the critical current velocity above which conventional boom containment starts to fail, so the deployment angle must be reduced to keep the effective current across the boom below this threshold.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examples of absorbent (sorbent) boom construction and deployment. Reinforce from the earlier technique slides that absorbent boom suits thin sheens and final polishing rather than heavy oil containment, and generates waste that must be tracked and disposed of.</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through the anchoring and fixing hardware used to secure booms - anchors, connectors and beach staking systems. Emphasise that a boom is only as effective as its anchoring; inadequate fixing is a common real-world point of failure.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near-shore anchoring techniques and layouts, building on the fixings covered on the previous slide. Discuss how anchor spacing and type need to suit the seabed/shoreline conditions and the expected current and wave loads.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running mooring / tidal compensator connection, which allows a boom to ride up and down with the tide while remaining anchored, keeping it correctly positioned across the full tidal cycle.</a:t>
            </a:r>
          </a:p>
        </p:txBody>
      </p:sp>
      <p:sp>
        <p:nvSpPr>
          <p:cNvPr id="4" name="Slide Number Placeholder 3"/>
          <p:cNvSpPr>
            <a:spLocks noGrp="1"/>
          </p:cNvSpPr>
          <p:nvPr>
            <p:ph type="sldNum" sz="quarter" idx="5"/>
          </p:nvPr>
        </p:nvSpPr>
        <p:spPr/>
        <p:txBody>
          <a:bodyPr/>
          <a:lstStyle/>
          <a:p>
            <a:fld id="{6F2864D0-97CF-41B9-8B2E-A8A368785333}" type="slidenum">
              <a:rPr lang="en-GB" smtClean="0"/>
              <a:pPr/>
              <a:t>37</a:t>
            </a:fld>
            <a:endParaRPr lang="en-GB"/>
          </a:p>
        </p:txBody>
      </p:sp>
    </p:spTree>
    <p:extLst>
      <p:ext uri="{BB962C8B-B14F-4D97-AF65-F5344CB8AC3E}">
        <p14:creationId xmlns:p14="http://schemas.microsoft.com/office/powerpoint/2010/main" val="35979355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 the linked video showing shoreline booming deployment in practice - confirm the link and audio/video work before the session. Use it to consolidate the deployment principles covered on the previous slides.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discussion: ask delegates to apply what they have learned to a shoreline they know locally - which treatment(s) would they use, and why. Use this to check understanding and wrap up the module.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Date Placeholder 11">
            <a:extLst>
              <a:ext uri="{FF2B5EF4-FFF2-40B4-BE49-F238E27FC236}">
                <a16:creationId xmlns:a16="http://schemas.microsoft.com/office/drawing/2014/main" id="{73C565E0-416B-C52D-EF18-5867A012649F}"/>
              </a:ext>
            </a:extLst>
          </p:cNvPr>
          <p:cNvSpPr>
            <a:spLocks noGrp="1"/>
          </p:cNvSpPr>
          <p:nvPr>
            <p:ph type="dt" sz="half" idx="10"/>
          </p:nvPr>
        </p:nvSpPr>
        <p:spPr/>
        <p:txBody>
          <a:bodyPr/>
          <a:lstStyle/>
          <a:p>
            <a:fld id="{1044C8F6-0D8D-4815-BB0D-52B7D1F9D66F}" type="datetime3">
              <a:rPr lang="en-US" smtClean="0"/>
              <a:t>1 October 2026</a:t>
            </a:fld>
            <a:endParaRPr lang="en-US" dirty="0"/>
          </a:p>
        </p:txBody>
      </p:sp>
      <p:sp>
        <p:nvSpPr>
          <p:cNvPr id="13" name="Footer Placeholder 12">
            <a:extLst>
              <a:ext uri="{FF2B5EF4-FFF2-40B4-BE49-F238E27FC236}">
                <a16:creationId xmlns:a16="http://schemas.microsoft.com/office/drawing/2014/main" id="{9794333B-7B7F-69A1-88AE-A6815E946B61}"/>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11BF0CE3-413E-DD14-662C-17EE97BC1DD2}"/>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6000"/>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7641407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9296418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Light Blu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729771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Im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41488173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bg>
      <p:bgPr>
        <a:solidFill>
          <a:schemeClr val="bg2"/>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35CE66AB-A0D7-67AE-380A-53A6F957D1AD}"/>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9" name="Text Placeholder 2">
            <a:extLst>
              <a:ext uri="{FF2B5EF4-FFF2-40B4-BE49-F238E27FC236}">
                <a16:creationId xmlns:a16="http://schemas.microsoft.com/office/drawing/2014/main" id="{9F3673F9-A375-DA91-CA09-A1DF14FF022B}"/>
              </a:ext>
            </a:extLst>
          </p:cNvPr>
          <p:cNvSpPr>
            <a:spLocks noGrp="1"/>
          </p:cNvSpPr>
          <p:nvPr>
            <p:ph type="body" sz="quarter" idx="19"/>
          </p:nvPr>
        </p:nvSpPr>
        <p:spPr>
          <a:xfrm>
            <a:off x="407988" y="576000"/>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35359487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Picture Yellow ">
    <p:bg>
      <p:bgPr>
        <a:solidFill>
          <a:schemeClr val="bg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accent2"/>
                </a:solidFill>
              </a:defRPr>
            </a:lvl1pPr>
          </a:lstStyle>
          <a:p>
            <a:fld id="{26267213-5B65-4CDC-91D5-D7C44E3C9E2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accent2"/>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Picture Placeholder 4">
            <a:extLst>
              <a:ext uri="{FF2B5EF4-FFF2-40B4-BE49-F238E27FC236}">
                <a16:creationId xmlns:a16="http://schemas.microsoft.com/office/drawing/2014/main" id="{C4C18E78-505B-EC69-6A44-6D0AAECBF80F}"/>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212821749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Picture Blue ">
    <p:bg>
      <p:bgPr>
        <a:solidFill>
          <a:schemeClr val="accent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88339703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
    <p:bg>
      <p:bgPr>
        <a:solidFill>
          <a:schemeClr val="accent6"/>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462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Picture Yellow 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BFAC6AC-59C1-98F6-B6B8-3A8753CA98B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0F5C3658-A1B0-42A5-860E-7340AE884B9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2507045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Picture Blue 2">
    <p:bg>
      <p:bgPr>
        <a:solidFill>
          <a:schemeClr val="accent2"/>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799625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2">
    <p:bg>
      <p:bgPr>
        <a:solidFill>
          <a:schemeClr val="accent6"/>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01478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777880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Freeform 6">
            <a:extLst>
              <a:ext uri="{FF2B5EF4-FFF2-40B4-BE49-F238E27FC236}">
                <a16:creationId xmlns:a16="http://schemas.microsoft.com/office/drawing/2014/main" id="{FECDBB93-3470-DBF3-EA10-F4A9B298A79E}"/>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33667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0" name="Text Placeholder 3">
            <a:extLst>
              <a:ext uri="{FF2B5EF4-FFF2-40B4-BE49-F238E27FC236}">
                <a16:creationId xmlns:a16="http://schemas.microsoft.com/office/drawing/2014/main" id="{ED05F037-DF77-FA13-F526-B4726B8612B1}"/>
              </a:ext>
            </a:extLst>
          </p:cNvPr>
          <p:cNvSpPr>
            <a:spLocks noGrp="1"/>
          </p:cNvSpPr>
          <p:nvPr>
            <p:ph type="body" sz="quarter" idx="23"/>
          </p:nvPr>
        </p:nvSpPr>
        <p:spPr>
          <a:xfrm>
            <a:off x="6815461"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1" name="Text Placeholder 10">
            <a:extLst>
              <a:ext uri="{FF2B5EF4-FFF2-40B4-BE49-F238E27FC236}">
                <a16:creationId xmlns:a16="http://schemas.microsoft.com/office/drawing/2014/main" id="{B6DBCDB3-FB18-FE3C-9330-41839CA8CC55}"/>
              </a:ext>
            </a:extLst>
          </p:cNvPr>
          <p:cNvSpPr>
            <a:spLocks noGrp="1" noChangeAspect="1"/>
          </p:cNvSpPr>
          <p:nvPr>
            <p:ph type="body" sz="quarter" idx="24" hasCustomPrompt="1"/>
          </p:nvPr>
        </p:nvSpPr>
        <p:spPr>
          <a:xfrm>
            <a:off x="6216005"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2" name="Text Placeholder 10">
            <a:extLst>
              <a:ext uri="{FF2B5EF4-FFF2-40B4-BE49-F238E27FC236}">
                <a16:creationId xmlns:a16="http://schemas.microsoft.com/office/drawing/2014/main" id="{B046561C-5E20-A5DA-E429-B8E1E96AF630}"/>
              </a:ext>
            </a:extLst>
          </p:cNvPr>
          <p:cNvSpPr>
            <a:spLocks noGrp="1" noChangeAspect="1"/>
          </p:cNvSpPr>
          <p:nvPr>
            <p:ph type="body" sz="quarter" idx="25" hasCustomPrompt="1"/>
          </p:nvPr>
        </p:nvSpPr>
        <p:spPr>
          <a:xfrm>
            <a:off x="6216005"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3" name="Text Placeholder 10">
            <a:extLst>
              <a:ext uri="{FF2B5EF4-FFF2-40B4-BE49-F238E27FC236}">
                <a16:creationId xmlns:a16="http://schemas.microsoft.com/office/drawing/2014/main" id="{33CA333C-7A78-84A0-6E81-D1E485E51108}"/>
              </a:ext>
            </a:extLst>
          </p:cNvPr>
          <p:cNvSpPr>
            <a:spLocks noGrp="1" noChangeAspect="1"/>
          </p:cNvSpPr>
          <p:nvPr>
            <p:ph type="body" sz="quarter" idx="26" hasCustomPrompt="1"/>
          </p:nvPr>
        </p:nvSpPr>
        <p:spPr>
          <a:xfrm>
            <a:off x="6216005"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4" name="Text Placeholder 10">
            <a:extLst>
              <a:ext uri="{FF2B5EF4-FFF2-40B4-BE49-F238E27FC236}">
                <a16:creationId xmlns:a16="http://schemas.microsoft.com/office/drawing/2014/main" id="{6D5878AF-C28A-2A65-5C99-6E8EEB122BED}"/>
              </a:ext>
            </a:extLst>
          </p:cNvPr>
          <p:cNvSpPr>
            <a:spLocks noGrp="1" noChangeAspect="1"/>
          </p:cNvSpPr>
          <p:nvPr>
            <p:ph type="body" sz="quarter" idx="27" hasCustomPrompt="1"/>
          </p:nvPr>
        </p:nvSpPr>
        <p:spPr>
          <a:xfrm>
            <a:off x="6216005"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5" name="Text Placeholder 10">
            <a:extLst>
              <a:ext uri="{FF2B5EF4-FFF2-40B4-BE49-F238E27FC236}">
                <a16:creationId xmlns:a16="http://schemas.microsoft.com/office/drawing/2014/main" id="{D7AF9EC7-2944-F108-104C-7109692B8819}"/>
              </a:ext>
            </a:extLst>
          </p:cNvPr>
          <p:cNvSpPr>
            <a:spLocks noGrp="1" noChangeAspect="1"/>
          </p:cNvSpPr>
          <p:nvPr>
            <p:ph type="body" sz="quarter" idx="28" hasCustomPrompt="1"/>
          </p:nvPr>
        </p:nvSpPr>
        <p:spPr>
          <a:xfrm>
            <a:off x="6216005"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6" name="Text Placeholder 3">
            <a:extLst>
              <a:ext uri="{FF2B5EF4-FFF2-40B4-BE49-F238E27FC236}">
                <a16:creationId xmlns:a16="http://schemas.microsoft.com/office/drawing/2014/main" id="{21031959-31DA-659C-2444-C8DDC811E7AB}"/>
              </a:ext>
            </a:extLst>
          </p:cNvPr>
          <p:cNvSpPr>
            <a:spLocks noGrp="1"/>
          </p:cNvSpPr>
          <p:nvPr>
            <p:ph type="body" sz="quarter" idx="29"/>
          </p:nvPr>
        </p:nvSpPr>
        <p:spPr>
          <a:xfrm>
            <a:off x="6815461"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7" name="Text Placeholder 3">
            <a:extLst>
              <a:ext uri="{FF2B5EF4-FFF2-40B4-BE49-F238E27FC236}">
                <a16:creationId xmlns:a16="http://schemas.microsoft.com/office/drawing/2014/main" id="{1BEDAB55-5634-74A6-EE65-DB1D8C277AD9}"/>
              </a:ext>
            </a:extLst>
          </p:cNvPr>
          <p:cNvSpPr>
            <a:spLocks noGrp="1"/>
          </p:cNvSpPr>
          <p:nvPr>
            <p:ph type="body" sz="quarter" idx="30"/>
          </p:nvPr>
        </p:nvSpPr>
        <p:spPr>
          <a:xfrm>
            <a:off x="6815461"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8" name="Text Placeholder 3">
            <a:extLst>
              <a:ext uri="{FF2B5EF4-FFF2-40B4-BE49-F238E27FC236}">
                <a16:creationId xmlns:a16="http://schemas.microsoft.com/office/drawing/2014/main" id="{94940853-453D-8FA4-EE59-5FC0C40A98B0}"/>
              </a:ext>
            </a:extLst>
          </p:cNvPr>
          <p:cNvSpPr>
            <a:spLocks noGrp="1"/>
          </p:cNvSpPr>
          <p:nvPr>
            <p:ph type="body" sz="quarter" idx="31"/>
          </p:nvPr>
        </p:nvSpPr>
        <p:spPr>
          <a:xfrm>
            <a:off x="6815461"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9" name="Text Placeholder 3">
            <a:extLst>
              <a:ext uri="{FF2B5EF4-FFF2-40B4-BE49-F238E27FC236}">
                <a16:creationId xmlns:a16="http://schemas.microsoft.com/office/drawing/2014/main" id="{142D727D-7738-A03E-18B3-A3C41E184474}"/>
              </a:ext>
            </a:extLst>
          </p:cNvPr>
          <p:cNvSpPr>
            <a:spLocks noGrp="1"/>
          </p:cNvSpPr>
          <p:nvPr>
            <p:ph type="body" sz="quarter" idx="32"/>
          </p:nvPr>
        </p:nvSpPr>
        <p:spPr>
          <a:xfrm>
            <a:off x="6815461"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Tree>
    <p:extLst>
      <p:ext uri="{BB962C8B-B14F-4D97-AF65-F5344CB8AC3E}">
        <p14:creationId xmlns:p14="http://schemas.microsoft.com/office/powerpoint/2010/main" val="3775021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icture">
    <p:bg>
      <p:bgPr>
        <a:solidFill>
          <a:schemeClr val="bg2"/>
        </a:solidFill>
        <a:effectLst/>
      </p:bgPr>
    </p:bg>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C16098F8-3FAD-BA6F-7BA1-B5B4702D1484}"/>
              </a:ext>
            </a:extLst>
          </p:cNvPr>
          <p:cNvSpPr>
            <a:spLocks noGrp="1"/>
          </p:cNvSpPr>
          <p:nvPr>
            <p:ph type="pic" sz="quarter" idx="2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407989" y="548680"/>
            <a:ext cx="5543995" cy="1008112"/>
          </a:xfrm>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5" name="Text Placeholder 2">
            <a:extLst>
              <a:ext uri="{FF2B5EF4-FFF2-40B4-BE49-F238E27FC236}">
                <a16:creationId xmlns:a16="http://schemas.microsoft.com/office/drawing/2014/main" id="{FB5209D2-7FA0-BFCC-99FC-52224133B0EC}"/>
              </a:ext>
            </a:extLst>
          </p:cNvPr>
          <p:cNvSpPr>
            <a:spLocks noGrp="1"/>
          </p:cNvSpPr>
          <p:nvPr>
            <p:ph type="body" sz="quarter" idx="24"/>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297847012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8" y="3140968"/>
            <a:ext cx="11376025"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943B48A3-43DF-4B3A-9A04-041E7FDF21DA}"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917761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41484419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ection Header Light Blue">
    <p:bg>
      <p:bgPr>
        <a:solidFill>
          <a:schemeClr val="accent6"/>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380358363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Im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18081827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Pictur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9" y="3140968"/>
            <a:ext cx="6408092"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24D01926-8BA9-41BF-BC16-BA9B61A96AED}"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 name="Freeform: Shape 2">
            <a:extLst>
              <a:ext uri="{FF2B5EF4-FFF2-40B4-BE49-F238E27FC236}">
                <a16:creationId xmlns:a16="http://schemas.microsoft.com/office/drawing/2014/main" id="{A9E56C58-5680-910E-E163-86B5CDB65D4F}"/>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7" name="Picture Placeholder 6">
            <a:extLst>
              <a:ext uri="{FF2B5EF4-FFF2-40B4-BE49-F238E27FC236}">
                <a16:creationId xmlns:a16="http://schemas.microsoft.com/office/drawing/2014/main" id="{67A228BE-EF36-C99C-E6F4-4BCC421D236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6AF8CD90-E44F-834B-AEB1-4B3DD8D1D6EC}"/>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0917713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ection Header Picture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C063513-7BD0-4105-A58E-B0FD4ACB312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9" y="3140968"/>
            <a:ext cx="6408092"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Freeform: Shape 1">
            <a:extLst>
              <a:ext uri="{FF2B5EF4-FFF2-40B4-BE49-F238E27FC236}">
                <a16:creationId xmlns:a16="http://schemas.microsoft.com/office/drawing/2014/main" id="{87E7FB48-1618-3E93-EF78-2EAE52CB0855}"/>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8" name="Picture Placeholder 7">
            <a:extLst>
              <a:ext uri="{FF2B5EF4-FFF2-40B4-BE49-F238E27FC236}">
                <a16:creationId xmlns:a16="http://schemas.microsoft.com/office/drawing/2014/main" id="{09AFA7A2-E5E3-B23A-5B28-80BF6335E9A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5DA44438-2C44-74CA-00B5-2AC54E313B58}"/>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9009672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p:bg>
      <p:bgPr>
        <a:solidFill>
          <a:schemeClr val="accent2"/>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solidFill>
                  <a:schemeClr val="bg1"/>
                </a:solidFill>
              </a:defRPr>
            </a:lvl1pPr>
          </a:lstStyle>
          <a:p>
            <a:fld id="{B0DE974C-B015-4960-9DAB-14E5D9F97D84}"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0" name="Text Placeholder 6">
            <a:extLst>
              <a:ext uri="{FF2B5EF4-FFF2-40B4-BE49-F238E27FC236}">
                <a16:creationId xmlns:a16="http://schemas.microsoft.com/office/drawing/2014/main" id="{FE12270E-4CD9-35EB-27F8-CF96FB6E28A9}"/>
              </a:ext>
            </a:extLst>
          </p:cNvPr>
          <p:cNvSpPr>
            <a:spLocks noGrp="1"/>
          </p:cNvSpPr>
          <p:nvPr>
            <p:ph type="body" sz="quarter" idx="13" hasCustomPrompt="1"/>
          </p:nvPr>
        </p:nvSpPr>
        <p:spPr>
          <a:xfrm>
            <a:off x="407987" y="1844675"/>
            <a:ext cx="9504437" cy="4176714"/>
          </a:xfrm>
        </p:spPr>
        <p:txBody>
          <a:bodyPr/>
          <a:lstStyle>
            <a:lvl1pPr>
              <a:lnSpc>
                <a:spcPct val="90000"/>
              </a:lnSpc>
              <a:spcBef>
                <a:spcPts val="600"/>
              </a:spcBef>
              <a:defRPr sz="4800" b="1" i="0" spc="0" baseline="0">
                <a:solidFill>
                  <a:schemeClr val="bg1"/>
                </a:solidFill>
              </a:defRPr>
            </a:lvl1pPr>
            <a:lvl2pPr marL="0" indent="0">
              <a:lnSpc>
                <a:spcPct val="110000"/>
              </a:lnSpc>
              <a:spcBef>
                <a:spcPts val="600"/>
              </a:spcBef>
              <a:buFontTx/>
              <a:buNone/>
              <a:defRPr sz="1600" b="1" spc="0" baseline="0">
                <a:solidFill>
                  <a:schemeClr val="accent4"/>
                </a:solidFill>
              </a:defRPr>
            </a:lvl2pPr>
            <a:lvl3pPr marL="0" indent="0">
              <a:lnSpc>
                <a:spcPct val="90000"/>
              </a:lnSpc>
              <a:buFontTx/>
              <a:buNone/>
              <a:defRPr sz="1200"/>
            </a:lvl3pPr>
            <a:lvl4pPr marL="0" indent="0">
              <a:lnSpc>
                <a:spcPct val="90000"/>
              </a:lnSpc>
              <a:buFontTx/>
              <a:buNone/>
              <a:defRPr sz="1200"/>
            </a:lvl4pPr>
            <a:lvl5pPr marL="0" indent="0">
              <a:lnSpc>
                <a:spcPct val="90000"/>
              </a:lnSpc>
              <a:buFontTx/>
              <a:buNone/>
              <a:defRPr sz="1200"/>
            </a:lvl5pPr>
            <a:lvl6pPr marL="0" indent="0">
              <a:lnSpc>
                <a:spcPct val="90000"/>
              </a:lnSpc>
              <a:buFontTx/>
              <a:buNone/>
              <a:defRPr sz="1200"/>
            </a:lvl6pPr>
            <a:lvl7pPr marL="0" indent="0">
              <a:lnSpc>
                <a:spcPct val="90000"/>
              </a:lnSpc>
              <a:buFontTx/>
              <a:buNone/>
              <a:defRPr sz="1200"/>
            </a:lvl7pPr>
            <a:lvl8pPr marL="0" indent="0">
              <a:lnSpc>
                <a:spcPct val="90000"/>
              </a:lnSpc>
              <a:buFontTx/>
              <a:buNone/>
              <a:defRPr sz="1200"/>
            </a:lvl8pPr>
            <a:lvl9pPr marL="0" indent="0">
              <a:lnSpc>
                <a:spcPct val="90000"/>
              </a:lnSpc>
              <a:buFontTx/>
              <a:buNone/>
              <a:defRPr sz="1200"/>
            </a:lvl9pPr>
          </a:lstStyle>
          <a:p>
            <a:pPr lvl="0"/>
            <a:r>
              <a:rPr lang="en-US" dirty="0"/>
              <a:t>Add Quote</a:t>
            </a:r>
          </a:p>
          <a:p>
            <a:pPr lvl="1"/>
            <a:r>
              <a:rPr lang="en-US" dirty="0"/>
              <a:t>Second level</a:t>
            </a:r>
          </a:p>
        </p:txBody>
      </p:sp>
      <p:sp>
        <p:nvSpPr>
          <p:cNvPr id="3" name="Freeform 6">
            <a:extLst>
              <a:ext uri="{FF2B5EF4-FFF2-40B4-BE49-F238E27FC236}">
                <a16:creationId xmlns:a16="http://schemas.microsoft.com/office/drawing/2014/main" id="{A4015680-8341-F8ED-048E-F077734884C6}"/>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3" name="Freeform 5">
            <a:extLst>
              <a:ext uri="{FF2B5EF4-FFF2-40B4-BE49-F238E27FC236}">
                <a16:creationId xmlns:a16="http://schemas.microsoft.com/office/drawing/2014/main" id="{ACA59BE2-4195-3B8E-FE2C-636C236EF1D3}"/>
              </a:ext>
            </a:extLst>
          </p:cNvPr>
          <p:cNvSpPr>
            <a:spLocks noChangeAspect="1" noEditPoints="1"/>
          </p:cNvSpPr>
          <p:nvPr/>
        </p:nvSpPr>
        <p:spPr bwMode="auto">
          <a:xfrm>
            <a:off x="406847" y="1268760"/>
            <a:ext cx="448555" cy="432000"/>
          </a:xfrm>
          <a:custGeom>
            <a:avLst/>
            <a:gdLst>
              <a:gd name="T0" fmla="*/ 595 w 596"/>
              <a:gd name="T1" fmla="*/ 21 h 574"/>
              <a:gd name="T2" fmla="*/ 593 w 596"/>
              <a:gd name="T3" fmla="*/ 11 h 574"/>
              <a:gd name="T4" fmla="*/ 587 w 596"/>
              <a:gd name="T5" fmla="*/ 4 h 574"/>
              <a:gd name="T6" fmla="*/ 583 w 596"/>
              <a:gd name="T7" fmla="*/ 2 h 574"/>
              <a:gd name="T8" fmla="*/ 578 w 596"/>
              <a:gd name="T9" fmla="*/ 0 h 574"/>
              <a:gd name="T10" fmla="*/ 530 w 596"/>
              <a:gd name="T11" fmla="*/ 0 h 574"/>
              <a:gd name="T12" fmla="*/ 516 w 596"/>
              <a:gd name="T13" fmla="*/ 1 h 574"/>
              <a:gd name="T14" fmla="*/ 508 w 596"/>
              <a:gd name="T15" fmla="*/ 4 h 574"/>
              <a:gd name="T16" fmla="*/ 501 w 596"/>
              <a:gd name="T17" fmla="*/ 9 h 574"/>
              <a:gd name="T18" fmla="*/ 495 w 596"/>
              <a:gd name="T19" fmla="*/ 15 h 574"/>
              <a:gd name="T20" fmla="*/ 487 w 596"/>
              <a:gd name="T21" fmla="*/ 28 h 574"/>
              <a:gd name="T22" fmla="*/ 482 w 596"/>
              <a:gd name="T23" fmla="*/ 39 h 574"/>
              <a:gd name="T24" fmla="*/ 346 w 596"/>
              <a:gd name="T25" fmla="*/ 522 h 574"/>
              <a:gd name="T26" fmla="*/ 343 w 596"/>
              <a:gd name="T27" fmla="*/ 534 h 574"/>
              <a:gd name="T28" fmla="*/ 343 w 596"/>
              <a:gd name="T29" fmla="*/ 544 h 574"/>
              <a:gd name="T30" fmla="*/ 345 w 596"/>
              <a:gd name="T31" fmla="*/ 557 h 574"/>
              <a:gd name="T32" fmla="*/ 350 w 596"/>
              <a:gd name="T33" fmla="*/ 566 h 574"/>
              <a:gd name="T34" fmla="*/ 359 w 596"/>
              <a:gd name="T35" fmla="*/ 572 h 574"/>
              <a:gd name="T36" fmla="*/ 366 w 596"/>
              <a:gd name="T37" fmla="*/ 574 h 574"/>
              <a:gd name="T38" fmla="*/ 425 w 596"/>
              <a:gd name="T39" fmla="*/ 574 h 574"/>
              <a:gd name="T40" fmla="*/ 440 w 596"/>
              <a:gd name="T41" fmla="*/ 573 h 574"/>
              <a:gd name="T42" fmla="*/ 449 w 596"/>
              <a:gd name="T43" fmla="*/ 570 h 574"/>
              <a:gd name="T44" fmla="*/ 461 w 596"/>
              <a:gd name="T45" fmla="*/ 562 h 574"/>
              <a:gd name="T46" fmla="*/ 467 w 596"/>
              <a:gd name="T47" fmla="*/ 555 h 574"/>
              <a:gd name="T48" fmla="*/ 475 w 596"/>
              <a:gd name="T49" fmla="*/ 541 h 574"/>
              <a:gd name="T50" fmla="*/ 481 w 596"/>
              <a:gd name="T51" fmla="*/ 522 h 574"/>
              <a:gd name="T52" fmla="*/ 594 w 596"/>
              <a:gd name="T53" fmla="*/ 45 h 574"/>
              <a:gd name="T54" fmla="*/ 596 w 596"/>
              <a:gd name="T55" fmla="*/ 32 h 574"/>
              <a:gd name="T56" fmla="*/ 253 w 596"/>
              <a:gd name="T57" fmla="*/ 27 h 574"/>
              <a:gd name="T58" fmla="*/ 252 w 596"/>
              <a:gd name="T59" fmla="*/ 16 h 574"/>
              <a:gd name="T60" fmla="*/ 248 w 596"/>
              <a:gd name="T61" fmla="*/ 7 h 574"/>
              <a:gd name="T62" fmla="*/ 242 w 596"/>
              <a:gd name="T63" fmla="*/ 3 h 574"/>
              <a:gd name="T64" fmla="*/ 238 w 596"/>
              <a:gd name="T65" fmla="*/ 1 h 574"/>
              <a:gd name="T66" fmla="*/ 228 w 596"/>
              <a:gd name="T67" fmla="*/ 0 h 574"/>
              <a:gd name="T68" fmla="*/ 178 w 596"/>
              <a:gd name="T69" fmla="*/ 0 h 574"/>
              <a:gd name="T70" fmla="*/ 169 w 596"/>
              <a:gd name="T71" fmla="*/ 3 h 574"/>
              <a:gd name="T72" fmla="*/ 162 w 596"/>
              <a:gd name="T73" fmla="*/ 6 h 574"/>
              <a:gd name="T74" fmla="*/ 155 w 596"/>
              <a:gd name="T75" fmla="*/ 11 h 574"/>
              <a:gd name="T76" fmla="*/ 149 w 596"/>
              <a:gd name="T77" fmla="*/ 18 h 574"/>
              <a:gd name="T78" fmla="*/ 141 w 596"/>
              <a:gd name="T79" fmla="*/ 33 h 574"/>
              <a:gd name="T80" fmla="*/ 134 w 596"/>
              <a:gd name="T81" fmla="*/ 52 h 574"/>
              <a:gd name="T82" fmla="*/ 2 w 596"/>
              <a:gd name="T83" fmla="*/ 528 h 574"/>
              <a:gd name="T84" fmla="*/ 0 w 596"/>
              <a:gd name="T85" fmla="*/ 539 h 574"/>
              <a:gd name="T86" fmla="*/ 1 w 596"/>
              <a:gd name="T87" fmla="*/ 551 h 574"/>
              <a:gd name="T88" fmla="*/ 4 w 596"/>
              <a:gd name="T89" fmla="*/ 562 h 574"/>
              <a:gd name="T90" fmla="*/ 11 w 596"/>
              <a:gd name="T91" fmla="*/ 570 h 574"/>
              <a:gd name="T92" fmla="*/ 19 w 596"/>
              <a:gd name="T93" fmla="*/ 573 h 574"/>
              <a:gd name="T94" fmla="*/ 30 w 596"/>
              <a:gd name="T95" fmla="*/ 574 h 574"/>
              <a:gd name="T96" fmla="*/ 92 w 596"/>
              <a:gd name="T97" fmla="*/ 574 h 574"/>
              <a:gd name="T98" fmla="*/ 101 w 596"/>
              <a:gd name="T99" fmla="*/ 571 h 574"/>
              <a:gd name="T100" fmla="*/ 109 w 596"/>
              <a:gd name="T101" fmla="*/ 568 h 574"/>
              <a:gd name="T102" fmla="*/ 120 w 596"/>
              <a:gd name="T103" fmla="*/ 559 h 574"/>
              <a:gd name="T104" fmla="*/ 129 w 596"/>
              <a:gd name="T105" fmla="*/ 546 h 574"/>
              <a:gd name="T106" fmla="*/ 133 w 596"/>
              <a:gd name="T107" fmla="*/ 535 h 574"/>
              <a:gd name="T108" fmla="*/ 250 w 596"/>
              <a:gd name="T109" fmla="*/ 52 h 574"/>
              <a:gd name="T110" fmla="*/ 252 w 596"/>
              <a:gd name="T111" fmla="*/ 38 h 574"/>
              <a:gd name="T112" fmla="*/ 253 w 596"/>
              <a:gd name="T113" fmla="*/ 27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6" h="574">
                <a:moveTo>
                  <a:pt x="596" y="27"/>
                </a:moveTo>
                <a:lnTo>
                  <a:pt x="595" y="21"/>
                </a:lnTo>
                <a:lnTo>
                  <a:pt x="594" y="16"/>
                </a:lnTo>
                <a:lnTo>
                  <a:pt x="593" y="11"/>
                </a:lnTo>
                <a:lnTo>
                  <a:pt x="591" y="7"/>
                </a:lnTo>
                <a:lnTo>
                  <a:pt x="587" y="4"/>
                </a:lnTo>
                <a:lnTo>
                  <a:pt x="585" y="3"/>
                </a:lnTo>
                <a:lnTo>
                  <a:pt x="583" y="2"/>
                </a:lnTo>
                <a:lnTo>
                  <a:pt x="580" y="1"/>
                </a:lnTo>
                <a:lnTo>
                  <a:pt x="578" y="0"/>
                </a:lnTo>
                <a:lnTo>
                  <a:pt x="571" y="0"/>
                </a:lnTo>
                <a:lnTo>
                  <a:pt x="530" y="0"/>
                </a:lnTo>
                <a:lnTo>
                  <a:pt x="520" y="0"/>
                </a:lnTo>
                <a:lnTo>
                  <a:pt x="516" y="1"/>
                </a:lnTo>
                <a:lnTo>
                  <a:pt x="512" y="3"/>
                </a:lnTo>
                <a:lnTo>
                  <a:pt x="508" y="4"/>
                </a:lnTo>
                <a:lnTo>
                  <a:pt x="504" y="6"/>
                </a:lnTo>
                <a:lnTo>
                  <a:pt x="501" y="9"/>
                </a:lnTo>
                <a:lnTo>
                  <a:pt x="498" y="11"/>
                </a:lnTo>
                <a:lnTo>
                  <a:pt x="495" y="15"/>
                </a:lnTo>
                <a:lnTo>
                  <a:pt x="492" y="18"/>
                </a:lnTo>
                <a:lnTo>
                  <a:pt x="487" y="28"/>
                </a:lnTo>
                <a:lnTo>
                  <a:pt x="485" y="33"/>
                </a:lnTo>
                <a:lnTo>
                  <a:pt x="482" y="39"/>
                </a:lnTo>
                <a:lnTo>
                  <a:pt x="478" y="52"/>
                </a:lnTo>
                <a:lnTo>
                  <a:pt x="346" y="522"/>
                </a:lnTo>
                <a:lnTo>
                  <a:pt x="344" y="528"/>
                </a:lnTo>
                <a:lnTo>
                  <a:pt x="343" y="534"/>
                </a:lnTo>
                <a:lnTo>
                  <a:pt x="343" y="539"/>
                </a:lnTo>
                <a:lnTo>
                  <a:pt x="343" y="544"/>
                </a:lnTo>
                <a:lnTo>
                  <a:pt x="343" y="551"/>
                </a:lnTo>
                <a:lnTo>
                  <a:pt x="345" y="557"/>
                </a:lnTo>
                <a:lnTo>
                  <a:pt x="347" y="562"/>
                </a:lnTo>
                <a:lnTo>
                  <a:pt x="350" y="566"/>
                </a:lnTo>
                <a:lnTo>
                  <a:pt x="354" y="570"/>
                </a:lnTo>
                <a:lnTo>
                  <a:pt x="359" y="572"/>
                </a:lnTo>
                <a:lnTo>
                  <a:pt x="362" y="573"/>
                </a:lnTo>
                <a:lnTo>
                  <a:pt x="366" y="574"/>
                </a:lnTo>
                <a:lnTo>
                  <a:pt x="373" y="574"/>
                </a:lnTo>
                <a:lnTo>
                  <a:pt x="425" y="574"/>
                </a:lnTo>
                <a:lnTo>
                  <a:pt x="435" y="574"/>
                </a:lnTo>
                <a:lnTo>
                  <a:pt x="440" y="573"/>
                </a:lnTo>
                <a:lnTo>
                  <a:pt x="444" y="571"/>
                </a:lnTo>
                <a:lnTo>
                  <a:pt x="449" y="570"/>
                </a:lnTo>
                <a:lnTo>
                  <a:pt x="453" y="568"/>
                </a:lnTo>
                <a:lnTo>
                  <a:pt x="461" y="562"/>
                </a:lnTo>
                <a:lnTo>
                  <a:pt x="464" y="559"/>
                </a:lnTo>
                <a:lnTo>
                  <a:pt x="467" y="555"/>
                </a:lnTo>
                <a:lnTo>
                  <a:pt x="473" y="546"/>
                </a:lnTo>
                <a:lnTo>
                  <a:pt x="475" y="541"/>
                </a:lnTo>
                <a:lnTo>
                  <a:pt x="477" y="535"/>
                </a:lnTo>
                <a:lnTo>
                  <a:pt x="481" y="522"/>
                </a:lnTo>
                <a:lnTo>
                  <a:pt x="593" y="52"/>
                </a:lnTo>
                <a:lnTo>
                  <a:pt x="594" y="45"/>
                </a:lnTo>
                <a:lnTo>
                  <a:pt x="595" y="38"/>
                </a:lnTo>
                <a:lnTo>
                  <a:pt x="596" y="32"/>
                </a:lnTo>
                <a:lnTo>
                  <a:pt x="596" y="27"/>
                </a:lnTo>
                <a:close/>
                <a:moveTo>
                  <a:pt x="253" y="27"/>
                </a:moveTo>
                <a:lnTo>
                  <a:pt x="253" y="21"/>
                </a:lnTo>
                <a:lnTo>
                  <a:pt x="252" y="16"/>
                </a:lnTo>
                <a:lnTo>
                  <a:pt x="250" y="11"/>
                </a:lnTo>
                <a:lnTo>
                  <a:pt x="248" y="7"/>
                </a:lnTo>
                <a:lnTo>
                  <a:pt x="244" y="4"/>
                </a:lnTo>
                <a:lnTo>
                  <a:pt x="242" y="3"/>
                </a:lnTo>
                <a:lnTo>
                  <a:pt x="240" y="2"/>
                </a:lnTo>
                <a:lnTo>
                  <a:pt x="238" y="1"/>
                </a:lnTo>
                <a:lnTo>
                  <a:pt x="235" y="0"/>
                </a:lnTo>
                <a:lnTo>
                  <a:pt x="228" y="0"/>
                </a:lnTo>
                <a:lnTo>
                  <a:pt x="187" y="0"/>
                </a:lnTo>
                <a:lnTo>
                  <a:pt x="178" y="0"/>
                </a:lnTo>
                <a:lnTo>
                  <a:pt x="173" y="1"/>
                </a:lnTo>
                <a:lnTo>
                  <a:pt x="169" y="3"/>
                </a:lnTo>
                <a:lnTo>
                  <a:pt x="165" y="4"/>
                </a:lnTo>
                <a:lnTo>
                  <a:pt x="162" y="6"/>
                </a:lnTo>
                <a:lnTo>
                  <a:pt x="158" y="9"/>
                </a:lnTo>
                <a:lnTo>
                  <a:pt x="155" y="11"/>
                </a:lnTo>
                <a:lnTo>
                  <a:pt x="152" y="15"/>
                </a:lnTo>
                <a:lnTo>
                  <a:pt x="149" y="18"/>
                </a:lnTo>
                <a:lnTo>
                  <a:pt x="143" y="28"/>
                </a:lnTo>
                <a:lnTo>
                  <a:pt x="141" y="33"/>
                </a:lnTo>
                <a:lnTo>
                  <a:pt x="138" y="39"/>
                </a:lnTo>
                <a:lnTo>
                  <a:pt x="134" y="52"/>
                </a:lnTo>
                <a:lnTo>
                  <a:pt x="3" y="522"/>
                </a:lnTo>
                <a:lnTo>
                  <a:pt x="2" y="528"/>
                </a:lnTo>
                <a:lnTo>
                  <a:pt x="1" y="534"/>
                </a:lnTo>
                <a:lnTo>
                  <a:pt x="0" y="539"/>
                </a:lnTo>
                <a:lnTo>
                  <a:pt x="0" y="544"/>
                </a:lnTo>
                <a:lnTo>
                  <a:pt x="1" y="551"/>
                </a:lnTo>
                <a:lnTo>
                  <a:pt x="2" y="557"/>
                </a:lnTo>
                <a:lnTo>
                  <a:pt x="4" y="562"/>
                </a:lnTo>
                <a:lnTo>
                  <a:pt x="7" y="566"/>
                </a:lnTo>
                <a:lnTo>
                  <a:pt x="11" y="570"/>
                </a:lnTo>
                <a:lnTo>
                  <a:pt x="16" y="572"/>
                </a:lnTo>
                <a:lnTo>
                  <a:pt x="19" y="573"/>
                </a:lnTo>
                <a:lnTo>
                  <a:pt x="23" y="574"/>
                </a:lnTo>
                <a:lnTo>
                  <a:pt x="30" y="574"/>
                </a:lnTo>
                <a:lnTo>
                  <a:pt x="82" y="574"/>
                </a:lnTo>
                <a:lnTo>
                  <a:pt x="92" y="574"/>
                </a:lnTo>
                <a:lnTo>
                  <a:pt x="97" y="573"/>
                </a:lnTo>
                <a:lnTo>
                  <a:pt x="101" y="571"/>
                </a:lnTo>
                <a:lnTo>
                  <a:pt x="105" y="570"/>
                </a:lnTo>
                <a:lnTo>
                  <a:pt x="109" y="568"/>
                </a:lnTo>
                <a:lnTo>
                  <a:pt x="117" y="562"/>
                </a:lnTo>
                <a:lnTo>
                  <a:pt x="120" y="559"/>
                </a:lnTo>
                <a:lnTo>
                  <a:pt x="123" y="555"/>
                </a:lnTo>
                <a:lnTo>
                  <a:pt x="129" y="546"/>
                </a:lnTo>
                <a:lnTo>
                  <a:pt x="131" y="541"/>
                </a:lnTo>
                <a:lnTo>
                  <a:pt x="133" y="535"/>
                </a:lnTo>
                <a:lnTo>
                  <a:pt x="137" y="522"/>
                </a:lnTo>
                <a:lnTo>
                  <a:pt x="250" y="52"/>
                </a:lnTo>
                <a:lnTo>
                  <a:pt x="252" y="45"/>
                </a:lnTo>
                <a:lnTo>
                  <a:pt x="252" y="38"/>
                </a:lnTo>
                <a:lnTo>
                  <a:pt x="253" y="32"/>
                </a:lnTo>
                <a:lnTo>
                  <a:pt x="253" y="27"/>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231083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554399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1844675"/>
            <a:ext cx="554399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BE20E1-9C17-4699-92BB-D9C9F8E0BC6C}"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Tree>
    <p:extLst>
      <p:ext uri="{BB962C8B-B14F-4D97-AF65-F5344CB8AC3E}">
        <p14:creationId xmlns:p14="http://schemas.microsoft.com/office/powerpoint/2010/main" val="6947645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5543992"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2420888"/>
            <a:ext cx="5543993"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5542983"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6240488" y="1844675"/>
            <a:ext cx="55435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1" name="Straight Connector 10">
            <a:extLst>
              <a:ext uri="{FF2B5EF4-FFF2-40B4-BE49-F238E27FC236}">
                <a16:creationId xmlns:a16="http://schemas.microsoft.com/office/drawing/2014/main" id="{E3312D50-F15E-3EC8-DA94-32D5A9D1EBA4}"/>
              </a:ext>
            </a:extLst>
          </p:cNvPr>
          <p:cNvCxnSpPr>
            <a:cxnSpLocks/>
          </p:cNvCxnSpPr>
          <p:nvPr/>
        </p:nvCxnSpPr>
        <p:spPr>
          <a:xfrm>
            <a:off x="6096000"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312287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359978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95801" y="2420888"/>
            <a:ext cx="360040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35991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4296433" y="1844675"/>
            <a:ext cx="3600096"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0" name="Straight Connector 9">
            <a:extLst>
              <a:ext uri="{FF2B5EF4-FFF2-40B4-BE49-F238E27FC236}">
                <a16:creationId xmlns:a16="http://schemas.microsoft.com/office/drawing/2014/main" id="{718E971A-6710-C2BB-F744-7619ED66F7A1}"/>
              </a:ext>
            </a:extLst>
          </p:cNvPr>
          <p:cNvCxnSpPr>
            <a:cxnSpLocks/>
          </p:cNvCxnSpPr>
          <p:nvPr userDrawn="1"/>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E3ADCF-3508-E6D9-DD76-0D136F2DF6EE}"/>
              </a:ext>
            </a:extLst>
          </p:cNvPr>
          <p:cNvCxnSpPr>
            <a:cxnSpLocks/>
          </p:cNvCxnSpPr>
          <p:nvPr userDrawn="1"/>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Content Placeholder 3">
            <a:extLst>
              <a:ext uri="{FF2B5EF4-FFF2-40B4-BE49-F238E27FC236}">
                <a16:creationId xmlns:a16="http://schemas.microsoft.com/office/drawing/2014/main" id="{6FE21C01-8778-92CB-6C3B-855251BB171F}"/>
              </a:ext>
            </a:extLst>
          </p:cNvPr>
          <p:cNvSpPr>
            <a:spLocks noGrp="1"/>
          </p:cNvSpPr>
          <p:nvPr>
            <p:ph sz="half" idx="14"/>
          </p:nvPr>
        </p:nvSpPr>
        <p:spPr>
          <a:xfrm>
            <a:off x="8184232" y="2420888"/>
            <a:ext cx="3599781"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4">
            <a:extLst>
              <a:ext uri="{FF2B5EF4-FFF2-40B4-BE49-F238E27FC236}">
                <a16:creationId xmlns:a16="http://schemas.microsoft.com/office/drawing/2014/main" id="{493E4F3A-8AAD-E825-C637-245CC58A74DE}"/>
              </a:ext>
            </a:extLst>
          </p:cNvPr>
          <p:cNvSpPr>
            <a:spLocks noGrp="1"/>
          </p:cNvSpPr>
          <p:nvPr>
            <p:ph type="body" sz="quarter" idx="15"/>
          </p:nvPr>
        </p:nvSpPr>
        <p:spPr>
          <a:xfrm>
            <a:off x="8184866" y="1844675"/>
            <a:ext cx="3599477"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6751835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and Highl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84EBF8-A38E-45A0-95D7-945283F1E2FE}"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8184234" y="1844675"/>
            <a:ext cx="359978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cxnSp>
        <p:nvCxnSpPr>
          <p:cNvPr id="4" name="Straight Connector 3">
            <a:extLst>
              <a:ext uri="{FF2B5EF4-FFF2-40B4-BE49-F238E27FC236}">
                <a16:creationId xmlns:a16="http://schemas.microsoft.com/office/drawing/2014/main" id="{87DD12A4-CAAA-276A-3515-43F04C708942}"/>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1038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and Highligh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5801"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00731F-9916-473B-AC82-AC8750A47D63}" type="datetime3">
              <a:rPr lang="en-US" smtClean="0"/>
              <a:t>1 October 2026</a:t>
            </a:fld>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407988" y="1844675"/>
            <a:ext cx="360045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23435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ACA3FAB0-2B33-4026-8022-FB4BDB72EDB3}"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3" name="Text Placeholder 2">
            <a:extLst>
              <a:ext uri="{FF2B5EF4-FFF2-40B4-BE49-F238E27FC236}">
                <a16:creationId xmlns:a16="http://schemas.microsoft.com/office/drawing/2014/main" id="{F89566B9-12F8-284C-8FF9-6FDC1AED19A4}"/>
              </a:ext>
            </a:extLst>
          </p:cNvPr>
          <p:cNvSpPr>
            <a:spLocks noGrp="1"/>
          </p:cNvSpPr>
          <p:nvPr>
            <p:ph type="body" sz="quarter" idx="16"/>
          </p:nvPr>
        </p:nvSpPr>
        <p:spPr>
          <a:xfrm>
            <a:off x="407988"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0" name="Text Placeholder 2">
            <a:extLst>
              <a:ext uri="{FF2B5EF4-FFF2-40B4-BE49-F238E27FC236}">
                <a16:creationId xmlns:a16="http://schemas.microsoft.com/office/drawing/2014/main" id="{8007EE78-B21B-23A7-54BF-B521D91B2AA9}"/>
              </a:ext>
            </a:extLst>
          </p:cNvPr>
          <p:cNvSpPr>
            <a:spLocks noGrp="1"/>
          </p:cNvSpPr>
          <p:nvPr>
            <p:ph type="body" sz="quarter" idx="17"/>
          </p:nvPr>
        </p:nvSpPr>
        <p:spPr>
          <a:xfrm>
            <a:off x="4295801" y="3429000"/>
            <a:ext cx="3600398" cy="2592388"/>
          </a:xfrm>
        </p:spPr>
        <p:txBody>
          <a:bodyPr/>
          <a:lstStyle/>
          <a:p>
            <a:pPr lvl="0"/>
            <a:r>
              <a:rPr lang="en-US"/>
              <a:t>Click to edit Master text styles</a:t>
            </a:r>
          </a:p>
          <a:p>
            <a:pPr lvl="1"/>
            <a:r>
              <a:rPr lang="en-US"/>
              <a:t>Second level</a:t>
            </a:r>
          </a:p>
          <a:p>
            <a:pPr lvl="2"/>
            <a:r>
              <a:rPr lang="en-US"/>
              <a:t>Third level</a:t>
            </a:r>
          </a:p>
        </p:txBody>
      </p:sp>
      <p:sp>
        <p:nvSpPr>
          <p:cNvPr id="11" name="Text Placeholder 2">
            <a:extLst>
              <a:ext uri="{FF2B5EF4-FFF2-40B4-BE49-F238E27FC236}">
                <a16:creationId xmlns:a16="http://schemas.microsoft.com/office/drawing/2014/main" id="{CA93C399-907E-C5BB-591E-631455558992}"/>
              </a:ext>
            </a:extLst>
          </p:cNvPr>
          <p:cNvSpPr>
            <a:spLocks noGrp="1"/>
          </p:cNvSpPr>
          <p:nvPr>
            <p:ph type="body" sz="quarter" idx="18"/>
          </p:nvPr>
        </p:nvSpPr>
        <p:spPr>
          <a:xfrm>
            <a:off x="8183564"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2" name="Text Placeholder 2">
            <a:extLst>
              <a:ext uri="{FF2B5EF4-FFF2-40B4-BE49-F238E27FC236}">
                <a16:creationId xmlns:a16="http://schemas.microsoft.com/office/drawing/2014/main" id="{3CA9FCC5-FDD9-DC9F-FD7E-DC299FDA37D0}"/>
              </a:ext>
            </a:extLst>
          </p:cNvPr>
          <p:cNvSpPr>
            <a:spLocks noGrp="1"/>
          </p:cNvSpPr>
          <p:nvPr>
            <p:ph type="body" idx="1"/>
          </p:nvPr>
        </p:nvSpPr>
        <p:spPr>
          <a:xfrm>
            <a:off x="407988" y="1844675"/>
            <a:ext cx="359978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4">
            <a:extLst>
              <a:ext uri="{FF2B5EF4-FFF2-40B4-BE49-F238E27FC236}">
                <a16:creationId xmlns:a16="http://schemas.microsoft.com/office/drawing/2014/main" id="{EFAA3442-C32E-C521-1F86-60CC0A49B347}"/>
              </a:ext>
            </a:extLst>
          </p:cNvPr>
          <p:cNvSpPr>
            <a:spLocks noGrp="1"/>
          </p:cNvSpPr>
          <p:nvPr>
            <p:ph type="body" sz="quarter" idx="3"/>
          </p:nvPr>
        </p:nvSpPr>
        <p:spPr>
          <a:xfrm>
            <a:off x="4295800" y="1844675"/>
            <a:ext cx="360040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2A73817A-8DA0-A644-79C7-07F500AD431C}"/>
              </a:ext>
            </a:extLst>
          </p:cNvPr>
          <p:cNvSpPr>
            <a:spLocks noGrp="1"/>
          </p:cNvSpPr>
          <p:nvPr>
            <p:ph type="body" sz="quarter" idx="19"/>
          </p:nvPr>
        </p:nvSpPr>
        <p:spPr>
          <a:xfrm>
            <a:off x="8184232" y="1844675"/>
            <a:ext cx="3599781"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6" name="Straight Connector 15">
            <a:extLst>
              <a:ext uri="{FF2B5EF4-FFF2-40B4-BE49-F238E27FC236}">
                <a16:creationId xmlns:a16="http://schemas.microsoft.com/office/drawing/2014/main" id="{F5691066-5FF3-2B0D-FA81-A572DB654937}"/>
              </a:ext>
            </a:extLst>
          </p:cNvPr>
          <p:cNvCxnSpPr>
            <a:cxnSpLocks/>
          </p:cNvCxnSpPr>
          <p:nvPr/>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1E8CBD-88AD-3DB4-D8FB-969D10AE3B5F}"/>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18778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7642BECA-EF0C-BD72-6F7D-E1F5C6BCE1B6}"/>
              </a:ext>
            </a:extLst>
          </p:cNvPr>
          <p:cNvSpPr>
            <a:spLocks noGrp="1"/>
          </p:cNvSpPr>
          <p:nvPr>
            <p:ph type="pic" sz="quarter" idx="1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BA7DE626-2ACE-F5B9-6AEB-1372D3578784}"/>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
        <p:nvSpPr>
          <p:cNvPr id="13" name="Title 12">
            <a:extLst>
              <a:ext uri="{FF2B5EF4-FFF2-40B4-BE49-F238E27FC236}">
                <a16:creationId xmlns:a16="http://schemas.microsoft.com/office/drawing/2014/main" id="{B136D86C-C951-D3DD-DC58-A2F034437F3C}"/>
              </a:ext>
            </a:extLst>
          </p:cNvPr>
          <p:cNvSpPr>
            <a:spLocks noGrp="1"/>
          </p:cNvSpPr>
          <p:nvPr>
            <p:ph type="title"/>
          </p:nvPr>
        </p:nvSpPr>
        <p:spPr>
          <a:xfrm>
            <a:off x="407989" y="548680"/>
            <a:ext cx="5543995" cy="1008112"/>
          </a:xfrm>
        </p:spPr>
        <p:txBody>
          <a:bodyPr/>
          <a:lstStyle/>
          <a:p>
            <a:r>
              <a:rPr lang="en-US"/>
              <a:t>Click to edit Master title style</a:t>
            </a:r>
            <a:endParaRPr lang="en-GB" dirty="0"/>
          </a:p>
        </p:txBody>
      </p:sp>
      <p:sp>
        <p:nvSpPr>
          <p:cNvPr id="14" name="Date Placeholder 13">
            <a:extLst>
              <a:ext uri="{FF2B5EF4-FFF2-40B4-BE49-F238E27FC236}">
                <a16:creationId xmlns:a16="http://schemas.microsoft.com/office/drawing/2014/main" id="{DCDF58FA-8C3D-B675-9126-F1692CC7A0BE}"/>
              </a:ext>
            </a:extLst>
          </p:cNvPr>
          <p:cNvSpPr>
            <a:spLocks noGrp="1"/>
          </p:cNvSpPr>
          <p:nvPr>
            <p:ph type="dt" sz="half" idx="20"/>
          </p:nvPr>
        </p:nvSpPr>
        <p:spPr/>
        <p:txBody>
          <a:bodyPr/>
          <a:lstStyle/>
          <a:p>
            <a:fld id="{46F98249-4418-430D-BC85-CBEB2C55707B}" type="datetime3">
              <a:rPr lang="en-US" smtClean="0"/>
              <a:t>1 October 2026</a:t>
            </a:fld>
            <a:endParaRPr lang="en-US" dirty="0"/>
          </a:p>
        </p:txBody>
      </p:sp>
      <p:sp>
        <p:nvSpPr>
          <p:cNvPr id="15" name="Footer Placeholder 14">
            <a:extLst>
              <a:ext uri="{FF2B5EF4-FFF2-40B4-BE49-F238E27FC236}">
                <a16:creationId xmlns:a16="http://schemas.microsoft.com/office/drawing/2014/main" id="{B9E7EBBE-A29B-487A-342B-20BED545D032}"/>
              </a:ext>
            </a:extLst>
          </p:cNvPr>
          <p:cNvSpPr>
            <a:spLocks noGrp="1"/>
          </p:cNvSpPr>
          <p:nvPr>
            <p:ph type="ftr" sz="quarter" idx="21"/>
          </p:nvPr>
        </p:nvSpPr>
        <p:spPr/>
        <p:txBody>
          <a:bodyPr/>
          <a:lstStyle/>
          <a:p>
            <a:endParaRPr lang="en-US" dirty="0"/>
          </a:p>
        </p:txBody>
      </p:sp>
      <p:sp>
        <p:nvSpPr>
          <p:cNvPr id="16" name="Slide Number Placeholder 15">
            <a:extLst>
              <a:ext uri="{FF2B5EF4-FFF2-40B4-BE49-F238E27FC236}">
                <a16:creationId xmlns:a16="http://schemas.microsoft.com/office/drawing/2014/main" id="{4C8549BF-7C39-73C0-AAC2-4716780B4413}"/>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9227847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and Picture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D09D38C-52A6-5776-24AC-CFA5EDE05C6E}"/>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890A3BEA-E991-BB69-13DF-37F81DC12291}"/>
              </a:ext>
            </a:extLst>
          </p:cNvPr>
          <p:cNvSpPr>
            <a:spLocks noGrp="1"/>
          </p:cNvSpPr>
          <p:nvPr>
            <p:ph type="dt" sz="half" idx="14"/>
          </p:nvPr>
        </p:nvSpPr>
        <p:spPr/>
        <p:txBody>
          <a:bodyPr/>
          <a:lstStyle/>
          <a:p>
            <a:fld id="{30F635E9-B524-4054-960B-A142DA44153E}" type="datetime3">
              <a:rPr lang="en-US" smtClean="0"/>
              <a:t>1 October 2026</a:t>
            </a:fld>
            <a:endParaRPr lang="en-US" dirty="0"/>
          </a:p>
        </p:txBody>
      </p:sp>
      <p:sp>
        <p:nvSpPr>
          <p:cNvPr id="11" name="Footer Placeholder 10">
            <a:extLst>
              <a:ext uri="{FF2B5EF4-FFF2-40B4-BE49-F238E27FC236}">
                <a16:creationId xmlns:a16="http://schemas.microsoft.com/office/drawing/2014/main" id="{84538942-38C8-91EC-489B-EFBBFE80BBD3}"/>
              </a:ext>
            </a:extLst>
          </p:cNvPr>
          <p:cNvSpPr>
            <a:spLocks noGrp="1"/>
          </p:cNvSpPr>
          <p:nvPr>
            <p:ph type="ftr" sz="quarter" idx="15"/>
          </p:nvPr>
        </p:nvSpPr>
        <p:spPr/>
        <p:txBody>
          <a:bodyPr/>
          <a:lstStyle/>
          <a:p>
            <a:endParaRPr lang="en-US" dirty="0"/>
          </a:p>
        </p:txBody>
      </p:sp>
      <p:sp>
        <p:nvSpPr>
          <p:cNvPr id="12" name="Slide Number Placeholder 11">
            <a:extLst>
              <a:ext uri="{FF2B5EF4-FFF2-40B4-BE49-F238E27FC236}">
                <a16:creationId xmlns:a16="http://schemas.microsoft.com/office/drawing/2014/main" id="{F730571B-A724-50EC-034C-E271DC6477D1}"/>
              </a:ext>
            </a:extLst>
          </p:cNvPr>
          <p:cNvSpPr>
            <a:spLocks noGrp="1"/>
          </p:cNvSpPr>
          <p:nvPr>
            <p:ph type="sldNum" sz="quarter" idx="16"/>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4596845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and 2 Picture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62C22325-F61C-98FA-19DF-99B544D06B1B}"/>
              </a:ext>
            </a:extLst>
          </p:cNvPr>
          <p:cNvSpPr>
            <a:spLocks noGrp="1"/>
          </p:cNvSpPr>
          <p:nvPr>
            <p:ph type="pic" sz="quarter" idx="13"/>
          </p:nvPr>
        </p:nvSpPr>
        <p:spPr>
          <a:xfrm>
            <a:off x="6240016" y="0"/>
            <a:ext cx="5951984" cy="3356992"/>
          </a:xfrm>
          <a:custGeom>
            <a:avLst/>
            <a:gdLst>
              <a:gd name="connsiteX0" fmla="*/ 0 w 5951984"/>
              <a:gd name="connsiteY0" fmla="*/ 0 h 3356992"/>
              <a:gd name="connsiteX1" fmla="*/ 5951984 w 5951984"/>
              <a:gd name="connsiteY1" fmla="*/ 0 h 3356992"/>
              <a:gd name="connsiteX2" fmla="*/ 5951984 w 5951984"/>
              <a:gd name="connsiteY2" fmla="*/ 3356992 h 3356992"/>
              <a:gd name="connsiteX3" fmla="*/ 1689711 w 5951984"/>
              <a:gd name="connsiteY3" fmla="*/ 3356992 h 3356992"/>
              <a:gd name="connsiteX4" fmla="*/ 1286149 w 5951984"/>
              <a:gd name="connsiteY4" fmla="*/ 2570260 h 3356992"/>
              <a:gd name="connsiteX5" fmla="*/ 845854 w 5951984"/>
              <a:gd name="connsiteY5" fmla="*/ 1713507 h 3356992"/>
              <a:gd name="connsiteX6" fmla="*/ 405558 w 5951984"/>
              <a:gd name="connsiteY6" fmla="*/ 856753 h 3356992"/>
              <a:gd name="connsiteX7" fmla="*/ 0 w 5951984"/>
              <a:gd name="connsiteY7" fmla="*/ 6473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4" h="3356992">
                <a:moveTo>
                  <a:pt x="0" y="0"/>
                </a:moveTo>
                <a:lnTo>
                  <a:pt x="5951984" y="0"/>
                </a:lnTo>
                <a:lnTo>
                  <a:pt x="5951984" y="3356992"/>
                </a:lnTo>
                <a:lnTo>
                  <a:pt x="1689711" y="3356992"/>
                </a:lnTo>
                <a:lnTo>
                  <a:pt x="1286149" y="2570260"/>
                </a:lnTo>
                <a:lnTo>
                  <a:pt x="845854" y="1713507"/>
                </a:lnTo>
                <a:lnTo>
                  <a:pt x="405558" y="856753"/>
                </a:lnTo>
                <a:lnTo>
                  <a:pt x="0" y="6473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4" name="Picture Placeholder 13">
            <a:extLst>
              <a:ext uri="{FF2B5EF4-FFF2-40B4-BE49-F238E27FC236}">
                <a16:creationId xmlns:a16="http://schemas.microsoft.com/office/drawing/2014/main" id="{2919189E-A891-5B5C-F128-8A0C3DA03DBB}"/>
              </a:ext>
            </a:extLst>
          </p:cNvPr>
          <p:cNvSpPr>
            <a:spLocks noGrp="1"/>
          </p:cNvSpPr>
          <p:nvPr>
            <p:ph type="pic" sz="quarter" idx="14"/>
          </p:nvPr>
        </p:nvSpPr>
        <p:spPr>
          <a:xfrm>
            <a:off x="8003568" y="3501008"/>
            <a:ext cx="4188432" cy="3356992"/>
          </a:xfrm>
          <a:custGeom>
            <a:avLst/>
            <a:gdLst>
              <a:gd name="connsiteX0" fmla="*/ 0 w 4188432"/>
              <a:gd name="connsiteY0" fmla="*/ 0 h 3356992"/>
              <a:gd name="connsiteX1" fmla="*/ 4188432 w 4188432"/>
              <a:gd name="connsiteY1" fmla="*/ 0 h 3356992"/>
              <a:gd name="connsiteX2" fmla="*/ 4188432 w 4188432"/>
              <a:gd name="connsiteY2" fmla="*/ 3356992 h 3356992"/>
              <a:gd name="connsiteX3" fmla="*/ 1723278 w 4188432"/>
              <a:gd name="connsiteY3" fmla="*/ 3356992 h 3356992"/>
              <a:gd name="connsiteX4" fmla="*/ 1282983 w 4188432"/>
              <a:gd name="connsiteY4" fmla="*/ 2498649 h 3356992"/>
              <a:gd name="connsiteX5" fmla="*/ 842688 w 4188432"/>
              <a:gd name="connsiteY5" fmla="*/ 1641896 h 3356992"/>
              <a:gd name="connsiteX6" fmla="*/ 402392 w 4188432"/>
              <a:gd name="connsiteY6" fmla="*/ 78514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8432" h="3356992">
                <a:moveTo>
                  <a:pt x="0" y="0"/>
                </a:moveTo>
                <a:lnTo>
                  <a:pt x="4188432" y="0"/>
                </a:lnTo>
                <a:lnTo>
                  <a:pt x="4188432" y="3356992"/>
                </a:lnTo>
                <a:lnTo>
                  <a:pt x="1723278" y="3356992"/>
                </a:lnTo>
                <a:lnTo>
                  <a:pt x="1282983" y="2498649"/>
                </a:lnTo>
                <a:lnTo>
                  <a:pt x="842688" y="1641896"/>
                </a:lnTo>
                <a:lnTo>
                  <a:pt x="402392" y="78514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p>
            <a:fld id="{532575C0-E963-4395-BF39-327DB8FF1C92}"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5" name="Title 14">
            <a:extLst>
              <a:ext uri="{FF2B5EF4-FFF2-40B4-BE49-F238E27FC236}">
                <a16:creationId xmlns:a16="http://schemas.microsoft.com/office/drawing/2014/main" id="{D731E667-4044-2045-3ABD-D2986698F082}"/>
              </a:ext>
            </a:extLst>
          </p:cNvPr>
          <p:cNvSpPr>
            <a:spLocks noGrp="1"/>
          </p:cNvSpPr>
          <p:nvPr>
            <p:ph type="title"/>
          </p:nvPr>
        </p:nvSpPr>
        <p:spPr>
          <a:xfrm>
            <a:off x="407989" y="548680"/>
            <a:ext cx="5543996" cy="1008112"/>
          </a:xfrm>
        </p:spPr>
        <p:txBody>
          <a:bodyPr/>
          <a:lstStyle/>
          <a:p>
            <a:r>
              <a:rPr lang="en-US"/>
              <a:t>Click to edit Master title style</a:t>
            </a:r>
            <a:endParaRPr lang="en-GB" dirty="0"/>
          </a:p>
        </p:txBody>
      </p:sp>
    </p:spTree>
    <p:extLst>
      <p:ext uri="{BB962C8B-B14F-4D97-AF65-F5344CB8AC3E}">
        <p14:creationId xmlns:p14="http://schemas.microsoft.com/office/powerpoint/2010/main" val="26686212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and 2 Pictures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05B91F3-75BC-1093-B8F2-91DBFB5E7AB8}"/>
              </a:ext>
            </a:extLst>
          </p:cNvPr>
          <p:cNvSpPr>
            <a:spLocks noGrp="1"/>
          </p:cNvSpPr>
          <p:nvPr>
            <p:ph type="pic" sz="quarter" idx="13"/>
          </p:nvPr>
        </p:nvSpPr>
        <p:spPr>
          <a:xfrm>
            <a:off x="1" y="0"/>
            <a:ext cx="4180197" cy="3356992"/>
          </a:xfrm>
          <a:custGeom>
            <a:avLst/>
            <a:gdLst>
              <a:gd name="connsiteX0" fmla="*/ 0 w 4180197"/>
              <a:gd name="connsiteY0" fmla="*/ 0 h 3356992"/>
              <a:gd name="connsiteX1" fmla="*/ 2465154 w 4180197"/>
              <a:gd name="connsiteY1" fmla="*/ 0 h 3356992"/>
              <a:gd name="connsiteX2" fmla="*/ 2903065 w 4180197"/>
              <a:gd name="connsiteY2" fmla="*/ 856753 h 3356992"/>
              <a:gd name="connsiteX3" fmla="*/ 3340181 w 4180197"/>
              <a:gd name="connsiteY3" fmla="*/ 1713507 h 3356992"/>
              <a:gd name="connsiteX4" fmla="*/ 3778092 w 4180197"/>
              <a:gd name="connsiteY4" fmla="*/ 2570260 h 3356992"/>
              <a:gd name="connsiteX5" fmla="*/ 4180197 w 4180197"/>
              <a:gd name="connsiteY5" fmla="*/ 3356992 h 3356992"/>
              <a:gd name="connsiteX6" fmla="*/ 0 w 4180197"/>
              <a:gd name="connsiteY6"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97" h="3356992">
                <a:moveTo>
                  <a:pt x="0" y="0"/>
                </a:moveTo>
                <a:lnTo>
                  <a:pt x="2465154" y="0"/>
                </a:lnTo>
                <a:lnTo>
                  <a:pt x="2903065" y="856753"/>
                </a:lnTo>
                <a:lnTo>
                  <a:pt x="3340181" y="1713507"/>
                </a:lnTo>
                <a:lnTo>
                  <a:pt x="3778092" y="2570260"/>
                </a:lnTo>
                <a:lnTo>
                  <a:pt x="4180197"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8" name="Picture Placeholder 7">
            <a:extLst>
              <a:ext uri="{FF2B5EF4-FFF2-40B4-BE49-F238E27FC236}">
                <a16:creationId xmlns:a16="http://schemas.microsoft.com/office/drawing/2014/main" id="{B45109F2-ACF6-9853-75E4-3A604379021C}"/>
              </a:ext>
            </a:extLst>
          </p:cNvPr>
          <p:cNvSpPr>
            <a:spLocks noGrp="1"/>
          </p:cNvSpPr>
          <p:nvPr>
            <p:ph type="pic" sz="quarter" idx="14"/>
          </p:nvPr>
        </p:nvSpPr>
        <p:spPr>
          <a:xfrm>
            <a:off x="0" y="3501008"/>
            <a:ext cx="5951985" cy="3356992"/>
          </a:xfrm>
          <a:custGeom>
            <a:avLst/>
            <a:gdLst>
              <a:gd name="connsiteX0" fmla="*/ 0 w 5951985"/>
              <a:gd name="connsiteY0" fmla="*/ 0 h 3356992"/>
              <a:gd name="connsiteX1" fmla="*/ 4253705 w 5951985"/>
              <a:gd name="connsiteY1" fmla="*/ 0 h 3356992"/>
              <a:gd name="connsiteX2" fmla="*/ 4653914 w 5951985"/>
              <a:gd name="connsiteY2" fmla="*/ 785143 h 3356992"/>
              <a:gd name="connsiteX3" fmla="*/ 5091825 w 5951985"/>
              <a:gd name="connsiteY3" fmla="*/ 1641896 h 3356992"/>
              <a:gd name="connsiteX4" fmla="*/ 5528941 w 5951985"/>
              <a:gd name="connsiteY4" fmla="*/ 2498649 h 3356992"/>
              <a:gd name="connsiteX5" fmla="*/ 5951985 w 5951985"/>
              <a:gd name="connsiteY5" fmla="*/ 3324852 h 3356992"/>
              <a:gd name="connsiteX6" fmla="*/ 5951985 w 5951985"/>
              <a:gd name="connsiteY6" fmla="*/ 3356992 h 3356992"/>
              <a:gd name="connsiteX7" fmla="*/ 0 w 5951985"/>
              <a:gd name="connsiteY7"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5" h="3356992">
                <a:moveTo>
                  <a:pt x="0" y="0"/>
                </a:moveTo>
                <a:lnTo>
                  <a:pt x="4253705" y="0"/>
                </a:lnTo>
                <a:lnTo>
                  <a:pt x="4653914" y="785143"/>
                </a:lnTo>
                <a:lnTo>
                  <a:pt x="5091825" y="1641896"/>
                </a:lnTo>
                <a:lnTo>
                  <a:pt x="5528941" y="2498649"/>
                </a:lnTo>
                <a:lnTo>
                  <a:pt x="5951985" y="3324852"/>
                </a:lnTo>
                <a:lnTo>
                  <a:pt x="5951985"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lvl1pPr>
              <a:defRPr>
                <a:noFill/>
              </a:defRPr>
            </a:lvl1pPr>
          </a:lstStyle>
          <a:p>
            <a:fld id="{E97F5548-2E80-4CB4-808D-BEB3B069CB39}"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lvl1pPr>
              <a:defRPr>
                <a:noFill/>
              </a:defRPr>
            </a:lvl1p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0" name="Title 1">
            <a:extLst>
              <a:ext uri="{FF2B5EF4-FFF2-40B4-BE49-F238E27FC236}">
                <a16:creationId xmlns:a16="http://schemas.microsoft.com/office/drawing/2014/main" id="{D7E8B995-1ABB-3245-C387-C00382E4F285}"/>
              </a:ext>
            </a:extLst>
          </p:cNvPr>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483C0AA4-E938-3FAA-F3D2-A3F52C494FC3}"/>
              </a:ext>
            </a:extLst>
          </p:cNvPr>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129407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1844675"/>
            <a:ext cx="3600400"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4581128"/>
            <a:ext cx="3600398"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4743261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7488212"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7488212"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BE1A5B5C-BBAF-F795-1A7F-1967E5CA290F}"/>
              </a:ext>
            </a:extLst>
          </p:cNvPr>
          <p:cNvSpPr>
            <a:spLocks noGrp="1"/>
          </p:cNvSpPr>
          <p:nvPr>
            <p:ph type="dt" sz="half" idx="19"/>
          </p:nvPr>
        </p:nvSpPr>
        <p:spPr/>
        <p:txBody>
          <a:bodyPr/>
          <a:lstStyle/>
          <a:p>
            <a:fld id="{BCCB0CE9-E652-4BB4-93FD-75095B774744}" type="datetime3">
              <a:rPr lang="en-US" smtClean="0"/>
              <a:t>1 October 2026</a:t>
            </a:fld>
            <a:endParaRPr lang="en-US" dirty="0"/>
          </a:p>
        </p:txBody>
      </p:sp>
      <p:sp>
        <p:nvSpPr>
          <p:cNvPr id="4" name="Footer Placeholder 3">
            <a:extLst>
              <a:ext uri="{FF2B5EF4-FFF2-40B4-BE49-F238E27FC236}">
                <a16:creationId xmlns:a16="http://schemas.microsoft.com/office/drawing/2014/main" id="{57C1213D-C2FD-6A4D-0F06-3F804BDCFDA3}"/>
              </a:ext>
            </a:extLst>
          </p:cNvPr>
          <p:cNvSpPr>
            <a:spLocks noGrp="1"/>
          </p:cNvSpPr>
          <p:nvPr>
            <p:ph type="ftr" sz="quarter" idx="20"/>
          </p:nvPr>
        </p:nvSpPr>
        <p:spPr/>
        <p:txBody>
          <a:bodyPr/>
          <a:lstStyle/>
          <a:p>
            <a:endParaRPr lang="en-US" dirty="0"/>
          </a:p>
        </p:txBody>
      </p:sp>
      <p:sp>
        <p:nvSpPr>
          <p:cNvPr id="10" name="Slide Number Placeholder 9">
            <a:extLst>
              <a:ext uri="{FF2B5EF4-FFF2-40B4-BE49-F238E27FC236}">
                <a16:creationId xmlns:a16="http://schemas.microsoft.com/office/drawing/2014/main" id="{56241C6F-251A-D6C9-DF18-C7E7EE07BD88}"/>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30783846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roduct Cas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295800" y="1844675"/>
            <a:ext cx="748821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3E3964F-AFAC-891A-5214-28B0F7BCE156}"/>
              </a:ext>
            </a:extLst>
          </p:cNvPr>
          <p:cNvSpPr>
            <a:spLocks noGrp="1"/>
          </p:cNvSpPr>
          <p:nvPr>
            <p:ph type="dt" sz="half" idx="17"/>
          </p:nvPr>
        </p:nvSpPr>
        <p:spPr/>
        <p:txBody>
          <a:bodyPr/>
          <a:lstStyle/>
          <a:p>
            <a:fld id="{328097AE-0DA7-4A45-BC38-5313283E2D9D}" type="datetime3">
              <a:rPr lang="en-US" smtClean="0"/>
              <a:t>1 October 2026</a:t>
            </a:fld>
            <a:endParaRPr lang="en-US" dirty="0"/>
          </a:p>
        </p:txBody>
      </p:sp>
      <p:sp>
        <p:nvSpPr>
          <p:cNvPr id="8" name="Footer Placeholder 7">
            <a:extLst>
              <a:ext uri="{FF2B5EF4-FFF2-40B4-BE49-F238E27FC236}">
                <a16:creationId xmlns:a16="http://schemas.microsoft.com/office/drawing/2014/main" id="{7A359FB3-5363-BBD7-8294-1DE1329EE694}"/>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DAA5D0B9-447A-F3D5-F8F2-07B039C7633B}"/>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2821055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roduct Cas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8184234" y="1844675"/>
            <a:ext cx="3599780" cy="2592437"/>
          </a:xfrm>
          <a:solidFill>
            <a:schemeClr val="bg2"/>
          </a:solidFill>
        </p:spPr>
        <p:txBody>
          <a:bodyPr/>
          <a:lstStyle>
            <a:lvl1pPr>
              <a:defRPr sz="1000"/>
            </a:lvl1pPr>
          </a:lstStyle>
          <a:p>
            <a:r>
              <a:rPr lang="en-US"/>
              <a:t>Click icon to add picture</a:t>
            </a:r>
            <a:endParaRPr lang="en-GB" dirty="0"/>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8184234" y="4581128"/>
            <a:ext cx="359978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07988" y="1844675"/>
            <a:ext cx="7495828"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9CAC5B-0885-5983-A752-B7772C6BE75E}"/>
              </a:ext>
            </a:extLst>
          </p:cNvPr>
          <p:cNvSpPr>
            <a:spLocks noGrp="1"/>
          </p:cNvSpPr>
          <p:nvPr>
            <p:ph type="dt" sz="half" idx="17"/>
          </p:nvPr>
        </p:nvSpPr>
        <p:spPr/>
        <p:txBody>
          <a:bodyPr/>
          <a:lstStyle/>
          <a:p>
            <a:fld id="{71B795A0-B0DD-48F7-89AE-E7B093DA61B2}" type="datetime3">
              <a:rPr lang="en-US" smtClean="0"/>
              <a:t>1 October 2026</a:t>
            </a:fld>
            <a:endParaRPr lang="en-US" dirty="0"/>
          </a:p>
        </p:txBody>
      </p:sp>
      <p:sp>
        <p:nvSpPr>
          <p:cNvPr id="8" name="Footer Placeholder 7">
            <a:extLst>
              <a:ext uri="{FF2B5EF4-FFF2-40B4-BE49-F238E27FC236}">
                <a16:creationId xmlns:a16="http://schemas.microsoft.com/office/drawing/2014/main" id="{B14670D1-B039-76C6-4937-2BADDC7351D3}"/>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62400DED-003B-82AF-556C-66F7300463D3}"/>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7508403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9" y="3717033"/>
            <a:ext cx="3599780"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3717033"/>
            <a:ext cx="3600400"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2" y="3717033"/>
            <a:ext cx="3599781"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CD684454-A390-CDC0-AD9B-DFA0DB463D1D}"/>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Date Placeholder 15">
            <a:extLst>
              <a:ext uri="{FF2B5EF4-FFF2-40B4-BE49-F238E27FC236}">
                <a16:creationId xmlns:a16="http://schemas.microsoft.com/office/drawing/2014/main" id="{EB006A7F-B34E-D6DA-D234-2F2B4DD705EB}"/>
              </a:ext>
            </a:extLst>
          </p:cNvPr>
          <p:cNvSpPr>
            <a:spLocks noGrp="1"/>
          </p:cNvSpPr>
          <p:nvPr>
            <p:ph type="dt" sz="half" idx="20"/>
          </p:nvPr>
        </p:nvSpPr>
        <p:spPr/>
        <p:txBody>
          <a:bodyPr/>
          <a:lstStyle/>
          <a:p>
            <a:fld id="{AE315EC7-3CFD-4AA5-BEA7-F82871B312A9}" type="datetime3">
              <a:rPr lang="en-US" smtClean="0"/>
              <a:t>1 October 2026</a:t>
            </a:fld>
            <a:endParaRPr lang="en-US" dirty="0"/>
          </a:p>
        </p:txBody>
      </p:sp>
      <p:sp>
        <p:nvSpPr>
          <p:cNvPr id="17" name="Footer Placeholder 16">
            <a:extLst>
              <a:ext uri="{FF2B5EF4-FFF2-40B4-BE49-F238E27FC236}">
                <a16:creationId xmlns:a16="http://schemas.microsoft.com/office/drawing/2014/main" id="{970AC6FC-E815-5471-6B70-56AD786B26E5}"/>
              </a:ext>
            </a:extLst>
          </p:cNvPr>
          <p:cNvSpPr>
            <a:spLocks noGrp="1"/>
          </p:cNvSpPr>
          <p:nvPr>
            <p:ph type="ftr" sz="quarter" idx="21"/>
          </p:nvPr>
        </p:nvSpPr>
        <p:spPr/>
        <p:txBody>
          <a:bodyPr/>
          <a:lstStyle/>
          <a:p>
            <a:endParaRPr lang="en-US" dirty="0"/>
          </a:p>
        </p:txBody>
      </p:sp>
      <p:sp>
        <p:nvSpPr>
          <p:cNvPr id="18" name="Slide Number Placeholder 17">
            <a:extLst>
              <a:ext uri="{FF2B5EF4-FFF2-40B4-BE49-F238E27FC236}">
                <a16:creationId xmlns:a16="http://schemas.microsoft.com/office/drawing/2014/main" id="{7A437C13-C2D7-2FA5-A9B3-F32577BB741A}"/>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8955904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3717033"/>
            <a:ext cx="5543996"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6240016" y="3717033"/>
            <a:ext cx="5543997"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5543996"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6240488" y="2420888"/>
            <a:ext cx="5543525"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5" y="1844675"/>
            <a:ext cx="5542983"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6240488" y="1844675"/>
            <a:ext cx="5543528"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Date Placeholder 11">
            <a:extLst>
              <a:ext uri="{FF2B5EF4-FFF2-40B4-BE49-F238E27FC236}">
                <a16:creationId xmlns:a16="http://schemas.microsoft.com/office/drawing/2014/main" id="{C007422C-D740-116D-D816-DEF4F0D4B3A0}"/>
              </a:ext>
            </a:extLst>
          </p:cNvPr>
          <p:cNvSpPr>
            <a:spLocks noGrp="1"/>
          </p:cNvSpPr>
          <p:nvPr>
            <p:ph type="dt" sz="half" idx="18"/>
          </p:nvPr>
        </p:nvSpPr>
        <p:spPr/>
        <p:txBody>
          <a:bodyPr/>
          <a:lstStyle/>
          <a:p>
            <a:fld id="{7C84BE1F-F46C-40EE-8DA5-E59052F3E046}" type="datetime3">
              <a:rPr lang="en-US" smtClean="0"/>
              <a:t>1 October 2026</a:t>
            </a:fld>
            <a:endParaRPr lang="en-US" dirty="0"/>
          </a:p>
        </p:txBody>
      </p:sp>
      <p:sp>
        <p:nvSpPr>
          <p:cNvPr id="16" name="Footer Placeholder 15">
            <a:extLst>
              <a:ext uri="{FF2B5EF4-FFF2-40B4-BE49-F238E27FC236}">
                <a16:creationId xmlns:a16="http://schemas.microsoft.com/office/drawing/2014/main" id="{B4363070-C085-5DB0-0026-7423B2184E8E}"/>
              </a:ext>
            </a:extLst>
          </p:cNvPr>
          <p:cNvSpPr>
            <a:spLocks noGrp="1"/>
          </p:cNvSpPr>
          <p:nvPr>
            <p:ph type="ftr" sz="quarter" idx="19"/>
          </p:nvPr>
        </p:nvSpPr>
        <p:spPr/>
        <p:txBody>
          <a:bodyPr/>
          <a:lstStyle/>
          <a:p>
            <a:endParaRPr lang="en-US" dirty="0"/>
          </a:p>
        </p:txBody>
      </p:sp>
      <p:sp>
        <p:nvSpPr>
          <p:cNvPr id="17" name="Slide Number Placeholder 16">
            <a:extLst>
              <a:ext uri="{FF2B5EF4-FFF2-40B4-BE49-F238E27FC236}">
                <a16:creationId xmlns:a16="http://schemas.microsoft.com/office/drawing/2014/main" id="{AF017768-2CF7-CF02-1F85-8C493C73605F}"/>
              </a:ext>
            </a:extLst>
          </p:cNvPr>
          <p:cNvSpPr>
            <a:spLocks noGrp="1"/>
          </p:cNvSpPr>
          <p:nvPr>
            <p:ph type="sldNum" sz="quarter" idx="20"/>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5450419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ighlight Products">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0E88811A-4106-5F88-85E8-CA5D41690973}"/>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151313" y="3717033"/>
            <a:ext cx="3889376"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040688" y="3717033"/>
            <a:ext cx="4151311" cy="2304356"/>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7090D65D-B2E9-4770-A040-75AF7CEB5FA2}"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1844A489-5310-AED1-FF20-D1A7F90F44A4}"/>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9BB1B909-B5A3-BBF7-75F3-FA140F15118D}"/>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E4343A6-B33B-138E-E8B4-4C946F748B8D}"/>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9" name="Text Placeholder 2">
            <a:extLst>
              <a:ext uri="{FF2B5EF4-FFF2-40B4-BE49-F238E27FC236}">
                <a16:creationId xmlns:a16="http://schemas.microsoft.com/office/drawing/2014/main" id="{CD19BF13-29DD-3B32-68D0-2F6B1EDA3DA5}"/>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4">
            <a:extLst>
              <a:ext uri="{FF2B5EF4-FFF2-40B4-BE49-F238E27FC236}">
                <a16:creationId xmlns:a16="http://schemas.microsoft.com/office/drawing/2014/main" id="{1EF62AE2-C920-CA6F-1970-443612A89CE6}"/>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80921090-7B13-C9B0-82BC-21F9143B7FC3}"/>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20836908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ighlight Produc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B69BD66C-8504-C5E2-02E7-AD28D2F668CB}"/>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09062606-FC0F-D5E4-EB60-021D2095A4CF}"/>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0965D103-B908-7B7F-C79C-1E0B98028F4B}"/>
              </a:ext>
            </a:extLst>
          </p:cNvPr>
          <p:cNvSpPr>
            <a:spLocks noGrp="1"/>
          </p:cNvSpPr>
          <p:nvPr>
            <p:ph type="dt" sz="half" idx="21"/>
          </p:nvPr>
        </p:nvSpPr>
        <p:spPr/>
        <p:txBody>
          <a:bodyPr/>
          <a:lstStyle/>
          <a:p>
            <a:fld id="{6CE1CB92-3E35-4AE1-875F-6EF1029AF5E6}" type="datetime3">
              <a:rPr lang="en-US" smtClean="0"/>
              <a:t>1 October 2026</a:t>
            </a:fld>
            <a:endParaRPr lang="en-US" dirty="0"/>
          </a:p>
        </p:txBody>
      </p:sp>
      <p:sp>
        <p:nvSpPr>
          <p:cNvPr id="18" name="Footer Placeholder 17">
            <a:extLst>
              <a:ext uri="{FF2B5EF4-FFF2-40B4-BE49-F238E27FC236}">
                <a16:creationId xmlns:a16="http://schemas.microsoft.com/office/drawing/2014/main" id="{5ECFFF64-9053-8CAF-B91A-A58860DE4B65}"/>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880FD83C-8535-12BF-91BB-1BEA6EE5AFDF}"/>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AF641EC9-568A-C3ED-22B2-34FE3A21505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4DC71462-AE8F-2A78-EE2E-9B7954AB7806}"/>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1AA0BC4-4755-1068-B70D-EFC35B72392B}"/>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3435487D-09DB-FC17-5B16-37374D0EDF07}"/>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F4C8225A-31CF-1C00-D728-989A398AB890}"/>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39016365-5CB4-F7DB-E49C-618FD9E1FE81}"/>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2">
            <a:extLst>
              <a:ext uri="{FF2B5EF4-FFF2-40B4-BE49-F238E27FC236}">
                <a16:creationId xmlns:a16="http://schemas.microsoft.com/office/drawing/2014/main" id="{8DFCAB70-F4D3-E367-D96D-6DAA05629250}"/>
              </a:ext>
            </a:extLst>
          </p:cNvPr>
          <p:cNvSpPr>
            <a:spLocks noGrp="1"/>
          </p:cNvSpPr>
          <p:nvPr>
            <p:ph type="body" sz="quarter" idx="20"/>
          </p:nvPr>
        </p:nvSpPr>
        <p:spPr>
          <a:xfrm>
            <a:off x="4151313" y="3717032"/>
            <a:ext cx="3889375"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759078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Highlight Products 3">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613B908F-1DDF-F0DD-37D0-77FEF89ECE40}"/>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A50D2020-AD18-BC80-A346-B86B9969518D}"/>
              </a:ext>
            </a:extLst>
          </p:cNvPr>
          <p:cNvSpPr>
            <a:spLocks noGrp="1"/>
          </p:cNvSpPr>
          <p:nvPr>
            <p:ph type="pic" sz="quarter" idx="14"/>
          </p:nvPr>
        </p:nvSpPr>
        <p:spPr>
          <a:xfrm>
            <a:off x="4151313" y="3717033"/>
            <a:ext cx="3889375"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D2F94CBA-C235-D825-991F-45AEA9EFC72E}"/>
              </a:ext>
            </a:extLst>
          </p:cNvPr>
          <p:cNvSpPr>
            <a:spLocks noGrp="1"/>
          </p:cNvSpPr>
          <p:nvPr>
            <p:ph type="dt" sz="half" idx="21"/>
          </p:nvPr>
        </p:nvSpPr>
        <p:spPr/>
        <p:txBody>
          <a:bodyPr/>
          <a:lstStyle/>
          <a:p>
            <a:fld id="{84EE040F-A63B-4B0E-991C-38B9BE5F62A2}" type="datetime3">
              <a:rPr lang="en-US" smtClean="0"/>
              <a:t>1 October 2026</a:t>
            </a:fld>
            <a:endParaRPr lang="en-US" dirty="0"/>
          </a:p>
        </p:txBody>
      </p:sp>
      <p:sp>
        <p:nvSpPr>
          <p:cNvPr id="18" name="Footer Placeholder 17">
            <a:extLst>
              <a:ext uri="{FF2B5EF4-FFF2-40B4-BE49-F238E27FC236}">
                <a16:creationId xmlns:a16="http://schemas.microsoft.com/office/drawing/2014/main" id="{04D3B586-DB38-4818-19BE-97449162CCF6}"/>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D3413A37-40BD-0523-4B42-385FF45DA098}"/>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D68911FD-CD79-8C48-FD1F-4C922DB7732B}"/>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62B85062-EDAD-B73B-7B0A-8F5974B79CE9}"/>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7D294A7C-D273-7C5B-A651-1644BE0BEBE7}"/>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8E66B095-EC91-2239-78D8-80D89F75AF92}"/>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3299F341-3B2B-8196-9440-46124FB7E694}"/>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115ECE21-176F-F115-65BA-E2ABBE4BF7EE}"/>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ext Placeholder 2">
            <a:extLst>
              <a:ext uri="{FF2B5EF4-FFF2-40B4-BE49-F238E27FC236}">
                <a16:creationId xmlns:a16="http://schemas.microsoft.com/office/drawing/2014/main" id="{09458398-2856-3067-5F28-8F764090A240}"/>
              </a:ext>
            </a:extLst>
          </p:cNvPr>
          <p:cNvSpPr>
            <a:spLocks noGrp="1"/>
          </p:cNvSpPr>
          <p:nvPr>
            <p:ph type="body" sz="quarter" idx="20"/>
          </p:nvPr>
        </p:nvSpPr>
        <p:spPr>
          <a:xfrm>
            <a:off x="8040688" y="3717032"/>
            <a:ext cx="4151312"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25548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ighlights">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E1EDE74A-AD64-43AB-880A-469989077659}"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C9A81D43-2A87-7D8B-3084-7FAC51173A12}"/>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9" name="Text Placeholder 8">
            <a:extLst>
              <a:ext uri="{FF2B5EF4-FFF2-40B4-BE49-F238E27FC236}">
                <a16:creationId xmlns:a16="http://schemas.microsoft.com/office/drawing/2014/main" id="{F1E9A983-C184-292C-FCB8-B134DA776E2A}"/>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ext Placeholder 2">
            <a:extLst>
              <a:ext uri="{FF2B5EF4-FFF2-40B4-BE49-F238E27FC236}">
                <a16:creationId xmlns:a16="http://schemas.microsoft.com/office/drawing/2014/main" id="{17FC383E-DDB5-9BEB-7303-367FE2E3A177}"/>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AEAD5233-7D78-5DD0-DE62-AB65FAFA59F7}"/>
              </a:ext>
            </a:extLst>
          </p:cNvPr>
          <p:cNvSpPr>
            <a:spLocks noGrp="1"/>
          </p:cNvSpPr>
          <p:nvPr>
            <p:ph type="body" sz="quarter" idx="27"/>
          </p:nvPr>
        </p:nvSpPr>
        <p:spPr>
          <a:xfrm>
            <a:off x="8040688" y="3717032"/>
            <a:ext cx="4151312" cy="2304356"/>
          </a:xfrm>
          <a:solidFill>
            <a:srgbClr val="115EFA"/>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782193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ighligh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4F5CC819-B43B-41E5-A010-0A27490D97B1}"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2" name="Text Placeholder 8">
            <a:extLst>
              <a:ext uri="{FF2B5EF4-FFF2-40B4-BE49-F238E27FC236}">
                <a16:creationId xmlns:a16="http://schemas.microsoft.com/office/drawing/2014/main" id="{415694B7-E753-7533-97B2-CE82DA66B371}"/>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8">
            <a:extLst>
              <a:ext uri="{FF2B5EF4-FFF2-40B4-BE49-F238E27FC236}">
                <a16:creationId xmlns:a16="http://schemas.microsoft.com/office/drawing/2014/main" id="{F6C549E9-7222-5C4C-2FD1-B2A978BC03AB}"/>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5CB240BB-DFBB-B457-BCE9-B77029C6B204}"/>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CECAE5DB-B563-0FA0-58DA-78BFCC985920}"/>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8383891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ntent Picture Background">
    <p:bg>
      <p:bgPr>
        <a:solidFill>
          <a:schemeClr val="bg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7E58B3B-4D6E-375D-E8F7-083ED84956BB}"/>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2">
            <a:extLst>
              <a:ext uri="{FF2B5EF4-FFF2-40B4-BE49-F238E27FC236}">
                <a16:creationId xmlns:a16="http://schemas.microsoft.com/office/drawing/2014/main" id="{FC04CCAA-3C3C-6391-BC98-7CBE819B797F}"/>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42941154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noChangeAspect="1"/>
          </p:cNvSpPr>
          <p:nvPr>
            <p:ph type="pic" sz="quarter" idx="13"/>
          </p:nvPr>
        </p:nvSpPr>
        <p:spPr>
          <a:xfrm>
            <a:off x="767919" y="1844675"/>
            <a:ext cx="2879821" cy="2880000"/>
          </a:xfrm>
          <a:prstGeom prst="ellipse">
            <a:avLst/>
          </a:prstGeom>
          <a:solidFill>
            <a:schemeClr val="bg2"/>
          </a:solidFill>
        </p:spPr>
        <p:txBody>
          <a:bodyPr/>
          <a:lstStyle>
            <a:lvl1pPr algn="ctr">
              <a:defRPr sz="1000"/>
            </a:lvl1pPr>
          </a:lstStyle>
          <a:p>
            <a:r>
              <a:rPr lang="en-US"/>
              <a:t>Click icon to add picture</a:t>
            </a:r>
            <a:endParaRPr lang="en-GB" dirty="0"/>
          </a:p>
        </p:txBody>
      </p:sp>
      <p:sp>
        <p:nvSpPr>
          <p:cNvPr id="13" name="Picture Placeholder 8">
            <a:extLst>
              <a:ext uri="{FF2B5EF4-FFF2-40B4-BE49-F238E27FC236}">
                <a16:creationId xmlns:a16="http://schemas.microsoft.com/office/drawing/2014/main" id="{77D5736D-2F13-0DB0-3DBC-A4313B7EFC19}"/>
              </a:ext>
            </a:extLst>
          </p:cNvPr>
          <p:cNvSpPr>
            <a:spLocks noGrp="1" noChangeAspect="1"/>
          </p:cNvSpPr>
          <p:nvPr>
            <p:ph type="pic" sz="quarter" idx="14"/>
          </p:nvPr>
        </p:nvSpPr>
        <p:spPr>
          <a:xfrm>
            <a:off x="4656000"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noChangeAspect="1"/>
          </p:cNvSpPr>
          <p:nvPr>
            <p:ph type="pic" sz="quarter" idx="15"/>
          </p:nvPr>
        </p:nvSpPr>
        <p:spPr>
          <a:xfrm>
            <a:off x="8544592"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BD0121CD-9C45-66A8-CB74-5C6A1A188F92}"/>
              </a:ext>
            </a:extLst>
          </p:cNvPr>
          <p:cNvSpPr>
            <a:spLocks noGrp="1"/>
          </p:cNvSpPr>
          <p:nvPr>
            <p:ph type="body" sz="quarter" idx="22"/>
          </p:nvPr>
        </p:nvSpPr>
        <p:spPr>
          <a:xfrm>
            <a:off x="4295775"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9F784041-EB67-20AA-7E7F-F57ED6BC8352}"/>
              </a:ext>
            </a:extLst>
          </p:cNvPr>
          <p:cNvSpPr>
            <a:spLocks noGrp="1"/>
          </p:cNvSpPr>
          <p:nvPr>
            <p:ph type="body" sz="quarter" idx="23"/>
          </p:nvPr>
        </p:nvSpPr>
        <p:spPr>
          <a:xfrm>
            <a:off x="8183563"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17745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Just Tit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3559273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Just Title ">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3642BD39-5254-4AD2-A52B-320CB9D47118}"/>
              </a:ext>
            </a:extLst>
          </p:cNvPr>
          <p:cNvSpPr>
            <a:spLocks noGrp="1"/>
          </p:cNvSpPr>
          <p:nvPr>
            <p:ph type="pic" sz="quarter" idx="15"/>
          </p:nvPr>
        </p:nvSpPr>
        <p:spPr>
          <a:xfrm>
            <a:off x="767409" y="3613150"/>
            <a:ext cx="5423842" cy="2408238"/>
          </a:xfrm>
          <a:custGeom>
            <a:avLst/>
            <a:gdLst>
              <a:gd name="connsiteX0" fmla="*/ 0 w 5423842"/>
              <a:gd name="connsiteY0" fmla="*/ 0 h 2408238"/>
              <a:gd name="connsiteX1" fmla="*/ 5423842 w 5423842"/>
              <a:gd name="connsiteY1" fmla="*/ 0 h 2408238"/>
              <a:gd name="connsiteX2" fmla="*/ 5423842 w 5423842"/>
              <a:gd name="connsiteY2" fmla="*/ 2408238 h 2408238"/>
              <a:gd name="connsiteX3" fmla="*/ 0 w 5423842"/>
              <a:gd name="connsiteY3" fmla="*/ 2408238 h 2408238"/>
            </a:gdLst>
            <a:ahLst/>
            <a:cxnLst>
              <a:cxn ang="0">
                <a:pos x="connsiteX0" y="connsiteY0"/>
              </a:cxn>
              <a:cxn ang="0">
                <a:pos x="connsiteX1" y="connsiteY1"/>
              </a:cxn>
              <a:cxn ang="0">
                <a:pos x="connsiteX2" y="connsiteY2"/>
              </a:cxn>
              <a:cxn ang="0">
                <a:pos x="connsiteX3" y="connsiteY3"/>
              </a:cxn>
            </a:cxnLst>
            <a:rect l="l" t="t" r="r" b="b"/>
            <a:pathLst>
              <a:path w="5423842" h="2408238">
                <a:moveTo>
                  <a:pt x="0" y="0"/>
                </a:moveTo>
                <a:lnTo>
                  <a:pt x="5423842" y="0"/>
                </a:lnTo>
                <a:lnTo>
                  <a:pt x="5423842" y="2408238"/>
                </a:lnTo>
                <a:lnTo>
                  <a:pt x="0" y="2408238"/>
                </a:ln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4CA7C9A8-E474-4E5D-BBE2-5D88396226EE}"/>
              </a:ext>
            </a:extLst>
          </p:cNvPr>
          <p:cNvSpPr>
            <a:spLocks noGrp="1"/>
          </p:cNvSpPr>
          <p:nvPr>
            <p:ph type="pic" sz="quarter" idx="14"/>
          </p:nvPr>
        </p:nvSpPr>
        <p:spPr>
          <a:xfrm>
            <a:off x="191344" y="188640"/>
            <a:ext cx="5400600" cy="3281391"/>
          </a:xfrm>
          <a:custGeom>
            <a:avLst/>
            <a:gdLst>
              <a:gd name="connsiteX0" fmla="*/ 0 w 5400600"/>
              <a:gd name="connsiteY0" fmla="*/ 0 h 3281391"/>
              <a:gd name="connsiteX1" fmla="*/ 5400600 w 5400600"/>
              <a:gd name="connsiteY1" fmla="*/ 0 h 3281391"/>
              <a:gd name="connsiteX2" fmla="*/ 5400600 w 5400600"/>
              <a:gd name="connsiteY2" fmla="*/ 3281391 h 3281391"/>
              <a:gd name="connsiteX3" fmla="*/ 0 w 5400600"/>
              <a:gd name="connsiteY3" fmla="*/ 3281391 h 3281391"/>
            </a:gdLst>
            <a:ahLst/>
            <a:cxnLst>
              <a:cxn ang="0">
                <a:pos x="connsiteX0" y="connsiteY0"/>
              </a:cxn>
              <a:cxn ang="0">
                <a:pos x="connsiteX1" y="connsiteY1"/>
              </a:cxn>
              <a:cxn ang="0">
                <a:pos x="connsiteX2" y="connsiteY2"/>
              </a:cxn>
              <a:cxn ang="0">
                <a:pos x="connsiteX3" y="connsiteY3"/>
              </a:cxn>
            </a:cxnLst>
            <a:rect l="l" t="t" r="r" b="b"/>
            <a:pathLst>
              <a:path w="5400600" h="3281391">
                <a:moveTo>
                  <a:pt x="0" y="0"/>
                </a:moveTo>
                <a:lnTo>
                  <a:pt x="5400600" y="0"/>
                </a:lnTo>
                <a:lnTo>
                  <a:pt x="5400600" y="3281391"/>
                </a:lnTo>
                <a:lnTo>
                  <a:pt x="0" y="3281391"/>
                </a:lnTo>
                <a:close/>
              </a:path>
            </a:pathLst>
          </a:custGeom>
        </p:spPr>
        <p:txBody>
          <a:bodyPr wrap="square">
            <a:noAutofit/>
          </a:bodyPr>
          <a:lstStyle/>
          <a:p>
            <a:endParaRPr lang="en-US"/>
          </a:p>
        </p:txBody>
      </p:sp>
      <p:sp>
        <p:nvSpPr>
          <p:cNvPr id="12" name="Picture Placeholder 11">
            <a:extLst>
              <a:ext uri="{FF2B5EF4-FFF2-40B4-BE49-F238E27FC236}">
                <a16:creationId xmlns:a16="http://schemas.microsoft.com/office/drawing/2014/main" id="{476203C4-8626-4608-8540-F7B37BED2A10}"/>
              </a:ext>
            </a:extLst>
          </p:cNvPr>
          <p:cNvSpPr>
            <a:spLocks noGrp="1"/>
          </p:cNvSpPr>
          <p:nvPr>
            <p:ph type="pic" sz="quarter" idx="13"/>
          </p:nvPr>
        </p:nvSpPr>
        <p:spPr>
          <a:xfrm>
            <a:off x="5735960" y="188640"/>
            <a:ext cx="6264696" cy="4320480"/>
          </a:xfrm>
          <a:custGeom>
            <a:avLst/>
            <a:gdLst>
              <a:gd name="connsiteX0" fmla="*/ 0 w 6264696"/>
              <a:gd name="connsiteY0" fmla="*/ 0 h 4320480"/>
              <a:gd name="connsiteX1" fmla="*/ 6264696 w 6264696"/>
              <a:gd name="connsiteY1" fmla="*/ 0 h 4320480"/>
              <a:gd name="connsiteX2" fmla="*/ 6264696 w 6264696"/>
              <a:gd name="connsiteY2" fmla="*/ 4320480 h 4320480"/>
              <a:gd name="connsiteX3" fmla="*/ 629671 w 6264696"/>
              <a:gd name="connsiteY3" fmla="*/ 4320480 h 4320480"/>
              <a:gd name="connsiteX4" fmla="*/ 629671 w 6264696"/>
              <a:gd name="connsiteY4" fmla="*/ 3281391 h 4320480"/>
              <a:gd name="connsiteX5" fmla="*/ 0 w 6264696"/>
              <a:gd name="connsiteY5" fmla="*/ 3281391 h 432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696" h="4320480">
                <a:moveTo>
                  <a:pt x="0" y="0"/>
                </a:moveTo>
                <a:lnTo>
                  <a:pt x="6264696" y="0"/>
                </a:lnTo>
                <a:lnTo>
                  <a:pt x="6264696" y="4320480"/>
                </a:lnTo>
                <a:lnTo>
                  <a:pt x="629671" y="4320480"/>
                </a:lnTo>
                <a:lnTo>
                  <a:pt x="629671" y="3281391"/>
                </a:lnTo>
                <a:lnTo>
                  <a:pt x="0" y="3281391"/>
                </a:ln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a:xfrm>
            <a:off x="6670204" y="5229200"/>
            <a:ext cx="5188296" cy="430887"/>
          </a:xfrm>
        </p:spPr>
        <p:txBody>
          <a:bodyPr vert="horz" wrap="square" lIns="0" tIns="0" rIns="0" bIns="0" rtlCol="0" anchor="t" anchorCtr="0">
            <a:spAutoFit/>
          </a:bodyPr>
          <a:lstStyle>
            <a:lvl1pPr>
              <a:defRPr lang="en-GB" sz="2800"/>
            </a:lvl1pPr>
          </a:lstStyle>
          <a:p>
            <a:pPr marL="0" lvl="0" algn="ctr"/>
            <a:r>
              <a:rPr lang="en-US" dirty="0"/>
              <a:t>Click to edit Master title style</a:t>
            </a:r>
            <a:endParaRPr lang="en-GB" dirty="0"/>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783051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o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9675615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hank You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0119524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1919145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hank You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499773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Picture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450BC700-0ECE-F0AF-38D7-0264B58D1D6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875453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Picture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251870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Picture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5320830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Logo Yell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2BF987D3-94ED-4346-BA0E-C2418F3A4535}"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grpSp>
        <p:nvGrpSpPr>
          <p:cNvPr id="7" name="Group 6">
            <a:extLst>
              <a:ext uri="{FF2B5EF4-FFF2-40B4-BE49-F238E27FC236}">
                <a16:creationId xmlns:a16="http://schemas.microsoft.com/office/drawing/2014/main" id="{5122DD8F-06C8-6092-4AEE-6F419E6AE39C}"/>
              </a:ext>
            </a:extLst>
          </p:cNvPr>
          <p:cNvGrpSpPr>
            <a:grpSpLocks noChangeAspect="1"/>
          </p:cNvGrpSpPr>
          <p:nvPr/>
        </p:nvGrpSpPr>
        <p:grpSpPr>
          <a:xfrm>
            <a:off x="4237590" y="2709000"/>
            <a:ext cx="3716820" cy="1440000"/>
            <a:chOff x="2389188" y="1992313"/>
            <a:chExt cx="7424738" cy="2876551"/>
          </a:xfrm>
          <a:solidFill>
            <a:schemeClr val="accent2"/>
          </a:solidFill>
        </p:grpSpPr>
        <p:sp>
          <p:nvSpPr>
            <p:cNvPr id="8" name="Freeform 5">
              <a:extLst>
                <a:ext uri="{FF2B5EF4-FFF2-40B4-BE49-F238E27FC236}">
                  <a16:creationId xmlns:a16="http://schemas.microsoft.com/office/drawing/2014/main" id="{DBDC538C-CF08-240D-31FC-42D67CB83C3E}"/>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4F9087B9-0E76-AC2F-A2C4-3D31D17FBFF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5764076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Logo Blue">
    <p:bg>
      <p:bgPr>
        <a:solidFill>
          <a:schemeClr val="accent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791137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Logo Light Blue">
    <p:bg>
      <p:bgPr>
        <a:solidFill>
          <a:schemeClr val="accent6"/>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9484798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Section Header Blue">
  <p:cSld name="1_Section Header Blue">
    <p:bg>
      <p:bgPr>
        <a:solidFill>
          <a:schemeClr val="accent2"/>
        </a:solidFill>
        <a:effectLst/>
      </p:bgPr>
    </p:bg>
    <p:spTree>
      <p:nvGrpSpPr>
        <p:cNvPr id="1" name="Shape 35"/>
        <p:cNvGrpSpPr/>
        <p:nvPr/>
      </p:nvGrpSpPr>
      <p:grpSpPr>
        <a:xfrm>
          <a:off x="0" y="0"/>
          <a:ext cx="0" cy="0"/>
          <a:chOff x="0" y="0"/>
          <a:chExt cx="0" cy="0"/>
        </a:xfrm>
      </p:grpSpPr>
      <p:sp>
        <p:nvSpPr>
          <p:cNvPr id="36" name="Google Shape;36;p2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8"/>
          <p:cNvSpPr>
            <a:spLocks noGrp="1"/>
          </p:cNvSpPr>
          <p:nvPr>
            <p:ph type="sldNum" idx="12"/>
          </p:nvPr>
        </p:nvSpPr>
        <p:spPr>
          <a:xfrm flipH="1">
            <a:off x="407989"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1pPr>
            <a:lvl2pPr marL="0" lvl="1"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2pPr>
            <a:lvl3pPr marL="0" lvl="2"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3pPr>
            <a:lvl4pPr marL="0" lvl="3"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4pPr>
            <a:lvl5pPr marL="0" lvl="4"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5pPr>
            <a:lvl6pPr marL="0" lvl="5"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6pPr>
            <a:lvl7pPr marL="0" lvl="6"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7pPr>
            <a:lvl8pPr marL="0" lvl="7"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8pPr>
            <a:lvl9pPr marL="0" lvl="8"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9pPr>
          </a:lstStyle>
          <a:p>
            <a:fld id="{00000000-1234-1234-1234-123412341234}" type="slidenum">
              <a:rPr lang="en-US" smtClean="0"/>
              <a:pPr/>
              <a:t>‹#›</a:t>
            </a:fld>
            <a:endParaRPr lang="en-US"/>
          </a:p>
        </p:txBody>
      </p:sp>
      <p:sp>
        <p:nvSpPr>
          <p:cNvPr id="39" name="Google Shape;39;p28"/>
          <p:cNvSpPr txBox="1">
            <a:spLocks noGrp="1"/>
          </p:cNvSpPr>
          <p:nvPr>
            <p:ph type="title"/>
          </p:nvPr>
        </p:nvSpPr>
        <p:spPr>
          <a:xfrm>
            <a:off x="407989"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8"/>
          <p:cNvSpPr txBox="1">
            <a:spLocks noGrp="1"/>
          </p:cNvSpPr>
          <p:nvPr>
            <p:ph type="subTitle" idx="1"/>
          </p:nvPr>
        </p:nvSpPr>
        <p:spPr>
          <a:xfrm>
            <a:off x="407989"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150"/>
              </a:spcBef>
              <a:spcAft>
                <a:spcPts val="0"/>
              </a:spcAft>
              <a:buClr>
                <a:schemeClr val="lt1"/>
              </a:buClr>
              <a:buSzPts val="1350"/>
              <a:buFont typeface="Arial"/>
              <a:buNone/>
              <a:defRPr sz="1350" b="0">
                <a:solidFill>
                  <a:schemeClr val="lt1"/>
                </a:solidFill>
              </a:defRPr>
            </a:lvl1pPr>
            <a:lvl2pPr lvl="1" algn="ctr">
              <a:lnSpc>
                <a:spcPct val="120000"/>
              </a:lnSpc>
              <a:spcBef>
                <a:spcPts val="450"/>
              </a:spcBef>
              <a:spcAft>
                <a:spcPts val="0"/>
              </a:spcAft>
              <a:buClr>
                <a:schemeClr val="accent2"/>
              </a:buClr>
              <a:buSzPts val="1500"/>
              <a:buNone/>
              <a:defRPr sz="1500"/>
            </a:lvl2pPr>
            <a:lvl3pPr lvl="2" algn="ctr">
              <a:lnSpc>
                <a:spcPct val="120000"/>
              </a:lnSpc>
              <a:spcBef>
                <a:spcPts val="450"/>
              </a:spcBef>
              <a:spcAft>
                <a:spcPts val="0"/>
              </a:spcAft>
              <a:buClr>
                <a:schemeClr val="accent2"/>
              </a:buClr>
              <a:buSzPts val="1350"/>
              <a:buNone/>
              <a:defRPr sz="1350"/>
            </a:lvl3pPr>
            <a:lvl4pPr lvl="3" algn="ctr">
              <a:lnSpc>
                <a:spcPct val="120000"/>
              </a:lnSpc>
              <a:spcBef>
                <a:spcPts val="450"/>
              </a:spcBef>
              <a:spcAft>
                <a:spcPts val="0"/>
              </a:spcAft>
              <a:buClr>
                <a:schemeClr val="accent2"/>
              </a:buClr>
              <a:buSzPts val="1200"/>
              <a:buNone/>
              <a:defRPr sz="1200"/>
            </a:lvl4pPr>
            <a:lvl5pPr lvl="4" algn="ctr">
              <a:lnSpc>
                <a:spcPct val="120000"/>
              </a:lnSpc>
              <a:spcBef>
                <a:spcPts val="450"/>
              </a:spcBef>
              <a:spcAft>
                <a:spcPts val="0"/>
              </a:spcAft>
              <a:buClr>
                <a:schemeClr val="accent2"/>
              </a:buClr>
              <a:buSzPts val="1200"/>
              <a:buNone/>
              <a:defRPr sz="1200"/>
            </a:lvl5pPr>
            <a:lvl6pPr lvl="5" algn="ctr">
              <a:lnSpc>
                <a:spcPct val="120000"/>
              </a:lnSpc>
              <a:spcBef>
                <a:spcPts val="450"/>
              </a:spcBef>
              <a:spcAft>
                <a:spcPts val="0"/>
              </a:spcAft>
              <a:buClr>
                <a:schemeClr val="accent2"/>
              </a:buClr>
              <a:buSzPts val="1200"/>
              <a:buNone/>
              <a:defRPr sz="1200"/>
            </a:lvl6pPr>
            <a:lvl7pPr lvl="6" algn="ctr">
              <a:lnSpc>
                <a:spcPct val="120000"/>
              </a:lnSpc>
              <a:spcBef>
                <a:spcPts val="450"/>
              </a:spcBef>
              <a:spcAft>
                <a:spcPts val="0"/>
              </a:spcAft>
              <a:buClr>
                <a:schemeClr val="accent2"/>
              </a:buClr>
              <a:buSzPts val="1200"/>
              <a:buNone/>
              <a:defRPr sz="1200"/>
            </a:lvl7pPr>
            <a:lvl8pPr lvl="7" algn="ctr">
              <a:lnSpc>
                <a:spcPct val="120000"/>
              </a:lnSpc>
              <a:spcBef>
                <a:spcPts val="450"/>
              </a:spcBef>
              <a:spcAft>
                <a:spcPts val="0"/>
              </a:spcAft>
              <a:buClr>
                <a:schemeClr val="accent2"/>
              </a:buClr>
              <a:buSzPts val="1200"/>
              <a:buNone/>
              <a:defRPr sz="1200"/>
            </a:lvl8pPr>
            <a:lvl9pPr lvl="8" algn="ctr">
              <a:lnSpc>
                <a:spcPct val="120000"/>
              </a:lnSpc>
              <a:spcBef>
                <a:spcPts val="450"/>
              </a:spcBef>
              <a:spcAft>
                <a:spcPts val="0"/>
              </a:spcAft>
              <a:buClr>
                <a:schemeClr val="accent2"/>
              </a:buClr>
              <a:buSzPts val="1200"/>
              <a:buNone/>
              <a:defRPr sz="1200"/>
            </a:lvl9pPr>
          </a:lstStyle>
          <a:p>
            <a:endParaRPr/>
          </a:p>
        </p:txBody>
      </p:sp>
      <p:sp>
        <p:nvSpPr>
          <p:cNvPr id="41" name="Google Shape;41;p28"/>
          <p:cNvSpPr/>
          <p:nvPr/>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3866142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1_Section Header Picture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D81C4046-1B2A-4EFD-AC53-DFA8A4752BDA}" type="datetime1">
              <a:rPr lang="en-US" smtClean="0"/>
              <a:t>10/1/26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9" y="3608329"/>
            <a:ext cx="6408092" cy="1477328"/>
          </a:xfrm>
        </p:spPr>
        <p:txBody>
          <a:bodyPr anchor="b">
            <a:spAutoFit/>
          </a:bodyPr>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9" y="5373216"/>
            <a:ext cx="6408092" cy="276999"/>
          </a:xfrm>
        </p:spPr>
        <p:txBody>
          <a:bodyPr anchor="t" anchorCtr="0">
            <a:sp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Freeform 6">
            <a:extLst>
              <a:ext uri="{FF2B5EF4-FFF2-40B4-BE49-F238E27FC236}">
                <a16:creationId xmlns:a16="http://schemas.microsoft.com/office/drawing/2014/main" id="{5DA44438-2C44-74CA-00B5-2AC54E313B58}"/>
              </a:ext>
            </a:extLst>
          </p:cNvPr>
          <p:cNvSpPr>
            <a:spLocks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Slide Number Placeholder 5">
            <a:extLst>
              <a:ext uri="{FF2B5EF4-FFF2-40B4-BE49-F238E27FC236}">
                <a16:creationId xmlns:a16="http://schemas.microsoft.com/office/drawing/2014/main" id="{03889910-0C78-4FCE-9C71-02AF2A3F159A}"/>
              </a:ext>
            </a:extLst>
          </p:cNvPr>
          <p:cNvSpPr>
            <a:spLocks noGrp="1" noChangeAspect="1"/>
          </p:cNvSpPr>
          <p:nvPr>
            <p:ph type="sldNum" sz="quarter" idx="4"/>
          </p:nvPr>
        </p:nvSpPr>
        <p:spPr>
          <a:xfrm flipH="1">
            <a:off x="407988" y="6381328"/>
            <a:ext cx="359420" cy="143296"/>
          </a:xfrm>
          <a:prstGeom prst="parallelogram">
            <a:avLst>
              <a:gd name="adj" fmla="val 51419"/>
            </a:avLst>
          </a:prstGeom>
          <a:solidFill>
            <a:schemeClr val="accent1"/>
          </a:solidFill>
          <a:ln>
            <a:noFill/>
          </a:ln>
        </p:spPr>
        <p:txBody>
          <a:bodyPr vert="horz" wrap="none" lIns="0" tIns="0" rIns="0" bIns="0" rtlCol="0" anchor="ctr" anchorCtr="0"/>
          <a:lstStyle>
            <a:lvl1pPr algn="ctr">
              <a:defRPr sz="600" b="0" cap="all" spc="100" baseline="0">
                <a:solidFill>
                  <a:schemeClr val="accent2"/>
                </a:solid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4234680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3" name="Text Placeholder 14">
            <a:extLst>
              <a:ext uri="{FF2B5EF4-FFF2-40B4-BE49-F238E27FC236}">
                <a16:creationId xmlns:a16="http://schemas.microsoft.com/office/drawing/2014/main" id="{5F043722-1C38-4295-B672-D5927F8CE448}"/>
              </a:ext>
            </a:extLst>
          </p:cNvPr>
          <p:cNvSpPr>
            <a:spLocks noGrp="1"/>
          </p:cNvSpPr>
          <p:nvPr>
            <p:ph type="body" sz="quarter" idx="17"/>
          </p:nvPr>
        </p:nvSpPr>
        <p:spPr>
          <a:xfrm>
            <a:off x="6649556" y="552128"/>
            <a:ext cx="5015730" cy="492443"/>
          </a:xfrm>
        </p:spPr>
        <p:txBody>
          <a:bodyPr vert="horz" wrap="square" lIns="0" tIns="0" rIns="0" bIns="0" rtlCol="0" anchor="t" anchorCtr="0">
            <a:spAutoFit/>
          </a:bodyPr>
          <a:lstStyle>
            <a:lvl1pPr>
              <a:defRPr lang="en-US" sz="3200" b="1" dirty="0" smtClean="0">
                <a:solidFill>
                  <a:srgbClr val="002F5F"/>
                </a:solidFill>
                <a:latin typeface="+mj-lt"/>
                <a:ea typeface="+mj-ea"/>
                <a:cs typeface="+mj-cs"/>
              </a:defRPr>
            </a:lvl1pPr>
          </a:lstStyle>
          <a:p>
            <a:pPr lvl="0">
              <a:lnSpc>
                <a:spcPct val="100000"/>
              </a:lnSpc>
              <a:spcBef>
                <a:spcPct val="0"/>
              </a:spcBef>
            </a:pPr>
            <a:endParaRPr lang="en-US" dirty="0"/>
          </a:p>
        </p:txBody>
      </p:sp>
      <p:sp>
        <p:nvSpPr>
          <p:cNvPr id="7" name="Rectangle 6">
            <a:extLst>
              <a:ext uri="{FF2B5EF4-FFF2-40B4-BE49-F238E27FC236}">
                <a16:creationId xmlns:a16="http://schemas.microsoft.com/office/drawing/2014/main" id="{7366EEC5-590D-4B4D-9A00-F49D9282782A}"/>
              </a:ext>
            </a:extLst>
          </p:cNvPr>
          <p:cNvSpPr/>
          <p:nvPr userDrawn="1"/>
        </p:nvSpPr>
        <p:spPr bwMode="auto">
          <a:xfrm>
            <a:off x="0" y="0"/>
            <a:ext cx="6096000" cy="6957392"/>
          </a:xfrm>
          <a:prstGeom prst="rect">
            <a:avLst/>
          </a:prstGeom>
          <a:solidFill>
            <a:srgbClr val="002F5F"/>
          </a:solidFill>
          <a:ln>
            <a:noFill/>
          </a:ln>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3" name="Slide Number Placeholder 2">
            <a:extLst>
              <a:ext uri="{FF2B5EF4-FFF2-40B4-BE49-F238E27FC236}">
                <a16:creationId xmlns:a16="http://schemas.microsoft.com/office/drawing/2014/main" id="{6E572D1D-0B6D-4A12-AF28-121BE01F8D20}"/>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20776C58-5555-4BE5-B5A2-00CDE5B2FDA3}"/>
              </a:ext>
            </a:extLst>
          </p:cNvPr>
          <p:cNvSpPr>
            <a:spLocks noGrp="1"/>
          </p:cNvSpPr>
          <p:nvPr>
            <p:ph type="dt" sz="half" idx="11"/>
          </p:nvPr>
        </p:nvSpPr>
        <p:spPr/>
        <p:txBody>
          <a:bodyPr/>
          <a:lstStyle>
            <a:lvl1pPr>
              <a:defRPr>
                <a:solidFill>
                  <a:schemeClr val="bg1"/>
                </a:solidFill>
              </a:defRPr>
            </a:lvl1pPr>
          </a:lstStyle>
          <a:p>
            <a:fld id="{507DCB3F-41CB-4893-94BE-452781DE315E}" type="datetime1">
              <a:rPr lang="en-US" smtClean="0"/>
              <a:pPr/>
              <a:t>10/1/26</a:t>
            </a:fld>
            <a:endParaRPr lang="en-US" dirty="0"/>
          </a:p>
        </p:txBody>
      </p:sp>
      <p:sp>
        <p:nvSpPr>
          <p:cNvPr id="5" name="Footer Placeholder 4">
            <a:extLst>
              <a:ext uri="{FF2B5EF4-FFF2-40B4-BE49-F238E27FC236}">
                <a16:creationId xmlns:a16="http://schemas.microsoft.com/office/drawing/2014/main" id="{87D088BE-9EDC-4197-AEAD-0AC9FEA69F01}"/>
              </a:ext>
            </a:extLst>
          </p:cNvPr>
          <p:cNvSpPr>
            <a:spLocks noGrp="1"/>
          </p:cNvSpPr>
          <p:nvPr>
            <p:ph type="ftr" sz="quarter" idx="12"/>
          </p:nvPr>
        </p:nvSpPr>
        <p:spPr/>
        <p:txBody>
          <a:bodyPr/>
          <a:lstStyle/>
          <a:p>
            <a:endParaRPr lang="en-US" dirty="0"/>
          </a:p>
        </p:txBody>
      </p:sp>
      <p:sp>
        <p:nvSpPr>
          <p:cNvPr id="11" name="Title 1">
            <a:extLst>
              <a:ext uri="{FF2B5EF4-FFF2-40B4-BE49-F238E27FC236}">
                <a16:creationId xmlns:a16="http://schemas.microsoft.com/office/drawing/2014/main" id="{6FD7D5DE-5A31-4E64-BC4C-1D067F237707}"/>
              </a:ext>
            </a:extLst>
          </p:cNvPr>
          <p:cNvSpPr>
            <a:spLocks noGrp="1"/>
          </p:cNvSpPr>
          <p:nvPr>
            <p:ph type="title"/>
          </p:nvPr>
        </p:nvSpPr>
        <p:spPr>
          <a:xfrm>
            <a:off x="487451" y="548680"/>
            <a:ext cx="5015730" cy="492443"/>
          </a:xfrm>
        </p:spPr>
        <p:txBody>
          <a:bodyPr wrap="square">
            <a:spAutoFit/>
          </a:bodyPr>
          <a:lstStyle>
            <a:lvl1pPr algn="l">
              <a:defRPr lang="en-US" dirty="0" smtClean="0">
                <a:solidFill>
                  <a:schemeClr val="bg1"/>
                </a:solidFill>
              </a:defRPr>
            </a:lvl1pPr>
          </a:lstStyle>
          <a:p>
            <a:endParaRPr lang="en-US" dirty="0"/>
          </a:p>
        </p:txBody>
      </p:sp>
      <p:sp>
        <p:nvSpPr>
          <p:cNvPr id="16" name="Text Placeholder 14">
            <a:extLst>
              <a:ext uri="{FF2B5EF4-FFF2-40B4-BE49-F238E27FC236}">
                <a16:creationId xmlns:a16="http://schemas.microsoft.com/office/drawing/2014/main" id="{FCE2E405-EAAF-419D-957A-269231F91B89}"/>
              </a:ext>
            </a:extLst>
          </p:cNvPr>
          <p:cNvSpPr>
            <a:spLocks noGrp="1"/>
          </p:cNvSpPr>
          <p:nvPr>
            <p:ph type="body" sz="quarter" idx="13"/>
          </p:nvPr>
        </p:nvSpPr>
        <p:spPr>
          <a:xfrm>
            <a:off x="487451" y="1272209"/>
            <a:ext cx="5015730" cy="2252220"/>
          </a:xfrm>
        </p:spPr>
        <p:txBody>
          <a:bodyPr/>
          <a:lstStyle>
            <a:lvl1pPr marL="0" indent="0">
              <a:spcBef>
                <a:spcPts val="0"/>
              </a:spcBef>
              <a:spcAft>
                <a:spcPts val="300"/>
              </a:spcAft>
              <a:buFont typeface="Arial" panose="020B0604020202020204" pitchFamily="34" charset="0"/>
              <a:buNone/>
              <a:defRPr sz="1400">
                <a:solidFill>
                  <a:schemeClr val="bg1"/>
                </a:solidFill>
              </a:defRPr>
            </a:lvl1pPr>
            <a:lvl2pPr>
              <a:spcBef>
                <a:spcPts val="0"/>
              </a:spcBef>
              <a:spcAft>
                <a:spcPts val="300"/>
              </a:spcAft>
              <a:defRPr sz="1400"/>
            </a:lvl2pPr>
            <a:lvl3pPr>
              <a:spcBef>
                <a:spcPts val="0"/>
              </a:spcBef>
              <a:spcAft>
                <a:spcPts val="300"/>
              </a:spcAft>
              <a:defRPr sz="1400"/>
            </a:lvl3pPr>
            <a:lvl4pPr>
              <a:spcBef>
                <a:spcPts val="0"/>
              </a:spcBef>
              <a:spcAft>
                <a:spcPts val="300"/>
              </a:spcAft>
              <a:defRPr sz="1400"/>
            </a:lvl4pPr>
            <a:lvl5pPr>
              <a:spcBef>
                <a:spcPts val="0"/>
              </a:spcBef>
              <a:spcAft>
                <a:spcPts val="300"/>
              </a:spcAft>
              <a:defRPr sz="1400"/>
            </a:lvl5pPr>
          </a:lstStyle>
          <a:p>
            <a:pPr lvl="0"/>
            <a:endParaRPr lang="en-US" dirty="0"/>
          </a:p>
        </p:txBody>
      </p:sp>
      <p:sp>
        <p:nvSpPr>
          <p:cNvPr id="21" name="Picture Placeholder 20">
            <a:extLst>
              <a:ext uri="{FF2B5EF4-FFF2-40B4-BE49-F238E27FC236}">
                <a16:creationId xmlns:a16="http://schemas.microsoft.com/office/drawing/2014/main" id="{2942F212-03ED-4611-A6AE-8FC6609FD392}"/>
              </a:ext>
            </a:extLst>
          </p:cNvPr>
          <p:cNvSpPr>
            <a:spLocks noGrp="1"/>
          </p:cNvSpPr>
          <p:nvPr>
            <p:ph type="pic" sz="quarter" idx="14"/>
          </p:nvPr>
        </p:nvSpPr>
        <p:spPr>
          <a:xfrm>
            <a:off x="534629" y="3802658"/>
            <a:ext cx="4968552" cy="2252220"/>
          </a:xfrm>
          <a:custGeom>
            <a:avLst/>
            <a:gdLst>
              <a:gd name="connsiteX0" fmla="*/ 0 w 4968552"/>
              <a:gd name="connsiteY0" fmla="*/ 0 h 2252220"/>
              <a:gd name="connsiteX1" fmla="*/ 4968552 w 4968552"/>
              <a:gd name="connsiteY1" fmla="*/ 0 h 2252220"/>
              <a:gd name="connsiteX2" fmla="*/ 4968552 w 4968552"/>
              <a:gd name="connsiteY2" fmla="*/ 2252220 h 2252220"/>
              <a:gd name="connsiteX3" fmla="*/ 0 w 4968552"/>
              <a:gd name="connsiteY3" fmla="*/ 2252220 h 2252220"/>
            </a:gdLst>
            <a:ahLst/>
            <a:cxnLst>
              <a:cxn ang="0">
                <a:pos x="connsiteX0" y="connsiteY0"/>
              </a:cxn>
              <a:cxn ang="0">
                <a:pos x="connsiteX1" y="connsiteY1"/>
              </a:cxn>
              <a:cxn ang="0">
                <a:pos x="connsiteX2" y="connsiteY2"/>
              </a:cxn>
              <a:cxn ang="0">
                <a:pos x="connsiteX3" y="connsiteY3"/>
              </a:cxn>
            </a:cxnLst>
            <a:rect l="l" t="t" r="r" b="b"/>
            <a:pathLst>
              <a:path w="4968552" h="2252220">
                <a:moveTo>
                  <a:pt x="0" y="0"/>
                </a:moveTo>
                <a:lnTo>
                  <a:pt x="4968552" y="0"/>
                </a:lnTo>
                <a:lnTo>
                  <a:pt x="4968552" y="2252220"/>
                </a:lnTo>
                <a:lnTo>
                  <a:pt x="0" y="2252220"/>
                </a:lnTo>
                <a:close/>
              </a:path>
            </a:pathLst>
          </a:custGeom>
        </p:spPr>
        <p:txBody>
          <a:bodyPr wrap="square">
            <a:noAutofit/>
          </a:bodyPr>
          <a:lstStyle/>
          <a:p>
            <a:endParaRPr lang="en-US"/>
          </a:p>
        </p:txBody>
      </p:sp>
      <p:sp>
        <p:nvSpPr>
          <p:cNvPr id="25" name="Title 1">
            <a:extLst>
              <a:ext uri="{FF2B5EF4-FFF2-40B4-BE49-F238E27FC236}">
                <a16:creationId xmlns:a16="http://schemas.microsoft.com/office/drawing/2014/main" id="{59F52BB2-6579-40F7-8C65-96FBD2FF0C84}"/>
              </a:ext>
            </a:extLst>
          </p:cNvPr>
          <p:cNvSpPr txBox="1">
            <a:spLocks/>
          </p:cNvSpPr>
          <p:nvPr userDrawn="1"/>
        </p:nvSpPr>
        <p:spPr>
          <a:xfrm>
            <a:off x="6619443" y="548680"/>
            <a:ext cx="3168041" cy="492443"/>
          </a:xfrm>
          <a:prstGeom prst="rect">
            <a:avLst/>
          </a:prstGeom>
        </p:spPr>
        <p:txBody>
          <a:bodyPr vert="horz" wrap="square" lIns="0" tIns="0" rIns="0" bIns="0" rtlCol="0" anchor="t" anchorCtr="0">
            <a:spAutoFit/>
          </a:bodyPr>
          <a:lstStyle>
            <a:lvl1pPr algn="ctr" defTabSz="914400" rtl="0" eaLnBrk="1" latinLnBrk="0" hangingPunct="1">
              <a:lnSpc>
                <a:spcPct val="100000"/>
              </a:lnSpc>
              <a:spcBef>
                <a:spcPct val="0"/>
              </a:spcBef>
              <a:buNone/>
              <a:defRPr sz="3200" b="1" kern="1200">
                <a:solidFill>
                  <a:schemeClr val="bg1"/>
                </a:solidFill>
                <a:latin typeface="+mj-lt"/>
                <a:ea typeface="+mj-ea"/>
                <a:cs typeface="+mj-cs"/>
              </a:defRPr>
            </a:lvl1pPr>
          </a:lstStyle>
          <a:p>
            <a:endParaRPr lang="en-US" dirty="0"/>
          </a:p>
        </p:txBody>
      </p:sp>
      <p:sp>
        <p:nvSpPr>
          <p:cNvPr id="31" name="Text Placeholder 14">
            <a:extLst>
              <a:ext uri="{FF2B5EF4-FFF2-40B4-BE49-F238E27FC236}">
                <a16:creationId xmlns:a16="http://schemas.microsoft.com/office/drawing/2014/main" id="{F9C52C97-580B-49FC-80C1-3F43EFCE5967}"/>
              </a:ext>
            </a:extLst>
          </p:cNvPr>
          <p:cNvSpPr>
            <a:spLocks noGrp="1"/>
          </p:cNvSpPr>
          <p:nvPr>
            <p:ph type="body" sz="quarter" idx="15"/>
          </p:nvPr>
        </p:nvSpPr>
        <p:spPr>
          <a:xfrm>
            <a:off x="6649556" y="1272209"/>
            <a:ext cx="5015730" cy="2252220"/>
          </a:xfrm>
        </p:spPr>
        <p:txBody>
          <a:bodyPr/>
          <a:lstStyle>
            <a:lvl1pPr marL="0" indent="0">
              <a:spcBef>
                <a:spcPts val="0"/>
              </a:spcBef>
              <a:spcAft>
                <a:spcPts val="300"/>
              </a:spcAft>
              <a:buFont typeface="Arial" panose="020B0604020202020204" pitchFamily="34" charset="0"/>
              <a:buNone/>
              <a:defRPr sz="1400">
                <a:solidFill>
                  <a:srgbClr val="002F5F"/>
                </a:solidFill>
              </a:defRPr>
            </a:lvl1pPr>
            <a:lvl2pPr>
              <a:spcBef>
                <a:spcPts val="0"/>
              </a:spcBef>
              <a:spcAft>
                <a:spcPts val="300"/>
              </a:spcAft>
              <a:defRPr sz="1400"/>
            </a:lvl2pPr>
            <a:lvl3pPr>
              <a:spcBef>
                <a:spcPts val="0"/>
              </a:spcBef>
              <a:spcAft>
                <a:spcPts val="300"/>
              </a:spcAft>
              <a:defRPr sz="1400"/>
            </a:lvl3pPr>
            <a:lvl4pPr>
              <a:spcBef>
                <a:spcPts val="0"/>
              </a:spcBef>
              <a:spcAft>
                <a:spcPts val="300"/>
              </a:spcAft>
              <a:defRPr sz="1400"/>
            </a:lvl4pPr>
            <a:lvl5pPr>
              <a:spcBef>
                <a:spcPts val="0"/>
              </a:spcBef>
              <a:spcAft>
                <a:spcPts val="300"/>
              </a:spcAft>
              <a:defRPr sz="1400"/>
            </a:lvl5pPr>
          </a:lstStyle>
          <a:p>
            <a:pPr lvl="0"/>
            <a:endParaRPr lang="en-US" dirty="0"/>
          </a:p>
        </p:txBody>
      </p:sp>
      <p:sp>
        <p:nvSpPr>
          <p:cNvPr id="32" name="Picture Placeholder 31">
            <a:extLst>
              <a:ext uri="{FF2B5EF4-FFF2-40B4-BE49-F238E27FC236}">
                <a16:creationId xmlns:a16="http://schemas.microsoft.com/office/drawing/2014/main" id="{FE4F41A2-D877-4AA4-8C8E-5B6356C4B370}"/>
              </a:ext>
            </a:extLst>
          </p:cNvPr>
          <p:cNvSpPr>
            <a:spLocks noGrp="1"/>
          </p:cNvSpPr>
          <p:nvPr>
            <p:ph type="pic" sz="quarter" idx="16"/>
          </p:nvPr>
        </p:nvSpPr>
        <p:spPr>
          <a:xfrm>
            <a:off x="6673145" y="3802658"/>
            <a:ext cx="4968552" cy="2252220"/>
          </a:xfrm>
          <a:custGeom>
            <a:avLst/>
            <a:gdLst>
              <a:gd name="connsiteX0" fmla="*/ 0 w 4968552"/>
              <a:gd name="connsiteY0" fmla="*/ 0 h 2252220"/>
              <a:gd name="connsiteX1" fmla="*/ 4968552 w 4968552"/>
              <a:gd name="connsiteY1" fmla="*/ 0 h 2252220"/>
              <a:gd name="connsiteX2" fmla="*/ 4968552 w 4968552"/>
              <a:gd name="connsiteY2" fmla="*/ 2252220 h 2252220"/>
              <a:gd name="connsiteX3" fmla="*/ 0 w 4968552"/>
              <a:gd name="connsiteY3" fmla="*/ 2252220 h 2252220"/>
            </a:gdLst>
            <a:ahLst/>
            <a:cxnLst>
              <a:cxn ang="0">
                <a:pos x="connsiteX0" y="connsiteY0"/>
              </a:cxn>
              <a:cxn ang="0">
                <a:pos x="connsiteX1" y="connsiteY1"/>
              </a:cxn>
              <a:cxn ang="0">
                <a:pos x="connsiteX2" y="connsiteY2"/>
              </a:cxn>
              <a:cxn ang="0">
                <a:pos x="connsiteX3" y="connsiteY3"/>
              </a:cxn>
            </a:cxnLst>
            <a:rect l="l" t="t" r="r" b="b"/>
            <a:pathLst>
              <a:path w="4968552" h="2252220">
                <a:moveTo>
                  <a:pt x="0" y="0"/>
                </a:moveTo>
                <a:lnTo>
                  <a:pt x="4968552" y="0"/>
                </a:lnTo>
                <a:lnTo>
                  <a:pt x="4968552" y="2252220"/>
                </a:lnTo>
                <a:lnTo>
                  <a:pt x="0" y="2252220"/>
                </a:lnTo>
                <a:close/>
              </a:path>
            </a:pathLst>
          </a:custGeom>
        </p:spPr>
        <p:txBody>
          <a:bodyPr wrap="square">
            <a:noAutofit/>
          </a:bodyPr>
          <a:lstStyle/>
          <a:p>
            <a:endParaRPr lang="en-US"/>
          </a:p>
        </p:txBody>
      </p:sp>
    </p:spTree>
    <p:extLst>
      <p:ext uri="{BB962C8B-B14F-4D97-AF65-F5344CB8AC3E}">
        <p14:creationId xmlns:p14="http://schemas.microsoft.com/office/powerpoint/2010/main" val="62442592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Blanko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5B3F8D-0C12-4BC2-9377-486F79F08F07}"/>
              </a:ext>
            </a:extLst>
          </p:cNvPr>
          <p:cNvSpPr/>
          <p:nvPr userDrawn="1"/>
        </p:nvSpPr>
        <p:spPr bwMode="auto">
          <a:xfrm>
            <a:off x="0" y="0"/>
            <a:ext cx="12192000" cy="6858000"/>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33CA2959-3DD9-42FD-96CD-14093B47CEA2}" type="datetime1">
              <a:rPr lang="en-US" smtClean="0"/>
              <a:t>10/1/26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6" name="Freeform 6">
            <a:extLst>
              <a:ext uri="{FF2B5EF4-FFF2-40B4-BE49-F238E27FC236}">
                <a16:creationId xmlns:a16="http://schemas.microsoft.com/office/drawing/2014/main" id="{38BA860B-A54D-41BA-A633-83FF6F1C33B7}"/>
              </a:ext>
            </a:extLst>
          </p:cNvPr>
          <p:cNvSpPr>
            <a:spLocks noChangeAspect="1" noEditPoints="1"/>
          </p:cNvSpPr>
          <p:nvPr userDrawn="1"/>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Picture Placeholder 10">
            <a:extLst>
              <a:ext uri="{FF2B5EF4-FFF2-40B4-BE49-F238E27FC236}">
                <a16:creationId xmlns:a16="http://schemas.microsoft.com/office/drawing/2014/main" id="{DD8CF844-C1AA-459D-9D98-5CC69306026A}"/>
              </a:ext>
            </a:extLst>
          </p:cNvPr>
          <p:cNvSpPr>
            <a:spLocks noGrp="1"/>
          </p:cNvSpPr>
          <p:nvPr>
            <p:ph type="pic" sz="quarter" idx="13"/>
          </p:nvPr>
        </p:nvSpPr>
        <p:spPr>
          <a:xfrm>
            <a:off x="387351" y="372145"/>
            <a:ext cx="5348610" cy="3198935"/>
          </a:xfrm>
          <a:custGeom>
            <a:avLst/>
            <a:gdLst>
              <a:gd name="connsiteX0" fmla="*/ 0 w 5584825"/>
              <a:gd name="connsiteY0" fmla="*/ 0 h 3316288"/>
              <a:gd name="connsiteX1" fmla="*/ 5584825 w 5584825"/>
              <a:gd name="connsiteY1" fmla="*/ 0 h 3316288"/>
              <a:gd name="connsiteX2" fmla="*/ 5584825 w 5584825"/>
              <a:gd name="connsiteY2" fmla="*/ 3316288 h 3316288"/>
              <a:gd name="connsiteX3" fmla="*/ 0 w 5584825"/>
              <a:gd name="connsiteY3" fmla="*/ 3316288 h 3316288"/>
            </a:gdLst>
            <a:ahLst/>
            <a:cxnLst>
              <a:cxn ang="0">
                <a:pos x="connsiteX0" y="connsiteY0"/>
              </a:cxn>
              <a:cxn ang="0">
                <a:pos x="connsiteX1" y="connsiteY1"/>
              </a:cxn>
              <a:cxn ang="0">
                <a:pos x="connsiteX2" y="connsiteY2"/>
              </a:cxn>
              <a:cxn ang="0">
                <a:pos x="connsiteX3" y="connsiteY3"/>
              </a:cxn>
            </a:cxnLst>
            <a:rect l="l" t="t" r="r" b="b"/>
            <a:pathLst>
              <a:path w="5584825" h="3316288">
                <a:moveTo>
                  <a:pt x="0" y="0"/>
                </a:moveTo>
                <a:lnTo>
                  <a:pt x="5584825" y="0"/>
                </a:lnTo>
                <a:lnTo>
                  <a:pt x="5584825" y="3316288"/>
                </a:lnTo>
                <a:lnTo>
                  <a:pt x="0" y="3316288"/>
                </a:lnTo>
                <a:close/>
              </a:path>
            </a:pathLst>
          </a:custGeom>
          <a:ln w="19050">
            <a:solidFill>
              <a:schemeClr val="bg1"/>
            </a:solidFill>
          </a:ln>
        </p:spPr>
        <p:txBody>
          <a:bodyPr wrap="square">
            <a:noAutofit/>
          </a:bodyPr>
          <a:lstStyle/>
          <a:p>
            <a:endParaRPr lang="en-US"/>
          </a:p>
        </p:txBody>
      </p:sp>
      <p:sp>
        <p:nvSpPr>
          <p:cNvPr id="17" name="Picture Placeholder 16">
            <a:extLst>
              <a:ext uri="{FF2B5EF4-FFF2-40B4-BE49-F238E27FC236}">
                <a16:creationId xmlns:a16="http://schemas.microsoft.com/office/drawing/2014/main" id="{B7DF29B7-684C-4B4D-AE65-C78CC58EA625}"/>
              </a:ext>
            </a:extLst>
          </p:cNvPr>
          <p:cNvSpPr>
            <a:spLocks noGrp="1"/>
          </p:cNvSpPr>
          <p:nvPr>
            <p:ph type="pic" sz="quarter" idx="14"/>
          </p:nvPr>
        </p:nvSpPr>
        <p:spPr>
          <a:xfrm>
            <a:off x="6456041" y="2754265"/>
            <a:ext cx="5348610" cy="3198935"/>
          </a:xfrm>
          <a:custGeom>
            <a:avLst/>
            <a:gdLst>
              <a:gd name="connsiteX0" fmla="*/ 0 w 5584825"/>
              <a:gd name="connsiteY0" fmla="*/ 0 h 3316288"/>
              <a:gd name="connsiteX1" fmla="*/ 5584825 w 5584825"/>
              <a:gd name="connsiteY1" fmla="*/ 0 h 3316288"/>
              <a:gd name="connsiteX2" fmla="*/ 5584825 w 5584825"/>
              <a:gd name="connsiteY2" fmla="*/ 3316288 h 3316288"/>
              <a:gd name="connsiteX3" fmla="*/ 0 w 5584825"/>
              <a:gd name="connsiteY3" fmla="*/ 3316288 h 3316288"/>
            </a:gdLst>
            <a:ahLst/>
            <a:cxnLst>
              <a:cxn ang="0">
                <a:pos x="connsiteX0" y="connsiteY0"/>
              </a:cxn>
              <a:cxn ang="0">
                <a:pos x="connsiteX1" y="connsiteY1"/>
              </a:cxn>
              <a:cxn ang="0">
                <a:pos x="connsiteX2" y="connsiteY2"/>
              </a:cxn>
              <a:cxn ang="0">
                <a:pos x="connsiteX3" y="connsiteY3"/>
              </a:cxn>
            </a:cxnLst>
            <a:rect l="l" t="t" r="r" b="b"/>
            <a:pathLst>
              <a:path w="5584825" h="3316288">
                <a:moveTo>
                  <a:pt x="0" y="0"/>
                </a:moveTo>
                <a:lnTo>
                  <a:pt x="5584825" y="0"/>
                </a:lnTo>
                <a:lnTo>
                  <a:pt x="5584825" y="3316288"/>
                </a:lnTo>
                <a:lnTo>
                  <a:pt x="0" y="3316288"/>
                </a:lnTo>
                <a:close/>
              </a:path>
            </a:pathLst>
          </a:custGeom>
          <a:ln w="19050">
            <a:solidFill>
              <a:schemeClr val="bg1"/>
            </a:solidFill>
          </a:ln>
        </p:spPr>
        <p:txBody>
          <a:bodyPr wrap="square">
            <a:noAutofit/>
          </a:bodyPr>
          <a:lstStyle/>
          <a:p>
            <a:endParaRPr lang="en-US"/>
          </a:p>
        </p:txBody>
      </p:sp>
    </p:spTree>
    <p:extLst>
      <p:ext uri="{BB962C8B-B14F-4D97-AF65-F5344CB8AC3E}">
        <p14:creationId xmlns:p14="http://schemas.microsoft.com/office/powerpoint/2010/main" val="206587929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AA3D7C-D0FF-40E2-8181-F39385849DCC}"/>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43511F69-8435-4795-ADAF-BB22852B68BC}"/>
              </a:ext>
            </a:extLst>
          </p:cNvPr>
          <p:cNvSpPr>
            <a:spLocks noGrp="1"/>
          </p:cNvSpPr>
          <p:nvPr>
            <p:ph type="dt" sz="half" idx="11"/>
          </p:nvPr>
        </p:nvSpPr>
        <p:spPr/>
        <p:txBody>
          <a:bodyPr/>
          <a:lstStyle/>
          <a:p>
            <a:fld id="{3EADAD31-3D75-4CB3-B2E8-32B210BB45E1}" type="datetime1">
              <a:rPr lang="en-US" smtClean="0"/>
              <a:t>10/1/26</a:t>
            </a:fld>
            <a:endParaRPr lang="en-US" dirty="0"/>
          </a:p>
        </p:txBody>
      </p:sp>
      <p:sp>
        <p:nvSpPr>
          <p:cNvPr id="5" name="Footer Placeholder 4">
            <a:extLst>
              <a:ext uri="{FF2B5EF4-FFF2-40B4-BE49-F238E27FC236}">
                <a16:creationId xmlns:a16="http://schemas.microsoft.com/office/drawing/2014/main" id="{A5CED268-0DD8-42A5-A012-F22CED99030B}"/>
              </a:ext>
            </a:extLst>
          </p:cNvPr>
          <p:cNvSpPr>
            <a:spLocks noGrp="1"/>
          </p:cNvSpPr>
          <p:nvPr>
            <p:ph type="ftr" sz="quarter" idx="12"/>
          </p:nvPr>
        </p:nvSpPr>
        <p:spPr/>
        <p:txBody>
          <a:bodyPr/>
          <a:lstStyle/>
          <a:p>
            <a:endParaRPr lang="en-US" dirty="0"/>
          </a:p>
        </p:txBody>
      </p:sp>
      <p:sp>
        <p:nvSpPr>
          <p:cNvPr id="11" name="Picture Placeholder 8">
            <a:extLst>
              <a:ext uri="{FF2B5EF4-FFF2-40B4-BE49-F238E27FC236}">
                <a16:creationId xmlns:a16="http://schemas.microsoft.com/office/drawing/2014/main" id="{9453B23A-938C-4A89-9118-56893D6A66CA}"/>
              </a:ext>
            </a:extLst>
          </p:cNvPr>
          <p:cNvSpPr>
            <a:spLocks noGrp="1"/>
          </p:cNvSpPr>
          <p:nvPr>
            <p:ph type="pic" sz="quarter" idx="13"/>
          </p:nvPr>
        </p:nvSpPr>
        <p:spPr>
          <a:xfrm>
            <a:off x="1199455" y="609916"/>
            <a:ext cx="4114565" cy="5396642"/>
          </a:xfrm>
          <a:pattFill prst="pct5">
            <a:fgClr>
              <a:srgbClr val="002F5F"/>
            </a:fgClr>
            <a:bgClr>
              <a:schemeClr val="bg1"/>
            </a:bgClr>
          </a:pattFill>
          <a:ln w="50800">
            <a:solidFill>
              <a:schemeClr val="bg1"/>
            </a:solidFill>
          </a:ln>
          <a:effectLst>
            <a:outerShdw blurRad="127000" dist="25400" algn="ctr" rotWithShape="0">
              <a:prstClr val="black">
                <a:alpha val="10000"/>
              </a:prstClr>
            </a:outerShdw>
          </a:effectLst>
        </p:spPr>
        <p:txBody>
          <a:bodyPr/>
          <a:lstStyle/>
          <a:p>
            <a:endParaRPr lang="en-US"/>
          </a:p>
        </p:txBody>
      </p:sp>
      <p:sp>
        <p:nvSpPr>
          <p:cNvPr id="12" name="Picture Placeholder 8">
            <a:extLst>
              <a:ext uri="{FF2B5EF4-FFF2-40B4-BE49-F238E27FC236}">
                <a16:creationId xmlns:a16="http://schemas.microsoft.com/office/drawing/2014/main" id="{A1E14393-135A-4E12-94D4-5EEE99497E66}"/>
              </a:ext>
            </a:extLst>
          </p:cNvPr>
          <p:cNvSpPr>
            <a:spLocks noGrp="1"/>
          </p:cNvSpPr>
          <p:nvPr>
            <p:ph type="pic" sz="quarter" idx="14"/>
          </p:nvPr>
        </p:nvSpPr>
        <p:spPr>
          <a:xfrm>
            <a:off x="6624118" y="609916"/>
            <a:ext cx="4114565" cy="5396642"/>
          </a:xfrm>
          <a:pattFill prst="pct5">
            <a:fgClr>
              <a:srgbClr val="002F5F"/>
            </a:fgClr>
            <a:bgClr>
              <a:schemeClr val="bg1"/>
            </a:bgClr>
          </a:pattFill>
          <a:ln w="50800">
            <a:solidFill>
              <a:schemeClr val="bg1"/>
            </a:solidFill>
          </a:ln>
          <a:effectLst>
            <a:outerShdw blurRad="127000" dist="25400" algn="ctr" rotWithShape="0">
              <a:prstClr val="black">
                <a:alpha val="10000"/>
              </a:prstClr>
            </a:outerShdw>
          </a:effectLst>
        </p:spPr>
        <p:txBody>
          <a:bodyPr/>
          <a:lstStyle/>
          <a:p>
            <a:endParaRPr lang="en-US"/>
          </a:p>
        </p:txBody>
      </p:sp>
    </p:spTree>
    <p:extLst>
      <p:ext uri="{BB962C8B-B14F-4D97-AF65-F5344CB8AC3E}">
        <p14:creationId xmlns:p14="http://schemas.microsoft.com/office/powerpoint/2010/main" val="166402546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2_Just Title ">
    <p:bg>
      <p:bgPr>
        <a:solidFill>
          <a:srgbClr val="002F5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94F7D24-C0EE-485A-863F-14C5184A679B}"/>
              </a:ext>
            </a:extLst>
          </p:cNvPr>
          <p:cNvSpPr/>
          <p:nvPr userDrawn="1"/>
        </p:nvSpPr>
        <p:spPr bwMode="auto">
          <a:xfrm>
            <a:off x="0" y="0"/>
            <a:ext cx="12192000" cy="6858000"/>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0" name="Picture Placeholder 8">
            <a:extLst>
              <a:ext uri="{FF2B5EF4-FFF2-40B4-BE49-F238E27FC236}">
                <a16:creationId xmlns:a16="http://schemas.microsoft.com/office/drawing/2014/main" id="{9D8A2E80-11B3-4E0A-8856-AFE03DE4866A}"/>
              </a:ext>
            </a:extLst>
          </p:cNvPr>
          <p:cNvSpPr>
            <a:spLocks noGrp="1"/>
          </p:cNvSpPr>
          <p:nvPr>
            <p:ph type="pic" sz="quarter" idx="13"/>
          </p:nvPr>
        </p:nvSpPr>
        <p:spPr>
          <a:xfrm>
            <a:off x="1368424" y="1470059"/>
            <a:ext cx="9502775" cy="1980614"/>
          </a:xfrm>
          <a:pattFill prst="pct5">
            <a:fgClr>
              <a:srgbClr val="002F5F"/>
            </a:fgClr>
            <a:bgClr>
              <a:schemeClr val="bg1"/>
            </a:bgClr>
          </a:pattFill>
          <a:ln w="63500">
            <a:solidFill>
              <a:schemeClr val="bg1"/>
            </a:solidFill>
          </a:ln>
          <a:effectLst/>
        </p:spPr>
        <p:txBody>
          <a:bodyPr/>
          <a:lstStyle/>
          <a:p>
            <a:endParaRPr lang="en-US" dirty="0"/>
          </a:p>
        </p:txBody>
      </p:sp>
      <p:sp>
        <p:nvSpPr>
          <p:cNvPr id="11" name="Picture Placeholder 8">
            <a:extLst>
              <a:ext uri="{FF2B5EF4-FFF2-40B4-BE49-F238E27FC236}">
                <a16:creationId xmlns:a16="http://schemas.microsoft.com/office/drawing/2014/main" id="{729BC521-5322-4546-B751-A272ED70CC9A}"/>
              </a:ext>
            </a:extLst>
          </p:cNvPr>
          <p:cNvSpPr>
            <a:spLocks noGrp="1"/>
          </p:cNvSpPr>
          <p:nvPr>
            <p:ph type="pic" sz="quarter" idx="14"/>
          </p:nvPr>
        </p:nvSpPr>
        <p:spPr>
          <a:xfrm>
            <a:off x="1368424" y="3811199"/>
            <a:ext cx="9502775" cy="1980614"/>
          </a:xfrm>
          <a:pattFill prst="pct5">
            <a:fgClr>
              <a:srgbClr val="002F5F"/>
            </a:fgClr>
            <a:bgClr>
              <a:schemeClr val="bg1"/>
            </a:bgClr>
          </a:pattFill>
          <a:ln w="63500">
            <a:solidFill>
              <a:schemeClr val="bg1"/>
            </a:solidFill>
          </a:ln>
          <a:effectLst/>
        </p:spPr>
        <p:txBody>
          <a:bodyPr/>
          <a:lstStyle/>
          <a:p>
            <a:endParaRPr lang="en-US" dirty="0"/>
          </a:p>
        </p:txBody>
      </p:sp>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p:txBody>
          <a:bodyPr/>
          <a:lstStyle>
            <a:lvl1pPr algn="ctr">
              <a:defRPr>
                <a:solidFill>
                  <a:schemeClr val="bg1"/>
                </a:solidFill>
              </a:defRPr>
            </a:lvl1p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lvl1pPr>
              <a:defRPr>
                <a:solidFill>
                  <a:schemeClr val="bg1"/>
                </a:solidFill>
              </a:defRPr>
            </a:lvl1pPr>
          </a:lstStyle>
          <a:p>
            <a:fld id="{3CAD8542-E6FE-4487-A334-F2735D2A329D}" type="datetime1">
              <a:rPr lang="en-US" smtClean="0"/>
              <a:t>10/1/26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12" name="Text Placeholder 2">
            <a:extLst>
              <a:ext uri="{FF2B5EF4-FFF2-40B4-BE49-F238E27FC236}">
                <a16:creationId xmlns:a16="http://schemas.microsoft.com/office/drawing/2014/main" id="{67E45E40-931A-4496-A11F-FD77A2C61329}"/>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22424894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single image slide">
    <p:bg>
      <p:bgPr>
        <a:solidFill>
          <a:srgbClr val="002F5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3169E-34E5-45AC-BA47-089CFE97CDA3}"/>
              </a:ext>
            </a:extLst>
          </p:cNvPr>
          <p:cNvSpPr>
            <a:spLocks noGrp="1"/>
          </p:cNvSpPr>
          <p:nvPr>
            <p:ph type="title"/>
          </p:nvPr>
        </p:nvSpPr>
        <p:spPr>
          <a:xfrm>
            <a:off x="407989" y="548680"/>
            <a:ext cx="11376024" cy="492443"/>
          </a:xfrm>
        </p:spPr>
        <p:txBody>
          <a:bodyPr>
            <a:spAutoFit/>
          </a:bodyPr>
          <a:lstStyle>
            <a:lvl1pPr algn="ct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E0EA4ACD-CE0E-4D48-97F2-86E9FFF549C1}"/>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F7DEDBD1-E1FB-4D0B-8706-2E986E042BD8}"/>
              </a:ext>
            </a:extLst>
          </p:cNvPr>
          <p:cNvSpPr>
            <a:spLocks noGrp="1"/>
          </p:cNvSpPr>
          <p:nvPr>
            <p:ph type="dt" sz="half" idx="11"/>
          </p:nvPr>
        </p:nvSpPr>
        <p:spPr/>
        <p:txBody>
          <a:bodyPr/>
          <a:lstStyle>
            <a:lvl1pPr>
              <a:defRPr>
                <a:solidFill>
                  <a:schemeClr val="bg1"/>
                </a:solidFill>
              </a:defRPr>
            </a:lvl1pPr>
          </a:lstStyle>
          <a:p>
            <a:fld id="{84920DAF-9701-4932-AE2F-940E6E7E076F}" type="datetime1">
              <a:rPr lang="en-US" smtClean="0"/>
              <a:t>10/1/26</a:t>
            </a:fld>
            <a:endParaRPr lang="en-US" dirty="0"/>
          </a:p>
        </p:txBody>
      </p:sp>
      <p:sp>
        <p:nvSpPr>
          <p:cNvPr id="5" name="Footer Placeholder 4">
            <a:extLst>
              <a:ext uri="{FF2B5EF4-FFF2-40B4-BE49-F238E27FC236}">
                <a16:creationId xmlns:a16="http://schemas.microsoft.com/office/drawing/2014/main" id="{A51C083B-283E-4A6F-B8DA-6E1138CD92C2}"/>
              </a:ext>
            </a:extLst>
          </p:cNvPr>
          <p:cNvSpPr>
            <a:spLocks noGrp="1"/>
          </p:cNvSpPr>
          <p:nvPr>
            <p:ph type="ftr" sz="quarter" idx="12"/>
          </p:nvPr>
        </p:nvSpPr>
        <p:spPr/>
        <p:txBody>
          <a:bodyPr/>
          <a:lstStyle>
            <a:lvl1pPr>
              <a:defRPr>
                <a:solidFill>
                  <a:schemeClr val="bg1"/>
                </a:solidFill>
              </a:defRPr>
            </a:lvl1pPr>
          </a:lstStyle>
          <a:p>
            <a:endParaRPr lang="en-US" dirty="0"/>
          </a:p>
        </p:txBody>
      </p:sp>
      <p:sp>
        <p:nvSpPr>
          <p:cNvPr id="6" name="Text Placeholder 2">
            <a:extLst>
              <a:ext uri="{FF2B5EF4-FFF2-40B4-BE49-F238E27FC236}">
                <a16:creationId xmlns:a16="http://schemas.microsoft.com/office/drawing/2014/main" id="{6A8D4E39-313C-4B47-94C4-EAF101600BCC}"/>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
        <p:nvSpPr>
          <p:cNvPr id="7" name="Google Shape;365;p65">
            <a:extLst>
              <a:ext uri="{FF2B5EF4-FFF2-40B4-BE49-F238E27FC236}">
                <a16:creationId xmlns:a16="http://schemas.microsoft.com/office/drawing/2014/main" id="{8B4568BA-6FCA-4EF5-BCC5-9A09D8E4C522}"/>
              </a:ext>
            </a:extLst>
          </p:cNvPr>
          <p:cNvSpPr>
            <a:spLocks noGrp="1"/>
          </p:cNvSpPr>
          <p:nvPr>
            <p:ph type="pic" idx="2"/>
          </p:nvPr>
        </p:nvSpPr>
        <p:spPr>
          <a:xfrm>
            <a:off x="407989" y="1371600"/>
            <a:ext cx="11362232" cy="4432300"/>
          </a:xfrm>
          <a:prstGeom prst="rect">
            <a:avLst/>
          </a:prstGeom>
          <a:pattFill prst="pct5">
            <a:fgClr>
              <a:schemeClr val="tx1"/>
            </a:fgClr>
            <a:bgClr>
              <a:schemeClr val="bg1"/>
            </a:bgClr>
          </a:pattFill>
          <a:ln w="38100">
            <a:solidFill>
              <a:schemeClr val="bg1"/>
            </a:solidFill>
          </a:ln>
        </p:spPr>
        <p:txBody>
          <a:bodyPr/>
          <a:lstStyle/>
          <a:p>
            <a:endParaRPr lang="en-FI"/>
          </a:p>
        </p:txBody>
      </p:sp>
    </p:spTree>
    <p:extLst>
      <p:ext uri="{BB962C8B-B14F-4D97-AF65-F5344CB8AC3E}">
        <p14:creationId xmlns:p14="http://schemas.microsoft.com/office/powerpoint/2010/main" val="245164413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Custom Layout">
    <p:bg>
      <p:bgPr>
        <a:solidFill>
          <a:srgbClr val="002F5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6432DB7-04BE-4E5D-9C55-28CD0CAD4759}"/>
              </a:ext>
            </a:extLst>
          </p:cNvPr>
          <p:cNvSpPr/>
          <p:nvPr userDrawn="1"/>
        </p:nvSpPr>
        <p:spPr bwMode="auto">
          <a:xfrm>
            <a:off x="0" y="0"/>
            <a:ext cx="12192000" cy="6858000"/>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7" name="Picture Placeholder 6">
            <a:extLst>
              <a:ext uri="{FF2B5EF4-FFF2-40B4-BE49-F238E27FC236}">
                <a16:creationId xmlns:a16="http://schemas.microsoft.com/office/drawing/2014/main" id="{64C7E393-3338-43B5-9D4A-1A6401CB3660}"/>
              </a:ext>
            </a:extLst>
          </p:cNvPr>
          <p:cNvSpPr>
            <a:spLocks noGrp="1"/>
          </p:cNvSpPr>
          <p:nvPr>
            <p:ph type="pic" sz="quarter" idx="13"/>
          </p:nvPr>
        </p:nvSpPr>
        <p:spPr>
          <a:xfrm>
            <a:off x="731881" y="764704"/>
            <a:ext cx="10728239" cy="5112221"/>
          </a:xfrm>
          <a:pattFill prst="pct5">
            <a:fgClr>
              <a:schemeClr val="tx1"/>
            </a:fgClr>
            <a:bgClr>
              <a:schemeClr val="bg1"/>
            </a:bgClr>
          </a:pattFill>
          <a:ln w="63500">
            <a:solidFill>
              <a:schemeClr val="bg1"/>
            </a:solidFill>
          </a:ln>
        </p:spPr>
        <p:txBody>
          <a:bodyPr/>
          <a:lstStyle/>
          <a:p>
            <a:endParaRPr lang="en-US"/>
          </a:p>
        </p:txBody>
      </p:sp>
      <p:sp>
        <p:nvSpPr>
          <p:cNvPr id="8" name="Slide Number Placeholder 2">
            <a:extLst>
              <a:ext uri="{FF2B5EF4-FFF2-40B4-BE49-F238E27FC236}">
                <a16:creationId xmlns:a16="http://schemas.microsoft.com/office/drawing/2014/main" id="{41C28AA5-26AD-43A3-BF2B-57566C0B08BF}"/>
              </a:ext>
            </a:extLst>
          </p:cNvPr>
          <p:cNvSpPr>
            <a:spLocks noGrp="1"/>
          </p:cNvSpPr>
          <p:nvPr>
            <p:ph type="sldNum" sz="quarter" idx="10"/>
          </p:nvPr>
        </p:nvSpPr>
        <p:spPr>
          <a:xfrm flipH="1">
            <a:off x="407988" y="6381328"/>
            <a:ext cx="359420" cy="143296"/>
          </a:xfrm>
        </p:spPr>
        <p:txBody>
          <a:bodyPr/>
          <a:lstStyle/>
          <a:p>
            <a:fld id="{5B16D1FE-3A35-41BA-8EBE-413702045235}" type="slidenum">
              <a:rPr lang="en-US" smtClean="0"/>
              <a:pPr/>
              <a:t>‹#›</a:t>
            </a:fld>
            <a:endParaRPr lang="en-US" dirty="0"/>
          </a:p>
        </p:txBody>
      </p:sp>
      <p:sp>
        <p:nvSpPr>
          <p:cNvPr id="9" name="Date Placeholder 3">
            <a:extLst>
              <a:ext uri="{FF2B5EF4-FFF2-40B4-BE49-F238E27FC236}">
                <a16:creationId xmlns:a16="http://schemas.microsoft.com/office/drawing/2014/main" id="{F021EAB5-900F-47E7-BA7B-2D0AB7BBFD7B}"/>
              </a:ext>
            </a:extLst>
          </p:cNvPr>
          <p:cNvSpPr>
            <a:spLocks noGrp="1"/>
          </p:cNvSpPr>
          <p:nvPr>
            <p:ph type="dt" sz="half" idx="11"/>
          </p:nvPr>
        </p:nvSpPr>
        <p:spPr>
          <a:xfrm>
            <a:off x="911424" y="6381328"/>
            <a:ext cx="1224136" cy="143296"/>
          </a:xfrm>
        </p:spPr>
        <p:txBody>
          <a:bodyPr/>
          <a:lstStyle>
            <a:lvl1pPr>
              <a:defRPr>
                <a:solidFill>
                  <a:schemeClr val="bg1"/>
                </a:solidFill>
              </a:defRPr>
            </a:lvl1pPr>
          </a:lstStyle>
          <a:p>
            <a:fld id="{A0A5AEEC-28DC-415E-9494-658310A90A50}" type="datetime1">
              <a:rPr lang="en-US" smtClean="0"/>
              <a:t>10/1/26</a:t>
            </a:fld>
            <a:endParaRPr lang="en-US" dirty="0"/>
          </a:p>
        </p:txBody>
      </p:sp>
      <p:sp>
        <p:nvSpPr>
          <p:cNvPr id="10" name="Footer Placeholder 4">
            <a:extLst>
              <a:ext uri="{FF2B5EF4-FFF2-40B4-BE49-F238E27FC236}">
                <a16:creationId xmlns:a16="http://schemas.microsoft.com/office/drawing/2014/main" id="{33A4130F-2609-465C-BF3C-C83BDDD4B8CA}"/>
              </a:ext>
            </a:extLst>
          </p:cNvPr>
          <p:cNvSpPr>
            <a:spLocks noGrp="1"/>
          </p:cNvSpPr>
          <p:nvPr>
            <p:ph type="ftr" sz="quarter" idx="12"/>
          </p:nvPr>
        </p:nvSpPr>
        <p:spPr>
          <a:xfrm>
            <a:off x="2279576" y="6381328"/>
            <a:ext cx="7632848" cy="144016"/>
          </a:xfrm>
        </p:spPr>
        <p:txBody>
          <a:bodyPr/>
          <a:lstStyle>
            <a:lvl1pPr>
              <a:defRPr>
                <a:solidFill>
                  <a:schemeClr val="bg1"/>
                </a:solidFill>
              </a:defRPr>
            </a:lvl1pPr>
          </a:lstStyle>
          <a:p>
            <a:endParaRPr lang="en-US" dirty="0"/>
          </a:p>
        </p:txBody>
      </p:sp>
      <p:sp>
        <p:nvSpPr>
          <p:cNvPr id="11" name="Text Placeholder 2">
            <a:extLst>
              <a:ext uri="{FF2B5EF4-FFF2-40B4-BE49-F238E27FC236}">
                <a16:creationId xmlns:a16="http://schemas.microsoft.com/office/drawing/2014/main" id="{F4A3E373-86DD-4B2F-A570-CBF1DCA4127A}"/>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3279566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3_Custom Layout">
    <p:bg>
      <p:bgPr>
        <a:solidFill>
          <a:srgbClr val="002F5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3169E-34E5-45AC-BA47-089CFE97CDA3}"/>
              </a:ext>
            </a:extLst>
          </p:cNvPr>
          <p:cNvSpPr>
            <a:spLocks noGrp="1"/>
          </p:cNvSpPr>
          <p:nvPr>
            <p:ph type="title"/>
          </p:nvPr>
        </p:nvSpPr>
        <p:spPr>
          <a:xfrm>
            <a:off x="407989" y="548680"/>
            <a:ext cx="11376024" cy="492443"/>
          </a:xfrm>
        </p:spPr>
        <p:txBody>
          <a:bodyPr>
            <a:spAutoFit/>
          </a:bodyPr>
          <a:lstStyle>
            <a:lvl1pPr algn="ct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E0EA4ACD-CE0E-4D48-97F2-86E9FFF549C1}"/>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F7DEDBD1-E1FB-4D0B-8706-2E986E042BD8}"/>
              </a:ext>
            </a:extLst>
          </p:cNvPr>
          <p:cNvSpPr>
            <a:spLocks noGrp="1"/>
          </p:cNvSpPr>
          <p:nvPr>
            <p:ph type="dt" sz="half" idx="11"/>
          </p:nvPr>
        </p:nvSpPr>
        <p:spPr/>
        <p:txBody>
          <a:bodyPr/>
          <a:lstStyle>
            <a:lvl1pPr>
              <a:defRPr>
                <a:solidFill>
                  <a:schemeClr val="bg1"/>
                </a:solidFill>
              </a:defRPr>
            </a:lvl1pPr>
          </a:lstStyle>
          <a:p>
            <a:fld id="{AA1D6D34-4FA5-412F-AAAF-D931CC814118}" type="datetime1">
              <a:rPr lang="en-US" smtClean="0"/>
              <a:t>10/1/26</a:t>
            </a:fld>
            <a:endParaRPr lang="en-US" dirty="0"/>
          </a:p>
        </p:txBody>
      </p:sp>
      <p:sp>
        <p:nvSpPr>
          <p:cNvPr id="5" name="Footer Placeholder 4">
            <a:extLst>
              <a:ext uri="{FF2B5EF4-FFF2-40B4-BE49-F238E27FC236}">
                <a16:creationId xmlns:a16="http://schemas.microsoft.com/office/drawing/2014/main" id="{A51C083B-283E-4A6F-B8DA-6E1138CD92C2}"/>
              </a:ext>
            </a:extLst>
          </p:cNvPr>
          <p:cNvSpPr>
            <a:spLocks noGrp="1"/>
          </p:cNvSpPr>
          <p:nvPr>
            <p:ph type="ftr" sz="quarter" idx="12"/>
          </p:nvPr>
        </p:nvSpPr>
        <p:spPr/>
        <p:txBody>
          <a:bodyPr/>
          <a:lstStyle>
            <a:lvl1pPr>
              <a:defRPr>
                <a:solidFill>
                  <a:schemeClr val="bg1"/>
                </a:solidFill>
              </a:defRPr>
            </a:lvl1pPr>
          </a:lstStyle>
          <a:p>
            <a:endParaRPr lang="en-US" dirty="0"/>
          </a:p>
        </p:txBody>
      </p:sp>
      <p:sp>
        <p:nvSpPr>
          <p:cNvPr id="6" name="Text Placeholder 2">
            <a:extLst>
              <a:ext uri="{FF2B5EF4-FFF2-40B4-BE49-F238E27FC236}">
                <a16:creationId xmlns:a16="http://schemas.microsoft.com/office/drawing/2014/main" id="{6A8D4E39-313C-4B47-94C4-EAF101600BCC}"/>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
        <p:nvSpPr>
          <p:cNvPr id="7" name="Google Shape;365;p65">
            <a:extLst>
              <a:ext uri="{FF2B5EF4-FFF2-40B4-BE49-F238E27FC236}">
                <a16:creationId xmlns:a16="http://schemas.microsoft.com/office/drawing/2014/main" id="{8B4568BA-6FCA-4EF5-BCC5-9A09D8E4C522}"/>
              </a:ext>
            </a:extLst>
          </p:cNvPr>
          <p:cNvSpPr>
            <a:spLocks noGrp="1"/>
          </p:cNvSpPr>
          <p:nvPr>
            <p:ph type="pic" idx="2"/>
          </p:nvPr>
        </p:nvSpPr>
        <p:spPr>
          <a:xfrm>
            <a:off x="407989" y="1916832"/>
            <a:ext cx="5543996" cy="3456485"/>
          </a:xfrm>
          <a:prstGeom prst="rect">
            <a:avLst/>
          </a:prstGeom>
          <a:pattFill prst="pct5">
            <a:fgClr>
              <a:schemeClr val="tx1"/>
            </a:fgClr>
            <a:bgClr>
              <a:schemeClr val="bg1"/>
            </a:bgClr>
          </a:pattFill>
          <a:ln w="38100">
            <a:solidFill>
              <a:schemeClr val="bg1"/>
            </a:solidFill>
          </a:ln>
        </p:spPr>
      </p:sp>
      <p:sp>
        <p:nvSpPr>
          <p:cNvPr id="8" name="Google Shape;366;p65">
            <a:extLst>
              <a:ext uri="{FF2B5EF4-FFF2-40B4-BE49-F238E27FC236}">
                <a16:creationId xmlns:a16="http://schemas.microsoft.com/office/drawing/2014/main" id="{FD3631DF-2F97-4CCC-A058-9A4044584EF2}"/>
              </a:ext>
            </a:extLst>
          </p:cNvPr>
          <p:cNvSpPr>
            <a:spLocks noGrp="1"/>
          </p:cNvSpPr>
          <p:nvPr>
            <p:ph type="pic" idx="3"/>
          </p:nvPr>
        </p:nvSpPr>
        <p:spPr>
          <a:xfrm>
            <a:off x="6240016" y="1916832"/>
            <a:ext cx="5543997" cy="3456485"/>
          </a:xfrm>
          <a:prstGeom prst="rect">
            <a:avLst/>
          </a:prstGeom>
          <a:pattFill prst="pct5">
            <a:fgClr>
              <a:schemeClr val="tx1"/>
            </a:fgClr>
            <a:bgClr>
              <a:schemeClr val="bg1"/>
            </a:bgClr>
          </a:pattFill>
          <a:ln w="38100">
            <a:solidFill>
              <a:schemeClr val="bg1"/>
            </a:solidFill>
          </a:ln>
        </p:spPr>
      </p:sp>
    </p:spTree>
    <p:extLst>
      <p:ext uri="{BB962C8B-B14F-4D97-AF65-F5344CB8AC3E}">
        <p14:creationId xmlns:p14="http://schemas.microsoft.com/office/powerpoint/2010/main" val="2653050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 slide">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C990A3B-9231-40C9-B0C8-3E5D94842F14}"/>
              </a:ext>
            </a:extLst>
          </p:cNvPr>
          <p:cNvSpPr/>
          <p:nvPr userDrawn="1"/>
        </p:nvSpPr>
        <p:spPr bwMode="auto">
          <a:xfrm>
            <a:off x="0" y="0"/>
            <a:ext cx="12192000" cy="2185876"/>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2" name="Rectangle 21">
            <a:extLst>
              <a:ext uri="{FF2B5EF4-FFF2-40B4-BE49-F238E27FC236}">
                <a16:creationId xmlns:a16="http://schemas.microsoft.com/office/drawing/2014/main" id="{B08E1581-604D-490A-945D-D2A1252144E8}"/>
              </a:ext>
            </a:extLst>
          </p:cNvPr>
          <p:cNvSpPr/>
          <p:nvPr userDrawn="1"/>
        </p:nvSpPr>
        <p:spPr bwMode="auto">
          <a:xfrm>
            <a:off x="2063553" y="1340768"/>
            <a:ext cx="4835939" cy="2160240"/>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3" name="Rectangle 22">
            <a:extLst>
              <a:ext uri="{FF2B5EF4-FFF2-40B4-BE49-F238E27FC236}">
                <a16:creationId xmlns:a16="http://schemas.microsoft.com/office/drawing/2014/main" id="{5B6C15D2-F450-42E2-A3C8-70C72C074A93}"/>
              </a:ext>
            </a:extLst>
          </p:cNvPr>
          <p:cNvSpPr/>
          <p:nvPr userDrawn="1"/>
        </p:nvSpPr>
        <p:spPr bwMode="auto">
          <a:xfrm>
            <a:off x="2063552" y="3861048"/>
            <a:ext cx="4835939" cy="2160240"/>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4" name="Rectangle 23">
            <a:extLst>
              <a:ext uri="{FF2B5EF4-FFF2-40B4-BE49-F238E27FC236}">
                <a16:creationId xmlns:a16="http://schemas.microsoft.com/office/drawing/2014/main" id="{FDC04566-2FCE-4704-9162-8B7956F0DA6A}"/>
              </a:ext>
            </a:extLst>
          </p:cNvPr>
          <p:cNvSpPr/>
          <p:nvPr userDrawn="1"/>
        </p:nvSpPr>
        <p:spPr bwMode="auto">
          <a:xfrm>
            <a:off x="7248128" y="3861048"/>
            <a:ext cx="2880320" cy="2160240"/>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5" name="Rectangle 24">
            <a:extLst>
              <a:ext uri="{FF2B5EF4-FFF2-40B4-BE49-F238E27FC236}">
                <a16:creationId xmlns:a16="http://schemas.microsoft.com/office/drawing/2014/main" id="{6ECF199C-264D-462D-B814-474DAA7F5745}"/>
              </a:ext>
            </a:extLst>
          </p:cNvPr>
          <p:cNvSpPr/>
          <p:nvPr userDrawn="1"/>
        </p:nvSpPr>
        <p:spPr bwMode="auto">
          <a:xfrm>
            <a:off x="7248129" y="1340768"/>
            <a:ext cx="2880320" cy="2160240"/>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 name="Title 1">
            <a:extLst>
              <a:ext uri="{FF2B5EF4-FFF2-40B4-BE49-F238E27FC236}">
                <a16:creationId xmlns:a16="http://schemas.microsoft.com/office/drawing/2014/main" id="{0AB20354-BC7C-4763-AF4D-386E8124A6A8}"/>
              </a:ext>
            </a:extLst>
          </p:cNvPr>
          <p:cNvSpPr>
            <a:spLocks noGrp="1"/>
          </p:cNvSpPr>
          <p:nvPr>
            <p:ph type="title"/>
          </p:nvPr>
        </p:nvSpPr>
        <p:spPr/>
        <p:txBody>
          <a:bodyPr/>
          <a:lstStyle>
            <a:lvl1pPr algn="ctr">
              <a:defRPr>
                <a:solidFill>
                  <a:schemeClr val="bg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C8A54EE3-1939-461F-A02A-8B1BFAF8B774}"/>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30666AED-5F45-4CAD-8629-EBE32B651BD7}"/>
              </a:ext>
            </a:extLst>
          </p:cNvPr>
          <p:cNvSpPr>
            <a:spLocks noGrp="1"/>
          </p:cNvSpPr>
          <p:nvPr>
            <p:ph type="dt" sz="half" idx="11"/>
          </p:nvPr>
        </p:nvSpPr>
        <p:spPr/>
        <p:txBody>
          <a:bodyPr/>
          <a:lstStyle/>
          <a:p>
            <a:fld id="{07146E88-7547-413C-92A8-02673B838C07}" type="datetime3">
              <a:rPr lang="en-US" smtClean="0"/>
              <a:t>1 October 2026</a:t>
            </a:fld>
            <a:endParaRPr lang="en-US" dirty="0"/>
          </a:p>
        </p:txBody>
      </p:sp>
      <p:sp>
        <p:nvSpPr>
          <p:cNvPr id="5" name="Footer Placeholder 4">
            <a:extLst>
              <a:ext uri="{FF2B5EF4-FFF2-40B4-BE49-F238E27FC236}">
                <a16:creationId xmlns:a16="http://schemas.microsoft.com/office/drawing/2014/main" id="{958F98EE-C5E3-4119-A504-BF9435D609E4}"/>
              </a:ext>
            </a:extLst>
          </p:cNvPr>
          <p:cNvSpPr>
            <a:spLocks noGrp="1"/>
          </p:cNvSpPr>
          <p:nvPr>
            <p:ph type="ftr" sz="quarter" idx="12"/>
          </p:nvPr>
        </p:nvSpPr>
        <p:spPr/>
        <p:txBody>
          <a:bodyPr/>
          <a:lstStyle/>
          <a:p>
            <a:endParaRPr lang="en-US" dirty="0"/>
          </a:p>
        </p:txBody>
      </p:sp>
      <p:sp>
        <p:nvSpPr>
          <p:cNvPr id="9" name="Picture Placeholder 8">
            <a:extLst>
              <a:ext uri="{FF2B5EF4-FFF2-40B4-BE49-F238E27FC236}">
                <a16:creationId xmlns:a16="http://schemas.microsoft.com/office/drawing/2014/main" id="{4ADFBA77-234C-4F5D-91F8-C3F8025FE5A7}"/>
              </a:ext>
            </a:extLst>
          </p:cNvPr>
          <p:cNvSpPr>
            <a:spLocks noGrp="1"/>
          </p:cNvSpPr>
          <p:nvPr>
            <p:ph type="pic" sz="quarter" idx="13"/>
          </p:nvPr>
        </p:nvSpPr>
        <p:spPr>
          <a:xfrm>
            <a:off x="2194665" y="3950687"/>
            <a:ext cx="4573712" cy="1980962"/>
          </a:xfrm>
          <a:custGeom>
            <a:avLst/>
            <a:gdLst>
              <a:gd name="connsiteX0" fmla="*/ 0 w 4573712"/>
              <a:gd name="connsiteY0" fmla="*/ 0 h 1980962"/>
              <a:gd name="connsiteX1" fmla="*/ 4573712 w 4573712"/>
              <a:gd name="connsiteY1" fmla="*/ 0 h 1980962"/>
              <a:gd name="connsiteX2" fmla="*/ 4573712 w 4573712"/>
              <a:gd name="connsiteY2" fmla="*/ 1980962 h 1980962"/>
              <a:gd name="connsiteX3" fmla="*/ 0 w 4573712"/>
              <a:gd name="connsiteY3" fmla="*/ 1980962 h 1980962"/>
            </a:gdLst>
            <a:ahLst/>
            <a:cxnLst>
              <a:cxn ang="0">
                <a:pos x="connsiteX0" y="connsiteY0"/>
              </a:cxn>
              <a:cxn ang="0">
                <a:pos x="connsiteX1" y="connsiteY1"/>
              </a:cxn>
              <a:cxn ang="0">
                <a:pos x="connsiteX2" y="connsiteY2"/>
              </a:cxn>
              <a:cxn ang="0">
                <a:pos x="connsiteX3" y="connsiteY3"/>
              </a:cxn>
            </a:cxnLst>
            <a:rect l="l" t="t" r="r" b="b"/>
            <a:pathLst>
              <a:path w="4573712" h="1980962">
                <a:moveTo>
                  <a:pt x="0" y="0"/>
                </a:moveTo>
                <a:lnTo>
                  <a:pt x="4573712" y="0"/>
                </a:lnTo>
                <a:lnTo>
                  <a:pt x="4573712" y="1980962"/>
                </a:lnTo>
                <a:lnTo>
                  <a:pt x="0" y="1980962"/>
                </a:lnTo>
                <a:close/>
              </a:path>
            </a:pathLst>
          </a:custGeom>
        </p:spPr>
        <p:txBody>
          <a:bodyPr wrap="square">
            <a:noAutofit/>
          </a:bodyPr>
          <a:lstStyle/>
          <a:p>
            <a:endParaRPr lang="en-US"/>
          </a:p>
        </p:txBody>
      </p:sp>
      <p:sp>
        <p:nvSpPr>
          <p:cNvPr id="15" name="Picture Placeholder 14">
            <a:extLst>
              <a:ext uri="{FF2B5EF4-FFF2-40B4-BE49-F238E27FC236}">
                <a16:creationId xmlns:a16="http://schemas.microsoft.com/office/drawing/2014/main" id="{3DD1095B-BA95-43C9-BD06-7C92FDDC1E04}"/>
              </a:ext>
            </a:extLst>
          </p:cNvPr>
          <p:cNvSpPr>
            <a:spLocks noGrp="1"/>
          </p:cNvSpPr>
          <p:nvPr>
            <p:ph type="pic" sz="quarter" idx="14"/>
          </p:nvPr>
        </p:nvSpPr>
        <p:spPr>
          <a:xfrm>
            <a:off x="2207569" y="1430407"/>
            <a:ext cx="4573712" cy="1980962"/>
          </a:xfrm>
          <a:custGeom>
            <a:avLst/>
            <a:gdLst>
              <a:gd name="connsiteX0" fmla="*/ 0 w 4573712"/>
              <a:gd name="connsiteY0" fmla="*/ 0 h 1980962"/>
              <a:gd name="connsiteX1" fmla="*/ 4573712 w 4573712"/>
              <a:gd name="connsiteY1" fmla="*/ 0 h 1980962"/>
              <a:gd name="connsiteX2" fmla="*/ 4573712 w 4573712"/>
              <a:gd name="connsiteY2" fmla="*/ 1980962 h 1980962"/>
              <a:gd name="connsiteX3" fmla="*/ 0 w 4573712"/>
              <a:gd name="connsiteY3" fmla="*/ 1980962 h 1980962"/>
            </a:gdLst>
            <a:ahLst/>
            <a:cxnLst>
              <a:cxn ang="0">
                <a:pos x="connsiteX0" y="connsiteY0"/>
              </a:cxn>
              <a:cxn ang="0">
                <a:pos x="connsiteX1" y="connsiteY1"/>
              </a:cxn>
              <a:cxn ang="0">
                <a:pos x="connsiteX2" y="connsiteY2"/>
              </a:cxn>
              <a:cxn ang="0">
                <a:pos x="connsiteX3" y="connsiteY3"/>
              </a:cxn>
            </a:cxnLst>
            <a:rect l="l" t="t" r="r" b="b"/>
            <a:pathLst>
              <a:path w="4573712" h="1980962">
                <a:moveTo>
                  <a:pt x="0" y="0"/>
                </a:moveTo>
                <a:lnTo>
                  <a:pt x="4573712" y="0"/>
                </a:lnTo>
                <a:lnTo>
                  <a:pt x="4573712" y="1980962"/>
                </a:lnTo>
                <a:lnTo>
                  <a:pt x="0" y="1980962"/>
                </a:lnTo>
                <a:close/>
              </a:path>
            </a:pathLst>
          </a:custGeom>
        </p:spPr>
        <p:txBody>
          <a:bodyPr wrap="square">
            <a:noAutofit/>
          </a:bodyPr>
          <a:lstStyle/>
          <a:p>
            <a:endParaRPr lang="en-US"/>
          </a:p>
        </p:txBody>
      </p:sp>
      <p:sp>
        <p:nvSpPr>
          <p:cNvPr id="18" name="Picture Placeholder 17">
            <a:extLst>
              <a:ext uri="{FF2B5EF4-FFF2-40B4-BE49-F238E27FC236}">
                <a16:creationId xmlns:a16="http://schemas.microsoft.com/office/drawing/2014/main" id="{6C0B768D-B3DB-4B2F-AC45-E6FA594EE327}"/>
              </a:ext>
            </a:extLst>
          </p:cNvPr>
          <p:cNvSpPr>
            <a:spLocks noGrp="1"/>
          </p:cNvSpPr>
          <p:nvPr>
            <p:ph type="pic" sz="quarter" idx="15"/>
          </p:nvPr>
        </p:nvSpPr>
        <p:spPr>
          <a:xfrm>
            <a:off x="7374946" y="1430407"/>
            <a:ext cx="2626689" cy="1980962"/>
          </a:xfrm>
          <a:custGeom>
            <a:avLst/>
            <a:gdLst>
              <a:gd name="connsiteX0" fmla="*/ 0 w 2626689"/>
              <a:gd name="connsiteY0" fmla="*/ 0 h 1980962"/>
              <a:gd name="connsiteX1" fmla="*/ 2626689 w 2626689"/>
              <a:gd name="connsiteY1" fmla="*/ 0 h 1980962"/>
              <a:gd name="connsiteX2" fmla="*/ 2626689 w 2626689"/>
              <a:gd name="connsiteY2" fmla="*/ 1980962 h 1980962"/>
              <a:gd name="connsiteX3" fmla="*/ 0 w 2626689"/>
              <a:gd name="connsiteY3" fmla="*/ 1980962 h 1980962"/>
            </a:gdLst>
            <a:ahLst/>
            <a:cxnLst>
              <a:cxn ang="0">
                <a:pos x="connsiteX0" y="connsiteY0"/>
              </a:cxn>
              <a:cxn ang="0">
                <a:pos x="connsiteX1" y="connsiteY1"/>
              </a:cxn>
              <a:cxn ang="0">
                <a:pos x="connsiteX2" y="connsiteY2"/>
              </a:cxn>
              <a:cxn ang="0">
                <a:pos x="connsiteX3" y="connsiteY3"/>
              </a:cxn>
            </a:cxnLst>
            <a:rect l="l" t="t" r="r" b="b"/>
            <a:pathLst>
              <a:path w="2626689" h="1980962">
                <a:moveTo>
                  <a:pt x="0" y="0"/>
                </a:moveTo>
                <a:lnTo>
                  <a:pt x="2626689" y="0"/>
                </a:lnTo>
                <a:lnTo>
                  <a:pt x="2626689" y="1980962"/>
                </a:lnTo>
                <a:lnTo>
                  <a:pt x="0" y="1980962"/>
                </a:lnTo>
                <a:close/>
              </a:path>
            </a:pathLst>
          </a:custGeom>
        </p:spPr>
        <p:txBody>
          <a:bodyPr wrap="square">
            <a:noAutofit/>
          </a:bodyPr>
          <a:lstStyle/>
          <a:p>
            <a:endParaRPr lang="en-US"/>
          </a:p>
        </p:txBody>
      </p:sp>
      <p:sp>
        <p:nvSpPr>
          <p:cNvPr id="21" name="Picture Placeholder 20">
            <a:extLst>
              <a:ext uri="{FF2B5EF4-FFF2-40B4-BE49-F238E27FC236}">
                <a16:creationId xmlns:a16="http://schemas.microsoft.com/office/drawing/2014/main" id="{B9748F2F-9859-403B-9029-45C956258986}"/>
              </a:ext>
            </a:extLst>
          </p:cNvPr>
          <p:cNvSpPr>
            <a:spLocks noGrp="1"/>
          </p:cNvSpPr>
          <p:nvPr>
            <p:ph type="pic" sz="quarter" idx="16"/>
          </p:nvPr>
        </p:nvSpPr>
        <p:spPr>
          <a:xfrm>
            <a:off x="7374945" y="3950687"/>
            <a:ext cx="2626689" cy="1980962"/>
          </a:xfrm>
          <a:custGeom>
            <a:avLst/>
            <a:gdLst>
              <a:gd name="connsiteX0" fmla="*/ 0 w 2626689"/>
              <a:gd name="connsiteY0" fmla="*/ 0 h 1980962"/>
              <a:gd name="connsiteX1" fmla="*/ 2626689 w 2626689"/>
              <a:gd name="connsiteY1" fmla="*/ 0 h 1980962"/>
              <a:gd name="connsiteX2" fmla="*/ 2626689 w 2626689"/>
              <a:gd name="connsiteY2" fmla="*/ 1980962 h 1980962"/>
              <a:gd name="connsiteX3" fmla="*/ 0 w 2626689"/>
              <a:gd name="connsiteY3" fmla="*/ 1980962 h 1980962"/>
            </a:gdLst>
            <a:ahLst/>
            <a:cxnLst>
              <a:cxn ang="0">
                <a:pos x="connsiteX0" y="connsiteY0"/>
              </a:cxn>
              <a:cxn ang="0">
                <a:pos x="connsiteX1" y="connsiteY1"/>
              </a:cxn>
              <a:cxn ang="0">
                <a:pos x="connsiteX2" y="connsiteY2"/>
              </a:cxn>
              <a:cxn ang="0">
                <a:pos x="connsiteX3" y="connsiteY3"/>
              </a:cxn>
            </a:cxnLst>
            <a:rect l="l" t="t" r="r" b="b"/>
            <a:pathLst>
              <a:path w="2626689" h="1980962">
                <a:moveTo>
                  <a:pt x="0" y="0"/>
                </a:moveTo>
                <a:lnTo>
                  <a:pt x="2626689" y="0"/>
                </a:lnTo>
                <a:lnTo>
                  <a:pt x="2626689" y="1980962"/>
                </a:lnTo>
                <a:lnTo>
                  <a:pt x="0" y="1980962"/>
                </a:lnTo>
                <a:close/>
              </a:path>
            </a:pathLst>
          </a:custGeom>
        </p:spPr>
        <p:txBody>
          <a:bodyPr wrap="square">
            <a:noAutofit/>
          </a:bodyPr>
          <a:lstStyle/>
          <a:p>
            <a:endParaRPr lang="en-US"/>
          </a:p>
        </p:txBody>
      </p:sp>
    </p:spTree>
    <p:extLst>
      <p:ext uri="{BB962C8B-B14F-4D97-AF65-F5344CB8AC3E}">
        <p14:creationId xmlns:p14="http://schemas.microsoft.com/office/powerpoint/2010/main" val="124516407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jus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30" name="Rectangle 29">
            <a:extLst>
              <a:ext uri="{FF2B5EF4-FFF2-40B4-BE49-F238E27FC236}">
                <a16:creationId xmlns:a16="http://schemas.microsoft.com/office/drawing/2014/main" id="{F92C6822-2AF3-4E87-AB7C-45329B473ED2}"/>
              </a:ext>
            </a:extLst>
          </p:cNvPr>
          <p:cNvSpPr/>
          <p:nvPr userDrawn="1"/>
        </p:nvSpPr>
        <p:spPr bwMode="auto">
          <a:xfrm>
            <a:off x="1289174" y="1340768"/>
            <a:ext cx="4302273" cy="2290174"/>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31" name="Rectangle 30">
            <a:extLst>
              <a:ext uri="{FF2B5EF4-FFF2-40B4-BE49-F238E27FC236}">
                <a16:creationId xmlns:a16="http://schemas.microsoft.com/office/drawing/2014/main" id="{8A2AFE06-555A-4F7A-BDF8-A1DB50E521CB}"/>
              </a:ext>
            </a:extLst>
          </p:cNvPr>
          <p:cNvSpPr/>
          <p:nvPr userDrawn="1"/>
        </p:nvSpPr>
        <p:spPr bwMode="auto">
          <a:xfrm>
            <a:off x="1289174" y="3897052"/>
            <a:ext cx="4302273" cy="2290174"/>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32" name="Rectangle 31">
            <a:extLst>
              <a:ext uri="{FF2B5EF4-FFF2-40B4-BE49-F238E27FC236}">
                <a16:creationId xmlns:a16="http://schemas.microsoft.com/office/drawing/2014/main" id="{ADC62699-5AA4-43E7-B13F-95AD2914A88E}"/>
              </a:ext>
            </a:extLst>
          </p:cNvPr>
          <p:cNvSpPr/>
          <p:nvPr userDrawn="1"/>
        </p:nvSpPr>
        <p:spPr bwMode="auto">
          <a:xfrm>
            <a:off x="5807968" y="1340768"/>
            <a:ext cx="4302273" cy="2290174"/>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34" name="Rectangle 33">
            <a:extLst>
              <a:ext uri="{FF2B5EF4-FFF2-40B4-BE49-F238E27FC236}">
                <a16:creationId xmlns:a16="http://schemas.microsoft.com/office/drawing/2014/main" id="{1014AD50-28E9-4E77-8FC3-AFE7DD317A62}"/>
              </a:ext>
            </a:extLst>
          </p:cNvPr>
          <p:cNvSpPr/>
          <p:nvPr/>
        </p:nvSpPr>
        <p:spPr bwMode="auto">
          <a:xfrm>
            <a:off x="5807968" y="3897052"/>
            <a:ext cx="4302273" cy="2290174"/>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42" name="Picture Placeholder 41">
            <a:extLst>
              <a:ext uri="{FF2B5EF4-FFF2-40B4-BE49-F238E27FC236}">
                <a16:creationId xmlns:a16="http://schemas.microsoft.com/office/drawing/2014/main" id="{AF1AD7D9-79B0-4434-BE0C-3878A9FFD656}"/>
              </a:ext>
            </a:extLst>
          </p:cNvPr>
          <p:cNvSpPr>
            <a:spLocks noGrp="1"/>
          </p:cNvSpPr>
          <p:nvPr>
            <p:ph type="pic" sz="quarter" idx="13"/>
          </p:nvPr>
        </p:nvSpPr>
        <p:spPr>
          <a:xfrm>
            <a:off x="1403294" y="1449855"/>
            <a:ext cx="4074033" cy="2071999"/>
          </a:xfrm>
          <a:custGeom>
            <a:avLst/>
            <a:gdLst>
              <a:gd name="connsiteX0" fmla="*/ 0 w 4074033"/>
              <a:gd name="connsiteY0" fmla="*/ 0 h 2071999"/>
              <a:gd name="connsiteX1" fmla="*/ 4074033 w 4074033"/>
              <a:gd name="connsiteY1" fmla="*/ 0 h 2071999"/>
              <a:gd name="connsiteX2" fmla="*/ 4074033 w 4074033"/>
              <a:gd name="connsiteY2" fmla="*/ 2071999 h 2071999"/>
              <a:gd name="connsiteX3" fmla="*/ 0 w 4074033"/>
              <a:gd name="connsiteY3" fmla="*/ 2071999 h 2071999"/>
            </a:gdLst>
            <a:ahLst/>
            <a:cxnLst>
              <a:cxn ang="0">
                <a:pos x="connsiteX0" y="connsiteY0"/>
              </a:cxn>
              <a:cxn ang="0">
                <a:pos x="connsiteX1" y="connsiteY1"/>
              </a:cxn>
              <a:cxn ang="0">
                <a:pos x="connsiteX2" y="connsiteY2"/>
              </a:cxn>
              <a:cxn ang="0">
                <a:pos x="connsiteX3" y="connsiteY3"/>
              </a:cxn>
            </a:cxnLst>
            <a:rect l="l" t="t" r="r" b="b"/>
            <a:pathLst>
              <a:path w="4074033" h="2071999">
                <a:moveTo>
                  <a:pt x="0" y="0"/>
                </a:moveTo>
                <a:lnTo>
                  <a:pt x="4074033" y="0"/>
                </a:lnTo>
                <a:lnTo>
                  <a:pt x="4074033" y="2071999"/>
                </a:lnTo>
                <a:lnTo>
                  <a:pt x="0" y="2071999"/>
                </a:lnTo>
                <a:close/>
              </a:path>
            </a:pathLst>
          </a:custGeom>
        </p:spPr>
        <p:txBody>
          <a:bodyPr wrap="square">
            <a:noAutofit/>
          </a:bodyPr>
          <a:lstStyle/>
          <a:p>
            <a:endParaRPr lang="en-US"/>
          </a:p>
        </p:txBody>
      </p:sp>
      <p:sp>
        <p:nvSpPr>
          <p:cNvPr id="45" name="Picture Placeholder 44">
            <a:extLst>
              <a:ext uri="{FF2B5EF4-FFF2-40B4-BE49-F238E27FC236}">
                <a16:creationId xmlns:a16="http://schemas.microsoft.com/office/drawing/2014/main" id="{8EACF860-27F4-4C82-A7FA-2C8A8B4B2F71}"/>
              </a:ext>
            </a:extLst>
          </p:cNvPr>
          <p:cNvSpPr>
            <a:spLocks noGrp="1"/>
          </p:cNvSpPr>
          <p:nvPr>
            <p:ph type="pic" sz="quarter" idx="14"/>
          </p:nvPr>
        </p:nvSpPr>
        <p:spPr>
          <a:xfrm>
            <a:off x="5922088" y="1449856"/>
            <a:ext cx="4074033" cy="2071999"/>
          </a:xfrm>
          <a:custGeom>
            <a:avLst/>
            <a:gdLst>
              <a:gd name="connsiteX0" fmla="*/ 0 w 4074033"/>
              <a:gd name="connsiteY0" fmla="*/ 0 h 2071999"/>
              <a:gd name="connsiteX1" fmla="*/ 4074033 w 4074033"/>
              <a:gd name="connsiteY1" fmla="*/ 0 h 2071999"/>
              <a:gd name="connsiteX2" fmla="*/ 4074033 w 4074033"/>
              <a:gd name="connsiteY2" fmla="*/ 2071999 h 2071999"/>
              <a:gd name="connsiteX3" fmla="*/ 0 w 4074033"/>
              <a:gd name="connsiteY3" fmla="*/ 2071999 h 2071999"/>
            </a:gdLst>
            <a:ahLst/>
            <a:cxnLst>
              <a:cxn ang="0">
                <a:pos x="connsiteX0" y="connsiteY0"/>
              </a:cxn>
              <a:cxn ang="0">
                <a:pos x="connsiteX1" y="connsiteY1"/>
              </a:cxn>
              <a:cxn ang="0">
                <a:pos x="connsiteX2" y="connsiteY2"/>
              </a:cxn>
              <a:cxn ang="0">
                <a:pos x="connsiteX3" y="connsiteY3"/>
              </a:cxn>
            </a:cxnLst>
            <a:rect l="l" t="t" r="r" b="b"/>
            <a:pathLst>
              <a:path w="4074033" h="2071999">
                <a:moveTo>
                  <a:pt x="0" y="0"/>
                </a:moveTo>
                <a:lnTo>
                  <a:pt x="4074033" y="0"/>
                </a:lnTo>
                <a:lnTo>
                  <a:pt x="4074033" y="2071999"/>
                </a:lnTo>
                <a:lnTo>
                  <a:pt x="0" y="2071999"/>
                </a:lnTo>
                <a:close/>
              </a:path>
            </a:pathLst>
          </a:custGeom>
        </p:spPr>
        <p:txBody>
          <a:bodyPr wrap="square">
            <a:noAutofit/>
          </a:bodyPr>
          <a:lstStyle/>
          <a:p>
            <a:endParaRPr lang="en-US"/>
          </a:p>
        </p:txBody>
      </p:sp>
      <p:sp>
        <p:nvSpPr>
          <p:cNvPr id="48" name="Picture Placeholder 47">
            <a:extLst>
              <a:ext uri="{FF2B5EF4-FFF2-40B4-BE49-F238E27FC236}">
                <a16:creationId xmlns:a16="http://schemas.microsoft.com/office/drawing/2014/main" id="{A4E0AF3B-10FE-42B6-9964-916E284081E1}"/>
              </a:ext>
            </a:extLst>
          </p:cNvPr>
          <p:cNvSpPr>
            <a:spLocks noGrp="1"/>
          </p:cNvSpPr>
          <p:nvPr>
            <p:ph type="pic" sz="quarter" idx="15"/>
          </p:nvPr>
        </p:nvSpPr>
        <p:spPr>
          <a:xfrm>
            <a:off x="1403350" y="4006850"/>
            <a:ext cx="4073525" cy="2071688"/>
          </a:xfrm>
          <a:custGeom>
            <a:avLst/>
            <a:gdLst>
              <a:gd name="connsiteX0" fmla="*/ 0 w 4073525"/>
              <a:gd name="connsiteY0" fmla="*/ 0 h 2071688"/>
              <a:gd name="connsiteX1" fmla="*/ 4073525 w 4073525"/>
              <a:gd name="connsiteY1" fmla="*/ 0 h 2071688"/>
              <a:gd name="connsiteX2" fmla="*/ 4073525 w 4073525"/>
              <a:gd name="connsiteY2" fmla="*/ 2071688 h 2071688"/>
              <a:gd name="connsiteX3" fmla="*/ 0 w 4073525"/>
              <a:gd name="connsiteY3" fmla="*/ 2071688 h 2071688"/>
            </a:gdLst>
            <a:ahLst/>
            <a:cxnLst>
              <a:cxn ang="0">
                <a:pos x="connsiteX0" y="connsiteY0"/>
              </a:cxn>
              <a:cxn ang="0">
                <a:pos x="connsiteX1" y="connsiteY1"/>
              </a:cxn>
              <a:cxn ang="0">
                <a:pos x="connsiteX2" y="connsiteY2"/>
              </a:cxn>
              <a:cxn ang="0">
                <a:pos x="connsiteX3" y="connsiteY3"/>
              </a:cxn>
            </a:cxnLst>
            <a:rect l="l" t="t" r="r" b="b"/>
            <a:pathLst>
              <a:path w="4073525" h="2071688">
                <a:moveTo>
                  <a:pt x="0" y="0"/>
                </a:moveTo>
                <a:lnTo>
                  <a:pt x="4073525" y="0"/>
                </a:lnTo>
                <a:lnTo>
                  <a:pt x="4073525" y="2071688"/>
                </a:lnTo>
                <a:lnTo>
                  <a:pt x="0" y="2071688"/>
                </a:lnTo>
                <a:close/>
              </a:path>
            </a:pathLst>
          </a:custGeom>
        </p:spPr>
        <p:txBody>
          <a:bodyPr wrap="square">
            <a:noAutofit/>
          </a:bodyPr>
          <a:lstStyle/>
          <a:p>
            <a:endParaRPr lang="en-US"/>
          </a:p>
        </p:txBody>
      </p:sp>
      <p:sp>
        <p:nvSpPr>
          <p:cNvPr id="51" name="Picture Placeholder 50">
            <a:extLst>
              <a:ext uri="{FF2B5EF4-FFF2-40B4-BE49-F238E27FC236}">
                <a16:creationId xmlns:a16="http://schemas.microsoft.com/office/drawing/2014/main" id="{7CF7D165-4895-494B-A11F-560F4A2049D4}"/>
              </a:ext>
            </a:extLst>
          </p:cNvPr>
          <p:cNvSpPr>
            <a:spLocks noGrp="1"/>
          </p:cNvSpPr>
          <p:nvPr>
            <p:ph type="pic" sz="quarter" idx="16"/>
          </p:nvPr>
        </p:nvSpPr>
        <p:spPr>
          <a:xfrm>
            <a:off x="5921375" y="4006850"/>
            <a:ext cx="4075113" cy="2071688"/>
          </a:xfrm>
          <a:custGeom>
            <a:avLst/>
            <a:gdLst>
              <a:gd name="connsiteX0" fmla="*/ 0 w 4075113"/>
              <a:gd name="connsiteY0" fmla="*/ 0 h 2071688"/>
              <a:gd name="connsiteX1" fmla="*/ 4075113 w 4075113"/>
              <a:gd name="connsiteY1" fmla="*/ 0 h 2071688"/>
              <a:gd name="connsiteX2" fmla="*/ 4075113 w 4075113"/>
              <a:gd name="connsiteY2" fmla="*/ 2071688 h 2071688"/>
              <a:gd name="connsiteX3" fmla="*/ 0 w 4075113"/>
              <a:gd name="connsiteY3" fmla="*/ 2071688 h 2071688"/>
            </a:gdLst>
            <a:ahLst/>
            <a:cxnLst>
              <a:cxn ang="0">
                <a:pos x="connsiteX0" y="connsiteY0"/>
              </a:cxn>
              <a:cxn ang="0">
                <a:pos x="connsiteX1" y="connsiteY1"/>
              </a:cxn>
              <a:cxn ang="0">
                <a:pos x="connsiteX2" y="connsiteY2"/>
              </a:cxn>
              <a:cxn ang="0">
                <a:pos x="connsiteX3" y="connsiteY3"/>
              </a:cxn>
            </a:cxnLst>
            <a:rect l="l" t="t" r="r" b="b"/>
            <a:pathLst>
              <a:path w="4075113" h="2071688">
                <a:moveTo>
                  <a:pt x="0" y="0"/>
                </a:moveTo>
                <a:lnTo>
                  <a:pt x="4075113" y="0"/>
                </a:lnTo>
                <a:lnTo>
                  <a:pt x="4075113" y="2071688"/>
                </a:lnTo>
                <a:lnTo>
                  <a:pt x="0" y="2071688"/>
                </a:lnTo>
                <a:close/>
              </a:path>
            </a:pathLst>
          </a:custGeom>
        </p:spPr>
        <p:txBody>
          <a:bodyPr wrap="square">
            <a:noAutofit/>
          </a:bodyPr>
          <a:lstStyle/>
          <a:p>
            <a:endParaRPr lang="en-US"/>
          </a:p>
        </p:txBody>
      </p:sp>
      <p:sp>
        <p:nvSpPr>
          <p:cNvPr id="55" name="Text Placeholder 54">
            <a:extLst>
              <a:ext uri="{FF2B5EF4-FFF2-40B4-BE49-F238E27FC236}">
                <a16:creationId xmlns:a16="http://schemas.microsoft.com/office/drawing/2014/main" id="{322A27CA-F5D5-4CB2-A5D1-80D305E41E67}"/>
              </a:ext>
            </a:extLst>
          </p:cNvPr>
          <p:cNvSpPr>
            <a:spLocks noGrp="1"/>
          </p:cNvSpPr>
          <p:nvPr>
            <p:ph type="body" sz="quarter" idx="17" hasCustomPrompt="1"/>
          </p:nvPr>
        </p:nvSpPr>
        <p:spPr>
          <a:xfrm>
            <a:off x="1415256" y="378386"/>
            <a:ext cx="9361488" cy="584775"/>
          </a:xfrm>
        </p:spPr>
        <p:txBody>
          <a:bodyPr vert="horz" wrap="square" lIns="91440" tIns="45720" rIns="91440" bIns="45720" rtlCol="0" anchor="t" anchorCtr="0">
            <a:spAutoFit/>
          </a:bodyPr>
          <a:lstStyle>
            <a:lvl1pPr>
              <a:defRPr lang="en-US" sz="3200" b="1" dirty="0">
                <a:latin typeface="+mj-lt"/>
                <a:ea typeface="+mj-ea"/>
                <a:cs typeface="+mj-cs"/>
              </a:defRPr>
            </a:lvl1pPr>
          </a:lstStyle>
          <a:p>
            <a:pPr lvl="0" algn="ctr">
              <a:lnSpc>
                <a:spcPct val="100000"/>
              </a:lnSpc>
              <a:spcBef>
                <a:spcPct val="0"/>
              </a:spcBef>
            </a:pPr>
            <a:r>
              <a:rPr lang="en-US" dirty="0"/>
              <a:t>Click to edit Maser title style</a:t>
            </a:r>
          </a:p>
        </p:txBody>
      </p:sp>
    </p:spTree>
    <p:extLst>
      <p:ext uri="{BB962C8B-B14F-4D97-AF65-F5344CB8AC3E}">
        <p14:creationId xmlns:p14="http://schemas.microsoft.com/office/powerpoint/2010/main" val="24854323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Section Header ">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570C321-76AD-47E4-88AB-3979F5FEBF6A}"/>
              </a:ext>
            </a:extLst>
          </p:cNvPr>
          <p:cNvSpPr/>
          <p:nvPr userDrawn="1"/>
        </p:nvSpPr>
        <p:spPr bwMode="auto">
          <a:xfrm>
            <a:off x="2135560" y="0"/>
            <a:ext cx="7816048" cy="2095459"/>
          </a:xfrm>
          <a:prstGeom prst="rect">
            <a:avLst/>
          </a:prstGeom>
          <a:solidFill>
            <a:srgbClr val="E6EBEF"/>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5" name="Rectangle 24">
            <a:extLst>
              <a:ext uri="{FF2B5EF4-FFF2-40B4-BE49-F238E27FC236}">
                <a16:creationId xmlns:a16="http://schemas.microsoft.com/office/drawing/2014/main" id="{700A8AB1-E440-40C2-BA5D-21F16C7D2F9E}"/>
              </a:ext>
            </a:extLst>
          </p:cNvPr>
          <p:cNvSpPr/>
          <p:nvPr userDrawn="1"/>
        </p:nvSpPr>
        <p:spPr bwMode="auto">
          <a:xfrm>
            <a:off x="2115382" y="1337345"/>
            <a:ext cx="3744416" cy="2280842"/>
          </a:xfrm>
          <a:prstGeom prst="rect">
            <a:avLst/>
          </a:prstGeom>
          <a:solidFill>
            <a:schemeClr val="bg1"/>
          </a:solidFill>
          <a:ln>
            <a:noFill/>
          </a:ln>
          <a:effectLst>
            <a:outerShdw blurRad="254000" sx="101000" sy="101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6" name="Rectangle 25">
            <a:extLst>
              <a:ext uri="{FF2B5EF4-FFF2-40B4-BE49-F238E27FC236}">
                <a16:creationId xmlns:a16="http://schemas.microsoft.com/office/drawing/2014/main" id="{A8578FB0-723D-4B55-9C94-02BFBF55344E}"/>
              </a:ext>
            </a:extLst>
          </p:cNvPr>
          <p:cNvSpPr/>
          <p:nvPr userDrawn="1"/>
        </p:nvSpPr>
        <p:spPr bwMode="auto">
          <a:xfrm>
            <a:off x="6219838" y="1313673"/>
            <a:ext cx="3744416" cy="2280842"/>
          </a:xfrm>
          <a:prstGeom prst="rect">
            <a:avLst/>
          </a:prstGeom>
          <a:solidFill>
            <a:schemeClr val="bg1"/>
          </a:solidFill>
          <a:ln>
            <a:noFill/>
          </a:ln>
          <a:effectLst>
            <a:outerShdw blurRad="254000" sx="101000" sy="101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dirty="0"/>
          </a:p>
        </p:txBody>
      </p:sp>
      <p:sp>
        <p:nvSpPr>
          <p:cNvPr id="27" name="Rectangle 26">
            <a:extLst>
              <a:ext uri="{FF2B5EF4-FFF2-40B4-BE49-F238E27FC236}">
                <a16:creationId xmlns:a16="http://schemas.microsoft.com/office/drawing/2014/main" id="{7E8A21F6-918E-4689-9454-AF8185A1BC20}"/>
              </a:ext>
            </a:extLst>
          </p:cNvPr>
          <p:cNvSpPr/>
          <p:nvPr userDrawn="1"/>
        </p:nvSpPr>
        <p:spPr bwMode="auto">
          <a:xfrm>
            <a:off x="2101889" y="3956470"/>
            <a:ext cx="3744416" cy="2280842"/>
          </a:xfrm>
          <a:prstGeom prst="rect">
            <a:avLst/>
          </a:prstGeom>
          <a:solidFill>
            <a:schemeClr val="bg1"/>
          </a:solidFill>
          <a:ln>
            <a:noFill/>
          </a:ln>
          <a:effectLst>
            <a:outerShdw blurRad="254000" sx="101000" sy="101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8" name="Rectangle 27">
            <a:extLst>
              <a:ext uri="{FF2B5EF4-FFF2-40B4-BE49-F238E27FC236}">
                <a16:creationId xmlns:a16="http://schemas.microsoft.com/office/drawing/2014/main" id="{0BA84962-8CB0-4FCA-B509-FE5C646EF303}"/>
              </a:ext>
            </a:extLst>
          </p:cNvPr>
          <p:cNvSpPr/>
          <p:nvPr userDrawn="1"/>
        </p:nvSpPr>
        <p:spPr bwMode="auto">
          <a:xfrm>
            <a:off x="6219838" y="3956470"/>
            <a:ext cx="3744416" cy="2280842"/>
          </a:xfrm>
          <a:prstGeom prst="rect">
            <a:avLst/>
          </a:prstGeom>
          <a:solidFill>
            <a:schemeClr val="bg1"/>
          </a:solidFill>
          <a:ln>
            <a:noFill/>
          </a:ln>
          <a:effectLst>
            <a:outerShdw blurRad="254000" sx="101000" sy="101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 name="Title 1"/>
          <p:cNvSpPr>
            <a:spLocks noGrp="1"/>
          </p:cNvSpPr>
          <p:nvPr>
            <p:ph type="title"/>
          </p:nvPr>
        </p:nvSpPr>
        <p:spPr>
          <a:xfrm>
            <a:off x="1277846" y="390615"/>
            <a:ext cx="8928994" cy="584775"/>
          </a:xfrm>
        </p:spPr>
        <p:txBody>
          <a:bodyPr wrap="square" lIns="91440" tIns="45720" rIns="91440" bIns="45720" anchor="b">
            <a:spAutoFit/>
          </a:bodyPr>
          <a:lstStyle>
            <a:lvl1pPr algn="ctr">
              <a:defRPr sz="3200">
                <a:solidFill>
                  <a:schemeClr val="accent2"/>
                </a:solidFill>
              </a:defRPr>
            </a:lvl1pPr>
          </a:lstStyle>
          <a:p>
            <a:r>
              <a:rPr lang="en-US" dirty="0"/>
              <a:t>Click to edit Master title style</a:t>
            </a:r>
          </a:p>
        </p:txBody>
      </p:sp>
      <p:sp>
        <p:nvSpPr>
          <p:cNvPr id="4" name="Date Placeholder 3"/>
          <p:cNvSpPr>
            <a:spLocks noGrp="1"/>
          </p:cNvSpPr>
          <p:nvPr>
            <p:ph type="dt" sz="half" idx="10"/>
          </p:nvPr>
        </p:nvSpPr>
        <p:spPr/>
        <p:txBody>
          <a:bodyPr/>
          <a:lstStyle>
            <a:lvl1pPr>
              <a:defRPr>
                <a:solidFill>
                  <a:schemeClr val="accent2"/>
                </a:solidFill>
              </a:defRPr>
            </a:lvl1pPr>
          </a:lstStyle>
          <a:p>
            <a:fld id="{943B48A3-43DF-4B3A-9A04-041E7FDF21DA}"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13" name="Picture Placeholder 12">
            <a:extLst>
              <a:ext uri="{FF2B5EF4-FFF2-40B4-BE49-F238E27FC236}">
                <a16:creationId xmlns:a16="http://schemas.microsoft.com/office/drawing/2014/main" id="{19474331-27B3-47D2-A781-AFD222C0D975}"/>
              </a:ext>
            </a:extLst>
          </p:cNvPr>
          <p:cNvSpPr>
            <a:spLocks noGrp="1"/>
          </p:cNvSpPr>
          <p:nvPr>
            <p:ph type="pic" sz="quarter" idx="13"/>
          </p:nvPr>
        </p:nvSpPr>
        <p:spPr>
          <a:xfrm>
            <a:off x="2240392" y="1430038"/>
            <a:ext cx="3494396" cy="2095459"/>
          </a:xfrm>
          <a:custGeom>
            <a:avLst/>
            <a:gdLst>
              <a:gd name="connsiteX0" fmla="*/ 0 w 3494396"/>
              <a:gd name="connsiteY0" fmla="*/ 0 h 2095459"/>
              <a:gd name="connsiteX1" fmla="*/ 3494396 w 3494396"/>
              <a:gd name="connsiteY1" fmla="*/ 0 h 2095459"/>
              <a:gd name="connsiteX2" fmla="*/ 3494396 w 3494396"/>
              <a:gd name="connsiteY2" fmla="*/ 2095459 h 2095459"/>
              <a:gd name="connsiteX3" fmla="*/ 0 w 3494396"/>
              <a:gd name="connsiteY3" fmla="*/ 2095459 h 2095459"/>
            </a:gdLst>
            <a:ahLst/>
            <a:cxnLst>
              <a:cxn ang="0">
                <a:pos x="connsiteX0" y="connsiteY0"/>
              </a:cxn>
              <a:cxn ang="0">
                <a:pos x="connsiteX1" y="connsiteY1"/>
              </a:cxn>
              <a:cxn ang="0">
                <a:pos x="connsiteX2" y="connsiteY2"/>
              </a:cxn>
              <a:cxn ang="0">
                <a:pos x="connsiteX3" y="connsiteY3"/>
              </a:cxn>
            </a:cxnLst>
            <a:rect l="l" t="t" r="r" b="b"/>
            <a:pathLst>
              <a:path w="3494396" h="2095459">
                <a:moveTo>
                  <a:pt x="0" y="0"/>
                </a:moveTo>
                <a:lnTo>
                  <a:pt x="3494396" y="0"/>
                </a:lnTo>
                <a:lnTo>
                  <a:pt x="3494396" y="2095459"/>
                </a:lnTo>
                <a:lnTo>
                  <a:pt x="0" y="2095459"/>
                </a:lnTo>
                <a:close/>
              </a:path>
            </a:pathLst>
          </a:custGeom>
        </p:spPr>
        <p:txBody>
          <a:bodyPr wrap="square">
            <a:noAutofit/>
          </a:bodyPr>
          <a:lstStyle/>
          <a:p>
            <a:endParaRPr lang="en-US"/>
          </a:p>
        </p:txBody>
      </p:sp>
      <p:sp>
        <p:nvSpPr>
          <p:cNvPr id="17" name="Picture Placeholder 16">
            <a:extLst>
              <a:ext uri="{FF2B5EF4-FFF2-40B4-BE49-F238E27FC236}">
                <a16:creationId xmlns:a16="http://schemas.microsoft.com/office/drawing/2014/main" id="{773BC31C-FC60-490F-A7B5-61B0793E96C0}"/>
              </a:ext>
            </a:extLst>
          </p:cNvPr>
          <p:cNvSpPr>
            <a:spLocks noGrp="1"/>
          </p:cNvSpPr>
          <p:nvPr>
            <p:ph type="pic" sz="quarter" idx="14"/>
          </p:nvPr>
        </p:nvSpPr>
        <p:spPr>
          <a:xfrm>
            <a:off x="6344847" y="1430038"/>
            <a:ext cx="3494396" cy="2095459"/>
          </a:xfrm>
          <a:custGeom>
            <a:avLst/>
            <a:gdLst>
              <a:gd name="connsiteX0" fmla="*/ 0 w 3494396"/>
              <a:gd name="connsiteY0" fmla="*/ 0 h 2095459"/>
              <a:gd name="connsiteX1" fmla="*/ 3494396 w 3494396"/>
              <a:gd name="connsiteY1" fmla="*/ 0 h 2095459"/>
              <a:gd name="connsiteX2" fmla="*/ 3494396 w 3494396"/>
              <a:gd name="connsiteY2" fmla="*/ 2095459 h 2095459"/>
              <a:gd name="connsiteX3" fmla="*/ 0 w 3494396"/>
              <a:gd name="connsiteY3" fmla="*/ 2095459 h 2095459"/>
            </a:gdLst>
            <a:ahLst/>
            <a:cxnLst>
              <a:cxn ang="0">
                <a:pos x="connsiteX0" y="connsiteY0"/>
              </a:cxn>
              <a:cxn ang="0">
                <a:pos x="connsiteX1" y="connsiteY1"/>
              </a:cxn>
              <a:cxn ang="0">
                <a:pos x="connsiteX2" y="connsiteY2"/>
              </a:cxn>
              <a:cxn ang="0">
                <a:pos x="connsiteX3" y="connsiteY3"/>
              </a:cxn>
            </a:cxnLst>
            <a:rect l="l" t="t" r="r" b="b"/>
            <a:pathLst>
              <a:path w="3494396" h="2095459">
                <a:moveTo>
                  <a:pt x="0" y="0"/>
                </a:moveTo>
                <a:lnTo>
                  <a:pt x="3494396" y="0"/>
                </a:lnTo>
                <a:lnTo>
                  <a:pt x="3494396" y="2095459"/>
                </a:lnTo>
                <a:lnTo>
                  <a:pt x="0" y="2095459"/>
                </a:lnTo>
                <a:close/>
              </a:path>
            </a:pathLst>
          </a:custGeom>
        </p:spPr>
        <p:txBody>
          <a:bodyPr wrap="square">
            <a:noAutofit/>
          </a:bodyPr>
          <a:lstStyle/>
          <a:p>
            <a:endParaRPr lang="en-US"/>
          </a:p>
        </p:txBody>
      </p:sp>
      <p:sp>
        <p:nvSpPr>
          <p:cNvPr id="20" name="Picture Placeholder 19">
            <a:extLst>
              <a:ext uri="{FF2B5EF4-FFF2-40B4-BE49-F238E27FC236}">
                <a16:creationId xmlns:a16="http://schemas.microsoft.com/office/drawing/2014/main" id="{33FD5338-0E36-4346-B5E0-A2E2AD4BC6EF}"/>
              </a:ext>
            </a:extLst>
          </p:cNvPr>
          <p:cNvSpPr>
            <a:spLocks noGrp="1"/>
          </p:cNvSpPr>
          <p:nvPr>
            <p:ph type="pic" sz="quarter" idx="15"/>
          </p:nvPr>
        </p:nvSpPr>
        <p:spPr>
          <a:xfrm>
            <a:off x="2247947" y="4049161"/>
            <a:ext cx="3494396" cy="2095459"/>
          </a:xfrm>
          <a:custGeom>
            <a:avLst/>
            <a:gdLst>
              <a:gd name="connsiteX0" fmla="*/ 0 w 3494396"/>
              <a:gd name="connsiteY0" fmla="*/ 0 h 2095459"/>
              <a:gd name="connsiteX1" fmla="*/ 3494396 w 3494396"/>
              <a:gd name="connsiteY1" fmla="*/ 0 h 2095459"/>
              <a:gd name="connsiteX2" fmla="*/ 3494396 w 3494396"/>
              <a:gd name="connsiteY2" fmla="*/ 2095459 h 2095459"/>
              <a:gd name="connsiteX3" fmla="*/ 0 w 3494396"/>
              <a:gd name="connsiteY3" fmla="*/ 2095459 h 2095459"/>
            </a:gdLst>
            <a:ahLst/>
            <a:cxnLst>
              <a:cxn ang="0">
                <a:pos x="connsiteX0" y="connsiteY0"/>
              </a:cxn>
              <a:cxn ang="0">
                <a:pos x="connsiteX1" y="connsiteY1"/>
              </a:cxn>
              <a:cxn ang="0">
                <a:pos x="connsiteX2" y="connsiteY2"/>
              </a:cxn>
              <a:cxn ang="0">
                <a:pos x="connsiteX3" y="connsiteY3"/>
              </a:cxn>
            </a:cxnLst>
            <a:rect l="l" t="t" r="r" b="b"/>
            <a:pathLst>
              <a:path w="3494396" h="2095459">
                <a:moveTo>
                  <a:pt x="0" y="0"/>
                </a:moveTo>
                <a:lnTo>
                  <a:pt x="3494396" y="0"/>
                </a:lnTo>
                <a:lnTo>
                  <a:pt x="3494396" y="2095459"/>
                </a:lnTo>
                <a:lnTo>
                  <a:pt x="0" y="2095459"/>
                </a:lnTo>
                <a:close/>
              </a:path>
            </a:pathLst>
          </a:custGeom>
        </p:spPr>
        <p:txBody>
          <a:bodyPr wrap="square">
            <a:noAutofit/>
          </a:bodyPr>
          <a:lstStyle/>
          <a:p>
            <a:endParaRPr lang="en-US"/>
          </a:p>
        </p:txBody>
      </p:sp>
      <p:sp>
        <p:nvSpPr>
          <p:cNvPr id="24" name="Picture Placeholder 23">
            <a:extLst>
              <a:ext uri="{FF2B5EF4-FFF2-40B4-BE49-F238E27FC236}">
                <a16:creationId xmlns:a16="http://schemas.microsoft.com/office/drawing/2014/main" id="{E1BD4EEE-AFB9-44DB-8CD3-9E6B2F33425D}"/>
              </a:ext>
            </a:extLst>
          </p:cNvPr>
          <p:cNvSpPr>
            <a:spLocks noGrp="1"/>
          </p:cNvSpPr>
          <p:nvPr>
            <p:ph type="pic" sz="quarter" idx="16"/>
          </p:nvPr>
        </p:nvSpPr>
        <p:spPr>
          <a:xfrm>
            <a:off x="6344848" y="4049162"/>
            <a:ext cx="3494396" cy="2095459"/>
          </a:xfrm>
          <a:custGeom>
            <a:avLst/>
            <a:gdLst>
              <a:gd name="connsiteX0" fmla="*/ 0 w 3494396"/>
              <a:gd name="connsiteY0" fmla="*/ 0 h 2095459"/>
              <a:gd name="connsiteX1" fmla="*/ 3494396 w 3494396"/>
              <a:gd name="connsiteY1" fmla="*/ 0 h 2095459"/>
              <a:gd name="connsiteX2" fmla="*/ 3494396 w 3494396"/>
              <a:gd name="connsiteY2" fmla="*/ 2095459 h 2095459"/>
              <a:gd name="connsiteX3" fmla="*/ 0 w 3494396"/>
              <a:gd name="connsiteY3" fmla="*/ 2095459 h 2095459"/>
            </a:gdLst>
            <a:ahLst/>
            <a:cxnLst>
              <a:cxn ang="0">
                <a:pos x="connsiteX0" y="connsiteY0"/>
              </a:cxn>
              <a:cxn ang="0">
                <a:pos x="connsiteX1" y="connsiteY1"/>
              </a:cxn>
              <a:cxn ang="0">
                <a:pos x="connsiteX2" y="connsiteY2"/>
              </a:cxn>
              <a:cxn ang="0">
                <a:pos x="connsiteX3" y="connsiteY3"/>
              </a:cxn>
            </a:cxnLst>
            <a:rect l="l" t="t" r="r" b="b"/>
            <a:pathLst>
              <a:path w="3494396" h="2095459">
                <a:moveTo>
                  <a:pt x="0" y="0"/>
                </a:moveTo>
                <a:lnTo>
                  <a:pt x="3494396" y="0"/>
                </a:lnTo>
                <a:lnTo>
                  <a:pt x="3494396" y="2095459"/>
                </a:lnTo>
                <a:lnTo>
                  <a:pt x="0" y="2095459"/>
                </a:lnTo>
                <a:close/>
              </a:path>
            </a:pathLst>
          </a:custGeom>
        </p:spPr>
        <p:txBody>
          <a:bodyPr wrap="square">
            <a:noAutofit/>
          </a:bodyPr>
          <a:lstStyle/>
          <a:p>
            <a:endParaRPr lang="en-US"/>
          </a:p>
        </p:txBody>
      </p:sp>
    </p:spTree>
    <p:extLst>
      <p:ext uri="{BB962C8B-B14F-4D97-AF65-F5344CB8AC3E}">
        <p14:creationId xmlns:p14="http://schemas.microsoft.com/office/powerpoint/2010/main" val="150602794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8 Slide">
    <p:bg>
      <p:bgPr>
        <a:solidFill>
          <a:schemeClr val="accent2"/>
        </a:solidFill>
        <a:effectLst/>
      </p:bgPr>
    </p:bg>
    <p:spTree>
      <p:nvGrpSpPr>
        <p:cNvPr id="1" name=""/>
        <p:cNvGrpSpPr/>
        <p:nvPr/>
      </p:nvGrpSpPr>
      <p:grpSpPr>
        <a:xfrm>
          <a:off x="0" y="0"/>
          <a:ext cx="0" cy="0"/>
          <a:chOff x="0" y="0"/>
          <a:chExt cx="0" cy="0"/>
        </a:xfrm>
      </p:grpSpPr>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9" name="Rectangle 8">
            <a:extLst>
              <a:ext uri="{FF2B5EF4-FFF2-40B4-BE49-F238E27FC236}">
                <a16:creationId xmlns:a16="http://schemas.microsoft.com/office/drawing/2014/main" id="{249DF0D2-436D-461F-AC93-4A6B1DD8289D}"/>
              </a:ext>
            </a:extLst>
          </p:cNvPr>
          <p:cNvSpPr/>
          <p:nvPr/>
        </p:nvSpPr>
        <p:spPr bwMode="auto">
          <a:xfrm>
            <a:off x="1307778" y="1412776"/>
            <a:ext cx="3815804" cy="2080029"/>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27E0FB97-9846-422B-832E-21725330273B}"/>
              </a:ext>
            </a:extLst>
          </p:cNvPr>
          <p:cNvSpPr/>
          <p:nvPr/>
        </p:nvSpPr>
        <p:spPr bwMode="auto">
          <a:xfrm>
            <a:off x="5389728" y="1412776"/>
            <a:ext cx="1627949" cy="2080029"/>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15" name="Rectangle 14">
            <a:extLst>
              <a:ext uri="{FF2B5EF4-FFF2-40B4-BE49-F238E27FC236}">
                <a16:creationId xmlns:a16="http://schemas.microsoft.com/office/drawing/2014/main" id="{BFC1FBDA-C08E-487D-B598-29FE7B264A48}"/>
              </a:ext>
            </a:extLst>
          </p:cNvPr>
          <p:cNvSpPr/>
          <p:nvPr/>
        </p:nvSpPr>
        <p:spPr bwMode="auto">
          <a:xfrm>
            <a:off x="7283822" y="1412776"/>
            <a:ext cx="3600400" cy="2080029"/>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3" name="Rectangle 22">
            <a:extLst>
              <a:ext uri="{FF2B5EF4-FFF2-40B4-BE49-F238E27FC236}">
                <a16:creationId xmlns:a16="http://schemas.microsoft.com/office/drawing/2014/main" id="{98DA773B-33E8-4F03-87A0-C851B9E0C09F}"/>
              </a:ext>
            </a:extLst>
          </p:cNvPr>
          <p:cNvSpPr/>
          <p:nvPr/>
        </p:nvSpPr>
        <p:spPr bwMode="auto">
          <a:xfrm>
            <a:off x="6264706" y="3725986"/>
            <a:ext cx="4230470" cy="2487925"/>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1" name="Rectangle 20">
            <a:extLst>
              <a:ext uri="{FF2B5EF4-FFF2-40B4-BE49-F238E27FC236}">
                <a16:creationId xmlns:a16="http://schemas.microsoft.com/office/drawing/2014/main" id="{3D4D10BD-0B51-468B-90E2-CA811BE3333E}"/>
              </a:ext>
            </a:extLst>
          </p:cNvPr>
          <p:cNvSpPr/>
          <p:nvPr/>
        </p:nvSpPr>
        <p:spPr bwMode="auto">
          <a:xfrm>
            <a:off x="1696824" y="3725988"/>
            <a:ext cx="4230470" cy="2481977"/>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9" name="Picture Placeholder 28">
            <a:extLst>
              <a:ext uri="{FF2B5EF4-FFF2-40B4-BE49-F238E27FC236}">
                <a16:creationId xmlns:a16="http://schemas.microsoft.com/office/drawing/2014/main" id="{282A85B6-AAF3-4AF7-81DE-F53890390148}"/>
              </a:ext>
            </a:extLst>
          </p:cNvPr>
          <p:cNvSpPr>
            <a:spLocks noGrp="1"/>
          </p:cNvSpPr>
          <p:nvPr>
            <p:ph type="pic" sz="quarter" idx="13"/>
          </p:nvPr>
        </p:nvSpPr>
        <p:spPr>
          <a:xfrm>
            <a:off x="5497740" y="1506654"/>
            <a:ext cx="1411925" cy="1892271"/>
          </a:xfrm>
          <a:custGeom>
            <a:avLst/>
            <a:gdLst>
              <a:gd name="connsiteX0" fmla="*/ 0 w 1411925"/>
              <a:gd name="connsiteY0" fmla="*/ 0 h 1892271"/>
              <a:gd name="connsiteX1" fmla="*/ 1411925 w 1411925"/>
              <a:gd name="connsiteY1" fmla="*/ 0 h 1892271"/>
              <a:gd name="connsiteX2" fmla="*/ 1411925 w 1411925"/>
              <a:gd name="connsiteY2" fmla="*/ 1892271 h 1892271"/>
              <a:gd name="connsiteX3" fmla="*/ 0 w 1411925"/>
              <a:gd name="connsiteY3" fmla="*/ 1892271 h 1892271"/>
            </a:gdLst>
            <a:ahLst/>
            <a:cxnLst>
              <a:cxn ang="0">
                <a:pos x="connsiteX0" y="connsiteY0"/>
              </a:cxn>
              <a:cxn ang="0">
                <a:pos x="connsiteX1" y="connsiteY1"/>
              </a:cxn>
              <a:cxn ang="0">
                <a:pos x="connsiteX2" y="connsiteY2"/>
              </a:cxn>
              <a:cxn ang="0">
                <a:pos x="connsiteX3" y="connsiteY3"/>
              </a:cxn>
            </a:cxnLst>
            <a:rect l="l" t="t" r="r" b="b"/>
            <a:pathLst>
              <a:path w="1411925" h="1892271">
                <a:moveTo>
                  <a:pt x="0" y="0"/>
                </a:moveTo>
                <a:lnTo>
                  <a:pt x="1411925" y="0"/>
                </a:lnTo>
                <a:lnTo>
                  <a:pt x="1411925" y="1892271"/>
                </a:lnTo>
                <a:lnTo>
                  <a:pt x="0" y="1892271"/>
                </a:lnTo>
                <a:close/>
              </a:path>
            </a:pathLst>
          </a:custGeom>
        </p:spPr>
        <p:txBody>
          <a:bodyPr wrap="square">
            <a:noAutofit/>
          </a:bodyPr>
          <a:lstStyle/>
          <a:p>
            <a:endParaRPr lang="en-US" dirty="0"/>
          </a:p>
        </p:txBody>
      </p:sp>
      <p:sp>
        <p:nvSpPr>
          <p:cNvPr id="32" name="Picture Placeholder 31">
            <a:extLst>
              <a:ext uri="{FF2B5EF4-FFF2-40B4-BE49-F238E27FC236}">
                <a16:creationId xmlns:a16="http://schemas.microsoft.com/office/drawing/2014/main" id="{6B56467C-A6F6-4ED8-ABD3-DE32DB14B8EC}"/>
              </a:ext>
            </a:extLst>
          </p:cNvPr>
          <p:cNvSpPr>
            <a:spLocks noGrp="1"/>
          </p:cNvSpPr>
          <p:nvPr>
            <p:ph type="pic" sz="quarter" idx="14"/>
          </p:nvPr>
        </p:nvSpPr>
        <p:spPr>
          <a:xfrm>
            <a:off x="1423454" y="1556677"/>
            <a:ext cx="3584453" cy="1792227"/>
          </a:xfrm>
          <a:custGeom>
            <a:avLst/>
            <a:gdLst>
              <a:gd name="connsiteX0" fmla="*/ 0 w 3584453"/>
              <a:gd name="connsiteY0" fmla="*/ 0 h 1792227"/>
              <a:gd name="connsiteX1" fmla="*/ 3584453 w 3584453"/>
              <a:gd name="connsiteY1" fmla="*/ 0 h 1792227"/>
              <a:gd name="connsiteX2" fmla="*/ 3584453 w 3584453"/>
              <a:gd name="connsiteY2" fmla="*/ 1792227 h 1792227"/>
              <a:gd name="connsiteX3" fmla="*/ 0 w 3584453"/>
              <a:gd name="connsiteY3" fmla="*/ 1792227 h 1792227"/>
            </a:gdLst>
            <a:ahLst/>
            <a:cxnLst>
              <a:cxn ang="0">
                <a:pos x="connsiteX0" y="connsiteY0"/>
              </a:cxn>
              <a:cxn ang="0">
                <a:pos x="connsiteX1" y="connsiteY1"/>
              </a:cxn>
              <a:cxn ang="0">
                <a:pos x="connsiteX2" y="connsiteY2"/>
              </a:cxn>
              <a:cxn ang="0">
                <a:pos x="connsiteX3" y="connsiteY3"/>
              </a:cxn>
            </a:cxnLst>
            <a:rect l="l" t="t" r="r" b="b"/>
            <a:pathLst>
              <a:path w="3584453" h="1792227">
                <a:moveTo>
                  <a:pt x="0" y="0"/>
                </a:moveTo>
                <a:lnTo>
                  <a:pt x="3584453" y="0"/>
                </a:lnTo>
                <a:lnTo>
                  <a:pt x="3584453" y="1792227"/>
                </a:lnTo>
                <a:lnTo>
                  <a:pt x="0" y="1792227"/>
                </a:lnTo>
                <a:close/>
              </a:path>
            </a:pathLst>
          </a:custGeom>
        </p:spPr>
        <p:txBody>
          <a:bodyPr wrap="square">
            <a:noAutofit/>
          </a:bodyPr>
          <a:lstStyle/>
          <a:p>
            <a:endParaRPr lang="en-US"/>
          </a:p>
        </p:txBody>
      </p:sp>
      <p:sp>
        <p:nvSpPr>
          <p:cNvPr id="35" name="Picture Placeholder 34">
            <a:extLst>
              <a:ext uri="{FF2B5EF4-FFF2-40B4-BE49-F238E27FC236}">
                <a16:creationId xmlns:a16="http://schemas.microsoft.com/office/drawing/2014/main" id="{8476AAAD-61E7-492C-BF28-DBEE0B41082A}"/>
              </a:ext>
            </a:extLst>
          </p:cNvPr>
          <p:cNvSpPr>
            <a:spLocks noGrp="1"/>
          </p:cNvSpPr>
          <p:nvPr>
            <p:ph type="pic" sz="quarter" idx="15"/>
          </p:nvPr>
        </p:nvSpPr>
        <p:spPr>
          <a:xfrm>
            <a:off x="7391834" y="1506654"/>
            <a:ext cx="3384376" cy="1859586"/>
          </a:xfrm>
          <a:custGeom>
            <a:avLst/>
            <a:gdLst>
              <a:gd name="connsiteX0" fmla="*/ 0 w 3384376"/>
              <a:gd name="connsiteY0" fmla="*/ 0 h 1859586"/>
              <a:gd name="connsiteX1" fmla="*/ 3384376 w 3384376"/>
              <a:gd name="connsiteY1" fmla="*/ 0 h 1859586"/>
              <a:gd name="connsiteX2" fmla="*/ 3384376 w 3384376"/>
              <a:gd name="connsiteY2" fmla="*/ 1859586 h 1859586"/>
              <a:gd name="connsiteX3" fmla="*/ 0 w 3384376"/>
              <a:gd name="connsiteY3" fmla="*/ 1859586 h 1859586"/>
            </a:gdLst>
            <a:ahLst/>
            <a:cxnLst>
              <a:cxn ang="0">
                <a:pos x="connsiteX0" y="connsiteY0"/>
              </a:cxn>
              <a:cxn ang="0">
                <a:pos x="connsiteX1" y="connsiteY1"/>
              </a:cxn>
              <a:cxn ang="0">
                <a:pos x="connsiteX2" y="connsiteY2"/>
              </a:cxn>
              <a:cxn ang="0">
                <a:pos x="connsiteX3" y="connsiteY3"/>
              </a:cxn>
            </a:cxnLst>
            <a:rect l="l" t="t" r="r" b="b"/>
            <a:pathLst>
              <a:path w="3384376" h="1859586">
                <a:moveTo>
                  <a:pt x="0" y="0"/>
                </a:moveTo>
                <a:lnTo>
                  <a:pt x="3384376" y="0"/>
                </a:lnTo>
                <a:lnTo>
                  <a:pt x="3384376" y="1859586"/>
                </a:lnTo>
                <a:lnTo>
                  <a:pt x="0" y="1859586"/>
                </a:lnTo>
                <a:close/>
              </a:path>
            </a:pathLst>
          </a:custGeom>
        </p:spPr>
        <p:txBody>
          <a:bodyPr wrap="square">
            <a:noAutofit/>
          </a:bodyPr>
          <a:lstStyle/>
          <a:p>
            <a:endParaRPr lang="en-US"/>
          </a:p>
        </p:txBody>
      </p:sp>
      <p:sp>
        <p:nvSpPr>
          <p:cNvPr id="38" name="Picture Placeholder 37">
            <a:extLst>
              <a:ext uri="{FF2B5EF4-FFF2-40B4-BE49-F238E27FC236}">
                <a16:creationId xmlns:a16="http://schemas.microsoft.com/office/drawing/2014/main" id="{A1E01278-4CE5-4504-84E9-E92169E8AB24}"/>
              </a:ext>
            </a:extLst>
          </p:cNvPr>
          <p:cNvSpPr>
            <a:spLocks noGrp="1"/>
          </p:cNvSpPr>
          <p:nvPr>
            <p:ph type="pic" sz="quarter" idx="16"/>
          </p:nvPr>
        </p:nvSpPr>
        <p:spPr>
          <a:xfrm>
            <a:off x="1825249" y="3835479"/>
            <a:ext cx="3973621" cy="2262995"/>
          </a:xfrm>
          <a:custGeom>
            <a:avLst/>
            <a:gdLst>
              <a:gd name="connsiteX0" fmla="*/ 0 w 4104456"/>
              <a:gd name="connsiteY0" fmla="*/ 0 h 2481978"/>
              <a:gd name="connsiteX1" fmla="*/ 4104456 w 4104456"/>
              <a:gd name="connsiteY1" fmla="*/ 0 h 2481978"/>
              <a:gd name="connsiteX2" fmla="*/ 4104456 w 4104456"/>
              <a:gd name="connsiteY2" fmla="*/ 2481978 h 2481978"/>
              <a:gd name="connsiteX3" fmla="*/ 0 w 4104456"/>
              <a:gd name="connsiteY3" fmla="*/ 2481978 h 2481978"/>
            </a:gdLst>
            <a:ahLst/>
            <a:cxnLst>
              <a:cxn ang="0">
                <a:pos x="connsiteX0" y="connsiteY0"/>
              </a:cxn>
              <a:cxn ang="0">
                <a:pos x="connsiteX1" y="connsiteY1"/>
              </a:cxn>
              <a:cxn ang="0">
                <a:pos x="connsiteX2" y="connsiteY2"/>
              </a:cxn>
              <a:cxn ang="0">
                <a:pos x="connsiteX3" y="connsiteY3"/>
              </a:cxn>
            </a:cxnLst>
            <a:rect l="l" t="t" r="r" b="b"/>
            <a:pathLst>
              <a:path w="4104456" h="2481978">
                <a:moveTo>
                  <a:pt x="0" y="0"/>
                </a:moveTo>
                <a:lnTo>
                  <a:pt x="4104456" y="0"/>
                </a:lnTo>
                <a:lnTo>
                  <a:pt x="4104456" y="2481978"/>
                </a:lnTo>
                <a:lnTo>
                  <a:pt x="0" y="2481978"/>
                </a:lnTo>
                <a:close/>
              </a:path>
            </a:pathLst>
          </a:custGeom>
        </p:spPr>
        <p:txBody>
          <a:bodyPr wrap="square">
            <a:noAutofit/>
          </a:bodyPr>
          <a:lstStyle/>
          <a:p>
            <a:endParaRPr lang="en-US"/>
          </a:p>
        </p:txBody>
      </p:sp>
      <p:sp>
        <p:nvSpPr>
          <p:cNvPr id="41" name="Picture Placeholder 40">
            <a:extLst>
              <a:ext uri="{FF2B5EF4-FFF2-40B4-BE49-F238E27FC236}">
                <a16:creationId xmlns:a16="http://schemas.microsoft.com/office/drawing/2014/main" id="{E615C94B-D641-458A-8B82-67D5651E8BE7}"/>
              </a:ext>
            </a:extLst>
          </p:cNvPr>
          <p:cNvSpPr>
            <a:spLocks noGrp="1"/>
          </p:cNvSpPr>
          <p:nvPr>
            <p:ph type="pic" sz="quarter" idx="17"/>
          </p:nvPr>
        </p:nvSpPr>
        <p:spPr>
          <a:xfrm>
            <a:off x="6395541" y="3838452"/>
            <a:ext cx="3968800" cy="2262994"/>
          </a:xfrm>
          <a:custGeom>
            <a:avLst/>
            <a:gdLst>
              <a:gd name="connsiteX0" fmla="*/ 0 w 3968800"/>
              <a:gd name="connsiteY0" fmla="*/ 0 h 2262994"/>
              <a:gd name="connsiteX1" fmla="*/ 3968800 w 3968800"/>
              <a:gd name="connsiteY1" fmla="*/ 0 h 2262994"/>
              <a:gd name="connsiteX2" fmla="*/ 3968800 w 3968800"/>
              <a:gd name="connsiteY2" fmla="*/ 2262994 h 2262994"/>
              <a:gd name="connsiteX3" fmla="*/ 0 w 3968800"/>
              <a:gd name="connsiteY3" fmla="*/ 2262994 h 2262994"/>
            </a:gdLst>
            <a:ahLst/>
            <a:cxnLst>
              <a:cxn ang="0">
                <a:pos x="connsiteX0" y="connsiteY0"/>
              </a:cxn>
              <a:cxn ang="0">
                <a:pos x="connsiteX1" y="connsiteY1"/>
              </a:cxn>
              <a:cxn ang="0">
                <a:pos x="connsiteX2" y="connsiteY2"/>
              </a:cxn>
              <a:cxn ang="0">
                <a:pos x="connsiteX3" y="connsiteY3"/>
              </a:cxn>
            </a:cxnLst>
            <a:rect l="l" t="t" r="r" b="b"/>
            <a:pathLst>
              <a:path w="3968800" h="2262994">
                <a:moveTo>
                  <a:pt x="0" y="0"/>
                </a:moveTo>
                <a:lnTo>
                  <a:pt x="3968800" y="0"/>
                </a:lnTo>
                <a:lnTo>
                  <a:pt x="3968800" y="2262994"/>
                </a:lnTo>
                <a:lnTo>
                  <a:pt x="0" y="2262994"/>
                </a:lnTo>
                <a:close/>
              </a:path>
            </a:pathLst>
          </a:custGeom>
        </p:spPr>
        <p:txBody>
          <a:bodyPr wrap="square">
            <a:noAutofit/>
          </a:bodyPr>
          <a:lstStyle/>
          <a:p>
            <a:endParaRPr lang="en-US"/>
          </a:p>
        </p:txBody>
      </p:sp>
      <p:sp>
        <p:nvSpPr>
          <p:cNvPr id="44" name="Title 1">
            <a:extLst>
              <a:ext uri="{FF2B5EF4-FFF2-40B4-BE49-F238E27FC236}">
                <a16:creationId xmlns:a16="http://schemas.microsoft.com/office/drawing/2014/main" id="{5CA53570-59CB-44A6-998B-073793C8E2A3}"/>
              </a:ext>
            </a:extLst>
          </p:cNvPr>
          <p:cNvSpPr>
            <a:spLocks noGrp="1"/>
          </p:cNvSpPr>
          <p:nvPr>
            <p:ph type="ctrTitle"/>
          </p:nvPr>
        </p:nvSpPr>
        <p:spPr>
          <a:xfrm>
            <a:off x="1847116" y="461805"/>
            <a:ext cx="8497768" cy="498598"/>
          </a:xfrm>
        </p:spPr>
        <p:txBody>
          <a:bodyPr wrap="square" anchor="t" anchorCtr="0">
            <a:spAutoFit/>
          </a:bodyPr>
          <a:lstStyle>
            <a:lvl1pPr algn="ctr">
              <a:lnSpc>
                <a:spcPct val="90000"/>
              </a:lnSpc>
              <a:defRPr sz="3600" spc="-50" baseline="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92057284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7.1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ABCA34E-B861-4C26-BF30-A4F9B23FE2AD}"/>
              </a:ext>
            </a:extLst>
          </p:cNvPr>
          <p:cNvSpPr/>
          <p:nvPr userDrawn="1"/>
        </p:nvSpPr>
        <p:spPr bwMode="auto">
          <a:xfrm>
            <a:off x="0" y="-27384"/>
            <a:ext cx="12192000" cy="3789040"/>
          </a:xfrm>
          <a:prstGeom prst="rect">
            <a:avLst/>
          </a:prstGeom>
          <a:solidFill>
            <a:srgbClr val="E6EBEF"/>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6" name="Rectangle 15">
            <a:extLst>
              <a:ext uri="{FF2B5EF4-FFF2-40B4-BE49-F238E27FC236}">
                <a16:creationId xmlns:a16="http://schemas.microsoft.com/office/drawing/2014/main" id="{779DB836-F128-43E5-8F6E-88366E50D352}"/>
              </a:ext>
            </a:extLst>
          </p:cNvPr>
          <p:cNvSpPr/>
          <p:nvPr userDrawn="1"/>
        </p:nvSpPr>
        <p:spPr bwMode="auto">
          <a:xfrm>
            <a:off x="7392143" y="2060848"/>
            <a:ext cx="4143227" cy="3312368"/>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17" name="Rectangle 16">
            <a:extLst>
              <a:ext uri="{FF2B5EF4-FFF2-40B4-BE49-F238E27FC236}">
                <a16:creationId xmlns:a16="http://schemas.microsoft.com/office/drawing/2014/main" id="{E32EE539-D965-4D7D-8D7B-8E4F11076A08}"/>
              </a:ext>
            </a:extLst>
          </p:cNvPr>
          <p:cNvSpPr/>
          <p:nvPr userDrawn="1"/>
        </p:nvSpPr>
        <p:spPr bwMode="auto">
          <a:xfrm>
            <a:off x="551384" y="2060848"/>
            <a:ext cx="6120680" cy="3312368"/>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3" name="Slide Number Placeholder 2">
            <a:extLst>
              <a:ext uri="{FF2B5EF4-FFF2-40B4-BE49-F238E27FC236}">
                <a16:creationId xmlns:a16="http://schemas.microsoft.com/office/drawing/2014/main" id="{589CC07F-967E-4E1E-A76D-D70B721868C6}"/>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FD390C4F-45EB-4858-8384-5F98AD761D02}"/>
              </a:ext>
            </a:extLst>
          </p:cNvPr>
          <p:cNvSpPr>
            <a:spLocks noGrp="1"/>
          </p:cNvSpPr>
          <p:nvPr>
            <p:ph type="dt" sz="half" idx="11"/>
          </p:nvPr>
        </p:nvSpPr>
        <p:spPr/>
        <p:txBody>
          <a:bodyPr/>
          <a:lstStyle/>
          <a:p>
            <a:fld id="{07146E88-7547-413C-92A8-02673B838C07}" type="datetime3">
              <a:rPr lang="en-US" smtClean="0"/>
              <a:t>1 October 2026</a:t>
            </a:fld>
            <a:endParaRPr lang="en-US" dirty="0"/>
          </a:p>
        </p:txBody>
      </p:sp>
      <p:sp>
        <p:nvSpPr>
          <p:cNvPr id="5" name="Footer Placeholder 4">
            <a:extLst>
              <a:ext uri="{FF2B5EF4-FFF2-40B4-BE49-F238E27FC236}">
                <a16:creationId xmlns:a16="http://schemas.microsoft.com/office/drawing/2014/main" id="{039886A0-23F8-4A75-B743-A0DEE1C08BA6}"/>
              </a:ext>
            </a:extLst>
          </p:cNvPr>
          <p:cNvSpPr>
            <a:spLocks noGrp="1"/>
          </p:cNvSpPr>
          <p:nvPr>
            <p:ph type="ftr" sz="quarter" idx="12"/>
          </p:nvPr>
        </p:nvSpPr>
        <p:spPr/>
        <p:txBody>
          <a:bodyPr/>
          <a:lstStyle/>
          <a:p>
            <a:endParaRPr lang="en-US" dirty="0"/>
          </a:p>
        </p:txBody>
      </p:sp>
      <p:sp>
        <p:nvSpPr>
          <p:cNvPr id="10" name="Picture Placeholder 9">
            <a:extLst>
              <a:ext uri="{FF2B5EF4-FFF2-40B4-BE49-F238E27FC236}">
                <a16:creationId xmlns:a16="http://schemas.microsoft.com/office/drawing/2014/main" id="{B1209EDA-9997-4C40-BA26-461C1D664F46}"/>
              </a:ext>
            </a:extLst>
          </p:cNvPr>
          <p:cNvSpPr>
            <a:spLocks noGrp="1"/>
          </p:cNvSpPr>
          <p:nvPr>
            <p:ph type="pic" sz="quarter" idx="13"/>
          </p:nvPr>
        </p:nvSpPr>
        <p:spPr>
          <a:xfrm>
            <a:off x="7699560" y="2189970"/>
            <a:ext cx="3528393" cy="3054124"/>
          </a:xfrm>
          <a:custGeom>
            <a:avLst/>
            <a:gdLst>
              <a:gd name="connsiteX0" fmla="*/ 0 w 3528393"/>
              <a:gd name="connsiteY0" fmla="*/ 0 h 3054124"/>
              <a:gd name="connsiteX1" fmla="*/ 3528393 w 3528393"/>
              <a:gd name="connsiteY1" fmla="*/ 0 h 3054124"/>
              <a:gd name="connsiteX2" fmla="*/ 3528393 w 3528393"/>
              <a:gd name="connsiteY2" fmla="*/ 3054124 h 3054124"/>
              <a:gd name="connsiteX3" fmla="*/ 0 w 3528393"/>
              <a:gd name="connsiteY3" fmla="*/ 3054124 h 3054124"/>
            </a:gdLst>
            <a:ahLst/>
            <a:cxnLst>
              <a:cxn ang="0">
                <a:pos x="connsiteX0" y="connsiteY0"/>
              </a:cxn>
              <a:cxn ang="0">
                <a:pos x="connsiteX1" y="connsiteY1"/>
              </a:cxn>
              <a:cxn ang="0">
                <a:pos x="connsiteX2" y="connsiteY2"/>
              </a:cxn>
              <a:cxn ang="0">
                <a:pos x="connsiteX3" y="connsiteY3"/>
              </a:cxn>
            </a:cxnLst>
            <a:rect l="l" t="t" r="r" b="b"/>
            <a:pathLst>
              <a:path w="3528393" h="3054124">
                <a:moveTo>
                  <a:pt x="0" y="0"/>
                </a:moveTo>
                <a:lnTo>
                  <a:pt x="3528393" y="0"/>
                </a:lnTo>
                <a:lnTo>
                  <a:pt x="3528393" y="3054124"/>
                </a:lnTo>
                <a:lnTo>
                  <a:pt x="0" y="3054124"/>
                </a:lnTo>
                <a:close/>
              </a:path>
            </a:pathLst>
          </a:custGeom>
        </p:spPr>
        <p:txBody>
          <a:bodyPr wrap="square">
            <a:noAutofit/>
          </a:bodyPr>
          <a:lstStyle/>
          <a:p>
            <a:endParaRPr lang="en-US"/>
          </a:p>
        </p:txBody>
      </p:sp>
      <p:sp>
        <p:nvSpPr>
          <p:cNvPr id="13" name="Picture Placeholder 12">
            <a:extLst>
              <a:ext uri="{FF2B5EF4-FFF2-40B4-BE49-F238E27FC236}">
                <a16:creationId xmlns:a16="http://schemas.microsoft.com/office/drawing/2014/main" id="{563F03C0-28A4-4DA0-AB6A-AE815D98BA61}"/>
              </a:ext>
            </a:extLst>
          </p:cNvPr>
          <p:cNvSpPr>
            <a:spLocks noGrp="1"/>
          </p:cNvSpPr>
          <p:nvPr>
            <p:ph type="pic" sz="quarter" idx="14"/>
          </p:nvPr>
        </p:nvSpPr>
        <p:spPr>
          <a:xfrm>
            <a:off x="731652" y="2223071"/>
            <a:ext cx="5760144" cy="2987923"/>
          </a:xfrm>
          <a:custGeom>
            <a:avLst/>
            <a:gdLst>
              <a:gd name="connsiteX0" fmla="*/ 0 w 5760144"/>
              <a:gd name="connsiteY0" fmla="*/ 0 h 2987923"/>
              <a:gd name="connsiteX1" fmla="*/ 5760144 w 5760144"/>
              <a:gd name="connsiteY1" fmla="*/ 0 h 2987923"/>
              <a:gd name="connsiteX2" fmla="*/ 5760144 w 5760144"/>
              <a:gd name="connsiteY2" fmla="*/ 2987923 h 2987923"/>
              <a:gd name="connsiteX3" fmla="*/ 0 w 5760144"/>
              <a:gd name="connsiteY3" fmla="*/ 2987923 h 2987923"/>
            </a:gdLst>
            <a:ahLst/>
            <a:cxnLst>
              <a:cxn ang="0">
                <a:pos x="connsiteX0" y="connsiteY0"/>
              </a:cxn>
              <a:cxn ang="0">
                <a:pos x="connsiteX1" y="connsiteY1"/>
              </a:cxn>
              <a:cxn ang="0">
                <a:pos x="connsiteX2" y="connsiteY2"/>
              </a:cxn>
              <a:cxn ang="0">
                <a:pos x="connsiteX3" y="connsiteY3"/>
              </a:cxn>
            </a:cxnLst>
            <a:rect l="l" t="t" r="r" b="b"/>
            <a:pathLst>
              <a:path w="5760144" h="2987923">
                <a:moveTo>
                  <a:pt x="0" y="0"/>
                </a:moveTo>
                <a:lnTo>
                  <a:pt x="5760144" y="0"/>
                </a:lnTo>
                <a:lnTo>
                  <a:pt x="5760144" y="2987923"/>
                </a:lnTo>
                <a:lnTo>
                  <a:pt x="0" y="2987923"/>
                </a:lnTo>
                <a:close/>
              </a:path>
            </a:pathLst>
          </a:custGeom>
        </p:spPr>
        <p:txBody>
          <a:bodyPr wrap="square">
            <a:noAutofit/>
          </a:bodyPr>
          <a:lstStyle/>
          <a:p>
            <a:endParaRPr lang="en-US"/>
          </a:p>
        </p:txBody>
      </p:sp>
      <p:sp>
        <p:nvSpPr>
          <p:cNvPr id="15" name="Title 1">
            <a:extLst>
              <a:ext uri="{FF2B5EF4-FFF2-40B4-BE49-F238E27FC236}">
                <a16:creationId xmlns:a16="http://schemas.microsoft.com/office/drawing/2014/main" id="{D4B2516B-035B-439D-AE88-8D9586971D24}"/>
              </a:ext>
            </a:extLst>
          </p:cNvPr>
          <p:cNvSpPr>
            <a:spLocks noGrp="1"/>
          </p:cNvSpPr>
          <p:nvPr>
            <p:ph type="title"/>
          </p:nvPr>
        </p:nvSpPr>
        <p:spPr>
          <a:xfrm>
            <a:off x="407989" y="611977"/>
            <a:ext cx="11376024" cy="584775"/>
          </a:xfrm>
        </p:spPr>
        <p:txBody>
          <a:bodyPr lIns="91440" tIns="45720" rIns="91440" bIns="45720">
            <a:spAutoFit/>
          </a:bodyPr>
          <a:lstStyle>
            <a:lvl1pPr algn="ctr">
              <a:defRPr/>
            </a:lvl1pPr>
          </a:lstStyle>
          <a:p>
            <a:r>
              <a:rPr lang="en-US"/>
              <a:t>Click to edit Master title style</a:t>
            </a:r>
          </a:p>
        </p:txBody>
      </p:sp>
    </p:spTree>
    <p:extLst>
      <p:ext uri="{BB962C8B-B14F-4D97-AF65-F5344CB8AC3E}">
        <p14:creationId xmlns:p14="http://schemas.microsoft.com/office/powerpoint/2010/main" val="8803114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7 slid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0C073CB-F018-4D2F-8DBB-FC18C913FF4D}"/>
              </a:ext>
            </a:extLst>
          </p:cNvPr>
          <p:cNvSpPr/>
          <p:nvPr userDrawn="1"/>
        </p:nvSpPr>
        <p:spPr bwMode="auto">
          <a:xfrm>
            <a:off x="2495600" y="1396511"/>
            <a:ext cx="7128792" cy="4523642"/>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17" name="Picture Placeholder 16">
            <a:extLst>
              <a:ext uri="{FF2B5EF4-FFF2-40B4-BE49-F238E27FC236}">
                <a16:creationId xmlns:a16="http://schemas.microsoft.com/office/drawing/2014/main" id="{02404E28-1B50-452F-99FC-8FC7EBEA2A91}"/>
              </a:ext>
            </a:extLst>
          </p:cNvPr>
          <p:cNvSpPr>
            <a:spLocks noGrp="1"/>
          </p:cNvSpPr>
          <p:nvPr>
            <p:ph type="pic" sz="quarter" idx="13"/>
          </p:nvPr>
        </p:nvSpPr>
        <p:spPr>
          <a:xfrm>
            <a:off x="2788423" y="1498705"/>
            <a:ext cx="6543146" cy="4220186"/>
          </a:xfrm>
          <a:custGeom>
            <a:avLst/>
            <a:gdLst>
              <a:gd name="connsiteX0" fmla="*/ 0 w 6543146"/>
              <a:gd name="connsiteY0" fmla="*/ 0 h 4220186"/>
              <a:gd name="connsiteX1" fmla="*/ 6543146 w 6543146"/>
              <a:gd name="connsiteY1" fmla="*/ 0 h 4220186"/>
              <a:gd name="connsiteX2" fmla="*/ 6543146 w 6543146"/>
              <a:gd name="connsiteY2" fmla="*/ 4220186 h 4220186"/>
              <a:gd name="connsiteX3" fmla="*/ 0 w 6543146"/>
              <a:gd name="connsiteY3" fmla="*/ 4220186 h 4220186"/>
            </a:gdLst>
            <a:ahLst/>
            <a:cxnLst>
              <a:cxn ang="0">
                <a:pos x="connsiteX0" y="connsiteY0"/>
              </a:cxn>
              <a:cxn ang="0">
                <a:pos x="connsiteX1" y="connsiteY1"/>
              </a:cxn>
              <a:cxn ang="0">
                <a:pos x="connsiteX2" y="connsiteY2"/>
              </a:cxn>
              <a:cxn ang="0">
                <a:pos x="connsiteX3" y="connsiteY3"/>
              </a:cxn>
            </a:cxnLst>
            <a:rect l="l" t="t" r="r" b="b"/>
            <a:pathLst>
              <a:path w="6543146" h="4220186">
                <a:moveTo>
                  <a:pt x="0" y="0"/>
                </a:moveTo>
                <a:lnTo>
                  <a:pt x="6543146" y="0"/>
                </a:lnTo>
                <a:lnTo>
                  <a:pt x="6543146" y="4220186"/>
                </a:lnTo>
                <a:lnTo>
                  <a:pt x="0" y="4220186"/>
                </a:lnTo>
                <a:close/>
              </a:path>
            </a:pathLst>
          </a:custGeom>
        </p:spPr>
        <p:txBody>
          <a:bodyPr wrap="square">
            <a:noAutofit/>
          </a:bodyPr>
          <a:lstStyle/>
          <a:p>
            <a:endParaRPr lang="en-US"/>
          </a:p>
        </p:txBody>
      </p:sp>
    </p:spTree>
    <p:extLst>
      <p:ext uri="{BB962C8B-B14F-4D97-AF65-F5344CB8AC3E}">
        <p14:creationId xmlns:p14="http://schemas.microsoft.com/office/powerpoint/2010/main" val="326769920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noChangeAspect="1"/>
          </p:cNvSpPr>
          <p:nvPr>
            <p:ph type="sldNum" sz="quarter" idx="4"/>
          </p:nvPr>
        </p:nvSpPr>
        <p:spPr>
          <a:xfrm flipH="1">
            <a:off x="407988" y="6381328"/>
            <a:ext cx="359420" cy="143296"/>
          </a:xfrm>
          <a:prstGeom prst="parallelogram">
            <a:avLst>
              <a:gd name="adj" fmla="val 51419"/>
            </a:avLst>
          </a:prstGeom>
          <a:solidFill>
            <a:schemeClr val="accent1"/>
          </a:solidFill>
          <a:ln>
            <a:noFill/>
          </a:ln>
        </p:spPr>
        <p:txBody>
          <a:bodyPr vert="horz" wrap="none" lIns="0" tIns="0" rIns="0" bIns="0" rtlCol="0" anchor="ctr" anchorCtr="0"/>
          <a:lstStyle>
            <a:lvl1pPr algn="ctr">
              <a:defRPr sz="600" b="0" cap="all" spc="100" baseline="0">
                <a:solidFill>
                  <a:schemeClr val="accent2"/>
                </a:solidFill>
              </a:defRPr>
            </a:lvl1pPr>
          </a:lstStyle>
          <a:p>
            <a:fld id="{5B16D1FE-3A35-41BA-8EBE-413702045235}" type="slidenum">
              <a:rPr lang="en-US" smtClean="0"/>
              <a:pPr/>
              <a:t>‹#›</a:t>
            </a:fld>
            <a:endParaRPr lang="en-US" dirty="0"/>
          </a:p>
        </p:txBody>
      </p:sp>
      <p:sp>
        <p:nvSpPr>
          <p:cNvPr id="2" name="Title Placeholder 1"/>
          <p:cNvSpPr>
            <a:spLocks noGrp="1"/>
          </p:cNvSpPr>
          <p:nvPr>
            <p:ph type="title"/>
          </p:nvPr>
        </p:nvSpPr>
        <p:spPr>
          <a:xfrm>
            <a:off x="407989" y="548680"/>
            <a:ext cx="11376024" cy="1008112"/>
          </a:xfrm>
          <a:prstGeom prst="rect">
            <a:avLst/>
          </a:prstGeom>
        </p:spPr>
        <p:txBody>
          <a:bodyPr vert="horz" wrap="square"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407988" y="1844823"/>
            <a:ext cx="11376025" cy="4176565"/>
          </a:xfrm>
          <a:prstGeom prst="rect">
            <a:avLst/>
          </a:prstGeom>
        </p:spPr>
        <p:txBody>
          <a:bodyPr vert="horz" wrap="square" lIns="0" tIns="0" rIns="0" bIns="0" rtlCol="0" anchor="t" anchorCtr="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2"/>
          </p:nvPr>
        </p:nvSpPr>
        <p:spPr>
          <a:xfrm>
            <a:off x="911424" y="6381328"/>
            <a:ext cx="1224136" cy="143296"/>
          </a:xfrm>
          <a:prstGeom prst="rect">
            <a:avLst/>
          </a:prstGeom>
        </p:spPr>
        <p:txBody>
          <a:bodyPr vert="horz" wrap="none" lIns="0" tIns="0" rIns="0" bIns="0" rtlCol="0" anchor="ctr" anchorCtr="0">
            <a:noAutofit/>
          </a:bodyPr>
          <a:lstStyle>
            <a:lvl1pPr algn="l">
              <a:defRPr sz="600" b="0" cap="all" spc="200" baseline="0">
                <a:solidFill>
                  <a:schemeClr val="accent2"/>
                </a:solidFill>
              </a:defRPr>
            </a:lvl1pPr>
          </a:lstStyle>
          <a:p>
            <a:fld id="{07146E88-7547-413C-92A8-02673B838C07}" type="datetime3">
              <a:rPr lang="en-US" smtClean="0"/>
              <a:t>1 October 2026</a:t>
            </a:fld>
            <a:endParaRPr lang="en-US" dirty="0"/>
          </a:p>
        </p:txBody>
      </p:sp>
      <p:sp>
        <p:nvSpPr>
          <p:cNvPr id="5" name="Footer Placeholder 4"/>
          <p:cNvSpPr>
            <a:spLocks noGrp="1"/>
          </p:cNvSpPr>
          <p:nvPr>
            <p:ph type="ftr" sz="quarter" idx="3"/>
          </p:nvPr>
        </p:nvSpPr>
        <p:spPr>
          <a:xfrm>
            <a:off x="2279576" y="6381328"/>
            <a:ext cx="7632848" cy="144016"/>
          </a:xfrm>
          <a:prstGeom prst="rect">
            <a:avLst/>
          </a:prstGeom>
        </p:spPr>
        <p:txBody>
          <a:bodyPr vert="horz" wrap="square" lIns="0" tIns="0" rIns="0" bIns="0" rtlCol="0" anchor="ctr" anchorCtr="0">
            <a:noAutofit/>
          </a:bodyPr>
          <a:lstStyle>
            <a:lvl1pPr algn="l">
              <a:defRPr sz="600" b="0" cap="all" spc="200" baseline="0">
                <a:solidFill>
                  <a:schemeClr val="accent2"/>
                </a:solidFill>
              </a:defRPr>
            </a:lvl1pPr>
          </a:lstStyle>
          <a:p>
            <a:endParaRPr lang="en-US" dirty="0"/>
          </a:p>
        </p:txBody>
      </p:sp>
      <p:sp>
        <p:nvSpPr>
          <p:cNvPr id="14" name="(c)" hidden="1"/>
          <p:cNvSpPr txBox="1"/>
          <p:nvPr/>
        </p:nvSpPr>
        <p:spPr>
          <a:xfrm>
            <a:off x="11997738" y="6891795"/>
            <a:ext cx="187552" cy="30778"/>
          </a:xfrm>
          <a:prstGeom prst="rect">
            <a:avLst/>
          </a:prstGeom>
          <a:noFill/>
        </p:spPr>
        <p:txBody>
          <a:bodyPr wrap="none" lIns="0" tIns="0" rIns="0" bIns="0" rtlCol="0">
            <a:spAutoFit/>
          </a:bodyPr>
          <a:lstStyle/>
          <a:p>
            <a:pPr algn="r"/>
            <a:r>
              <a:rPr lang="fi-FI" sz="200" dirty="0">
                <a:solidFill>
                  <a:schemeClr val="bg1"/>
                </a:solidFill>
                <a:latin typeface="+mn-lt"/>
              </a:rPr>
              <a:t>©grow. for</a:t>
            </a:r>
            <a:r>
              <a:rPr lang="fi-FI" sz="200" baseline="0" dirty="0">
                <a:solidFill>
                  <a:schemeClr val="bg1"/>
                </a:solidFill>
                <a:latin typeface="+mn-lt"/>
              </a:rPr>
              <a:t> </a:t>
            </a:r>
            <a:r>
              <a:rPr lang="fi-FI" sz="200" baseline="0" dirty="0" err="1">
                <a:solidFill>
                  <a:schemeClr val="bg1"/>
                </a:solidFill>
                <a:latin typeface="+mn-lt"/>
              </a:rPr>
              <a:t>lamor</a:t>
            </a:r>
            <a:endParaRPr lang="en-GB" sz="200" dirty="0" err="1">
              <a:solidFill>
                <a:schemeClr val="bg1"/>
              </a:solidFill>
              <a:latin typeface="+mn-lt"/>
            </a:endParaRPr>
          </a:p>
        </p:txBody>
      </p:sp>
      <p:pic>
        <p:nvPicPr>
          <p:cNvPr id="15" name="(logo)" descr="Z:\GRW (grow)\logot\copyright_grow.png" hidden="1"/>
          <p:cNvPicPr>
            <a:picLocks noChangeAspect="1" noChangeArrowheads="1"/>
          </p:cNvPicPr>
          <p:nvPr/>
        </p:nvPicPr>
        <p:blipFill>
          <a:blip r:embed="rId74" cstate="email">
            <a:extLst>
              <a:ext uri="{28A0092B-C50C-407E-A947-70E740481C1C}">
                <a14:useLocalDpi xmlns:a14="http://schemas.microsoft.com/office/drawing/2010/main"/>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6">
            <a:extLst>
              <a:ext uri="{FF2B5EF4-FFF2-40B4-BE49-F238E27FC236}">
                <a16:creationId xmlns:a16="http://schemas.microsoft.com/office/drawing/2014/main" id="{E86E414C-BDA4-6235-036B-2F3BB126709C}"/>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48088419"/>
      </p:ext>
    </p:extLst>
  </p:cSld>
  <p:clrMap bg1="lt1" tx1="dk1" bg2="lt2" tx2="dk2" accent1="accent1" accent2="accent2" accent3="accent3" accent4="accent4" accent5="accent5" accent6="accent6" hlink="hlink" folHlink="folHlink"/>
  <p:sldLayoutIdLst>
    <p:sldLayoutId id="2147483743" r:id="rId1"/>
    <p:sldLayoutId id="2147483742" r:id="rId2"/>
    <p:sldLayoutId id="2147483762" r:id="rId3"/>
    <p:sldLayoutId id="2147483760" r:id="rId4"/>
    <p:sldLayoutId id="2147483759" r:id="rId5"/>
    <p:sldLayoutId id="2147483747" r:id="rId6"/>
    <p:sldLayoutId id="2147483709" r:id="rId7"/>
    <p:sldLayoutId id="2147483763" r:id="rId8"/>
    <p:sldLayoutId id="2147483746" r:id="rId9"/>
    <p:sldLayoutId id="2147483735" r:id="rId10"/>
    <p:sldLayoutId id="2147483764" r:id="rId11"/>
    <p:sldLayoutId id="2147483650" r:id="rId12"/>
    <p:sldLayoutId id="2147483706" r:id="rId13"/>
    <p:sldLayoutId id="2147483755" r:id="rId14"/>
    <p:sldLayoutId id="2147483769" r:id="rId15"/>
    <p:sldLayoutId id="2147483750" r:id="rId16"/>
    <p:sldLayoutId id="2147483663" r:id="rId17"/>
    <p:sldLayoutId id="2147483765" r:id="rId18"/>
    <p:sldLayoutId id="2147483761" r:id="rId19"/>
    <p:sldLayoutId id="2147483753" r:id="rId20"/>
    <p:sldLayoutId id="2147483752" r:id="rId21"/>
    <p:sldLayoutId id="2147483713" r:id="rId22"/>
    <p:sldLayoutId id="2147483652" r:id="rId23"/>
    <p:sldLayoutId id="2147483741" r:id="rId24"/>
    <p:sldLayoutId id="2147483771" r:id="rId25"/>
    <p:sldLayoutId id="2147483710" r:id="rId26"/>
    <p:sldLayoutId id="2147483711" r:id="rId27"/>
    <p:sldLayoutId id="2147483712" r:id="rId28"/>
    <p:sldLayoutId id="2147483700" r:id="rId29"/>
    <p:sldLayoutId id="2147483701" r:id="rId30"/>
    <p:sldLayoutId id="2147483728" r:id="rId31"/>
    <p:sldLayoutId id="2147483744" r:id="rId32"/>
    <p:sldLayoutId id="2147483703" r:id="rId33"/>
    <p:sldLayoutId id="2147483720" r:id="rId34"/>
    <p:sldLayoutId id="2147483704" r:id="rId35"/>
    <p:sldLayoutId id="2147483705" r:id="rId36"/>
    <p:sldLayoutId id="2147483721" r:id="rId37"/>
    <p:sldLayoutId id="2147483722" r:id="rId38"/>
    <p:sldLayoutId id="2147483723" r:id="rId39"/>
    <p:sldLayoutId id="2147483725" r:id="rId40"/>
    <p:sldLayoutId id="2147483724" r:id="rId41"/>
    <p:sldLayoutId id="2147483727" r:id="rId42"/>
    <p:sldLayoutId id="2147483726" r:id="rId43"/>
    <p:sldLayoutId id="2147483756" r:id="rId44"/>
    <p:sldLayoutId id="2147483770" r:id="rId45"/>
    <p:sldLayoutId id="2147483714" r:id="rId46"/>
    <p:sldLayoutId id="2147483773" r:id="rId47"/>
    <p:sldLayoutId id="2147483754" r:id="rId48"/>
    <p:sldLayoutId id="2147483732" r:id="rId49"/>
    <p:sldLayoutId id="2147483731" r:id="rId50"/>
    <p:sldLayoutId id="2147483766" r:id="rId51"/>
    <p:sldLayoutId id="2147483757" r:id="rId52"/>
    <p:sldLayoutId id="2147483758" r:id="rId53"/>
    <p:sldLayoutId id="2147483767" r:id="rId54"/>
    <p:sldLayoutId id="2147483715" r:id="rId55"/>
    <p:sldLayoutId id="2147483716" r:id="rId56"/>
    <p:sldLayoutId id="2147483768" r:id="rId57"/>
    <p:sldLayoutId id="2147483772" r:id="rId58"/>
    <p:sldLayoutId id="2147483774" r:id="rId59"/>
    <p:sldLayoutId id="2147483775" r:id="rId60"/>
    <p:sldLayoutId id="2147483776" r:id="rId61"/>
    <p:sldLayoutId id="2147483777" r:id="rId62"/>
    <p:sldLayoutId id="2147483778" r:id="rId63"/>
    <p:sldLayoutId id="2147483779" r:id="rId64"/>
    <p:sldLayoutId id="2147483780" r:id="rId65"/>
    <p:sldLayoutId id="2147483781" r:id="rId66"/>
    <p:sldLayoutId id="2147483784" r:id="rId67"/>
    <p:sldLayoutId id="2147483785" r:id="rId68"/>
    <p:sldLayoutId id="2147483786" r:id="rId69"/>
    <p:sldLayoutId id="2147483787" r:id="rId70"/>
    <p:sldLayoutId id="2147483788" r:id="rId71"/>
    <p:sldLayoutId id="2147483789" r:id="rId72"/>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p:txStyles>
    <p:title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p:titleStyle>
    <p:body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46.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6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6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64.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65.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6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5.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66.xml"/><Relationship Id="rId4" Type="http://schemas.openxmlformats.org/officeDocument/2006/relationships/image" Target="../media/image25.jpeg"/></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37.xml"/><Relationship Id="rId5" Type="http://schemas.openxmlformats.org/officeDocument/2006/relationships/image" Target="../media/image28.jpeg"/><Relationship Id="rId4" Type="http://schemas.openxmlformats.org/officeDocument/2006/relationships/image" Target="../media/image27.jpeg"/></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5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0.xml"/><Relationship Id="rId4" Type="http://schemas.openxmlformats.org/officeDocument/2006/relationships/image" Target="../media/image31.jpeg"/></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60.xml"/><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2.xml"/><Relationship Id="rId1" Type="http://schemas.openxmlformats.org/officeDocument/2006/relationships/slideLayout" Target="../slideLayouts/slideLayout60.xml"/><Relationship Id="rId4" Type="http://schemas.openxmlformats.org/officeDocument/2006/relationships/image" Target="../media/image35.jpe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60.xml"/><Relationship Id="rId4" Type="http://schemas.openxmlformats.org/officeDocument/2006/relationships/image" Target="../media/image37.jpeg"/></Relationships>
</file>

<file path=ppt/slides/_rels/slide2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4.xml"/><Relationship Id="rId1" Type="http://schemas.openxmlformats.org/officeDocument/2006/relationships/slideLayout" Target="../slideLayouts/slideLayout60.xml"/><Relationship Id="rId4" Type="http://schemas.openxmlformats.org/officeDocument/2006/relationships/image" Target="../media/image39.jpeg"/></Relationships>
</file>

<file path=ppt/slides/_rels/slide2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6.xml"/><Relationship Id="rId1" Type="http://schemas.openxmlformats.org/officeDocument/2006/relationships/slideLayout" Target="../slideLayouts/slideLayout37.xml"/><Relationship Id="rId5" Type="http://schemas.openxmlformats.org/officeDocument/2006/relationships/image" Target="../media/image43.jpeg"/><Relationship Id="rId4" Type="http://schemas.openxmlformats.org/officeDocument/2006/relationships/image" Target="../media/image42.jpeg"/></Relationships>
</file>

<file path=ppt/slides/_rels/slide27.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7.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28.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53.xml"/></Relationships>
</file>

<file path=ppt/slides/_rels/slide3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67.xml"/><Relationship Id="rId6" Type="http://schemas.openxmlformats.org/officeDocument/2006/relationships/image" Target="../media/image50.jpeg"/><Relationship Id="rId5" Type="http://schemas.openxmlformats.org/officeDocument/2006/relationships/image" Target="../media/image49.png"/><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68.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4.xml"/><Relationship Id="rId1" Type="http://schemas.openxmlformats.org/officeDocument/2006/relationships/slideLayout" Target="../slideLayouts/slideLayout69.xml"/><Relationship Id="rId6" Type="http://schemas.openxmlformats.org/officeDocument/2006/relationships/image" Target="../media/image59.jpeg"/><Relationship Id="rId5" Type="http://schemas.openxmlformats.org/officeDocument/2006/relationships/image" Target="../media/image58.jpeg"/><Relationship Id="rId4" Type="http://schemas.openxmlformats.org/officeDocument/2006/relationships/image" Target="../media/image57.jpeg"/></Relationships>
</file>

<file path=ppt/slides/_rels/slide35.xml.rels><?xml version="1.0" encoding="UTF-8" standalone="yes"?>
<Relationships xmlns="http://schemas.openxmlformats.org/package/2006/relationships"><Relationship Id="rId3" Type="http://schemas.openxmlformats.org/officeDocument/2006/relationships/image" Target="../media/image60.jpg"/><Relationship Id="rId7" Type="http://schemas.openxmlformats.org/officeDocument/2006/relationships/image" Target="../media/image64.png"/><Relationship Id="rId2" Type="http://schemas.openxmlformats.org/officeDocument/2006/relationships/notesSlide" Target="../notesSlides/notesSlide35.xml"/><Relationship Id="rId1" Type="http://schemas.openxmlformats.org/officeDocument/2006/relationships/slideLayout" Target="../slideLayouts/slideLayout70.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71.xml"/><Relationship Id="rId4" Type="http://schemas.openxmlformats.org/officeDocument/2006/relationships/image" Target="../media/image66.gif"/></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72.xml"/></Relationships>
</file>

<file path=ppt/slides/_rels/slide3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hyperlink" Target="https://vimeo.com/97120695?fl=pl&amp;fe=cm"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11" name="Rectangle 10">
            <a:extLst>
              <a:ext uri="{FF2B5EF4-FFF2-40B4-BE49-F238E27FC236}">
                <a16:creationId xmlns:a16="http://schemas.microsoft.com/office/drawing/2014/main" id="{7F15F2E0-2963-48E0-84B6-539D34E4EDC2}"/>
              </a:ext>
            </a:extLst>
          </p:cNvPr>
          <p:cNvSpPr/>
          <p:nvPr/>
        </p:nvSpPr>
        <p:spPr bwMode="auto">
          <a:xfrm>
            <a:off x="0" y="2204864"/>
            <a:ext cx="7608168" cy="2448272"/>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A165B7CF-2C43-4EB0-96BD-4AED632DDBE7}"/>
              </a:ext>
            </a:extLst>
          </p:cNvPr>
          <p:cNvSpPr/>
          <p:nvPr/>
        </p:nvSpPr>
        <p:spPr bwMode="auto">
          <a:xfrm>
            <a:off x="0" y="2204864"/>
            <a:ext cx="70338" cy="2448272"/>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42" name="Google Shape;542;p1"/>
          <p:cNvSpPr txBox="1">
            <a:spLocks noGrp="1"/>
          </p:cNvSpPr>
          <p:nvPr>
            <p:ph type="title"/>
          </p:nvPr>
        </p:nvSpPr>
        <p:spPr>
          <a:xfrm>
            <a:off x="357188" y="3090446"/>
            <a:ext cx="5884498" cy="1354217"/>
          </a:xfrm>
          <a:prstGeom prst="rect">
            <a:avLst/>
          </a:prstGeom>
          <a:noFill/>
          <a:ln>
            <a:noFill/>
          </a:ln>
        </p:spPr>
        <p:txBody>
          <a:bodyPr spcFirstLastPara="1" vert="horz" wrap="square" lIns="0" tIns="0" rIns="0" bIns="0" rtlCol="0" anchor="b" anchorCtr="0">
            <a:spAutoFit/>
          </a:bodyPr>
          <a:lstStyle/>
          <a:p>
            <a:pPr>
              <a:buSzPts val="4100"/>
            </a:pPr>
            <a:r>
              <a:rPr lang="en-US" sz="4400" dirty="0"/>
              <a:t>Response Strategies - Shoreline</a:t>
            </a:r>
            <a:endParaRPr lang="en-GB" sz="4400" dirty="0"/>
          </a:p>
        </p:txBody>
      </p:sp>
      <p:sp>
        <p:nvSpPr>
          <p:cNvPr id="2" name="Date Placeholder 1">
            <a:extLst>
              <a:ext uri="{FF2B5EF4-FFF2-40B4-BE49-F238E27FC236}">
                <a16:creationId xmlns:a16="http://schemas.microsoft.com/office/drawing/2014/main" id="{6A881D27-3F5D-46AF-AAB5-2D935C3ED929}"/>
              </a:ext>
            </a:extLst>
          </p:cNvPr>
          <p:cNvSpPr>
            <a:spLocks noGrp="1"/>
          </p:cNvSpPr>
          <p:nvPr>
            <p:ph type="dt" sz="half" idx="10"/>
          </p:nvPr>
        </p:nvSpPr>
        <p:spPr/>
        <p:txBody>
          <a:bodyPr/>
          <a:lstStyle/>
          <a:p>
            <a:fld id="{4E46879C-B25F-4659-9485-59995558FAD7}" type="datetime1">
              <a:rPr lang="en-US" smtClean="0"/>
              <a:t>10/1/26</a:t>
            </a:fld>
            <a:endParaRPr lang="en-US"/>
          </a:p>
        </p:txBody>
      </p:sp>
      <p:sp>
        <p:nvSpPr>
          <p:cNvPr id="4" name="Slide Number Placeholder 3">
            <a:extLst>
              <a:ext uri="{FF2B5EF4-FFF2-40B4-BE49-F238E27FC236}">
                <a16:creationId xmlns:a16="http://schemas.microsoft.com/office/drawing/2014/main" id="{9C2D7035-5F43-44AB-A98A-E793E65488C7}"/>
              </a:ext>
            </a:extLst>
          </p:cNvPr>
          <p:cNvSpPr>
            <a:spLocks noGrp="1"/>
          </p:cNvSpPr>
          <p:nvPr>
            <p:ph type="sldNum" sz="quarter" idx="4"/>
          </p:nvPr>
        </p:nvSpPr>
        <p:spPr>
          <a:xfrm flipH="1">
            <a:off x="407988" y="6381328"/>
            <a:ext cx="359420" cy="143296"/>
          </a:xfrm>
          <a:prstGeom prst="parallelogram">
            <a:avLst>
              <a:gd name="adj" fmla="val 51419"/>
            </a:avLst>
          </a:prstGeom>
          <a:solidFill>
            <a:schemeClr val="accent1"/>
          </a:solidFill>
          <a:ln>
            <a:noFill/>
          </a:ln>
        </p:spPr>
        <p:txBody>
          <a:bodyPr vert="horz" wrap="none" lIns="0" tIns="0" rIns="0" bIns="0" rtlCol="0" anchor="ctr" anchorCtr="0"/>
          <a:lstStyle>
            <a:defPPr>
              <a:defRPr lang="fi-FI"/>
            </a:defPPr>
            <a:lvl1pPr marL="0" algn="ctr" defTabSz="914400" rtl="0" eaLnBrk="1" latinLnBrk="0" hangingPunct="1">
              <a:defRPr sz="600" b="0" kern="1200" cap="all" spc="100" baseline="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B16D1FE-3A35-41BA-8EBE-413702045235}" type="slidenum">
              <a:rPr lang="en-US" smtClean="0"/>
              <a:pPr/>
              <a:t>1</a:t>
            </a:fld>
            <a:endParaRPr lang="en-US" dirty="0"/>
          </a:p>
        </p:txBody>
      </p:sp>
      <p:pic>
        <p:nvPicPr>
          <p:cNvPr id="8" name="Picture Placeholder 7">
            <a:extLst>
              <a:ext uri="{FF2B5EF4-FFF2-40B4-BE49-F238E27FC236}">
                <a16:creationId xmlns:a16="http://schemas.microsoft.com/office/drawing/2014/main" id="{D9481CE9-9C03-4774-B2C1-8B85C478E0AD}"/>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5879976" y="0"/>
            <a:ext cx="6312024" cy="6858000"/>
          </a:xfr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2079F81-DFC3-4091-9A84-88CAEDBC8BE9}"/>
              </a:ext>
            </a:extLst>
          </p:cNvPr>
          <p:cNvSpPr/>
          <p:nvPr/>
        </p:nvSpPr>
        <p:spPr bwMode="auto">
          <a:xfrm>
            <a:off x="0" y="22078"/>
            <a:ext cx="9912424" cy="6858000"/>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 name="Text Placeholder 5">
            <a:extLst>
              <a:ext uri="{FF2B5EF4-FFF2-40B4-BE49-F238E27FC236}">
                <a16:creationId xmlns:a16="http://schemas.microsoft.com/office/drawing/2014/main" id="{83612422-C49A-15AA-9B4A-92F9E5AFC824}"/>
              </a:ext>
            </a:extLst>
          </p:cNvPr>
          <p:cNvSpPr>
            <a:spLocks noGrp="1"/>
          </p:cNvSpPr>
          <p:nvPr>
            <p:ph type="body" sz="quarter" idx="13"/>
          </p:nvPr>
        </p:nvSpPr>
        <p:spPr>
          <a:xfrm>
            <a:off x="1374504" y="3451078"/>
            <a:ext cx="5895398" cy="301878"/>
          </a:xfrm>
        </p:spPr>
        <p:txBody>
          <a:bodyPr wrap="square">
            <a:spAutoFit/>
          </a:bodyPr>
          <a:lstStyle/>
          <a:p>
            <a:pPr>
              <a:lnSpc>
                <a:spcPct val="120000"/>
              </a:lnSpc>
            </a:pPr>
            <a:r>
              <a:rPr lang="en-US" dirty="0">
                <a:solidFill>
                  <a:schemeClr val="bg1"/>
                </a:solidFill>
                <a:sym typeface="Arial" charset="0"/>
              </a:rPr>
              <a:t>To understand the phases in shoreline clean up</a:t>
            </a:r>
          </a:p>
        </p:txBody>
      </p:sp>
      <p:sp>
        <p:nvSpPr>
          <p:cNvPr id="2" name="Title 1">
            <a:extLst>
              <a:ext uri="{FF2B5EF4-FFF2-40B4-BE49-F238E27FC236}">
                <a16:creationId xmlns:a16="http://schemas.microsoft.com/office/drawing/2014/main" id="{2FF38180-D45B-F132-130A-0596A1A770C4}"/>
              </a:ext>
            </a:extLst>
          </p:cNvPr>
          <p:cNvSpPr>
            <a:spLocks noGrp="1"/>
          </p:cNvSpPr>
          <p:nvPr>
            <p:ph type="title"/>
          </p:nvPr>
        </p:nvSpPr>
        <p:spPr>
          <a:xfrm>
            <a:off x="655043" y="1340768"/>
            <a:ext cx="5985131" cy="984885"/>
          </a:xfrm>
        </p:spPr>
        <p:txBody>
          <a:bodyPr wrap="square">
            <a:spAutoFit/>
          </a:bodyPr>
          <a:lstStyle/>
          <a:p>
            <a:r>
              <a:rPr lang="en-US" sz="3200" dirty="0">
                <a:solidFill>
                  <a:schemeClr val="bg1"/>
                </a:solidFill>
              </a:rPr>
              <a:t>Response Strategies - Shoreline</a:t>
            </a:r>
            <a:endParaRPr lang="en-GB" dirty="0">
              <a:solidFill>
                <a:schemeClr val="bg1"/>
              </a:solidFill>
            </a:endParaRPr>
          </a:p>
        </p:txBody>
      </p:sp>
      <p:sp>
        <p:nvSpPr>
          <p:cNvPr id="3" name="Date Placeholder 2">
            <a:extLst>
              <a:ext uri="{FF2B5EF4-FFF2-40B4-BE49-F238E27FC236}">
                <a16:creationId xmlns:a16="http://schemas.microsoft.com/office/drawing/2014/main" id="{EDEFCC5D-E676-754E-1FC6-3D3E83A383D2}"/>
              </a:ext>
            </a:extLst>
          </p:cNvPr>
          <p:cNvSpPr>
            <a:spLocks noGrp="1"/>
          </p:cNvSpPr>
          <p:nvPr>
            <p:ph type="dt" sz="half" idx="10"/>
          </p:nvPr>
        </p:nvSpPr>
        <p:spPr/>
        <p:txBody>
          <a:bodyPr/>
          <a:lstStyle/>
          <a:p>
            <a:fld id="{4B4AB33C-F404-4E9E-9934-7B13E50FD195}" type="datetime1">
              <a:rPr lang="en-US" smtClean="0">
                <a:solidFill>
                  <a:schemeClr val="bg1"/>
                </a:solidFill>
              </a:rPr>
              <a:t>10/1/26</a:t>
            </a:fld>
            <a:endParaRPr lang="en-US" dirty="0">
              <a:solidFill>
                <a:schemeClr val="bg1"/>
              </a:solidFill>
            </a:endParaRPr>
          </a:p>
        </p:txBody>
      </p:sp>
      <p:sp>
        <p:nvSpPr>
          <p:cNvPr id="5" name="Slide Number Placeholder 4">
            <a:extLst>
              <a:ext uri="{FF2B5EF4-FFF2-40B4-BE49-F238E27FC236}">
                <a16:creationId xmlns:a16="http://schemas.microsoft.com/office/drawing/2014/main" id="{84423494-B9BD-A765-E194-4C79CDF1CF7D}"/>
              </a:ext>
            </a:extLst>
          </p:cNvPr>
          <p:cNvSpPr>
            <a:spLocks noGrp="1"/>
          </p:cNvSpPr>
          <p:nvPr>
            <p:ph type="sldNum" sz="quarter" idx="12"/>
          </p:nvPr>
        </p:nvSpPr>
        <p:spPr/>
        <p:txBody>
          <a:bodyPr/>
          <a:lstStyle/>
          <a:p>
            <a:fld id="{5B16D1FE-3A35-41BA-8EBE-413702045235}" type="slidenum">
              <a:rPr lang="en-US" smtClean="0"/>
              <a:pPr/>
              <a:t>2</a:t>
            </a:fld>
            <a:endParaRPr lang="en-US" dirty="0"/>
          </a:p>
        </p:txBody>
      </p:sp>
      <p:sp>
        <p:nvSpPr>
          <p:cNvPr id="8" name="Text Placeholder 7">
            <a:extLst>
              <a:ext uri="{FF2B5EF4-FFF2-40B4-BE49-F238E27FC236}">
                <a16:creationId xmlns:a16="http://schemas.microsoft.com/office/drawing/2014/main" id="{E46C2235-417A-F054-BCC5-A37210CE6A17}"/>
              </a:ext>
            </a:extLst>
          </p:cNvPr>
          <p:cNvSpPr>
            <a:spLocks noGrp="1"/>
          </p:cNvSpPr>
          <p:nvPr>
            <p:ph type="body" sz="quarter" idx="15"/>
          </p:nvPr>
        </p:nvSpPr>
        <p:spPr>
          <a:xfrm>
            <a:off x="631032" y="4329159"/>
            <a:ext cx="432000" cy="432000"/>
          </a:xfrm>
          <a:ln>
            <a:solidFill>
              <a:schemeClr val="bg1"/>
            </a:solidFill>
          </a:ln>
        </p:spPr>
        <p:txBody>
          <a:bodyPr/>
          <a:lstStyle/>
          <a:p>
            <a:r>
              <a:rPr lang="en-GB" dirty="0">
                <a:solidFill>
                  <a:schemeClr val="bg1"/>
                </a:solidFill>
              </a:rPr>
              <a:t>2</a:t>
            </a:r>
          </a:p>
        </p:txBody>
      </p:sp>
      <p:sp>
        <p:nvSpPr>
          <p:cNvPr id="9" name="Text Placeholder 8">
            <a:extLst>
              <a:ext uri="{FF2B5EF4-FFF2-40B4-BE49-F238E27FC236}">
                <a16:creationId xmlns:a16="http://schemas.microsoft.com/office/drawing/2014/main" id="{AA59FF4E-0DBC-6FA7-0CE5-000B3C392CE2}"/>
              </a:ext>
            </a:extLst>
          </p:cNvPr>
          <p:cNvSpPr>
            <a:spLocks noGrp="1"/>
          </p:cNvSpPr>
          <p:nvPr>
            <p:ph type="body" sz="quarter" idx="16"/>
          </p:nvPr>
        </p:nvSpPr>
        <p:spPr>
          <a:xfrm>
            <a:off x="551384" y="5200118"/>
            <a:ext cx="432000" cy="432000"/>
          </a:xfrm>
          <a:ln>
            <a:solidFill>
              <a:schemeClr val="bg1"/>
            </a:solidFill>
          </a:ln>
        </p:spPr>
        <p:txBody>
          <a:bodyPr/>
          <a:lstStyle/>
          <a:p>
            <a:r>
              <a:rPr lang="en-GB" dirty="0">
                <a:solidFill>
                  <a:schemeClr val="bg1"/>
                </a:solidFill>
              </a:rPr>
              <a:t>3</a:t>
            </a:r>
          </a:p>
        </p:txBody>
      </p:sp>
      <p:sp>
        <p:nvSpPr>
          <p:cNvPr id="12" name="Text Placeholder 11">
            <a:extLst>
              <a:ext uri="{FF2B5EF4-FFF2-40B4-BE49-F238E27FC236}">
                <a16:creationId xmlns:a16="http://schemas.microsoft.com/office/drawing/2014/main" id="{F7D4A129-BC27-BFFC-EA57-B8FDDCBFA0FD}"/>
              </a:ext>
            </a:extLst>
          </p:cNvPr>
          <p:cNvSpPr>
            <a:spLocks noGrp="1"/>
          </p:cNvSpPr>
          <p:nvPr>
            <p:ph type="body" sz="quarter" idx="19"/>
          </p:nvPr>
        </p:nvSpPr>
        <p:spPr>
          <a:xfrm>
            <a:off x="1374504" y="4394220"/>
            <a:ext cx="6768752" cy="301878"/>
          </a:xfrm>
        </p:spPr>
        <p:txBody>
          <a:bodyPr wrap="square">
            <a:spAutoFit/>
          </a:bodyPr>
          <a:lstStyle/>
          <a:p>
            <a:pPr>
              <a:lnSpc>
                <a:spcPct val="120000"/>
              </a:lnSpc>
            </a:pPr>
            <a:r>
              <a:rPr lang="en-US" dirty="0">
                <a:solidFill>
                  <a:schemeClr val="bg1"/>
                </a:solidFill>
                <a:sym typeface="Arial" charset="0"/>
              </a:rPr>
              <a:t>List the different shoreline types</a:t>
            </a:r>
          </a:p>
        </p:txBody>
      </p:sp>
      <p:sp>
        <p:nvSpPr>
          <p:cNvPr id="13" name="Text Placeholder 12">
            <a:extLst>
              <a:ext uri="{FF2B5EF4-FFF2-40B4-BE49-F238E27FC236}">
                <a16:creationId xmlns:a16="http://schemas.microsoft.com/office/drawing/2014/main" id="{AA524D6C-3B2C-E5AF-7E54-EC2F866458FD}"/>
              </a:ext>
            </a:extLst>
          </p:cNvPr>
          <p:cNvSpPr>
            <a:spLocks noGrp="1"/>
          </p:cNvSpPr>
          <p:nvPr>
            <p:ph type="body" sz="quarter" idx="20"/>
          </p:nvPr>
        </p:nvSpPr>
        <p:spPr>
          <a:xfrm>
            <a:off x="1285970" y="5277618"/>
            <a:ext cx="7537448" cy="276999"/>
          </a:xfrm>
        </p:spPr>
        <p:txBody>
          <a:bodyPr wrap="square">
            <a:spAutoFit/>
          </a:bodyPr>
          <a:lstStyle/>
          <a:p>
            <a:r>
              <a:rPr lang="en-GB" sz="1800" b="0" i="0" u="none" strike="noStrike" dirty="0">
                <a:solidFill>
                  <a:srgbClr val="E6EBEF"/>
                </a:solidFill>
                <a:effectLst/>
              </a:rPr>
              <a:t>Understand what is included within the shoreline site setup</a:t>
            </a:r>
            <a:r>
              <a:rPr lang="en-GB" dirty="0">
                <a:solidFill>
                  <a:srgbClr val="E6EBEF"/>
                </a:solidFill>
              </a:rPr>
              <a:t> </a:t>
            </a:r>
          </a:p>
        </p:txBody>
      </p:sp>
      <p:sp>
        <p:nvSpPr>
          <p:cNvPr id="7" name="Text Placeholder 6">
            <a:extLst>
              <a:ext uri="{FF2B5EF4-FFF2-40B4-BE49-F238E27FC236}">
                <a16:creationId xmlns:a16="http://schemas.microsoft.com/office/drawing/2014/main" id="{5C2901CA-A2E8-F85B-662A-C5D9E9F97C7F}"/>
              </a:ext>
            </a:extLst>
          </p:cNvPr>
          <p:cNvSpPr>
            <a:spLocks noGrp="1"/>
          </p:cNvSpPr>
          <p:nvPr>
            <p:ph type="body" sz="quarter" idx="14"/>
          </p:nvPr>
        </p:nvSpPr>
        <p:spPr>
          <a:xfrm>
            <a:off x="631032" y="3386017"/>
            <a:ext cx="432000" cy="432000"/>
          </a:xfrm>
          <a:ln>
            <a:solidFill>
              <a:schemeClr val="bg1"/>
            </a:solidFill>
          </a:ln>
        </p:spPr>
        <p:txBody>
          <a:bodyPr/>
          <a:lstStyle/>
          <a:p>
            <a:r>
              <a:rPr lang="en-GB" dirty="0">
                <a:solidFill>
                  <a:schemeClr val="bg1"/>
                </a:solidFill>
              </a:rPr>
              <a:t>1</a:t>
            </a:r>
          </a:p>
        </p:txBody>
      </p:sp>
      <p:pic>
        <p:nvPicPr>
          <p:cNvPr id="19" name="Picture 18" descr="A blue letter on a black background&#10;&#10;Description automatically generated">
            <a:extLst>
              <a:ext uri="{FF2B5EF4-FFF2-40B4-BE49-F238E27FC236}">
                <a16:creationId xmlns:a16="http://schemas.microsoft.com/office/drawing/2014/main" id="{75B3B56A-3C7C-B1FD-F89E-7D77D97DAF9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83549" y="6225979"/>
            <a:ext cx="1194054" cy="310698"/>
          </a:xfrm>
          <a:prstGeom prst="rect">
            <a:avLst/>
          </a:prstGeom>
        </p:spPr>
      </p:pic>
      <p:sp>
        <p:nvSpPr>
          <p:cNvPr id="18" name="Google Shape;571;p16">
            <a:extLst>
              <a:ext uri="{FF2B5EF4-FFF2-40B4-BE49-F238E27FC236}">
                <a16:creationId xmlns:a16="http://schemas.microsoft.com/office/drawing/2014/main" id="{A00FA8F2-1191-43A0-9103-B5E40C6BB19B}"/>
              </a:ext>
            </a:extLst>
          </p:cNvPr>
          <p:cNvSpPr txBox="1">
            <a:spLocks/>
          </p:cNvSpPr>
          <p:nvPr/>
        </p:nvSpPr>
        <p:spPr>
          <a:xfrm>
            <a:off x="655044" y="2654555"/>
            <a:ext cx="3383755" cy="369332"/>
          </a:xfrm>
          <a:prstGeom prst="rect">
            <a:avLst/>
          </a:prstGeom>
          <a:noFill/>
          <a:ln>
            <a:noFill/>
          </a:ln>
        </p:spPr>
        <p:txBody>
          <a:bodyPr spcFirstLastPara="1" vert="horz" wrap="square" lIns="0" tIns="0" rIns="0" bIns="0" rtlCol="0" anchor="t" anchorCtr="0">
            <a:spAutoFit/>
          </a:bodyPr>
          <a:lstStyle>
            <a:lvl1pPr marL="0" indent="0" algn="l" defTabSz="914400" rtl="0" eaLnBrk="1" latinLnBrk="0" hangingPunct="1">
              <a:lnSpc>
                <a:spcPct val="100000"/>
              </a:lnSpc>
              <a:spcBef>
                <a:spcPts val="200"/>
              </a:spcBef>
              <a:buFontTx/>
              <a:buNone/>
              <a:defRPr sz="1800" b="0" kern="1200">
                <a:solidFill>
                  <a:schemeClr val="bg1"/>
                </a:solidFill>
                <a:latin typeface="+mn-lt"/>
                <a:ea typeface="+mn-ea"/>
                <a:cs typeface="+mn-cs"/>
              </a:defRPr>
            </a:lvl1pPr>
            <a:lvl2pPr marL="457200" indent="0" algn="ctr" defTabSz="914400" rtl="0" eaLnBrk="1" latinLnBrk="0" hangingPunct="1">
              <a:lnSpc>
                <a:spcPct val="120000"/>
              </a:lnSpc>
              <a:spcBef>
                <a:spcPts val="600"/>
              </a:spcBef>
              <a:buFont typeface="Arial" panose="020B0604020202020204" pitchFamily="34" charset="0"/>
              <a:buNone/>
              <a:defRPr sz="2000" kern="1200">
                <a:solidFill>
                  <a:schemeClr val="accent2"/>
                </a:solidFill>
                <a:latin typeface="+mn-lt"/>
                <a:ea typeface="+mn-ea"/>
                <a:cs typeface="+mn-cs"/>
              </a:defRPr>
            </a:lvl2pPr>
            <a:lvl3pPr marL="914400" indent="0" algn="ctr" defTabSz="914400" rtl="0" eaLnBrk="1" latinLnBrk="0" hangingPunct="1">
              <a:lnSpc>
                <a:spcPct val="120000"/>
              </a:lnSpc>
              <a:spcBef>
                <a:spcPts val="600"/>
              </a:spcBef>
              <a:buFont typeface="Arial" panose="020B0604020202020204" pitchFamily="34" charset="0"/>
              <a:buNone/>
              <a:defRPr sz="1800" kern="1200">
                <a:solidFill>
                  <a:schemeClr val="accent2"/>
                </a:solidFill>
                <a:latin typeface="+mn-lt"/>
                <a:ea typeface="+mn-ea"/>
                <a:cs typeface="+mn-cs"/>
              </a:defRPr>
            </a:lvl3pPr>
            <a:lvl4pPr marL="1371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4pPr>
            <a:lvl5pPr marL="18288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5pPr>
            <a:lvl6pPr marL="22860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6pPr>
            <a:lvl7pPr marL="27432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7pPr>
            <a:lvl8pPr marL="32004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8pPr>
            <a:lvl9pPr marL="3657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9pPr>
          </a:lstStyle>
          <a:p>
            <a:pPr>
              <a:spcBef>
                <a:spcPts val="0"/>
              </a:spcBef>
              <a:buSzPts val="1300"/>
            </a:pPr>
            <a:r>
              <a:rPr lang="en-US" sz="2400" dirty="0"/>
              <a:t>Objectives</a:t>
            </a:r>
          </a:p>
        </p:txBody>
      </p:sp>
      <p:sp>
        <p:nvSpPr>
          <p:cNvPr id="32" name="Freeform 6">
            <a:extLst>
              <a:ext uri="{FF2B5EF4-FFF2-40B4-BE49-F238E27FC236}">
                <a16:creationId xmlns:a16="http://schemas.microsoft.com/office/drawing/2014/main" id="{E31F715C-2579-443E-A185-5652143C5C1A}"/>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pic>
        <p:nvPicPr>
          <p:cNvPr id="21" name="Picture Placeholder 20">
            <a:extLst>
              <a:ext uri="{FF2B5EF4-FFF2-40B4-BE49-F238E27FC236}">
                <a16:creationId xmlns:a16="http://schemas.microsoft.com/office/drawing/2014/main" id="{8528408A-2873-4CAD-8B1A-B2DA1A51A02A}"/>
              </a:ext>
            </a:extLst>
          </p:cNvPr>
          <p:cNvPicPr>
            <a:picLocks noGrp="1" noChangeAspect="1"/>
          </p:cNvPicPr>
          <p:nvPr>
            <p:ph type="pic" sz="quarter" idx="23"/>
          </p:nvPr>
        </p:nvPicPr>
        <p:blipFill rotWithShape="1">
          <a:blip r:embed="rId4" cstate="email">
            <a:extLst>
              <a:ext uri="{28A0092B-C50C-407E-A947-70E740481C1C}">
                <a14:useLocalDpi xmlns:a14="http://schemas.microsoft.com/office/drawing/2010/main"/>
              </a:ext>
            </a:extLst>
          </a:blip>
          <a:srcRect b="-631"/>
          <a:stretch/>
        </p:blipFill>
        <p:spPr>
          <a:xfrm>
            <a:off x="6206870" y="0"/>
            <a:ext cx="5985131" cy="6858000"/>
          </a:xfrm>
        </p:spPr>
      </p:pic>
    </p:spTree>
    <p:extLst>
      <p:ext uri="{BB962C8B-B14F-4D97-AF65-F5344CB8AC3E}">
        <p14:creationId xmlns:p14="http://schemas.microsoft.com/office/powerpoint/2010/main" val="39829849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4E44C8F-A1E7-4F5A-8339-8AEBCEF45C26}"/>
              </a:ext>
            </a:extLst>
          </p:cNvPr>
          <p:cNvSpPr>
            <a:spLocks noGrp="1"/>
          </p:cNvSpPr>
          <p:nvPr>
            <p:ph type="title"/>
          </p:nvPr>
        </p:nvSpPr>
        <p:spPr>
          <a:xfrm>
            <a:off x="407989" y="2852936"/>
            <a:ext cx="6408092" cy="936576"/>
          </a:xfrm>
        </p:spPr>
        <p:txBody>
          <a:bodyPr/>
          <a:lstStyle/>
          <a:p>
            <a:r>
              <a:rPr lang="en-US" dirty="0"/>
              <a:t>Shoreline Types</a:t>
            </a:r>
          </a:p>
        </p:txBody>
      </p:sp>
      <p:sp>
        <p:nvSpPr>
          <p:cNvPr id="4" name="Date Placeholder 3">
            <a:extLst>
              <a:ext uri="{FF2B5EF4-FFF2-40B4-BE49-F238E27FC236}">
                <a16:creationId xmlns:a16="http://schemas.microsoft.com/office/drawing/2014/main" id="{0C1BD7F4-9A04-4E2D-9951-B019AAC11D47}"/>
              </a:ext>
            </a:extLst>
          </p:cNvPr>
          <p:cNvSpPr>
            <a:spLocks noGrp="1"/>
          </p:cNvSpPr>
          <p:nvPr>
            <p:ph type="dt" sz="half" idx="10"/>
          </p:nvPr>
        </p:nvSpPr>
        <p:spPr/>
        <p:txBody>
          <a:bodyPr/>
          <a:lstStyle/>
          <a:p>
            <a:fld id="{5240EC53-DAD5-4874-AE15-1B20D851016E}" type="datetime1">
              <a:rPr lang="en-US" smtClean="0"/>
              <a:t>10/1/26</a:t>
            </a:fld>
            <a:endParaRPr lang="en-US" dirty="0"/>
          </a:p>
        </p:txBody>
      </p:sp>
      <p:sp>
        <p:nvSpPr>
          <p:cNvPr id="6" name="Slide Number Placeholder 5">
            <a:extLst>
              <a:ext uri="{FF2B5EF4-FFF2-40B4-BE49-F238E27FC236}">
                <a16:creationId xmlns:a16="http://schemas.microsoft.com/office/drawing/2014/main" id="{B43E2FDF-3BA3-4096-AF1A-49092245B6AB}"/>
              </a:ext>
            </a:extLst>
          </p:cNvPr>
          <p:cNvSpPr>
            <a:spLocks noGrp="1"/>
          </p:cNvSpPr>
          <p:nvPr>
            <p:ph type="sldNum" sz="quarter" idx="12"/>
          </p:nvPr>
        </p:nvSpPr>
        <p:spPr/>
        <p:txBody>
          <a:bodyPr/>
          <a:lstStyle/>
          <a:p>
            <a:fld id="{5B16D1FE-3A35-41BA-8EBE-413702045235}" type="slidenum">
              <a:rPr lang="en-US" smtClean="0"/>
              <a:pPr/>
              <a:t>3</a:t>
            </a:fld>
            <a:endParaRPr lang="en-US" dirty="0"/>
          </a:p>
        </p:txBody>
      </p:sp>
      <p:sp>
        <p:nvSpPr>
          <p:cNvPr id="19" name="Subtitle 18">
            <a:extLst>
              <a:ext uri="{FF2B5EF4-FFF2-40B4-BE49-F238E27FC236}">
                <a16:creationId xmlns:a16="http://schemas.microsoft.com/office/drawing/2014/main" id="{81B7A007-5498-4E4F-90D6-750949767708}"/>
              </a:ext>
            </a:extLst>
          </p:cNvPr>
          <p:cNvSpPr>
            <a:spLocks noGrp="1"/>
          </p:cNvSpPr>
          <p:nvPr>
            <p:ph type="subTitle" idx="1"/>
          </p:nvPr>
        </p:nvSpPr>
        <p:spPr>
          <a:xfrm>
            <a:off x="407988" y="4077072"/>
            <a:ext cx="6840139" cy="432048"/>
          </a:xfrm>
        </p:spPr>
        <p:txBody>
          <a:bodyPr/>
          <a:lstStyle/>
          <a:p>
            <a:pPr marL="0" lvl="0" indent="0" algn="l" rtl="0">
              <a:lnSpc>
                <a:spcPct val="130000"/>
              </a:lnSpc>
              <a:spcBef>
                <a:spcPts val="0"/>
              </a:spcBef>
              <a:spcAft>
                <a:spcPts val="0"/>
              </a:spcAft>
              <a:buClr>
                <a:schemeClr val="lt1"/>
              </a:buClr>
              <a:buSzPts val="1400"/>
              <a:buFont typeface="Arial"/>
              <a:buNone/>
            </a:pPr>
            <a:r>
              <a:rPr lang="en-US" dirty="0"/>
              <a:t>10 minutes – write/draw on whiteboard</a:t>
            </a:r>
          </a:p>
          <a:p>
            <a:pPr>
              <a:lnSpc>
                <a:spcPct val="130000"/>
              </a:lnSpc>
            </a:pPr>
            <a:endParaRPr lang="en-US" dirty="0"/>
          </a:p>
        </p:txBody>
      </p:sp>
      <p:pic>
        <p:nvPicPr>
          <p:cNvPr id="25" name="Picture Placeholder 24">
            <a:extLst>
              <a:ext uri="{FF2B5EF4-FFF2-40B4-BE49-F238E27FC236}">
                <a16:creationId xmlns:a16="http://schemas.microsoft.com/office/drawing/2014/main" id="{679FC873-454F-487F-A480-5BB714D73A3C}"/>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l="-10042"/>
          <a:stretch/>
        </p:blipFill>
        <p:spPr>
          <a:xfrm>
            <a:off x="5879976" y="0"/>
            <a:ext cx="6312024" cy="6858000"/>
          </a:xfrm>
        </p:spPr>
      </p:pic>
      <p:sp>
        <p:nvSpPr>
          <p:cNvPr id="2" name="Footer Placeholder 1">
            <a:extLst>
              <a:ext uri="{FF2B5EF4-FFF2-40B4-BE49-F238E27FC236}">
                <a16:creationId xmlns:a16="http://schemas.microsoft.com/office/drawing/2014/main" id="{FD0D8756-218B-44A5-9C8C-9328A6076288}"/>
              </a:ext>
            </a:extLst>
          </p:cNvPr>
          <p:cNvSpPr>
            <a:spLocks noGrp="1"/>
          </p:cNvSpPr>
          <p:nvPr>
            <p:ph type="ftr" sz="quarter" idx="11"/>
          </p:nvPr>
        </p:nvSpPr>
        <p:spPr/>
        <p:txBody>
          <a:bodyPr/>
          <a:lstStyle/>
          <a:p>
            <a:endParaRPr lang="en-US"/>
          </a:p>
        </p:txBody>
      </p:sp>
      <p:sp>
        <p:nvSpPr>
          <p:cNvPr id="8" name="Subtitle 18">
            <a:extLst>
              <a:ext uri="{FF2B5EF4-FFF2-40B4-BE49-F238E27FC236}">
                <a16:creationId xmlns:a16="http://schemas.microsoft.com/office/drawing/2014/main" id="{B032EE87-0AF8-49A9-A1B4-0CFF298F3CFD}"/>
              </a:ext>
            </a:extLst>
          </p:cNvPr>
          <p:cNvSpPr txBox="1">
            <a:spLocks/>
          </p:cNvSpPr>
          <p:nvPr/>
        </p:nvSpPr>
        <p:spPr>
          <a:xfrm>
            <a:off x="407988" y="4580656"/>
            <a:ext cx="6840139" cy="720552"/>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200"/>
              </a:spcBef>
              <a:buFontTx/>
              <a:buNone/>
              <a:defRPr sz="1800" b="0" kern="1200">
                <a:solidFill>
                  <a:schemeClr val="accent2"/>
                </a:solidFill>
                <a:latin typeface="+mn-lt"/>
                <a:ea typeface="+mn-ea"/>
                <a:cs typeface="+mn-cs"/>
              </a:defRPr>
            </a:lvl1pPr>
            <a:lvl2pPr marL="457200" indent="0" algn="ctr" defTabSz="914400" rtl="0" eaLnBrk="1" latinLnBrk="0" hangingPunct="1">
              <a:lnSpc>
                <a:spcPct val="120000"/>
              </a:lnSpc>
              <a:spcBef>
                <a:spcPts val="600"/>
              </a:spcBef>
              <a:buFont typeface="Arial" panose="020B0604020202020204" pitchFamily="34" charset="0"/>
              <a:buNone/>
              <a:defRPr sz="2000" kern="1200">
                <a:solidFill>
                  <a:schemeClr val="accent2"/>
                </a:solidFill>
                <a:latin typeface="+mn-lt"/>
                <a:ea typeface="+mn-ea"/>
                <a:cs typeface="+mn-cs"/>
              </a:defRPr>
            </a:lvl2pPr>
            <a:lvl3pPr marL="914400" indent="0" algn="ctr" defTabSz="914400" rtl="0" eaLnBrk="1" latinLnBrk="0" hangingPunct="1">
              <a:lnSpc>
                <a:spcPct val="120000"/>
              </a:lnSpc>
              <a:spcBef>
                <a:spcPts val="600"/>
              </a:spcBef>
              <a:buFont typeface="Arial" panose="020B0604020202020204" pitchFamily="34" charset="0"/>
              <a:buNone/>
              <a:defRPr sz="1800" kern="1200">
                <a:solidFill>
                  <a:schemeClr val="accent2"/>
                </a:solidFill>
                <a:latin typeface="+mn-lt"/>
                <a:ea typeface="+mn-ea"/>
                <a:cs typeface="+mn-cs"/>
              </a:defRPr>
            </a:lvl3pPr>
            <a:lvl4pPr marL="1371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4pPr>
            <a:lvl5pPr marL="18288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5pPr>
            <a:lvl6pPr marL="22860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6pPr>
            <a:lvl7pPr marL="27432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7pPr>
            <a:lvl8pPr marL="32004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8pPr>
            <a:lvl9pPr marL="3657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9pPr>
          </a:lstStyle>
          <a:p>
            <a:pPr marL="0" lvl="0" indent="0" algn="l" rtl="0">
              <a:lnSpc>
                <a:spcPct val="130000"/>
              </a:lnSpc>
              <a:spcBef>
                <a:spcPts val="0"/>
              </a:spcBef>
              <a:spcAft>
                <a:spcPts val="0"/>
              </a:spcAft>
              <a:buClr>
                <a:schemeClr val="lt1"/>
              </a:buClr>
              <a:buSzPts val="1400"/>
              <a:buFont typeface="Arial"/>
              <a:buNone/>
            </a:pPr>
            <a:r>
              <a:rPr lang="en-US" dirty="0"/>
              <a:t>1. List as many as possible / 2. Natural or manmade / 3. Permeable or Impermeable / 4. Label in order of sensitivity</a:t>
            </a:r>
          </a:p>
          <a:p>
            <a:pPr>
              <a:lnSpc>
                <a:spcPct val="130000"/>
              </a:lnSpc>
            </a:pPr>
            <a:endParaRPr lang="en-US" dirty="0"/>
          </a:p>
        </p:txBody>
      </p:sp>
    </p:spTree>
    <p:extLst>
      <p:ext uri="{BB962C8B-B14F-4D97-AF65-F5344CB8AC3E}">
        <p14:creationId xmlns:p14="http://schemas.microsoft.com/office/powerpoint/2010/main" val="246250307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C6B40B-A699-4A74-BC33-0C291127CB76}"/>
              </a:ext>
            </a:extLst>
          </p:cNvPr>
          <p:cNvSpPr/>
          <p:nvPr/>
        </p:nvSpPr>
        <p:spPr bwMode="auto">
          <a:xfrm>
            <a:off x="365125" y="1340768"/>
            <a:ext cx="11460163" cy="4752528"/>
          </a:xfrm>
          <a:prstGeom prst="rect">
            <a:avLst/>
          </a:prstGeom>
          <a:noFill/>
          <a:ln w="12700">
            <a:solidFill>
              <a:schemeClr val="tx1"/>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7" name="Title 6">
            <a:extLst>
              <a:ext uri="{FF2B5EF4-FFF2-40B4-BE49-F238E27FC236}">
                <a16:creationId xmlns:a16="http://schemas.microsoft.com/office/drawing/2014/main" id="{08F5F57C-B731-4A52-A455-5DCF5373521C}"/>
              </a:ext>
            </a:extLst>
          </p:cNvPr>
          <p:cNvSpPr>
            <a:spLocks noGrp="1"/>
          </p:cNvSpPr>
          <p:nvPr>
            <p:ph type="title"/>
          </p:nvPr>
        </p:nvSpPr>
        <p:spPr>
          <a:xfrm>
            <a:off x="407989" y="548680"/>
            <a:ext cx="11376024" cy="492443"/>
          </a:xfrm>
        </p:spPr>
        <p:txBody>
          <a:bodyPr>
            <a:spAutoFit/>
          </a:bodyPr>
          <a:lstStyle/>
          <a:p>
            <a:pPr algn="ctr"/>
            <a:r>
              <a:rPr lang="en-US" dirty="0"/>
              <a:t>Shoreline Types</a:t>
            </a:r>
          </a:p>
        </p:txBody>
      </p:sp>
      <p:sp>
        <p:nvSpPr>
          <p:cNvPr id="3" name="Date Placeholder 2">
            <a:extLst>
              <a:ext uri="{FF2B5EF4-FFF2-40B4-BE49-F238E27FC236}">
                <a16:creationId xmlns:a16="http://schemas.microsoft.com/office/drawing/2014/main" id="{86F256E8-9CA9-4E93-977B-BD347C6D3CA9}"/>
              </a:ext>
            </a:extLst>
          </p:cNvPr>
          <p:cNvSpPr>
            <a:spLocks noGrp="1"/>
          </p:cNvSpPr>
          <p:nvPr>
            <p:ph type="dt" sz="half" idx="10"/>
          </p:nvPr>
        </p:nvSpPr>
        <p:spPr/>
        <p:txBody>
          <a:bodyPr/>
          <a:lstStyle/>
          <a:p>
            <a:fld id="{EEEDDAF0-F5D8-4DDB-88AA-4918CAE13780}" type="datetime1">
              <a:rPr lang="en-US" smtClean="0"/>
              <a:t>10/1/26</a:t>
            </a:fld>
            <a:endParaRPr lang="en-US" dirty="0"/>
          </a:p>
        </p:txBody>
      </p:sp>
      <p:sp>
        <p:nvSpPr>
          <p:cNvPr id="4" name="Footer Placeholder 3">
            <a:extLst>
              <a:ext uri="{FF2B5EF4-FFF2-40B4-BE49-F238E27FC236}">
                <a16:creationId xmlns:a16="http://schemas.microsoft.com/office/drawing/2014/main" id="{A5426F7D-2C6E-4363-A70E-12825EE466D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989814E-8154-4066-BF89-84A126E6A3B3}"/>
              </a:ext>
            </a:extLst>
          </p:cNvPr>
          <p:cNvSpPr>
            <a:spLocks noGrp="1"/>
          </p:cNvSpPr>
          <p:nvPr>
            <p:ph type="sldNum" sz="quarter" idx="12"/>
          </p:nvPr>
        </p:nvSpPr>
        <p:spPr/>
        <p:txBody>
          <a:bodyPr/>
          <a:lstStyle/>
          <a:p>
            <a:fld id="{5B16D1FE-3A35-41BA-8EBE-413702045235}" type="slidenum">
              <a:rPr lang="en-US" smtClean="0"/>
              <a:pPr/>
              <a:t>4</a:t>
            </a:fld>
            <a:endParaRPr lang="en-US"/>
          </a:p>
        </p:txBody>
      </p:sp>
      <p:sp>
        <p:nvSpPr>
          <p:cNvPr id="13" name="TextBox 12">
            <a:extLst>
              <a:ext uri="{FF2B5EF4-FFF2-40B4-BE49-F238E27FC236}">
                <a16:creationId xmlns:a16="http://schemas.microsoft.com/office/drawing/2014/main" id="{0294AF74-B03B-4D7D-B045-565C4737FC44}"/>
              </a:ext>
            </a:extLst>
          </p:cNvPr>
          <p:cNvSpPr txBox="1"/>
          <p:nvPr/>
        </p:nvSpPr>
        <p:spPr>
          <a:xfrm>
            <a:off x="671017" y="1484784"/>
            <a:ext cx="3518912" cy="400110"/>
          </a:xfrm>
          <a:prstGeom prst="rect">
            <a:avLst/>
          </a:prstGeom>
          <a:noFill/>
        </p:spPr>
        <p:txBody>
          <a:bodyPr wrap="none" rtlCol="0">
            <a:spAutoFit/>
          </a:bodyPr>
          <a:lstStyle/>
          <a:p>
            <a:pPr algn="l"/>
            <a:r>
              <a:rPr lang="en-US" sz="2000" b="1" dirty="0">
                <a:solidFill>
                  <a:schemeClr val="accent2"/>
                </a:solidFill>
              </a:rPr>
              <a:t>Shoreline Habitat Rankings</a:t>
            </a:r>
          </a:p>
        </p:txBody>
      </p:sp>
      <p:grpSp>
        <p:nvGrpSpPr>
          <p:cNvPr id="47" name="Group 46">
            <a:extLst>
              <a:ext uri="{FF2B5EF4-FFF2-40B4-BE49-F238E27FC236}">
                <a16:creationId xmlns:a16="http://schemas.microsoft.com/office/drawing/2014/main" id="{EFF3B820-CF5B-435B-A3A9-FDC223A0F1FC}"/>
              </a:ext>
            </a:extLst>
          </p:cNvPr>
          <p:cNvGrpSpPr/>
          <p:nvPr/>
        </p:nvGrpSpPr>
        <p:grpSpPr>
          <a:xfrm>
            <a:off x="773827" y="2047789"/>
            <a:ext cx="4969313" cy="647323"/>
            <a:chOff x="413787" y="2070151"/>
            <a:chExt cx="4969313" cy="647323"/>
          </a:xfrm>
        </p:grpSpPr>
        <p:sp>
          <p:nvSpPr>
            <p:cNvPr id="14" name="TextBox 13">
              <a:extLst>
                <a:ext uri="{FF2B5EF4-FFF2-40B4-BE49-F238E27FC236}">
                  <a16:creationId xmlns:a16="http://schemas.microsoft.com/office/drawing/2014/main" id="{66282C65-D89B-476A-8E78-4B0F77CE8B6B}"/>
                </a:ext>
              </a:extLst>
            </p:cNvPr>
            <p:cNvSpPr txBox="1"/>
            <p:nvPr/>
          </p:nvSpPr>
          <p:spPr>
            <a:xfrm>
              <a:off x="1198941" y="2070151"/>
              <a:ext cx="4184159" cy="360612"/>
            </a:xfrm>
            <a:prstGeom prst="rect">
              <a:avLst/>
            </a:prstGeom>
            <a:noFill/>
          </p:spPr>
          <p:txBody>
            <a:bodyPr wrap="square" rtlCol="0">
              <a:spAutoFit/>
            </a:bodyPr>
            <a:lstStyle/>
            <a:p>
              <a:pPr algn="l">
                <a:lnSpc>
                  <a:spcPct val="120000"/>
                </a:lnSpc>
              </a:pPr>
              <a:r>
                <a:rPr lang="en-US" sz="1600" dirty="0"/>
                <a:t>Exposed walls and other sold structures</a:t>
              </a:r>
            </a:p>
          </p:txBody>
        </p:sp>
        <p:sp>
          <p:nvSpPr>
            <p:cNvPr id="26" name="Rectangle 25">
              <a:extLst>
                <a:ext uri="{FF2B5EF4-FFF2-40B4-BE49-F238E27FC236}">
                  <a16:creationId xmlns:a16="http://schemas.microsoft.com/office/drawing/2014/main" id="{7B8275B6-7360-4F49-A7EC-6F4F14E6FF07}"/>
                </a:ext>
              </a:extLst>
            </p:cNvPr>
            <p:cNvSpPr>
              <a:spLocks/>
            </p:cNvSpPr>
            <p:nvPr/>
          </p:nvSpPr>
          <p:spPr bwMode="auto">
            <a:xfrm>
              <a:off x="413787" y="2202675"/>
              <a:ext cx="353621" cy="191419"/>
            </a:xfrm>
            <a:prstGeom prst="rect">
              <a:avLst/>
            </a:prstGeom>
            <a:solidFill>
              <a:srgbClr val="782B84"/>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7" name="TextBox 26">
              <a:extLst>
                <a:ext uri="{FF2B5EF4-FFF2-40B4-BE49-F238E27FC236}">
                  <a16:creationId xmlns:a16="http://schemas.microsoft.com/office/drawing/2014/main" id="{7435F078-8B3D-423E-B457-679956E1934B}"/>
                </a:ext>
              </a:extLst>
            </p:cNvPr>
            <p:cNvSpPr txBox="1"/>
            <p:nvPr/>
          </p:nvSpPr>
          <p:spPr>
            <a:xfrm>
              <a:off x="1198941" y="2356862"/>
              <a:ext cx="4184159" cy="360612"/>
            </a:xfrm>
            <a:prstGeom prst="rect">
              <a:avLst/>
            </a:prstGeom>
            <a:noFill/>
          </p:spPr>
          <p:txBody>
            <a:bodyPr wrap="square" rtlCol="0">
              <a:spAutoFit/>
            </a:bodyPr>
            <a:lstStyle/>
            <a:p>
              <a:pPr algn="l">
                <a:lnSpc>
                  <a:spcPct val="120000"/>
                </a:lnSpc>
              </a:pPr>
              <a:r>
                <a:rPr lang="en-US" sz="1600" dirty="0"/>
                <a:t>Made of concrete </a:t>
              </a:r>
              <a:r>
                <a:rPr lang="en-US" sz="1600" dirty="0" err="1"/>
                <a:t>concrete</a:t>
              </a:r>
              <a:r>
                <a:rPr lang="en-US" sz="1600" dirty="0"/>
                <a:t>, wood or metal</a:t>
              </a:r>
            </a:p>
          </p:txBody>
        </p:sp>
        <p:sp>
          <p:nvSpPr>
            <p:cNvPr id="33" name="TextBox 32">
              <a:extLst>
                <a:ext uri="{FF2B5EF4-FFF2-40B4-BE49-F238E27FC236}">
                  <a16:creationId xmlns:a16="http://schemas.microsoft.com/office/drawing/2014/main" id="{3E8319ED-E5AB-4C6C-9E1A-DDEBA83FAC15}"/>
                </a:ext>
              </a:extLst>
            </p:cNvPr>
            <p:cNvSpPr txBox="1"/>
            <p:nvPr/>
          </p:nvSpPr>
          <p:spPr>
            <a:xfrm>
              <a:off x="743378" y="2118078"/>
              <a:ext cx="548458" cy="327077"/>
            </a:xfrm>
            <a:prstGeom prst="rect">
              <a:avLst/>
            </a:prstGeom>
            <a:noFill/>
          </p:spPr>
          <p:txBody>
            <a:bodyPr wrap="square" rtlCol="0">
              <a:spAutoFit/>
            </a:bodyPr>
            <a:lstStyle/>
            <a:p>
              <a:pPr algn="ctr">
                <a:lnSpc>
                  <a:spcPct val="120000"/>
                </a:lnSpc>
              </a:pPr>
              <a:r>
                <a:rPr lang="en-US" sz="1400" b="1" dirty="0"/>
                <a:t>1</a:t>
              </a:r>
            </a:p>
          </p:txBody>
        </p:sp>
      </p:grpSp>
      <p:sp>
        <p:nvSpPr>
          <p:cNvPr id="15" name="TextBox 14">
            <a:extLst>
              <a:ext uri="{FF2B5EF4-FFF2-40B4-BE49-F238E27FC236}">
                <a16:creationId xmlns:a16="http://schemas.microsoft.com/office/drawing/2014/main" id="{9B6D1A96-F9DE-4CAF-8957-A4FA35EE49C7}"/>
              </a:ext>
            </a:extLst>
          </p:cNvPr>
          <p:cNvSpPr txBox="1"/>
          <p:nvPr/>
        </p:nvSpPr>
        <p:spPr>
          <a:xfrm>
            <a:off x="1558981" y="2774023"/>
            <a:ext cx="4184159" cy="360612"/>
          </a:xfrm>
          <a:prstGeom prst="rect">
            <a:avLst/>
          </a:prstGeom>
          <a:noFill/>
        </p:spPr>
        <p:txBody>
          <a:bodyPr wrap="square" rtlCol="0">
            <a:spAutoFit/>
          </a:bodyPr>
          <a:lstStyle/>
          <a:p>
            <a:pPr algn="l">
              <a:lnSpc>
                <a:spcPct val="120000"/>
              </a:lnSpc>
            </a:pPr>
            <a:r>
              <a:rPr lang="en-US" sz="1600" dirty="0"/>
              <a:t>Scarps and steep slopes in clay</a:t>
            </a:r>
          </a:p>
        </p:txBody>
      </p:sp>
      <p:sp>
        <p:nvSpPr>
          <p:cNvPr id="16" name="TextBox 15">
            <a:extLst>
              <a:ext uri="{FF2B5EF4-FFF2-40B4-BE49-F238E27FC236}">
                <a16:creationId xmlns:a16="http://schemas.microsoft.com/office/drawing/2014/main" id="{99B0ABD2-49F6-4932-A29E-E586CD367BB8}"/>
              </a:ext>
            </a:extLst>
          </p:cNvPr>
          <p:cNvSpPr txBox="1"/>
          <p:nvPr/>
        </p:nvSpPr>
        <p:spPr>
          <a:xfrm>
            <a:off x="1558981" y="3053861"/>
            <a:ext cx="4184159" cy="360612"/>
          </a:xfrm>
          <a:prstGeom prst="rect">
            <a:avLst/>
          </a:prstGeom>
          <a:noFill/>
        </p:spPr>
        <p:txBody>
          <a:bodyPr wrap="square" rtlCol="0">
            <a:spAutoFit/>
          </a:bodyPr>
          <a:lstStyle/>
          <a:p>
            <a:pPr algn="l">
              <a:lnSpc>
                <a:spcPct val="120000"/>
              </a:lnSpc>
            </a:pPr>
            <a:r>
              <a:rPr lang="en-US" sz="1600" dirty="0"/>
              <a:t>Wave cut clay platforms</a:t>
            </a:r>
          </a:p>
        </p:txBody>
      </p:sp>
      <p:sp>
        <p:nvSpPr>
          <p:cNvPr id="34" name="Rectangle 33">
            <a:extLst>
              <a:ext uri="{FF2B5EF4-FFF2-40B4-BE49-F238E27FC236}">
                <a16:creationId xmlns:a16="http://schemas.microsoft.com/office/drawing/2014/main" id="{677D15A2-CC1E-462E-BA3A-7392955626DF}"/>
              </a:ext>
            </a:extLst>
          </p:cNvPr>
          <p:cNvSpPr>
            <a:spLocks/>
          </p:cNvSpPr>
          <p:nvPr/>
        </p:nvSpPr>
        <p:spPr bwMode="auto">
          <a:xfrm>
            <a:off x="773827" y="2911070"/>
            <a:ext cx="353621" cy="385578"/>
          </a:xfrm>
          <a:prstGeom prst="rect">
            <a:avLst/>
          </a:prstGeom>
          <a:solidFill>
            <a:srgbClr val="A090C4"/>
          </a:solidFill>
          <a:ln>
            <a:noFill/>
          </a:ln>
        </p:spPr>
        <p:txBody>
          <a:bodyPr vert="horz" wrap="square" lIns="91440" tIns="45720" rIns="91440" bIns="45720" numCol="1" rtlCol="0" anchor="t" anchorCtr="0" compatLnSpc="1">
            <a:prstTxWarp prst="textNoShape">
              <a:avLst/>
            </a:prstTxWarp>
          </a:bodyPr>
          <a:lstStyle/>
          <a:p>
            <a:pPr algn="ctr"/>
            <a:endParaRPr lang="en-US"/>
          </a:p>
        </p:txBody>
      </p:sp>
      <p:grpSp>
        <p:nvGrpSpPr>
          <p:cNvPr id="6" name="Group 5">
            <a:extLst>
              <a:ext uri="{FF2B5EF4-FFF2-40B4-BE49-F238E27FC236}">
                <a16:creationId xmlns:a16="http://schemas.microsoft.com/office/drawing/2014/main" id="{EF3DB3DC-2B50-477B-AF83-3A7141EFBA58}"/>
              </a:ext>
            </a:extLst>
          </p:cNvPr>
          <p:cNvGrpSpPr/>
          <p:nvPr/>
        </p:nvGrpSpPr>
        <p:grpSpPr>
          <a:xfrm>
            <a:off x="1103418" y="2872945"/>
            <a:ext cx="548458" cy="461828"/>
            <a:chOff x="1103418" y="2872945"/>
            <a:chExt cx="548458" cy="461828"/>
          </a:xfrm>
        </p:grpSpPr>
        <p:sp>
          <p:nvSpPr>
            <p:cNvPr id="35" name="TextBox 34">
              <a:extLst>
                <a:ext uri="{FF2B5EF4-FFF2-40B4-BE49-F238E27FC236}">
                  <a16:creationId xmlns:a16="http://schemas.microsoft.com/office/drawing/2014/main" id="{B3431038-D47E-4A38-88E9-987024882FA4}"/>
                </a:ext>
              </a:extLst>
            </p:cNvPr>
            <p:cNvSpPr txBox="1"/>
            <p:nvPr/>
          </p:nvSpPr>
          <p:spPr>
            <a:xfrm>
              <a:off x="1103418" y="2872945"/>
              <a:ext cx="548458" cy="234744"/>
            </a:xfrm>
            <a:prstGeom prst="rect">
              <a:avLst/>
            </a:prstGeom>
            <a:noFill/>
          </p:spPr>
          <p:txBody>
            <a:bodyPr wrap="square" lIns="0" tIns="0" rIns="0" bIns="0" rtlCol="0">
              <a:spAutoFit/>
            </a:bodyPr>
            <a:lstStyle/>
            <a:p>
              <a:pPr algn="ctr">
                <a:lnSpc>
                  <a:spcPct val="120000"/>
                </a:lnSpc>
              </a:pPr>
              <a:r>
                <a:rPr lang="en-US" sz="1400" b="1" dirty="0"/>
                <a:t>2A</a:t>
              </a:r>
            </a:p>
          </p:txBody>
        </p:sp>
        <p:sp>
          <p:nvSpPr>
            <p:cNvPr id="36" name="TextBox 35">
              <a:extLst>
                <a:ext uri="{FF2B5EF4-FFF2-40B4-BE49-F238E27FC236}">
                  <a16:creationId xmlns:a16="http://schemas.microsoft.com/office/drawing/2014/main" id="{68BF0C6D-592E-480B-A094-86901D3E29C5}"/>
                </a:ext>
              </a:extLst>
            </p:cNvPr>
            <p:cNvSpPr txBox="1"/>
            <p:nvPr/>
          </p:nvSpPr>
          <p:spPr>
            <a:xfrm>
              <a:off x="1103418" y="3100029"/>
              <a:ext cx="548458" cy="234744"/>
            </a:xfrm>
            <a:prstGeom prst="rect">
              <a:avLst/>
            </a:prstGeom>
            <a:noFill/>
          </p:spPr>
          <p:txBody>
            <a:bodyPr wrap="square" lIns="0" tIns="0" rIns="0" bIns="0" rtlCol="0">
              <a:spAutoFit/>
            </a:bodyPr>
            <a:lstStyle/>
            <a:p>
              <a:pPr algn="ctr">
                <a:lnSpc>
                  <a:spcPct val="120000"/>
                </a:lnSpc>
              </a:pPr>
              <a:r>
                <a:rPr lang="en-US" sz="1400" b="1" dirty="0"/>
                <a:t>2B</a:t>
              </a:r>
            </a:p>
          </p:txBody>
        </p:sp>
      </p:grpSp>
      <p:sp>
        <p:nvSpPr>
          <p:cNvPr id="17" name="TextBox 16">
            <a:extLst>
              <a:ext uri="{FF2B5EF4-FFF2-40B4-BE49-F238E27FC236}">
                <a16:creationId xmlns:a16="http://schemas.microsoft.com/office/drawing/2014/main" id="{940F90A0-9CDE-418A-942F-85A2064D3EAB}"/>
              </a:ext>
            </a:extLst>
          </p:cNvPr>
          <p:cNvSpPr txBox="1"/>
          <p:nvPr/>
        </p:nvSpPr>
        <p:spPr>
          <a:xfrm>
            <a:off x="1558981" y="3493384"/>
            <a:ext cx="4184159" cy="360612"/>
          </a:xfrm>
          <a:prstGeom prst="rect">
            <a:avLst/>
          </a:prstGeom>
          <a:noFill/>
        </p:spPr>
        <p:txBody>
          <a:bodyPr wrap="square" rtlCol="0">
            <a:spAutoFit/>
          </a:bodyPr>
          <a:lstStyle/>
          <a:p>
            <a:pPr algn="l">
              <a:lnSpc>
                <a:spcPct val="120000"/>
              </a:lnSpc>
            </a:pPr>
            <a:r>
              <a:rPr lang="en-US" sz="1600" dirty="0"/>
              <a:t>Fine – granted sand beaches </a:t>
            </a:r>
          </a:p>
        </p:txBody>
      </p:sp>
      <p:sp>
        <p:nvSpPr>
          <p:cNvPr id="18" name="TextBox 17">
            <a:extLst>
              <a:ext uri="{FF2B5EF4-FFF2-40B4-BE49-F238E27FC236}">
                <a16:creationId xmlns:a16="http://schemas.microsoft.com/office/drawing/2014/main" id="{7E857F05-1D26-4CB8-ADCA-8DB4930ABD57}"/>
              </a:ext>
            </a:extLst>
          </p:cNvPr>
          <p:cNvSpPr txBox="1"/>
          <p:nvPr/>
        </p:nvSpPr>
        <p:spPr>
          <a:xfrm>
            <a:off x="1558981" y="3751819"/>
            <a:ext cx="4184159" cy="360612"/>
          </a:xfrm>
          <a:prstGeom prst="rect">
            <a:avLst/>
          </a:prstGeom>
          <a:noFill/>
        </p:spPr>
        <p:txBody>
          <a:bodyPr wrap="square" rtlCol="0">
            <a:spAutoFit/>
          </a:bodyPr>
          <a:lstStyle/>
          <a:p>
            <a:pPr algn="l">
              <a:lnSpc>
                <a:spcPct val="120000"/>
              </a:lnSpc>
            </a:pPr>
            <a:r>
              <a:rPr lang="en-US" sz="1600" dirty="0"/>
              <a:t>Scarps and steep slopes in sand</a:t>
            </a:r>
          </a:p>
        </p:txBody>
      </p:sp>
      <p:sp>
        <p:nvSpPr>
          <p:cNvPr id="37" name="Rectangle 36">
            <a:extLst>
              <a:ext uri="{FF2B5EF4-FFF2-40B4-BE49-F238E27FC236}">
                <a16:creationId xmlns:a16="http://schemas.microsoft.com/office/drawing/2014/main" id="{FD0735BC-74E8-443D-A581-FBC057C29D23}"/>
              </a:ext>
            </a:extLst>
          </p:cNvPr>
          <p:cNvSpPr>
            <a:spLocks/>
          </p:cNvSpPr>
          <p:nvPr/>
        </p:nvSpPr>
        <p:spPr bwMode="auto">
          <a:xfrm>
            <a:off x="773827" y="3622805"/>
            <a:ext cx="353621" cy="376360"/>
          </a:xfrm>
          <a:prstGeom prst="rect">
            <a:avLst/>
          </a:prstGeom>
          <a:solidFill>
            <a:srgbClr val="009CDC"/>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8" name="TextBox 37">
            <a:extLst>
              <a:ext uri="{FF2B5EF4-FFF2-40B4-BE49-F238E27FC236}">
                <a16:creationId xmlns:a16="http://schemas.microsoft.com/office/drawing/2014/main" id="{E99CBB04-22D8-4D78-9F22-BCED274922FD}"/>
              </a:ext>
            </a:extLst>
          </p:cNvPr>
          <p:cNvSpPr txBox="1"/>
          <p:nvPr/>
        </p:nvSpPr>
        <p:spPr>
          <a:xfrm>
            <a:off x="1103418" y="3510152"/>
            <a:ext cx="548458" cy="327077"/>
          </a:xfrm>
          <a:prstGeom prst="rect">
            <a:avLst/>
          </a:prstGeom>
          <a:noFill/>
        </p:spPr>
        <p:txBody>
          <a:bodyPr wrap="square" rtlCol="0">
            <a:spAutoFit/>
          </a:bodyPr>
          <a:lstStyle/>
          <a:p>
            <a:pPr algn="ctr">
              <a:lnSpc>
                <a:spcPct val="120000"/>
              </a:lnSpc>
            </a:pPr>
            <a:r>
              <a:rPr lang="en-US" sz="1400" b="1" dirty="0"/>
              <a:t>3A</a:t>
            </a:r>
          </a:p>
        </p:txBody>
      </p:sp>
      <p:sp>
        <p:nvSpPr>
          <p:cNvPr id="39" name="TextBox 38">
            <a:extLst>
              <a:ext uri="{FF2B5EF4-FFF2-40B4-BE49-F238E27FC236}">
                <a16:creationId xmlns:a16="http://schemas.microsoft.com/office/drawing/2014/main" id="{D18BE2A3-D2EA-4376-9ECB-3027F1F9E2A7}"/>
              </a:ext>
            </a:extLst>
          </p:cNvPr>
          <p:cNvSpPr txBox="1"/>
          <p:nvPr/>
        </p:nvSpPr>
        <p:spPr>
          <a:xfrm>
            <a:off x="1103418" y="3768587"/>
            <a:ext cx="548458" cy="327077"/>
          </a:xfrm>
          <a:prstGeom prst="rect">
            <a:avLst/>
          </a:prstGeom>
          <a:noFill/>
        </p:spPr>
        <p:txBody>
          <a:bodyPr wrap="square" rtlCol="0">
            <a:spAutoFit/>
          </a:bodyPr>
          <a:lstStyle/>
          <a:p>
            <a:pPr algn="ctr">
              <a:lnSpc>
                <a:spcPct val="120000"/>
              </a:lnSpc>
            </a:pPr>
            <a:r>
              <a:rPr lang="en-US" sz="1400" b="1" dirty="0"/>
              <a:t>3B</a:t>
            </a:r>
          </a:p>
        </p:txBody>
      </p:sp>
      <p:grpSp>
        <p:nvGrpSpPr>
          <p:cNvPr id="50" name="Group 49">
            <a:extLst>
              <a:ext uri="{FF2B5EF4-FFF2-40B4-BE49-F238E27FC236}">
                <a16:creationId xmlns:a16="http://schemas.microsoft.com/office/drawing/2014/main" id="{5C389999-8161-432A-B946-8D3830852F6D}"/>
              </a:ext>
            </a:extLst>
          </p:cNvPr>
          <p:cNvGrpSpPr/>
          <p:nvPr/>
        </p:nvGrpSpPr>
        <p:grpSpPr>
          <a:xfrm>
            <a:off x="773827" y="4191342"/>
            <a:ext cx="4969313" cy="360612"/>
            <a:chOff x="413787" y="4241654"/>
            <a:chExt cx="4969313" cy="360612"/>
          </a:xfrm>
        </p:grpSpPr>
        <p:sp>
          <p:nvSpPr>
            <p:cNvPr id="41" name="TextBox 40">
              <a:extLst>
                <a:ext uri="{FF2B5EF4-FFF2-40B4-BE49-F238E27FC236}">
                  <a16:creationId xmlns:a16="http://schemas.microsoft.com/office/drawing/2014/main" id="{7B277F50-B669-4677-85B9-E8F0DEF5EC4C}"/>
                </a:ext>
              </a:extLst>
            </p:cNvPr>
            <p:cNvSpPr txBox="1"/>
            <p:nvPr/>
          </p:nvSpPr>
          <p:spPr>
            <a:xfrm>
              <a:off x="1198941" y="4241654"/>
              <a:ext cx="4184159" cy="360612"/>
            </a:xfrm>
            <a:prstGeom prst="rect">
              <a:avLst/>
            </a:prstGeom>
            <a:noFill/>
          </p:spPr>
          <p:txBody>
            <a:bodyPr wrap="square" rtlCol="0">
              <a:spAutoFit/>
            </a:bodyPr>
            <a:lstStyle/>
            <a:p>
              <a:pPr algn="l">
                <a:lnSpc>
                  <a:spcPct val="120000"/>
                </a:lnSpc>
              </a:pPr>
              <a:r>
                <a:rPr lang="en-US" sz="1600" dirty="0"/>
                <a:t>Coarse- grained sand beaches</a:t>
              </a:r>
            </a:p>
          </p:txBody>
        </p:sp>
        <p:sp>
          <p:nvSpPr>
            <p:cNvPr id="42" name="Rectangle 41">
              <a:extLst>
                <a:ext uri="{FF2B5EF4-FFF2-40B4-BE49-F238E27FC236}">
                  <a16:creationId xmlns:a16="http://schemas.microsoft.com/office/drawing/2014/main" id="{A8DB6D1E-5C2A-47E3-8AC2-6FECB4211E84}"/>
                </a:ext>
              </a:extLst>
            </p:cNvPr>
            <p:cNvSpPr>
              <a:spLocks/>
            </p:cNvSpPr>
            <p:nvPr/>
          </p:nvSpPr>
          <p:spPr bwMode="auto">
            <a:xfrm>
              <a:off x="413787" y="4341547"/>
              <a:ext cx="353621" cy="191419"/>
            </a:xfrm>
            <a:prstGeom prst="rect">
              <a:avLst/>
            </a:prstGeom>
            <a:solidFill>
              <a:srgbClr val="BCE6FA"/>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43" name="TextBox 42">
              <a:extLst>
                <a:ext uri="{FF2B5EF4-FFF2-40B4-BE49-F238E27FC236}">
                  <a16:creationId xmlns:a16="http://schemas.microsoft.com/office/drawing/2014/main" id="{8BF06278-2CDB-4E23-B5C0-FFF30990EFE1}"/>
                </a:ext>
              </a:extLst>
            </p:cNvPr>
            <p:cNvSpPr txBox="1"/>
            <p:nvPr/>
          </p:nvSpPr>
          <p:spPr>
            <a:xfrm>
              <a:off x="743378" y="4258422"/>
              <a:ext cx="548458" cy="327077"/>
            </a:xfrm>
            <a:prstGeom prst="rect">
              <a:avLst/>
            </a:prstGeom>
            <a:noFill/>
          </p:spPr>
          <p:txBody>
            <a:bodyPr wrap="square" rtlCol="0">
              <a:spAutoFit/>
            </a:bodyPr>
            <a:lstStyle/>
            <a:p>
              <a:pPr algn="ctr">
                <a:lnSpc>
                  <a:spcPct val="120000"/>
                </a:lnSpc>
              </a:pPr>
              <a:r>
                <a:rPr lang="en-US" sz="1400" b="1" dirty="0"/>
                <a:t>4</a:t>
              </a:r>
            </a:p>
          </p:txBody>
        </p:sp>
      </p:grpSp>
      <p:grpSp>
        <p:nvGrpSpPr>
          <p:cNvPr id="51" name="Group 50">
            <a:extLst>
              <a:ext uri="{FF2B5EF4-FFF2-40B4-BE49-F238E27FC236}">
                <a16:creationId xmlns:a16="http://schemas.microsoft.com/office/drawing/2014/main" id="{43B69B2E-86FE-4B40-93AB-FA74BB04B1AA}"/>
              </a:ext>
            </a:extLst>
          </p:cNvPr>
          <p:cNvGrpSpPr/>
          <p:nvPr/>
        </p:nvGrpSpPr>
        <p:grpSpPr>
          <a:xfrm>
            <a:off x="773827" y="4630865"/>
            <a:ext cx="4969313" cy="360612"/>
            <a:chOff x="413787" y="4770635"/>
            <a:chExt cx="4969313" cy="360612"/>
          </a:xfrm>
        </p:grpSpPr>
        <p:sp>
          <p:nvSpPr>
            <p:cNvPr id="44" name="TextBox 43">
              <a:extLst>
                <a:ext uri="{FF2B5EF4-FFF2-40B4-BE49-F238E27FC236}">
                  <a16:creationId xmlns:a16="http://schemas.microsoft.com/office/drawing/2014/main" id="{1069F036-45F4-4994-9FEE-F7AD8572144B}"/>
                </a:ext>
              </a:extLst>
            </p:cNvPr>
            <p:cNvSpPr txBox="1"/>
            <p:nvPr/>
          </p:nvSpPr>
          <p:spPr>
            <a:xfrm>
              <a:off x="1198941" y="4770635"/>
              <a:ext cx="4184159" cy="360612"/>
            </a:xfrm>
            <a:prstGeom prst="rect">
              <a:avLst/>
            </a:prstGeom>
            <a:noFill/>
          </p:spPr>
          <p:txBody>
            <a:bodyPr wrap="square" rtlCol="0">
              <a:spAutoFit/>
            </a:bodyPr>
            <a:lstStyle/>
            <a:p>
              <a:pPr algn="l">
                <a:lnSpc>
                  <a:spcPct val="120000"/>
                </a:lnSpc>
              </a:pPr>
              <a:r>
                <a:rPr lang="en-US" sz="1600" dirty="0"/>
                <a:t>Mixed sand and gravel beaches</a:t>
              </a:r>
            </a:p>
          </p:txBody>
        </p:sp>
        <p:sp>
          <p:nvSpPr>
            <p:cNvPr id="45" name="Rectangle 44">
              <a:extLst>
                <a:ext uri="{FF2B5EF4-FFF2-40B4-BE49-F238E27FC236}">
                  <a16:creationId xmlns:a16="http://schemas.microsoft.com/office/drawing/2014/main" id="{3C3E6A4F-4141-46D9-95D1-DFC728874E87}"/>
                </a:ext>
              </a:extLst>
            </p:cNvPr>
            <p:cNvSpPr>
              <a:spLocks/>
            </p:cNvSpPr>
            <p:nvPr/>
          </p:nvSpPr>
          <p:spPr bwMode="auto">
            <a:xfrm>
              <a:off x="413787" y="4870528"/>
              <a:ext cx="353621" cy="191419"/>
            </a:xfrm>
            <a:prstGeom prst="rect">
              <a:avLst/>
            </a:prstGeom>
            <a:solidFill>
              <a:srgbClr val="7ACCC8"/>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46" name="TextBox 45">
              <a:extLst>
                <a:ext uri="{FF2B5EF4-FFF2-40B4-BE49-F238E27FC236}">
                  <a16:creationId xmlns:a16="http://schemas.microsoft.com/office/drawing/2014/main" id="{429F6E54-4494-4278-AFFA-0D6765E07A07}"/>
                </a:ext>
              </a:extLst>
            </p:cNvPr>
            <p:cNvSpPr txBox="1"/>
            <p:nvPr/>
          </p:nvSpPr>
          <p:spPr>
            <a:xfrm>
              <a:off x="743378" y="4787403"/>
              <a:ext cx="548458" cy="327077"/>
            </a:xfrm>
            <a:prstGeom prst="rect">
              <a:avLst/>
            </a:prstGeom>
            <a:noFill/>
          </p:spPr>
          <p:txBody>
            <a:bodyPr wrap="square" rtlCol="0">
              <a:spAutoFit/>
            </a:bodyPr>
            <a:lstStyle/>
            <a:p>
              <a:pPr algn="ctr">
                <a:lnSpc>
                  <a:spcPct val="120000"/>
                </a:lnSpc>
              </a:pPr>
              <a:r>
                <a:rPr lang="en-US" sz="1400" b="1" dirty="0"/>
                <a:t>5</a:t>
              </a:r>
            </a:p>
          </p:txBody>
        </p:sp>
      </p:grpSp>
      <p:grpSp>
        <p:nvGrpSpPr>
          <p:cNvPr id="77" name="Group 76">
            <a:extLst>
              <a:ext uri="{FF2B5EF4-FFF2-40B4-BE49-F238E27FC236}">
                <a16:creationId xmlns:a16="http://schemas.microsoft.com/office/drawing/2014/main" id="{A8937CA9-5268-4613-87F0-C9BB3B3A5F45}"/>
              </a:ext>
            </a:extLst>
          </p:cNvPr>
          <p:cNvGrpSpPr/>
          <p:nvPr/>
        </p:nvGrpSpPr>
        <p:grpSpPr>
          <a:xfrm>
            <a:off x="773827" y="5070388"/>
            <a:ext cx="4969313" cy="360612"/>
            <a:chOff x="413787" y="4770635"/>
            <a:chExt cx="4969313" cy="360612"/>
          </a:xfrm>
        </p:grpSpPr>
        <p:sp>
          <p:nvSpPr>
            <p:cNvPr id="78" name="TextBox 77">
              <a:extLst>
                <a:ext uri="{FF2B5EF4-FFF2-40B4-BE49-F238E27FC236}">
                  <a16:creationId xmlns:a16="http://schemas.microsoft.com/office/drawing/2014/main" id="{E3073248-CD1A-40A7-8B44-5F37D4DC5A68}"/>
                </a:ext>
              </a:extLst>
            </p:cNvPr>
            <p:cNvSpPr txBox="1"/>
            <p:nvPr/>
          </p:nvSpPr>
          <p:spPr>
            <a:xfrm>
              <a:off x="1198941" y="4770635"/>
              <a:ext cx="4184159" cy="360612"/>
            </a:xfrm>
            <a:prstGeom prst="rect">
              <a:avLst/>
            </a:prstGeom>
            <a:noFill/>
          </p:spPr>
          <p:txBody>
            <a:bodyPr wrap="square" rtlCol="0">
              <a:spAutoFit/>
            </a:bodyPr>
            <a:lstStyle/>
            <a:p>
              <a:pPr algn="l">
                <a:lnSpc>
                  <a:spcPct val="120000"/>
                </a:lnSpc>
              </a:pPr>
              <a:r>
                <a:rPr lang="en-US" sz="1600" dirty="0"/>
                <a:t>Gravel Beaches</a:t>
              </a:r>
            </a:p>
          </p:txBody>
        </p:sp>
        <p:sp>
          <p:nvSpPr>
            <p:cNvPr id="79" name="Rectangle 78">
              <a:extLst>
                <a:ext uri="{FF2B5EF4-FFF2-40B4-BE49-F238E27FC236}">
                  <a16:creationId xmlns:a16="http://schemas.microsoft.com/office/drawing/2014/main" id="{9F1593AF-0D4E-4CB1-B22C-2B8C2096BC98}"/>
                </a:ext>
              </a:extLst>
            </p:cNvPr>
            <p:cNvSpPr>
              <a:spLocks/>
            </p:cNvSpPr>
            <p:nvPr/>
          </p:nvSpPr>
          <p:spPr bwMode="auto">
            <a:xfrm>
              <a:off x="413787" y="4870528"/>
              <a:ext cx="353621" cy="191419"/>
            </a:xfrm>
            <a:prstGeom prst="rect">
              <a:avLst/>
            </a:prstGeom>
            <a:solidFill>
              <a:srgbClr val="00A54F"/>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80" name="TextBox 79">
              <a:extLst>
                <a:ext uri="{FF2B5EF4-FFF2-40B4-BE49-F238E27FC236}">
                  <a16:creationId xmlns:a16="http://schemas.microsoft.com/office/drawing/2014/main" id="{36C11029-E022-42F1-A7B2-4EE12B802214}"/>
                </a:ext>
              </a:extLst>
            </p:cNvPr>
            <p:cNvSpPr txBox="1"/>
            <p:nvPr/>
          </p:nvSpPr>
          <p:spPr>
            <a:xfrm>
              <a:off x="743378" y="4787403"/>
              <a:ext cx="548458" cy="327077"/>
            </a:xfrm>
            <a:prstGeom prst="rect">
              <a:avLst/>
            </a:prstGeom>
            <a:noFill/>
          </p:spPr>
          <p:txBody>
            <a:bodyPr wrap="square" rtlCol="0">
              <a:spAutoFit/>
            </a:bodyPr>
            <a:lstStyle/>
            <a:p>
              <a:pPr algn="ctr">
                <a:lnSpc>
                  <a:spcPct val="120000"/>
                </a:lnSpc>
              </a:pPr>
              <a:r>
                <a:rPr lang="en-US" sz="1400" b="1" dirty="0"/>
                <a:t>6A</a:t>
              </a:r>
            </a:p>
          </p:txBody>
        </p:sp>
      </p:grpSp>
      <p:grpSp>
        <p:nvGrpSpPr>
          <p:cNvPr id="81" name="Group 80">
            <a:extLst>
              <a:ext uri="{FF2B5EF4-FFF2-40B4-BE49-F238E27FC236}">
                <a16:creationId xmlns:a16="http://schemas.microsoft.com/office/drawing/2014/main" id="{E710634F-4E1D-49E5-8AFE-1D33B899E8AB}"/>
              </a:ext>
            </a:extLst>
          </p:cNvPr>
          <p:cNvGrpSpPr/>
          <p:nvPr/>
        </p:nvGrpSpPr>
        <p:grpSpPr>
          <a:xfrm>
            <a:off x="773827" y="5509914"/>
            <a:ext cx="4969313" cy="360612"/>
            <a:chOff x="413787" y="4770635"/>
            <a:chExt cx="4969313" cy="360612"/>
          </a:xfrm>
        </p:grpSpPr>
        <p:sp>
          <p:nvSpPr>
            <p:cNvPr id="82" name="TextBox 81">
              <a:extLst>
                <a:ext uri="{FF2B5EF4-FFF2-40B4-BE49-F238E27FC236}">
                  <a16:creationId xmlns:a16="http://schemas.microsoft.com/office/drawing/2014/main" id="{98A1F695-25E9-496E-AFCA-9BE7720B312B}"/>
                </a:ext>
              </a:extLst>
            </p:cNvPr>
            <p:cNvSpPr txBox="1"/>
            <p:nvPr/>
          </p:nvSpPr>
          <p:spPr>
            <a:xfrm>
              <a:off x="1198941" y="4770635"/>
              <a:ext cx="4184159" cy="360612"/>
            </a:xfrm>
            <a:prstGeom prst="rect">
              <a:avLst/>
            </a:prstGeom>
            <a:noFill/>
          </p:spPr>
          <p:txBody>
            <a:bodyPr wrap="square" rtlCol="0">
              <a:spAutoFit/>
            </a:bodyPr>
            <a:lstStyle/>
            <a:p>
              <a:pPr algn="l">
                <a:lnSpc>
                  <a:spcPct val="120000"/>
                </a:lnSpc>
              </a:pPr>
              <a:r>
                <a:rPr lang="en-US" sz="1600" dirty="0"/>
                <a:t>Exposed pop rap structures</a:t>
              </a:r>
            </a:p>
          </p:txBody>
        </p:sp>
        <p:sp>
          <p:nvSpPr>
            <p:cNvPr id="83" name="Rectangle 82">
              <a:extLst>
                <a:ext uri="{FF2B5EF4-FFF2-40B4-BE49-F238E27FC236}">
                  <a16:creationId xmlns:a16="http://schemas.microsoft.com/office/drawing/2014/main" id="{E4F746D0-A120-43B2-8DF5-32079BE0771B}"/>
                </a:ext>
              </a:extLst>
            </p:cNvPr>
            <p:cNvSpPr>
              <a:spLocks/>
            </p:cNvSpPr>
            <p:nvPr/>
          </p:nvSpPr>
          <p:spPr bwMode="auto">
            <a:xfrm>
              <a:off x="413787" y="4870528"/>
              <a:ext cx="353621" cy="191419"/>
            </a:xfrm>
            <a:prstGeom prst="rect">
              <a:avLst/>
            </a:prstGeom>
            <a:solidFill>
              <a:srgbClr val="D2DE24"/>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84" name="TextBox 83">
              <a:extLst>
                <a:ext uri="{FF2B5EF4-FFF2-40B4-BE49-F238E27FC236}">
                  <a16:creationId xmlns:a16="http://schemas.microsoft.com/office/drawing/2014/main" id="{572DDBE2-F049-4E5B-93E1-3EAF3B6363EF}"/>
                </a:ext>
              </a:extLst>
            </p:cNvPr>
            <p:cNvSpPr txBox="1"/>
            <p:nvPr/>
          </p:nvSpPr>
          <p:spPr>
            <a:xfrm>
              <a:off x="743378" y="4787403"/>
              <a:ext cx="548458" cy="327077"/>
            </a:xfrm>
            <a:prstGeom prst="rect">
              <a:avLst/>
            </a:prstGeom>
            <a:noFill/>
          </p:spPr>
          <p:txBody>
            <a:bodyPr wrap="square" rtlCol="0">
              <a:spAutoFit/>
            </a:bodyPr>
            <a:lstStyle/>
            <a:p>
              <a:pPr algn="ctr">
                <a:lnSpc>
                  <a:spcPct val="120000"/>
                </a:lnSpc>
              </a:pPr>
              <a:r>
                <a:rPr lang="en-US" sz="1400" b="1" dirty="0"/>
                <a:t>6B</a:t>
              </a:r>
            </a:p>
          </p:txBody>
        </p:sp>
      </p:grpSp>
      <p:grpSp>
        <p:nvGrpSpPr>
          <p:cNvPr id="104" name="Group 103">
            <a:extLst>
              <a:ext uri="{FF2B5EF4-FFF2-40B4-BE49-F238E27FC236}">
                <a16:creationId xmlns:a16="http://schemas.microsoft.com/office/drawing/2014/main" id="{1BF91816-9D29-4233-9211-71D4FD0FDA46}"/>
              </a:ext>
            </a:extLst>
          </p:cNvPr>
          <p:cNvGrpSpPr/>
          <p:nvPr/>
        </p:nvGrpSpPr>
        <p:grpSpPr>
          <a:xfrm>
            <a:off x="6494802" y="2096827"/>
            <a:ext cx="4969313" cy="360612"/>
            <a:chOff x="413787" y="4241654"/>
            <a:chExt cx="4969313" cy="360612"/>
          </a:xfrm>
        </p:grpSpPr>
        <p:sp>
          <p:nvSpPr>
            <p:cNvPr id="105" name="TextBox 104">
              <a:extLst>
                <a:ext uri="{FF2B5EF4-FFF2-40B4-BE49-F238E27FC236}">
                  <a16:creationId xmlns:a16="http://schemas.microsoft.com/office/drawing/2014/main" id="{30598FF0-BA8E-473A-A7A0-D98F96E156C8}"/>
                </a:ext>
              </a:extLst>
            </p:cNvPr>
            <p:cNvSpPr txBox="1"/>
            <p:nvPr/>
          </p:nvSpPr>
          <p:spPr>
            <a:xfrm>
              <a:off x="1198941" y="4241654"/>
              <a:ext cx="4184159" cy="360612"/>
            </a:xfrm>
            <a:prstGeom prst="rect">
              <a:avLst/>
            </a:prstGeom>
            <a:noFill/>
          </p:spPr>
          <p:txBody>
            <a:bodyPr wrap="square" rtlCol="0">
              <a:spAutoFit/>
            </a:bodyPr>
            <a:lstStyle/>
            <a:p>
              <a:pPr algn="l">
                <a:lnSpc>
                  <a:spcPct val="120000"/>
                </a:lnSpc>
              </a:pPr>
              <a:r>
                <a:rPr lang="en-US" sz="1600" dirty="0"/>
                <a:t>Exposed Total Flats</a:t>
              </a:r>
            </a:p>
          </p:txBody>
        </p:sp>
        <p:sp>
          <p:nvSpPr>
            <p:cNvPr id="106" name="Rectangle 105">
              <a:extLst>
                <a:ext uri="{FF2B5EF4-FFF2-40B4-BE49-F238E27FC236}">
                  <a16:creationId xmlns:a16="http://schemas.microsoft.com/office/drawing/2014/main" id="{5EC27066-E814-46F0-AEF8-F1303F63FEB8}"/>
                </a:ext>
              </a:extLst>
            </p:cNvPr>
            <p:cNvSpPr>
              <a:spLocks/>
            </p:cNvSpPr>
            <p:nvPr/>
          </p:nvSpPr>
          <p:spPr bwMode="auto">
            <a:xfrm>
              <a:off x="413787" y="4341547"/>
              <a:ext cx="353621" cy="191419"/>
            </a:xfrm>
            <a:prstGeom prst="rect">
              <a:avLst/>
            </a:prstGeom>
            <a:solidFill>
              <a:srgbClr val="CBBE00"/>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07" name="TextBox 106">
              <a:extLst>
                <a:ext uri="{FF2B5EF4-FFF2-40B4-BE49-F238E27FC236}">
                  <a16:creationId xmlns:a16="http://schemas.microsoft.com/office/drawing/2014/main" id="{3D4CD4D0-1ED7-4D4D-9F28-FEF2F411BA2C}"/>
                </a:ext>
              </a:extLst>
            </p:cNvPr>
            <p:cNvSpPr txBox="1"/>
            <p:nvPr/>
          </p:nvSpPr>
          <p:spPr>
            <a:xfrm>
              <a:off x="743378" y="4258422"/>
              <a:ext cx="548458" cy="327077"/>
            </a:xfrm>
            <a:prstGeom prst="rect">
              <a:avLst/>
            </a:prstGeom>
            <a:noFill/>
          </p:spPr>
          <p:txBody>
            <a:bodyPr wrap="square" rtlCol="0">
              <a:spAutoFit/>
            </a:bodyPr>
            <a:lstStyle/>
            <a:p>
              <a:pPr algn="ctr">
                <a:lnSpc>
                  <a:spcPct val="120000"/>
                </a:lnSpc>
              </a:pPr>
              <a:r>
                <a:rPr lang="en-US" sz="1400" b="1" dirty="0"/>
                <a:t>7</a:t>
              </a:r>
            </a:p>
          </p:txBody>
        </p:sp>
      </p:grpSp>
      <p:grpSp>
        <p:nvGrpSpPr>
          <p:cNvPr id="108" name="Group 107">
            <a:extLst>
              <a:ext uri="{FF2B5EF4-FFF2-40B4-BE49-F238E27FC236}">
                <a16:creationId xmlns:a16="http://schemas.microsoft.com/office/drawing/2014/main" id="{EC1EB7FD-6704-4141-A6DA-13AB56245DFD}"/>
              </a:ext>
            </a:extLst>
          </p:cNvPr>
          <p:cNvGrpSpPr/>
          <p:nvPr/>
        </p:nvGrpSpPr>
        <p:grpSpPr>
          <a:xfrm>
            <a:off x="6494802" y="2509236"/>
            <a:ext cx="4969313" cy="360612"/>
            <a:chOff x="413787" y="4770635"/>
            <a:chExt cx="4969313" cy="360612"/>
          </a:xfrm>
        </p:grpSpPr>
        <p:sp>
          <p:nvSpPr>
            <p:cNvPr id="109" name="TextBox 108">
              <a:extLst>
                <a:ext uri="{FF2B5EF4-FFF2-40B4-BE49-F238E27FC236}">
                  <a16:creationId xmlns:a16="http://schemas.microsoft.com/office/drawing/2014/main" id="{766099B6-C9E7-40C1-B299-07FC1541EB94}"/>
                </a:ext>
              </a:extLst>
            </p:cNvPr>
            <p:cNvSpPr txBox="1"/>
            <p:nvPr/>
          </p:nvSpPr>
          <p:spPr>
            <a:xfrm>
              <a:off x="1198941" y="4770635"/>
              <a:ext cx="4184159" cy="360612"/>
            </a:xfrm>
            <a:prstGeom prst="rect">
              <a:avLst/>
            </a:prstGeom>
            <a:noFill/>
          </p:spPr>
          <p:txBody>
            <a:bodyPr wrap="square" rtlCol="0">
              <a:spAutoFit/>
            </a:bodyPr>
            <a:lstStyle/>
            <a:p>
              <a:pPr algn="l">
                <a:lnSpc>
                  <a:spcPct val="120000"/>
                </a:lnSpc>
              </a:pPr>
              <a:r>
                <a:rPr lang="en-US" sz="1600" dirty="0"/>
                <a:t>Exposed pop rap structures</a:t>
              </a:r>
            </a:p>
          </p:txBody>
        </p:sp>
        <p:sp>
          <p:nvSpPr>
            <p:cNvPr id="110" name="Rectangle 109">
              <a:extLst>
                <a:ext uri="{FF2B5EF4-FFF2-40B4-BE49-F238E27FC236}">
                  <a16:creationId xmlns:a16="http://schemas.microsoft.com/office/drawing/2014/main" id="{EA3D7891-6046-48DE-ADB3-9F81F96F0281}"/>
                </a:ext>
              </a:extLst>
            </p:cNvPr>
            <p:cNvSpPr>
              <a:spLocks/>
            </p:cNvSpPr>
            <p:nvPr/>
          </p:nvSpPr>
          <p:spPr bwMode="auto">
            <a:xfrm>
              <a:off x="413787" y="4870528"/>
              <a:ext cx="353621" cy="191419"/>
            </a:xfrm>
            <a:prstGeom prst="rect">
              <a:avLst/>
            </a:prstGeom>
            <a:solidFill>
              <a:srgbClr val="FFF100"/>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1" name="TextBox 110">
              <a:extLst>
                <a:ext uri="{FF2B5EF4-FFF2-40B4-BE49-F238E27FC236}">
                  <a16:creationId xmlns:a16="http://schemas.microsoft.com/office/drawing/2014/main" id="{E1DBB021-C99E-4EC0-A375-510C958532FB}"/>
                </a:ext>
              </a:extLst>
            </p:cNvPr>
            <p:cNvSpPr txBox="1"/>
            <p:nvPr/>
          </p:nvSpPr>
          <p:spPr>
            <a:xfrm>
              <a:off x="743378" y="4787403"/>
              <a:ext cx="548458" cy="327077"/>
            </a:xfrm>
            <a:prstGeom prst="rect">
              <a:avLst/>
            </a:prstGeom>
            <a:noFill/>
          </p:spPr>
          <p:txBody>
            <a:bodyPr wrap="square" rtlCol="0">
              <a:spAutoFit/>
            </a:bodyPr>
            <a:lstStyle/>
            <a:p>
              <a:pPr algn="ctr">
                <a:lnSpc>
                  <a:spcPct val="120000"/>
                </a:lnSpc>
              </a:pPr>
              <a:r>
                <a:rPr lang="en-US" sz="1400" b="1" dirty="0"/>
                <a:t>8A</a:t>
              </a:r>
            </a:p>
          </p:txBody>
        </p:sp>
      </p:grpSp>
      <p:grpSp>
        <p:nvGrpSpPr>
          <p:cNvPr id="112" name="Group 111">
            <a:extLst>
              <a:ext uri="{FF2B5EF4-FFF2-40B4-BE49-F238E27FC236}">
                <a16:creationId xmlns:a16="http://schemas.microsoft.com/office/drawing/2014/main" id="{86E8392C-F121-47E8-A04D-30079D54DD04}"/>
              </a:ext>
            </a:extLst>
          </p:cNvPr>
          <p:cNvGrpSpPr/>
          <p:nvPr/>
        </p:nvGrpSpPr>
        <p:grpSpPr>
          <a:xfrm>
            <a:off x="6494802" y="2921645"/>
            <a:ext cx="4969313" cy="360612"/>
            <a:chOff x="413787" y="4770635"/>
            <a:chExt cx="4969313" cy="360612"/>
          </a:xfrm>
        </p:grpSpPr>
        <p:sp>
          <p:nvSpPr>
            <p:cNvPr id="113" name="TextBox 112">
              <a:extLst>
                <a:ext uri="{FF2B5EF4-FFF2-40B4-BE49-F238E27FC236}">
                  <a16:creationId xmlns:a16="http://schemas.microsoft.com/office/drawing/2014/main" id="{E925B38D-6219-404C-9E76-965774A874E8}"/>
                </a:ext>
              </a:extLst>
            </p:cNvPr>
            <p:cNvSpPr txBox="1"/>
            <p:nvPr/>
          </p:nvSpPr>
          <p:spPr>
            <a:xfrm>
              <a:off x="1198941" y="4770635"/>
              <a:ext cx="4184159" cy="360612"/>
            </a:xfrm>
            <a:prstGeom prst="rect">
              <a:avLst/>
            </a:prstGeom>
            <a:noFill/>
          </p:spPr>
          <p:txBody>
            <a:bodyPr wrap="square" rtlCol="0">
              <a:spAutoFit/>
            </a:bodyPr>
            <a:lstStyle/>
            <a:p>
              <a:pPr algn="l">
                <a:lnSpc>
                  <a:spcPct val="120000"/>
                </a:lnSpc>
              </a:pPr>
              <a:r>
                <a:rPr lang="en-US" sz="1600" dirty="0"/>
                <a:t>Sheltered solid man-Made structures</a:t>
              </a:r>
            </a:p>
          </p:txBody>
        </p:sp>
        <p:sp>
          <p:nvSpPr>
            <p:cNvPr id="114" name="Rectangle 113">
              <a:extLst>
                <a:ext uri="{FF2B5EF4-FFF2-40B4-BE49-F238E27FC236}">
                  <a16:creationId xmlns:a16="http://schemas.microsoft.com/office/drawing/2014/main" id="{611452A4-6555-47A6-951B-0D92588D2985}"/>
                </a:ext>
              </a:extLst>
            </p:cNvPr>
            <p:cNvSpPr>
              <a:spLocks/>
            </p:cNvSpPr>
            <p:nvPr/>
          </p:nvSpPr>
          <p:spPr bwMode="auto">
            <a:xfrm>
              <a:off x="413787" y="4870528"/>
              <a:ext cx="353621" cy="191419"/>
            </a:xfrm>
            <a:prstGeom prst="rect">
              <a:avLst/>
            </a:prstGeom>
            <a:solidFill>
              <a:srgbClr val="FAB6A6"/>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5" name="TextBox 114">
              <a:extLst>
                <a:ext uri="{FF2B5EF4-FFF2-40B4-BE49-F238E27FC236}">
                  <a16:creationId xmlns:a16="http://schemas.microsoft.com/office/drawing/2014/main" id="{1B151490-85B3-4B0D-A50F-B57C04353B8B}"/>
                </a:ext>
              </a:extLst>
            </p:cNvPr>
            <p:cNvSpPr txBox="1"/>
            <p:nvPr/>
          </p:nvSpPr>
          <p:spPr>
            <a:xfrm>
              <a:off x="743378" y="4787403"/>
              <a:ext cx="548458" cy="327077"/>
            </a:xfrm>
            <a:prstGeom prst="rect">
              <a:avLst/>
            </a:prstGeom>
            <a:noFill/>
          </p:spPr>
          <p:txBody>
            <a:bodyPr wrap="square" rtlCol="0">
              <a:spAutoFit/>
            </a:bodyPr>
            <a:lstStyle/>
            <a:p>
              <a:pPr algn="ctr">
                <a:lnSpc>
                  <a:spcPct val="120000"/>
                </a:lnSpc>
              </a:pPr>
              <a:r>
                <a:rPr lang="en-US" sz="1400" b="1" dirty="0"/>
                <a:t>8B</a:t>
              </a:r>
            </a:p>
          </p:txBody>
        </p:sp>
      </p:grpSp>
      <p:grpSp>
        <p:nvGrpSpPr>
          <p:cNvPr id="116" name="Group 115">
            <a:extLst>
              <a:ext uri="{FF2B5EF4-FFF2-40B4-BE49-F238E27FC236}">
                <a16:creationId xmlns:a16="http://schemas.microsoft.com/office/drawing/2014/main" id="{EDCD0ACA-9D8B-4964-9EED-9CB25B2B8EA5}"/>
              </a:ext>
            </a:extLst>
          </p:cNvPr>
          <p:cNvGrpSpPr/>
          <p:nvPr/>
        </p:nvGrpSpPr>
        <p:grpSpPr>
          <a:xfrm>
            <a:off x="6494802" y="3334054"/>
            <a:ext cx="4969313" cy="360612"/>
            <a:chOff x="413787" y="4770635"/>
            <a:chExt cx="4969313" cy="360612"/>
          </a:xfrm>
        </p:grpSpPr>
        <p:sp>
          <p:nvSpPr>
            <p:cNvPr id="117" name="TextBox 116">
              <a:extLst>
                <a:ext uri="{FF2B5EF4-FFF2-40B4-BE49-F238E27FC236}">
                  <a16:creationId xmlns:a16="http://schemas.microsoft.com/office/drawing/2014/main" id="{C3A8C23E-C3C7-44AB-9778-C555E375153C}"/>
                </a:ext>
              </a:extLst>
            </p:cNvPr>
            <p:cNvSpPr txBox="1"/>
            <p:nvPr/>
          </p:nvSpPr>
          <p:spPr>
            <a:xfrm>
              <a:off x="1198941" y="4770635"/>
              <a:ext cx="4184159" cy="360612"/>
            </a:xfrm>
            <a:prstGeom prst="rect">
              <a:avLst/>
            </a:prstGeom>
            <a:noFill/>
          </p:spPr>
          <p:txBody>
            <a:bodyPr wrap="square" rtlCol="0">
              <a:spAutoFit/>
            </a:bodyPr>
            <a:lstStyle/>
            <a:p>
              <a:pPr algn="l">
                <a:lnSpc>
                  <a:spcPct val="120000"/>
                </a:lnSpc>
              </a:pPr>
              <a:r>
                <a:rPr lang="en-US" sz="1600" dirty="0"/>
                <a:t>Sheltered Scarps</a:t>
              </a:r>
            </a:p>
          </p:txBody>
        </p:sp>
        <p:sp>
          <p:nvSpPr>
            <p:cNvPr id="118" name="Rectangle 117">
              <a:extLst>
                <a:ext uri="{FF2B5EF4-FFF2-40B4-BE49-F238E27FC236}">
                  <a16:creationId xmlns:a16="http://schemas.microsoft.com/office/drawing/2014/main" id="{DCCA97E7-2EED-487C-BF06-36921CDA2EE0}"/>
                </a:ext>
              </a:extLst>
            </p:cNvPr>
            <p:cNvSpPr>
              <a:spLocks/>
            </p:cNvSpPr>
            <p:nvPr/>
          </p:nvSpPr>
          <p:spPr bwMode="auto">
            <a:xfrm>
              <a:off x="413787" y="4870528"/>
              <a:ext cx="353621" cy="191419"/>
            </a:xfrm>
            <a:prstGeom prst="rect">
              <a:avLst/>
            </a:prstGeom>
            <a:solidFill>
              <a:srgbClr val="FFD249"/>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119" name="TextBox 118">
              <a:extLst>
                <a:ext uri="{FF2B5EF4-FFF2-40B4-BE49-F238E27FC236}">
                  <a16:creationId xmlns:a16="http://schemas.microsoft.com/office/drawing/2014/main" id="{1342AF2F-DDF8-4744-89CD-6ECB25664E74}"/>
                </a:ext>
              </a:extLst>
            </p:cNvPr>
            <p:cNvSpPr txBox="1"/>
            <p:nvPr/>
          </p:nvSpPr>
          <p:spPr>
            <a:xfrm>
              <a:off x="743378" y="4787403"/>
              <a:ext cx="548458" cy="327077"/>
            </a:xfrm>
            <a:prstGeom prst="rect">
              <a:avLst/>
            </a:prstGeom>
            <a:noFill/>
          </p:spPr>
          <p:txBody>
            <a:bodyPr wrap="square" rtlCol="0">
              <a:spAutoFit/>
            </a:bodyPr>
            <a:lstStyle/>
            <a:p>
              <a:pPr algn="ctr">
                <a:lnSpc>
                  <a:spcPct val="120000"/>
                </a:lnSpc>
              </a:pPr>
              <a:r>
                <a:rPr lang="en-US" sz="1400" b="1" dirty="0"/>
                <a:t>8C</a:t>
              </a:r>
            </a:p>
          </p:txBody>
        </p:sp>
      </p:grpSp>
      <p:sp>
        <p:nvSpPr>
          <p:cNvPr id="146" name="TextBox 145">
            <a:extLst>
              <a:ext uri="{FF2B5EF4-FFF2-40B4-BE49-F238E27FC236}">
                <a16:creationId xmlns:a16="http://schemas.microsoft.com/office/drawing/2014/main" id="{75CCBBD2-C44A-40EB-A37D-B73436DBBD44}"/>
              </a:ext>
            </a:extLst>
          </p:cNvPr>
          <p:cNvSpPr txBox="1"/>
          <p:nvPr/>
        </p:nvSpPr>
        <p:spPr>
          <a:xfrm>
            <a:off x="7287083" y="3746463"/>
            <a:ext cx="4184159" cy="360612"/>
          </a:xfrm>
          <a:prstGeom prst="rect">
            <a:avLst/>
          </a:prstGeom>
          <a:noFill/>
        </p:spPr>
        <p:txBody>
          <a:bodyPr wrap="square" rtlCol="0">
            <a:spAutoFit/>
          </a:bodyPr>
          <a:lstStyle/>
          <a:p>
            <a:pPr algn="l">
              <a:lnSpc>
                <a:spcPct val="120000"/>
              </a:lnSpc>
            </a:pPr>
            <a:r>
              <a:rPr lang="en-US" sz="1600" dirty="0"/>
              <a:t>Sheltered Total Flats</a:t>
            </a:r>
          </a:p>
        </p:txBody>
      </p:sp>
      <p:sp>
        <p:nvSpPr>
          <p:cNvPr id="147" name="TextBox 146">
            <a:extLst>
              <a:ext uri="{FF2B5EF4-FFF2-40B4-BE49-F238E27FC236}">
                <a16:creationId xmlns:a16="http://schemas.microsoft.com/office/drawing/2014/main" id="{9EF8B8AA-FC2D-4815-9B87-48A6F02D4525}"/>
              </a:ext>
            </a:extLst>
          </p:cNvPr>
          <p:cNvSpPr txBox="1"/>
          <p:nvPr/>
        </p:nvSpPr>
        <p:spPr>
          <a:xfrm>
            <a:off x="7287083" y="4004898"/>
            <a:ext cx="4184159" cy="360612"/>
          </a:xfrm>
          <a:prstGeom prst="rect">
            <a:avLst/>
          </a:prstGeom>
          <a:noFill/>
        </p:spPr>
        <p:txBody>
          <a:bodyPr wrap="square" rtlCol="0">
            <a:spAutoFit/>
          </a:bodyPr>
          <a:lstStyle/>
          <a:p>
            <a:pPr algn="l">
              <a:lnSpc>
                <a:spcPct val="120000"/>
              </a:lnSpc>
            </a:pPr>
            <a:r>
              <a:rPr lang="en-US" sz="1600" dirty="0"/>
              <a:t>Riverine banks with grasses or trees</a:t>
            </a:r>
          </a:p>
        </p:txBody>
      </p:sp>
      <p:sp>
        <p:nvSpPr>
          <p:cNvPr id="148" name="Rectangle 147">
            <a:extLst>
              <a:ext uri="{FF2B5EF4-FFF2-40B4-BE49-F238E27FC236}">
                <a16:creationId xmlns:a16="http://schemas.microsoft.com/office/drawing/2014/main" id="{6D548BA6-82A6-486E-8A19-B0EDED39D2AD}"/>
              </a:ext>
            </a:extLst>
          </p:cNvPr>
          <p:cNvSpPr>
            <a:spLocks/>
          </p:cNvSpPr>
          <p:nvPr/>
        </p:nvSpPr>
        <p:spPr bwMode="auto">
          <a:xfrm>
            <a:off x="6501929" y="3876675"/>
            <a:ext cx="353621" cy="382087"/>
          </a:xfrm>
          <a:prstGeom prst="rect">
            <a:avLst/>
          </a:prstGeom>
          <a:solidFill>
            <a:srgbClr val="FAA638"/>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49" name="TextBox 148">
            <a:extLst>
              <a:ext uri="{FF2B5EF4-FFF2-40B4-BE49-F238E27FC236}">
                <a16:creationId xmlns:a16="http://schemas.microsoft.com/office/drawing/2014/main" id="{1BBBACBF-E3AF-469B-8350-6DAF69B11FD4}"/>
              </a:ext>
            </a:extLst>
          </p:cNvPr>
          <p:cNvSpPr txBox="1"/>
          <p:nvPr/>
        </p:nvSpPr>
        <p:spPr>
          <a:xfrm>
            <a:off x="6831520" y="3763231"/>
            <a:ext cx="548458" cy="327077"/>
          </a:xfrm>
          <a:prstGeom prst="rect">
            <a:avLst/>
          </a:prstGeom>
          <a:noFill/>
        </p:spPr>
        <p:txBody>
          <a:bodyPr wrap="square" rtlCol="0">
            <a:spAutoFit/>
          </a:bodyPr>
          <a:lstStyle/>
          <a:p>
            <a:pPr algn="ctr">
              <a:lnSpc>
                <a:spcPct val="120000"/>
              </a:lnSpc>
            </a:pPr>
            <a:r>
              <a:rPr lang="en-US" sz="1400" b="1" dirty="0"/>
              <a:t>9A</a:t>
            </a:r>
          </a:p>
        </p:txBody>
      </p:sp>
      <p:sp>
        <p:nvSpPr>
          <p:cNvPr id="150" name="TextBox 149">
            <a:extLst>
              <a:ext uri="{FF2B5EF4-FFF2-40B4-BE49-F238E27FC236}">
                <a16:creationId xmlns:a16="http://schemas.microsoft.com/office/drawing/2014/main" id="{159068AF-6014-456B-B625-66D1A7DC899D}"/>
              </a:ext>
            </a:extLst>
          </p:cNvPr>
          <p:cNvSpPr txBox="1"/>
          <p:nvPr/>
        </p:nvSpPr>
        <p:spPr>
          <a:xfrm>
            <a:off x="6831520" y="4021666"/>
            <a:ext cx="548458" cy="327077"/>
          </a:xfrm>
          <a:prstGeom prst="rect">
            <a:avLst/>
          </a:prstGeom>
          <a:noFill/>
        </p:spPr>
        <p:txBody>
          <a:bodyPr wrap="square" rtlCol="0">
            <a:spAutoFit/>
          </a:bodyPr>
          <a:lstStyle/>
          <a:p>
            <a:pPr algn="ctr">
              <a:lnSpc>
                <a:spcPct val="120000"/>
              </a:lnSpc>
            </a:pPr>
            <a:r>
              <a:rPr lang="en-US" sz="1400" b="1" dirty="0"/>
              <a:t>9B</a:t>
            </a:r>
          </a:p>
        </p:txBody>
      </p:sp>
      <p:grpSp>
        <p:nvGrpSpPr>
          <p:cNvPr id="151" name="Group 150">
            <a:extLst>
              <a:ext uri="{FF2B5EF4-FFF2-40B4-BE49-F238E27FC236}">
                <a16:creationId xmlns:a16="http://schemas.microsoft.com/office/drawing/2014/main" id="{EF3350BE-A2B4-4705-8762-F3D8F919D60F}"/>
              </a:ext>
            </a:extLst>
          </p:cNvPr>
          <p:cNvGrpSpPr/>
          <p:nvPr/>
        </p:nvGrpSpPr>
        <p:grpSpPr>
          <a:xfrm>
            <a:off x="6494802" y="4417307"/>
            <a:ext cx="4969313" cy="360612"/>
            <a:chOff x="413787" y="4241654"/>
            <a:chExt cx="4969313" cy="360612"/>
          </a:xfrm>
        </p:grpSpPr>
        <p:sp>
          <p:nvSpPr>
            <p:cNvPr id="152" name="TextBox 151">
              <a:extLst>
                <a:ext uri="{FF2B5EF4-FFF2-40B4-BE49-F238E27FC236}">
                  <a16:creationId xmlns:a16="http://schemas.microsoft.com/office/drawing/2014/main" id="{28FDDA44-A93E-4710-AE3F-62E614F7298D}"/>
                </a:ext>
              </a:extLst>
            </p:cNvPr>
            <p:cNvSpPr txBox="1"/>
            <p:nvPr/>
          </p:nvSpPr>
          <p:spPr>
            <a:xfrm>
              <a:off x="1198941" y="4241654"/>
              <a:ext cx="4184159" cy="360612"/>
            </a:xfrm>
            <a:prstGeom prst="rect">
              <a:avLst/>
            </a:prstGeom>
            <a:noFill/>
          </p:spPr>
          <p:txBody>
            <a:bodyPr wrap="square" rtlCol="0">
              <a:spAutoFit/>
            </a:bodyPr>
            <a:lstStyle/>
            <a:p>
              <a:pPr algn="l">
                <a:lnSpc>
                  <a:spcPct val="120000"/>
                </a:lnSpc>
              </a:pPr>
              <a:r>
                <a:rPr lang="en-US" sz="1600" dirty="0"/>
                <a:t>Salt and brackish water marshes</a:t>
              </a:r>
            </a:p>
          </p:txBody>
        </p:sp>
        <p:sp>
          <p:nvSpPr>
            <p:cNvPr id="153" name="Rectangle 152">
              <a:extLst>
                <a:ext uri="{FF2B5EF4-FFF2-40B4-BE49-F238E27FC236}">
                  <a16:creationId xmlns:a16="http://schemas.microsoft.com/office/drawing/2014/main" id="{C65FA01D-14BA-41AA-BB18-4EC6A3FCD72F}"/>
                </a:ext>
              </a:extLst>
            </p:cNvPr>
            <p:cNvSpPr>
              <a:spLocks/>
            </p:cNvSpPr>
            <p:nvPr/>
          </p:nvSpPr>
          <p:spPr bwMode="auto">
            <a:xfrm>
              <a:off x="413787" y="4341547"/>
              <a:ext cx="353621" cy="191419"/>
            </a:xfrm>
            <a:prstGeom prst="rect">
              <a:avLst/>
            </a:prstGeom>
            <a:solidFill>
              <a:srgbClr val="EE1154"/>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54" name="TextBox 153">
              <a:extLst>
                <a:ext uri="{FF2B5EF4-FFF2-40B4-BE49-F238E27FC236}">
                  <a16:creationId xmlns:a16="http://schemas.microsoft.com/office/drawing/2014/main" id="{4B441415-D4F3-4D32-9415-5920E4810D8A}"/>
                </a:ext>
              </a:extLst>
            </p:cNvPr>
            <p:cNvSpPr txBox="1"/>
            <p:nvPr/>
          </p:nvSpPr>
          <p:spPr>
            <a:xfrm>
              <a:off x="743378" y="4258422"/>
              <a:ext cx="548458" cy="327077"/>
            </a:xfrm>
            <a:prstGeom prst="rect">
              <a:avLst/>
            </a:prstGeom>
            <a:noFill/>
          </p:spPr>
          <p:txBody>
            <a:bodyPr wrap="square" rtlCol="0">
              <a:spAutoFit/>
            </a:bodyPr>
            <a:lstStyle/>
            <a:p>
              <a:pPr algn="ctr">
                <a:lnSpc>
                  <a:spcPct val="120000"/>
                </a:lnSpc>
              </a:pPr>
              <a:r>
                <a:rPr lang="en-US" sz="1400" b="1" dirty="0"/>
                <a:t>10A</a:t>
              </a:r>
            </a:p>
          </p:txBody>
        </p:sp>
      </p:grpSp>
      <p:grpSp>
        <p:nvGrpSpPr>
          <p:cNvPr id="163" name="Group 162">
            <a:extLst>
              <a:ext uri="{FF2B5EF4-FFF2-40B4-BE49-F238E27FC236}">
                <a16:creationId xmlns:a16="http://schemas.microsoft.com/office/drawing/2014/main" id="{888E33C5-BE05-463F-A009-AF97CECE6306}"/>
              </a:ext>
            </a:extLst>
          </p:cNvPr>
          <p:cNvGrpSpPr/>
          <p:nvPr/>
        </p:nvGrpSpPr>
        <p:grpSpPr>
          <a:xfrm>
            <a:off x="6494802" y="4829716"/>
            <a:ext cx="5442017" cy="360612"/>
            <a:chOff x="6383271" y="4968157"/>
            <a:chExt cx="5442017" cy="360612"/>
          </a:xfrm>
        </p:grpSpPr>
        <p:sp>
          <p:nvSpPr>
            <p:cNvPr id="156" name="TextBox 155">
              <a:extLst>
                <a:ext uri="{FF2B5EF4-FFF2-40B4-BE49-F238E27FC236}">
                  <a16:creationId xmlns:a16="http://schemas.microsoft.com/office/drawing/2014/main" id="{202851B8-282E-480A-B4FB-FDC94BF205EE}"/>
                </a:ext>
              </a:extLst>
            </p:cNvPr>
            <p:cNvSpPr txBox="1"/>
            <p:nvPr/>
          </p:nvSpPr>
          <p:spPr>
            <a:xfrm>
              <a:off x="7168425" y="4968157"/>
              <a:ext cx="4656863" cy="360612"/>
            </a:xfrm>
            <a:prstGeom prst="rect">
              <a:avLst/>
            </a:prstGeom>
            <a:noFill/>
          </p:spPr>
          <p:txBody>
            <a:bodyPr wrap="square" rtlCol="0">
              <a:spAutoFit/>
            </a:bodyPr>
            <a:lstStyle/>
            <a:p>
              <a:pPr algn="l">
                <a:lnSpc>
                  <a:spcPct val="120000"/>
                </a:lnSpc>
              </a:pPr>
              <a:r>
                <a:rPr lang="en-US" sz="1600" dirty="0" err="1"/>
                <a:t>Frwshwate</a:t>
              </a:r>
              <a:r>
                <a:rPr lang="en-US" sz="1600" dirty="0"/>
                <a:t> </a:t>
              </a:r>
              <a:r>
                <a:rPr lang="en-US" sz="1600" dirty="0" err="1"/>
                <a:t>Marses</a:t>
              </a:r>
              <a:r>
                <a:rPr lang="en-US" sz="1600" dirty="0"/>
                <a:t> (Herbaceous Vegetation)</a:t>
              </a:r>
            </a:p>
          </p:txBody>
        </p:sp>
        <p:sp>
          <p:nvSpPr>
            <p:cNvPr id="157" name="Rectangle 156">
              <a:extLst>
                <a:ext uri="{FF2B5EF4-FFF2-40B4-BE49-F238E27FC236}">
                  <a16:creationId xmlns:a16="http://schemas.microsoft.com/office/drawing/2014/main" id="{70714263-84D7-4CAB-9232-09AE4021A0AF}"/>
                </a:ext>
              </a:extLst>
            </p:cNvPr>
            <p:cNvSpPr>
              <a:spLocks/>
            </p:cNvSpPr>
            <p:nvPr/>
          </p:nvSpPr>
          <p:spPr bwMode="auto">
            <a:xfrm>
              <a:off x="6383271" y="5068050"/>
              <a:ext cx="353621" cy="191419"/>
            </a:xfrm>
            <a:prstGeom prst="rect">
              <a:avLst/>
            </a:prstGeom>
            <a:solidFill>
              <a:srgbClr val="F499C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58" name="TextBox 157">
              <a:extLst>
                <a:ext uri="{FF2B5EF4-FFF2-40B4-BE49-F238E27FC236}">
                  <a16:creationId xmlns:a16="http://schemas.microsoft.com/office/drawing/2014/main" id="{E7C83421-70BE-4205-963D-067729CE288F}"/>
                </a:ext>
              </a:extLst>
            </p:cNvPr>
            <p:cNvSpPr txBox="1"/>
            <p:nvPr/>
          </p:nvSpPr>
          <p:spPr>
            <a:xfrm>
              <a:off x="6712862" y="4984925"/>
              <a:ext cx="548458" cy="327077"/>
            </a:xfrm>
            <a:prstGeom prst="rect">
              <a:avLst/>
            </a:prstGeom>
            <a:noFill/>
          </p:spPr>
          <p:txBody>
            <a:bodyPr wrap="square" rtlCol="0">
              <a:spAutoFit/>
            </a:bodyPr>
            <a:lstStyle/>
            <a:p>
              <a:pPr algn="ctr">
                <a:lnSpc>
                  <a:spcPct val="120000"/>
                </a:lnSpc>
              </a:pPr>
              <a:r>
                <a:rPr lang="en-US" sz="1400" b="1" dirty="0"/>
                <a:t>10B</a:t>
              </a:r>
            </a:p>
          </p:txBody>
        </p:sp>
      </p:grpSp>
      <p:grpSp>
        <p:nvGrpSpPr>
          <p:cNvPr id="159" name="Group 158">
            <a:extLst>
              <a:ext uri="{FF2B5EF4-FFF2-40B4-BE49-F238E27FC236}">
                <a16:creationId xmlns:a16="http://schemas.microsoft.com/office/drawing/2014/main" id="{46D6F224-EF05-4BB1-85B8-3BB2F654F1CB}"/>
              </a:ext>
            </a:extLst>
          </p:cNvPr>
          <p:cNvGrpSpPr/>
          <p:nvPr/>
        </p:nvGrpSpPr>
        <p:grpSpPr>
          <a:xfrm>
            <a:off x="6494802" y="5242122"/>
            <a:ext cx="4969313" cy="360612"/>
            <a:chOff x="413787" y="4770635"/>
            <a:chExt cx="4969313" cy="360612"/>
          </a:xfrm>
        </p:grpSpPr>
        <p:sp>
          <p:nvSpPr>
            <p:cNvPr id="160" name="TextBox 159">
              <a:extLst>
                <a:ext uri="{FF2B5EF4-FFF2-40B4-BE49-F238E27FC236}">
                  <a16:creationId xmlns:a16="http://schemas.microsoft.com/office/drawing/2014/main" id="{B5140E6A-3D86-477A-B8A7-085627F41722}"/>
                </a:ext>
              </a:extLst>
            </p:cNvPr>
            <p:cNvSpPr txBox="1"/>
            <p:nvPr/>
          </p:nvSpPr>
          <p:spPr>
            <a:xfrm>
              <a:off x="1198941" y="4770635"/>
              <a:ext cx="4184159" cy="360612"/>
            </a:xfrm>
            <a:prstGeom prst="rect">
              <a:avLst/>
            </a:prstGeom>
            <a:noFill/>
          </p:spPr>
          <p:txBody>
            <a:bodyPr wrap="square" rtlCol="0">
              <a:spAutoFit/>
            </a:bodyPr>
            <a:lstStyle/>
            <a:p>
              <a:pPr algn="l">
                <a:lnSpc>
                  <a:spcPct val="120000"/>
                </a:lnSpc>
              </a:pPr>
              <a:r>
                <a:rPr lang="en-US" sz="1600" dirty="0"/>
                <a:t>Freshwater Swamps (Woody Vegetation)</a:t>
              </a:r>
            </a:p>
          </p:txBody>
        </p:sp>
        <p:sp>
          <p:nvSpPr>
            <p:cNvPr id="161" name="Rectangle 160">
              <a:extLst>
                <a:ext uri="{FF2B5EF4-FFF2-40B4-BE49-F238E27FC236}">
                  <a16:creationId xmlns:a16="http://schemas.microsoft.com/office/drawing/2014/main" id="{894CDC1B-7550-4922-81DC-3AF2C02DC707}"/>
                </a:ext>
              </a:extLst>
            </p:cNvPr>
            <p:cNvSpPr>
              <a:spLocks/>
            </p:cNvSpPr>
            <p:nvPr/>
          </p:nvSpPr>
          <p:spPr bwMode="auto">
            <a:xfrm>
              <a:off x="413787" y="4870528"/>
              <a:ext cx="353621" cy="191419"/>
            </a:xfrm>
            <a:prstGeom prst="rect">
              <a:avLst/>
            </a:prstGeom>
            <a:solidFill>
              <a:srgbClr val="D44C53"/>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162" name="TextBox 161">
              <a:extLst>
                <a:ext uri="{FF2B5EF4-FFF2-40B4-BE49-F238E27FC236}">
                  <a16:creationId xmlns:a16="http://schemas.microsoft.com/office/drawing/2014/main" id="{FFEB49C2-C228-4BDD-912C-B730085ED5C2}"/>
                </a:ext>
              </a:extLst>
            </p:cNvPr>
            <p:cNvSpPr txBox="1"/>
            <p:nvPr/>
          </p:nvSpPr>
          <p:spPr>
            <a:xfrm>
              <a:off x="743378" y="4787403"/>
              <a:ext cx="548458" cy="327077"/>
            </a:xfrm>
            <a:prstGeom prst="rect">
              <a:avLst/>
            </a:prstGeom>
            <a:noFill/>
          </p:spPr>
          <p:txBody>
            <a:bodyPr wrap="square" rtlCol="0">
              <a:spAutoFit/>
            </a:bodyPr>
            <a:lstStyle/>
            <a:p>
              <a:pPr algn="ctr">
                <a:lnSpc>
                  <a:spcPct val="120000"/>
                </a:lnSpc>
              </a:pPr>
              <a:r>
                <a:rPr lang="en-US" sz="1400" b="1" dirty="0"/>
                <a:t>10C</a:t>
              </a:r>
            </a:p>
          </p:txBody>
        </p:sp>
      </p:grpSp>
    </p:spTree>
    <p:extLst>
      <p:ext uri="{BB962C8B-B14F-4D97-AF65-F5344CB8AC3E}">
        <p14:creationId xmlns:p14="http://schemas.microsoft.com/office/powerpoint/2010/main" val="201365331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077D14-FF14-40EF-8F44-1365E3465883}"/>
              </a:ext>
            </a:extLst>
          </p:cNvPr>
          <p:cNvSpPr>
            <a:spLocks noGrp="1"/>
          </p:cNvSpPr>
          <p:nvPr>
            <p:ph type="dt" sz="half" idx="10"/>
          </p:nvPr>
        </p:nvSpPr>
        <p:spPr/>
        <p:txBody>
          <a:bodyPr/>
          <a:lstStyle/>
          <a:p>
            <a:fld id="{8796EC27-2B43-4ECA-B57D-A0F42B7BFF29}" type="datetime1">
              <a:rPr lang="en-US" smtClean="0">
                <a:solidFill>
                  <a:schemeClr val="bg1"/>
                </a:solidFill>
              </a:rPr>
              <a:t>10/1/26</a:t>
            </a:fld>
            <a:endParaRPr lang="en-US" dirty="0">
              <a:solidFill>
                <a:schemeClr val="bg1"/>
              </a:solidFill>
            </a:endParaRPr>
          </a:p>
        </p:txBody>
      </p:sp>
      <p:sp>
        <p:nvSpPr>
          <p:cNvPr id="4" name="Slide Number Placeholder 3">
            <a:extLst>
              <a:ext uri="{FF2B5EF4-FFF2-40B4-BE49-F238E27FC236}">
                <a16:creationId xmlns:a16="http://schemas.microsoft.com/office/drawing/2014/main" id="{8B3786B1-40F7-4999-85F6-B36C95168AF0}"/>
              </a:ext>
            </a:extLst>
          </p:cNvPr>
          <p:cNvSpPr>
            <a:spLocks noGrp="1"/>
          </p:cNvSpPr>
          <p:nvPr>
            <p:ph type="sldNum" sz="quarter" idx="12"/>
          </p:nvPr>
        </p:nvSpPr>
        <p:spPr/>
        <p:txBody>
          <a:bodyPr/>
          <a:lstStyle/>
          <a:p>
            <a:fld id="{5B16D1FE-3A35-41BA-8EBE-413702045235}" type="slidenum">
              <a:rPr lang="en-US" smtClean="0"/>
              <a:pPr/>
              <a:t>5</a:t>
            </a:fld>
            <a:endParaRPr lang="en-US" dirty="0"/>
          </a:p>
        </p:txBody>
      </p:sp>
      <p:pic>
        <p:nvPicPr>
          <p:cNvPr id="16" name="Picture Placeholder 15">
            <a:extLst>
              <a:ext uri="{FF2B5EF4-FFF2-40B4-BE49-F238E27FC236}">
                <a16:creationId xmlns:a16="http://schemas.microsoft.com/office/drawing/2014/main" id="{EBE8F3A4-158B-4190-8FB5-CD5551E3B83B}"/>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xfrm>
            <a:off x="387350" y="372145"/>
            <a:ext cx="5348610" cy="3198935"/>
          </a:xfrm>
        </p:spPr>
      </p:pic>
      <p:pic>
        <p:nvPicPr>
          <p:cNvPr id="18" name="Picture Placeholder 17">
            <a:extLst>
              <a:ext uri="{FF2B5EF4-FFF2-40B4-BE49-F238E27FC236}">
                <a16:creationId xmlns:a16="http://schemas.microsoft.com/office/drawing/2014/main" id="{A1A4C218-FD22-42DD-8D79-D5ABA3843DCE}"/>
              </a:ext>
            </a:extLst>
          </p:cNvPr>
          <p:cNvPicPr>
            <a:picLocks noGrp="1" noChangeAspect="1"/>
          </p:cNvPicPr>
          <p:nvPr>
            <p:ph type="pic" sz="quarter" idx="14"/>
          </p:nvPr>
        </p:nvPicPr>
        <p:blipFill rotWithShape="1">
          <a:blip r:embed="rId4" cstate="email">
            <a:extLst>
              <a:ext uri="{28A0092B-C50C-407E-A947-70E740481C1C}">
                <a14:useLocalDpi xmlns:a14="http://schemas.microsoft.com/office/drawing/2010/main"/>
              </a:ext>
            </a:extLst>
          </a:blip>
          <a:srcRect/>
          <a:stretch/>
        </p:blipFill>
        <p:spPr>
          <a:xfrm>
            <a:off x="6456040" y="2754265"/>
            <a:ext cx="5348610" cy="3198935"/>
          </a:xfrm>
        </p:spPr>
      </p:pic>
      <p:sp>
        <p:nvSpPr>
          <p:cNvPr id="19" name="Rectangle 18">
            <a:extLst>
              <a:ext uri="{FF2B5EF4-FFF2-40B4-BE49-F238E27FC236}">
                <a16:creationId xmlns:a16="http://schemas.microsoft.com/office/drawing/2014/main" id="{52384C7B-30C9-43FA-BD8F-43E23B4DEEC0}"/>
              </a:ext>
            </a:extLst>
          </p:cNvPr>
          <p:cNvSpPr>
            <a:spLocks/>
          </p:cNvSpPr>
          <p:nvPr/>
        </p:nvSpPr>
        <p:spPr bwMode="auto">
          <a:xfrm>
            <a:off x="6456040" y="372144"/>
            <a:ext cx="5348610" cy="1804120"/>
          </a:xfrm>
          <a:prstGeom prst="rect">
            <a:avLst/>
          </a:prstGeom>
          <a:solidFill>
            <a:schemeClr val="bg1">
              <a:alpha val="12000"/>
            </a:schemeClr>
          </a:solidFill>
          <a:ln w="19050">
            <a:solidFill>
              <a:schemeClr val="bg1">
                <a:alpha val="5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0" name="Rectangle 19">
            <a:extLst>
              <a:ext uri="{FF2B5EF4-FFF2-40B4-BE49-F238E27FC236}">
                <a16:creationId xmlns:a16="http://schemas.microsoft.com/office/drawing/2014/main" id="{D8AE69B9-C6EE-4FCD-A5C0-6BBEC84039D0}"/>
              </a:ext>
            </a:extLst>
          </p:cNvPr>
          <p:cNvSpPr>
            <a:spLocks/>
          </p:cNvSpPr>
          <p:nvPr/>
        </p:nvSpPr>
        <p:spPr bwMode="auto">
          <a:xfrm>
            <a:off x="387350" y="4149080"/>
            <a:ext cx="5348610" cy="1804120"/>
          </a:xfrm>
          <a:prstGeom prst="rect">
            <a:avLst/>
          </a:prstGeom>
          <a:solidFill>
            <a:schemeClr val="bg1">
              <a:alpha val="12000"/>
            </a:schemeClr>
          </a:solidFill>
          <a:ln w="19050">
            <a:solidFill>
              <a:schemeClr val="bg1">
                <a:alpha val="5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1" name="Google Shape;588;p5">
            <a:extLst>
              <a:ext uri="{FF2B5EF4-FFF2-40B4-BE49-F238E27FC236}">
                <a16:creationId xmlns:a16="http://schemas.microsoft.com/office/drawing/2014/main" id="{36E33B5E-144C-4543-B5A5-F69D2269D764}"/>
              </a:ext>
            </a:extLst>
          </p:cNvPr>
          <p:cNvSpPr txBox="1"/>
          <p:nvPr/>
        </p:nvSpPr>
        <p:spPr>
          <a:xfrm>
            <a:off x="7438070" y="678892"/>
            <a:ext cx="3384550" cy="1190625"/>
          </a:xfrm>
          <a:prstGeom prst="rect">
            <a:avLst/>
          </a:prstGeom>
          <a:noFill/>
          <a:ln>
            <a:noFill/>
          </a:ln>
        </p:spPr>
        <p:txBody>
          <a:bodyPr spcFirstLastPara="1" wrap="square" lIns="91425" tIns="45700" rIns="91425" bIns="45700" anchor="t" anchorCtr="0">
            <a:spAutoFit/>
          </a:bodyPr>
          <a:lstStyle/>
          <a:p>
            <a:pPr algn="ctr"/>
            <a:r>
              <a:rPr lang="en-US" sz="3600" b="1" dirty="0">
                <a:solidFill>
                  <a:schemeClr val="bg1"/>
                </a:solidFill>
                <a:latin typeface="Arial"/>
                <a:ea typeface="Arial"/>
                <a:cs typeface="Arial"/>
                <a:sym typeface="Arial"/>
              </a:rPr>
              <a:t>Coastal Character</a:t>
            </a:r>
            <a:endParaRPr dirty="0">
              <a:solidFill>
                <a:schemeClr val="bg1"/>
              </a:solidFill>
            </a:endParaRPr>
          </a:p>
        </p:txBody>
      </p:sp>
      <p:sp>
        <p:nvSpPr>
          <p:cNvPr id="22" name="Google Shape;589;p5">
            <a:extLst>
              <a:ext uri="{FF2B5EF4-FFF2-40B4-BE49-F238E27FC236}">
                <a16:creationId xmlns:a16="http://schemas.microsoft.com/office/drawing/2014/main" id="{01C42CF5-A0F1-4C42-8A61-8A473A8AFC3F}"/>
              </a:ext>
            </a:extLst>
          </p:cNvPr>
          <p:cNvSpPr txBox="1"/>
          <p:nvPr/>
        </p:nvSpPr>
        <p:spPr>
          <a:xfrm>
            <a:off x="1369380" y="4455828"/>
            <a:ext cx="3384550" cy="1190625"/>
          </a:xfrm>
          <a:prstGeom prst="rect">
            <a:avLst/>
          </a:prstGeom>
          <a:noFill/>
          <a:ln>
            <a:noFill/>
          </a:ln>
        </p:spPr>
        <p:txBody>
          <a:bodyPr spcFirstLastPara="1" wrap="square" lIns="91425" tIns="45700" rIns="91425" bIns="45700" anchor="t" anchorCtr="0">
            <a:spAutoFit/>
          </a:bodyPr>
          <a:lstStyle/>
          <a:p>
            <a:pPr algn="ctr"/>
            <a:r>
              <a:rPr lang="en-US" sz="3600" b="1" dirty="0">
                <a:solidFill>
                  <a:schemeClr val="bg1"/>
                </a:solidFill>
                <a:latin typeface="Arial"/>
                <a:ea typeface="Arial"/>
                <a:cs typeface="Arial"/>
                <a:sym typeface="Arial"/>
              </a:rPr>
              <a:t>Shoreline Type</a:t>
            </a:r>
            <a:endParaRPr dirty="0">
              <a:solidFill>
                <a:schemeClr val="bg1"/>
              </a:solidFill>
            </a:endParaRPr>
          </a:p>
        </p:txBody>
      </p:sp>
      <p:sp>
        <p:nvSpPr>
          <p:cNvPr id="26" name="Arrow: Down 25">
            <a:extLst>
              <a:ext uri="{FF2B5EF4-FFF2-40B4-BE49-F238E27FC236}">
                <a16:creationId xmlns:a16="http://schemas.microsoft.com/office/drawing/2014/main" id="{08AF26DD-BA6E-4551-B20F-AA6D97E2FE3C}"/>
              </a:ext>
            </a:extLst>
          </p:cNvPr>
          <p:cNvSpPr>
            <a:spLocks/>
          </p:cNvSpPr>
          <p:nvPr/>
        </p:nvSpPr>
        <p:spPr bwMode="auto">
          <a:xfrm>
            <a:off x="9022333" y="2182776"/>
            <a:ext cx="216024" cy="499132"/>
          </a:xfrm>
          <a:prstGeom prst="downArrow">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7" name="Arrow: Down 26">
            <a:extLst>
              <a:ext uri="{FF2B5EF4-FFF2-40B4-BE49-F238E27FC236}">
                <a16:creationId xmlns:a16="http://schemas.microsoft.com/office/drawing/2014/main" id="{1F8DD75E-7889-415D-8BA8-D3F7DD24D763}"/>
              </a:ext>
            </a:extLst>
          </p:cNvPr>
          <p:cNvSpPr>
            <a:spLocks/>
          </p:cNvSpPr>
          <p:nvPr/>
        </p:nvSpPr>
        <p:spPr bwMode="auto">
          <a:xfrm flipV="1">
            <a:off x="2953643" y="3645024"/>
            <a:ext cx="216024" cy="499132"/>
          </a:xfrm>
          <a:prstGeom prst="downArrow">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8" name="Arrow: Down 27">
            <a:extLst>
              <a:ext uri="{FF2B5EF4-FFF2-40B4-BE49-F238E27FC236}">
                <a16:creationId xmlns:a16="http://schemas.microsoft.com/office/drawing/2014/main" id="{3DFBA581-5C33-4A72-B595-9841AA8D559B}"/>
              </a:ext>
            </a:extLst>
          </p:cNvPr>
          <p:cNvSpPr/>
          <p:nvPr/>
        </p:nvSpPr>
        <p:spPr bwMode="auto">
          <a:xfrm rot="5400000" flipH="1">
            <a:off x="6030559" y="956735"/>
            <a:ext cx="216024" cy="634938"/>
          </a:xfrm>
          <a:prstGeom prst="downArrow">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9" name="Arrow: Down 28">
            <a:extLst>
              <a:ext uri="{FF2B5EF4-FFF2-40B4-BE49-F238E27FC236}">
                <a16:creationId xmlns:a16="http://schemas.microsoft.com/office/drawing/2014/main" id="{4E10920D-67CA-43A7-B140-7AA8D941D66C}"/>
              </a:ext>
            </a:extLst>
          </p:cNvPr>
          <p:cNvSpPr/>
          <p:nvPr/>
        </p:nvSpPr>
        <p:spPr bwMode="auto">
          <a:xfrm rot="16200000">
            <a:off x="5945417" y="4733671"/>
            <a:ext cx="216024" cy="634938"/>
          </a:xfrm>
          <a:prstGeom prst="downArrow">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Footer Placeholder 2">
            <a:extLst>
              <a:ext uri="{FF2B5EF4-FFF2-40B4-BE49-F238E27FC236}">
                <a16:creationId xmlns:a16="http://schemas.microsoft.com/office/drawing/2014/main" id="{18DB5AF3-CA11-45E8-A94E-71B9F1F6D86B}"/>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2984710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A16987-78B0-4BAA-B2C0-9835CFBAB617}"/>
              </a:ext>
            </a:extLst>
          </p:cNvPr>
          <p:cNvSpPr>
            <a:spLocks noGrp="1"/>
          </p:cNvSpPr>
          <p:nvPr>
            <p:ph type="title"/>
          </p:nvPr>
        </p:nvSpPr>
        <p:spPr>
          <a:xfrm>
            <a:off x="407989" y="548680"/>
            <a:ext cx="11376024" cy="492443"/>
          </a:xfrm>
        </p:spPr>
        <p:txBody>
          <a:bodyPr>
            <a:spAutoFit/>
          </a:bodyPr>
          <a:lstStyle/>
          <a:p>
            <a:pPr algn="ctr"/>
            <a:r>
              <a:rPr lang="en-US" dirty="0"/>
              <a:t>Shoreline Types</a:t>
            </a:r>
          </a:p>
        </p:txBody>
      </p:sp>
      <p:sp>
        <p:nvSpPr>
          <p:cNvPr id="4" name="Date Placeholder 3">
            <a:extLst>
              <a:ext uri="{FF2B5EF4-FFF2-40B4-BE49-F238E27FC236}">
                <a16:creationId xmlns:a16="http://schemas.microsoft.com/office/drawing/2014/main" id="{BE625D6B-A5B8-4104-B7A3-5094F21D5E2C}"/>
              </a:ext>
            </a:extLst>
          </p:cNvPr>
          <p:cNvSpPr>
            <a:spLocks noGrp="1"/>
          </p:cNvSpPr>
          <p:nvPr>
            <p:ph type="dt" sz="half" idx="10"/>
          </p:nvPr>
        </p:nvSpPr>
        <p:spPr/>
        <p:txBody>
          <a:bodyPr/>
          <a:lstStyle/>
          <a:p>
            <a:fld id="{B0311D31-9B27-44A4-AA03-AE5BEF1F507B}" type="datetime1">
              <a:rPr lang="en-US" smtClean="0"/>
              <a:t>10/1/26</a:t>
            </a:fld>
            <a:endParaRPr lang="en-US" dirty="0"/>
          </a:p>
        </p:txBody>
      </p:sp>
      <p:sp>
        <p:nvSpPr>
          <p:cNvPr id="2" name="Footer Placeholder 1">
            <a:extLst>
              <a:ext uri="{FF2B5EF4-FFF2-40B4-BE49-F238E27FC236}">
                <a16:creationId xmlns:a16="http://schemas.microsoft.com/office/drawing/2014/main" id="{52CAC36B-B352-4DF7-A3DD-F004B18D787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4E13EE-4640-40BA-88D1-0DB70422EC45}"/>
              </a:ext>
            </a:extLst>
          </p:cNvPr>
          <p:cNvSpPr>
            <a:spLocks noGrp="1"/>
          </p:cNvSpPr>
          <p:nvPr>
            <p:ph type="sldNum" sz="quarter" idx="12"/>
          </p:nvPr>
        </p:nvSpPr>
        <p:spPr/>
        <p:txBody>
          <a:bodyPr/>
          <a:lstStyle/>
          <a:p>
            <a:fld id="{00000000-1234-1234-1234-123412341234}" type="slidenum">
              <a:rPr lang="en-US" smtClean="0"/>
              <a:pPr/>
              <a:t>6</a:t>
            </a:fld>
            <a:endParaRPr lang="en-US" dirty="0"/>
          </a:p>
        </p:txBody>
      </p:sp>
      <p:sp>
        <p:nvSpPr>
          <p:cNvPr id="18" name="Rectangle: Rounded Corners 17">
            <a:extLst>
              <a:ext uri="{FF2B5EF4-FFF2-40B4-BE49-F238E27FC236}">
                <a16:creationId xmlns:a16="http://schemas.microsoft.com/office/drawing/2014/main" id="{7A665447-2EF6-4C2F-B51A-E8BA8C91D5A9}"/>
              </a:ext>
            </a:extLst>
          </p:cNvPr>
          <p:cNvSpPr/>
          <p:nvPr/>
        </p:nvSpPr>
        <p:spPr bwMode="auto">
          <a:xfrm>
            <a:off x="407988" y="1556793"/>
            <a:ext cx="5543996" cy="3961880"/>
          </a:xfrm>
          <a:prstGeom prst="roundRect">
            <a:avLst>
              <a:gd name="adj" fmla="val 2789"/>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19" name="Rectangle: Rounded Corners 18">
            <a:extLst>
              <a:ext uri="{FF2B5EF4-FFF2-40B4-BE49-F238E27FC236}">
                <a16:creationId xmlns:a16="http://schemas.microsoft.com/office/drawing/2014/main" id="{43BD55DD-2EFC-47BD-8E81-3C01BFEF69B8}"/>
              </a:ext>
            </a:extLst>
          </p:cNvPr>
          <p:cNvSpPr/>
          <p:nvPr/>
        </p:nvSpPr>
        <p:spPr bwMode="auto">
          <a:xfrm>
            <a:off x="6240016" y="1556793"/>
            <a:ext cx="5543996" cy="3961880"/>
          </a:xfrm>
          <a:prstGeom prst="roundRect">
            <a:avLst>
              <a:gd name="adj" fmla="val 2789"/>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0" name="Rectangle: Top Corners Rounded 19">
            <a:extLst>
              <a:ext uri="{FF2B5EF4-FFF2-40B4-BE49-F238E27FC236}">
                <a16:creationId xmlns:a16="http://schemas.microsoft.com/office/drawing/2014/main" id="{2574F19A-6288-46C7-93B8-394F100EA9D0}"/>
              </a:ext>
            </a:extLst>
          </p:cNvPr>
          <p:cNvSpPr/>
          <p:nvPr/>
        </p:nvSpPr>
        <p:spPr bwMode="auto">
          <a:xfrm>
            <a:off x="407988" y="1556792"/>
            <a:ext cx="5543996" cy="647675"/>
          </a:xfrm>
          <a:prstGeom prst="round2SameRect">
            <a:avLst>
              <a:gd name="adj1" fmla="val 18121"/>
              <a:gd name="adj2" fmla="val 0"/>
            </a:avLst>
          </a:prstGeom>
          <a:solidFill>
            <a:schemeClr val="bg1">
              <a:lumMod val="95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1" name="Rectangle: Top Corners Rounded 20">
            <a:extLst>
              <a:ext uri="{FF2B5EF4-FFF2-40B4-BE49-F238E27FC236}">
                <a16:creationId xmlns:a16="http://schemas.microsoft.com/office/drawing/2014/main" id="{2381AAED-91DA-4649-95BF-45242B392892}"/>
              </a:ext>
            </a:extLst>
          </p:cNvPr>
          <p:cNvSpPr/>
          <p:nvPr/>
        </p:nvSpPr>
        <p:spPr bwMode="auto">
          <a:xfrm>
            <a:off x="6240016" y="1556792"/>
            <a:ext cx="5543996" cy="647675"/>
          </a:xfrm>
          <a:prstGeom prst="round2SameRect">
            <a:avLst>
              <a:gd name="adj1" fmla="val 18121"/>
              <a:gd name="adj2" fmla="val 0"/>
            </a:avLst>
          </a:prstGeom>
          <a:solidFill>
            <a:schemeClr val="bg1">
              <a:lumMod val="95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5" name="TextBox 24">
            <a:extLst>
              <a:ext uri="{FF2B5EF4-FFF2-40B4-BE49-F238E27FC236}">
                <a16:creationId xmlns:a16="http://schemas.microsoft.com/office/drawing/2014/main" id="{1525A381-3B31-4B79-AD30-9236AB733624}"/>
              </a:ext>
            </a:extLst>
          </p:cNvPr>
          <p:cNvSpPr txBox="1"/>
          <p:nvPr/>
        </p:nvSpPr>
        <p:spPr>
          <a:xfrm>
            <a:off x="1523802" y="1649797"/>
            <a:ext cx="3312368" cy="461665"/>
          </a:xfrm>
          <a:prstGeom prst="rect">
            <a:avLst/>
          </a:prstGeom>
          <a:noFill/>
        </p:spPr>
        <p:txBody>
          <a:bodyPr wrap="square">
            <a:spAutoFit/>
          </a:bodyPr>
          <a:lstStyle/>
          <a:p>
            <a:pPr algn="ctr"/>
            <a:r>
              <a:rPr lang="en-US" sz="2400" b="1" dirty="0">
                <a:solidFill>
                  <a:schemeClr val="accent2"/>
                </a:solidFill>
              </a:rPr>
              <a:t>Oil Spills can affect</a:t>
            </a:r>
          </a:p>
        </p:txBody>
      </p:sp>
      <p:sp>
        <p:nvSpPr>
          <p:cNvPr id="26" name="TextBox 25">
            <a:extLst>
              <a:ext uri="{FF2B5EF4-FFF2-40B4-BE49-F238E27FC236}">
                <a16:creationId xmlns:a16="http://schemas.microsoft.com/office/drawing/2014/main" id="{BA4C7683-4B22-44F9-8E45-46721A11CF0E}"/>
              </a:ext>
            </a:extLst>
          </p:cNvPr>
          <p:cNvSpPr txBox="1"/>
          <p:nvPr/>
        </p:nvSpPr>
        <p:spPr>
          <a:xfrm>
            <a:off x="7355830" y="1649797"/>
            <a:ext cx="3312368" cy="461665"/>
          </a:xfrm>
          <a:prstGeom prst="rect">
            <a:avLst/>
          </a:prstGeom>
          <a:noFill/>
        </p:spPr>
        <p:txBody>
          <a:bodyPr wrap="square">
            <a:spAutoFit/>
          </a:bodyPr>
          <a:lstStyle/>
          <a:p>
            <a:pPr algn="ctr"/>
            <a:r>
              <a:rPr lang="en-US" sz="2400" b="1" dirty="0">
                <a:solidFill>
                  <a:schemeClr val="accent2"/>
                </a:solidFill>
              </a:rPr>
              <a:t>Operations activities </a:t>
            </a:r>
          </a:p>
        </p:txBody>
      </p:sp>
      <p:sp>
        <p:nvSpPr>
          <p:cNvPr id="30" name="TextBox 29">
            <a:extLst>
              <a:ext uri="{FF2B5EF4-FFF2-40B4-BE49-F238E27FC236}">
                <a16:creationId xmlns:a16="http://schemas.microsoft.com/office/drawing/2014/main" id="{7E6F45DE-A6DF-4B2A-B20E-811B2FEF368D}"/>
              </a:ext>
            </a:extLst>
          </p:cNvPr>
          <p:cNvSpPr txBox="1"/>
          <p:nvPr/>
        </p:nvSpPr>
        <p:spPr>
          <a:xfrm>
            <a:off x="762100" y="2610848"/>
            <a:ext cx="4181772" cy="1906932"/>
          </a:xfrm>
          <a:prstGeom prst="rect">
            <a:avLst/>
          </a:prstGeom>
          <a:noFill/>
        </p:spPr>
        <p:txBody>
          <a:bodyPr wrap="square">
            <a:spAutoFit/>
          </a:bodyPr>
          <a:lstStyle/>
          <a:p>
            <a:pPr marL="285750" indent="-285750">
              <a:lnSpc>
                <a:spcPct val="140000"/>
              </a:lnSpc>
              <a:spcAft>
                <a:spcPts val="1200"/>
              </a:spcAft>
              <a:buFont typeface="Arial" panose="020B0604020202020204" pitchFamily="34" charset="0"/>
              <a:buChar char="•"/>
            </a:pPr>
            <a:r>
              <a:rPr lang="en-US" dirty="0"/>
              <a:t>Intertidal zone</a:t>
            </a:r>
          </a:p>
          <a:p>
            <a:pPr marL="285750" indent="-285750">
              <a:lnSpc>
                <a:spcPct val="140000"/>
              </a:lnSpc>
              <a:spcAft>
                <a:spcPts val="1200"/>
              </a:spcAft>
              <a:buFont typeface="Arial" panose="020B0604020202020204" pitchFamily="34" charset="0"/>
              <a:buChar char="•"/>
            </a:pPr>
            <a:r>
              <a:rPr lang="en-US" dirty="0"/>
              <a:t>Supratidal zone</a:t>
            </a:r>
          </a:p>
          <a:p>
            <a:pPr marL="285750" indent="-285750">
              <a:lnSpc>
                <a:spcPct val="140000"/>
              </a:lnSpc>
              <a:spcAft>
                <a:spcPts val="1200"/>
              </a:spcAft>
              <a:buFont typeface="Arial" panose="020B0604020202020204" pitchFamily="34" charset="0"/>
              <a:buChar char="•"/>
            </a:pPr>
            <a:r>
              <a:rPr lang="en-US" dirty="0"/>
              <a:t>Therefore, base characterization on these zones </a:t>
            </a:r>
            <a:r>
              <a:rPr lang="en-US" dirty="0">
                <a:solidFill>
                  <a:schemeClr val="accent2"/>
                </a:solidFill>
              </a:rPr>
              <a:t>(Shoreline type)  </a:t>
            </a:r>
          </a:p>
        </p:txBody>
      </p:sp>
      <p:sp>
        <p:nvSpPr>
          <p:cNvPr id="31" name="TextBox 30">
            <a:extLst>
              <a:ext uri="{FF2B5EF4-FFF2-40B4-BE49-F238E27FC236}">
                <a16:creationId xmlns:a16="http://schemas.microsoft.com/office/drawing/2014/main" id="{19301251-B3F1-4861-AB72-1AF3F603B018}"/>
              </a:ext>
            </a:extLst>
          </p:cNvPr>
          <p:cNvSpPr txBox="1"/>
          <p:nvPr/>
        </p:nvSpPr>
        <p:spPr>
          <a:xfrm>
            <a:off x="6672064" y="2610848"/>
            <a:ext cx="4181772" cy="1753044"/>
          </a:xfrm>
          <a:prstGeom prst="rect">
            <a:avLst/>
          </a:prstGeom>
          <a:noFill/>
        </p:spPr>
        <p:txBody>
          <a:bodyPr wrap="square">
            <a:spAutoFit/>
          </a:bodyPr>
          <a:lstStyle/>
          <a:p>
            <a:pPr marL="285750" indent="-285750">
              <a:lnSpc>
                <a:spcPct val="140000"/>
              </a:lnSpc>
              <a:spcAft>
                <a:spcPts val="1200"/>
              </a:spcAft>
              <a:buFont typeface="Arial" panose="020B0604020202020204" pitchFamily="34" charset="0"/>
              <a:buChar char="•"/>
            </a:pPr>
            <a:r>
              <a:rPr lang="en-US" dirty="0"/>
              <a:t>Take place in backshore zone</a:t>
            </a:r>
          </a:p>
          <a:p>
            <a:pPr marL="285750" indent="-285750">
              <a:lnSpc>
                <a:spcPct val="140000"/>
              </a:lnSpc>
              <a:spcAft>
                <a:spcPts val="1200"/>
              </a:spcAft>
              <a:buFont typeface="Arial" panose="020B0604020202020204" pitchFamily="34" charset="0"/>
              <a:buChar char="•"/>
            </a:pPr>
            <a:r>
              <a:rPr lang="en-US" dirty="0"/>
              <a:t>Therefore, must also characterize area inland of the shoreline (Coastal Character)</a:t>
            </a:r>
          </a:p>
        </p:txBody>
      </p:sp>
    </p:spTree>
    <p:extLst>
      <p:ext uri="{BB962C8B-B14F-4D97-AF65-F5344CB8AC3E}">
        <p14:creationId xmlns:p14="http://schemas.microsoft.com/office/powerpoint/2010/main" val="33975599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1E74BA8-CF7F-47F6-AB58-91A7A25771D8}"/>
              </a:ext>
            </a:extLst>
          </p:cNvPr>
          <p:cNvSpPr/>
          <p:nvPr/>
        </p:nvSpPr>
        <p:spPr bwMode="auto">
          <a:xfrm>
            <a:off x="363984" y="1340768"/>
            <a:ext cx="11461304" cy="4608512"/>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4" name="Title 3">
            <a:extLst>
              <a:ext uri="{FF2B5EF4-FFF2-40B4-BE49-F238E27FC236}">
                <a16:creationId xmlns:a16="http://schemas.microsoft.com/office/drawing/2014/main" id="{776E8B18-3CA9-4FF8-968A-0BBAE6D6FAD6}"/>
              </a:ext>
            </a:extLst>
          </p:cNvPr>
          <p:cNvSpPr>
            <a:spLocks noGrp="1"/>
          </p:cNvSpPr>
          <p:nvPr>
            <p:ph type="title"/>
          </p:nvPr>
        </p:nvSpPr>
        <p:spPr>
          <a:xfrm>
            <a:off x="407989" y="548680"/>
            <a:ext cx="11376024" cy="492443"/>
          </a:xfrm>
        </p:spPr>
        <p:txBody>
          <a:bodyPr>
            <a:spAutoFit/>
          </a:bodyPr>
          <a:lstStyle/>
          <a:p>
            <a:pPr algn="ctr"/>
            <a:r>
              <a:rPr lang="en-US" dirty="0"/>
              <a:t>Beaches are classified based on grain size</a:t>
            </a:r>
          </a:p>
        </p:txBody>
      </p:sp>
      <p:sp>
        <p:nvSpPr>
          <p:cNvPr id="3" name="Date Placeholder 2">
            <a:extLst>
              <a:ext uri="{FF2B5EF4-FFF2-40B4-BE49-F238E27FC236}">
                <a16:creationId xmlns:a16="http://schemas.microsoft.com/office/drawing/2014/main" id="{6D204C11-7902-4A7F-9750-4370158193E5}"/>
              </a:ext>
            </a:extLst>
          </p:cNvPr>
          <p:cNvSpPr>
            <a:spLocks noGrp="1"/>
          </p:cNvSpPr>
          <p:nvPr>
            <p:ph type="dt" sz="half" idx="10"/>
          </p:nvPr>
        </p:nvSpPr>
        <p:spPr/>
        <p:txBody>
          <a:bodyPr/>
          <a:lstStyle/>
          <a:p>
            <a:fld id="{0A7EF888-9385-4F28-9F12-605BE0566E94}" type="datetime1">
              <a:rPr lang="en-US" smtClean="0"/>
              <a:t>10/1/26</a:t>
            </a:fld>
            <a:endParaRPr lang="en-US" dirty="0"/>
          </a:p>
        </p:txBody>
      </p:sp>
      <p:sp>
        <p:nvSpPr>
          <p:cNvPr id="2" name="Footer Placeholder 1">
            <a:extLst>
              <a:ext uri="{FF2B5EF4-FFF2-40B4-BE49-F238E27FC236}">
                <a16:creationId xmlns:a16="http://schemas.microsoft.com/office/drawing/2014/main" id="{4CB64179-4614-472C-B025-E8F2CFB73C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42E1C7-8EE9-4620-8DE6-0E210B464654}"/>
              </a:ext>
            </a:extLst>
          </p:cNvPr>
          <p:cNvSpPr>
            <a:spLocks noGrp="1"/>
          </p:cNvSpPr>
          <p:nvPr>
            <p:ph type="sldNum" sz="quarter" idx="12"/>
          </p:nvPr>
        </p:nvSpPr>
        <p:spPr/>
        <p:txBody>
          <a:bodyPr/>
          <a:lstStyle/>
          <a:p>
            <a:fld id="{00000000-1234-1234-1234-123412341234}" type="slidenum">
              <a:rPr lang="en-US" smtClean="0"/>
              <a:pPr/>
              <a:t>7</a:t>
            </a:fld>
            <a:endParaRPr lang="en-US"/>
          </a:p>
        </p:txBody>
      </p:sp>
      <p:pic>
        <p:nvPicPr>
          <p:cNvPr id="8" name="Google Shape;605;p7">
            <a:extLst>
              <a:ext uri="{FF2B5EF4-FFF2-40B4-BE49-F238E27FC236}">
                <a16:creationId xmlns:a16="http://schemas.microsoft.com/office/drawing/2014/main" id="{EBA6B3EE-98E6-40F9-BD22-FACC296F651E}"/>
              </a:ext>
            </a:extLst>
          </p:cNvPr>
          <p:cNvPicPr preferRelativeResize="0">
            <a:picLocks/>
          </p:cNvPicPr>
          <p:nvPr/>
        </p:nvPicPr>
        <p:blipFill rotWithShape="1">
          <a:blip r:embed="rId3" cstate="email">
            <a:alphaModFix/>
            <a:extLst>
              <a:ext uri="{28A0092B-C50C-407E-A947-70E740481C1C}">
                <a14:useLocalDpi xmlns:a14="http://schemas.microsoft.com/office/drawing/2010/main"/>
              </a:ext>
            </a:extLst>
          </a:blip>
          <a:srcRect/>
          <a:stretch/>
        </p:blipFill>
        <p:spPr>
          <a:xfrm>
            <a:off x="671476" y="2384648"/>
            <a:ext cx="5316512" cy="3276600"/>
          </a:xfrm>
          <a:prstGeom prst="rect">
            <a:avLst/>
          </a:prstGeom>
          <a:noFill/>
          <a:ln w="25400">
            <a:solidFill>
              <a:schemeClr val="bg1"/>
            </a:solidFill>
          </a:ln>
        </p:spPr>
      </p:pic>
      <p:sp>
        <p:nvSpPr>
          <p:cNvPr id="15" name="TextBox 14">
            <a:extLst>
              <a:ext uri="{FF2B5EF4-FFF2-40B4-BE49-F238E27FC236}">
                <a16:creationId xmlns:a16="http://schemas.microsoft.com/office/drawing/2014/main" id="{161D88D7-3BEE-4F89-BEE5-9CB570738ACC}"/>
              </a:ext>
            </a:extLst>
          </p:cNvPr>
          <p:cNvSpPr txBox="1"/>
          <p:nvPr/>
        </p:nvSpPr>
        <p:spPr>
          <a:xfrm>
            <a:off x="2321750" y="1660738"/>
            <a:ext cx="7548500" cy="400110"/>
          </a:xfrm>
          <a:prstGeom prst="rect">
            <a:avLst/>
          </a:prstGeom>
          <a:noFill/>
        </p:spPr>
        <p:txBody>
          <a:bodyPr wrap="square">
            <a:spAutoFit/>
          </a:bodyPr>
          <a:lstStyle/>
          <a:p>
            <a:pPr algn="ctr"/>
            <a:r>
              <a:rPr lang="en-US" sz="2000" dirty="0">
                <a:solidFill>
                  <a:schemeClr val="bg1"/>
                </a:solidFill>
              </a:rPr>
              <a:t>How would you describe the grain size on these two shorelines?</a:t>
            </a:r>
          </a:p>
        </p:txBody>
      </p:sp>
      <p:pic>
        <p:nvPicPr>
          <p:cNvPr id="6" name="Picture 5">
            <a:extLst>
              <a:ext uri="{FF2B5EF4-FFF2-40B4-BE49-F238E27FC236}">
                <a16:creationId xmlns:a16="http://schemas.microsoft.com/office/drawing/2014/main" id="{47433E86-0ADF-56F2-2F1D-BC460C2DFCE1}"/>
              </a:ext>
            </a:extLst>
          </p:cNvPr>
          <p:cNvPicPr>
            <a:picLocks noChangeAspect="1"/>
          </p:cNvPicPr>
          <p:nvPr/>
        </p:nvPicPr>
        <p:blipFill>
          <a:blip r:embed="rId4"/>
          <a:stretch>
            <a:fillRect/>
          </a:stretch>
        </p:blipFill>
        <p:spPr>
          <a:xfrm>
            <a:off x="6163360" y="2360492"/>
            <a:ext cx="5333240" cy="3300755"/>
          </a:xfrm>
          <a:prstGeom prst="rect">
            <a:avLst/>
          </a:prstGeom>
        </p:spPr>
      </p:pic>
    </p:spTree>
    <p:extLst>
      <p:ext uri="{BB962C8B-B14F-4D97-AF65-F5344CB8AC3E}">
        <p14:creationId xmlns:p14="http://schemas.microsoft.com/office/powerpoint/2010/main" val="1986120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E2EEC7-4AA3-48B3-B966-5CCD90170BFA}"/>
              </a:ext>
            </a:extLst>
          </p:cNvPr>
          <p:cNvSpPr>
            <a:spLocks/>
          </p:cNvSpPr>
          <p:nvPr/>
        </p:nvSpPr>
        <p:spPr bwMode="auto">
          <a:xfrm>
            <a:off x="5591944" y="614720"/>
            <a:ext cx="6219056" cy="5389363"/>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3" name="Title 2">
            <a:extLst>
              <a:ext uri="{FF2B5EF4-FFF2-40B4-BE49-F238E27FC236}">
                <a16:creationId xmlns:a16="http://schemas.microsoft.com/office/drawing/2014/main" id="{E329BF81-EBCB-4834-8249-525BE978F67D}"/>
              </a:ext>
            </a:extLst>
          </p:cNvPr>
          <p:cNvSpPr>
            <a:spLocks noGrp="1"/>
          </p:cNvSpPr>
          <p:nvPr>
            <p:ph type="title"/>
          </p:nvPr>
        </p:nvSpPr>
        <p:spPr>
          <a:xfrm>
            <a:off x="407988" y="1609726"/>
            <a:ext cx="5543996" cy="1354217"/>
          </a:xfrm>
        </p:spPr>
        <p:txBody>
          <a:bodyPr>
            <a:spAutoFit/>
          </a:bodyPr>
          <a:lstStyle/>
          <a:p>
            <a:r>
              <a:rPr lang="en-US" sz="4400" dirty="0"/>
              <a:t>Oil and Sediment Size</a:t>
            </a:r>
          </a:p>
        </p:txBody>
      </p:sp>
      <p:sp>
        <p:nvSpPr>
          <p:cNvPr id="4" name="Date Placeholder 3">
            <a:extLst>
              <a:ext uri="{FF2B5EF4-FFF2-40B4-BE49-F238E27FC236}">
                <a16:creationId xmlns:a16="http://schemas.microsoft.com/office/drawing/2014/main" id="{69BC6092-40A8-4112-A969-374459A3FAA7}"/>
              </a:ext>
            </a:extLst>
          </p:cNvPr>
          <p:cNvSpPr>
            <a:spLocks noGrp="1"/>
          </p:cNvSpPr>
          <p:nvPr>
            <p:ph type="dt" sz="half" idx="10"/>
          </p:nvPr>
        </p:nvSpPr>
        <p:spPr/>
        <p:txBody>
          <a:bodyPr/>
          <a:lstStyle/>
          <a:p>
            <a:fld id="{6F135053-BC9E-4300-A921-795100CE46BE}" type="datetime1">
              <a:rPr lang="en-US" smtClean="0"/>
              <a:t>10/1/26</a:t>
            </a:fld>
            <a:endParaRPr lang="en-US" dirty="0"/>
          </a:p>
        </p:txBody>
      </p:sp>
      <p:sp>
        <p:nvSpPr>
          <p:cNvPr id="12" name="TextBox 11">
            <a:extLst>
              <a:ext uri="{FF2B5EF4-FFF2-40B4-BE49-F238E27FC236}">
                <a16:creationId xmlns:a16="http://schemas.microsoft.com/office/drawing/2014/main" id="{9560B0D7-25D0-487E-A9C3-499E4A0459E2}"/>
              </a:ext>
            </a:extLst>
          </p:cNvPr>
          <p:cNvSpPr txBox="1"/>
          <p:nvPr/>
        </p:nvSpPr>
        <p:spPr>
          <a:xfrm>
            <a:off x="365124" y="3284984"/>
            <a:ext cx="5010795" cy="1855380"/>
          </a:xfrm>
          <a:prstGeom prst="rect">
            <a:avLst/>
          </a:prstGeom>
          <a:noFill/>
        </p:spPr>
        <p:txBody>
          <a:bodyPr wrap="square">
            <a:spAutoFit/>
          </a:bodyPr>
          <a:lstStyle/>
          <a:p>
            <a:pPr marL="0" indent="0">
              <a:lnSpc>
                <a:spcPct val="130000"/>
              </a:lnSpc>
              <a:spcBef>
                <a:spcPts val="0"/>
              </a:spcBef>
            </a:pPr>
            <a:r>
              <a:rPr lang="en-US" dirty="0"/>
              <a:t>Important in understanding how the oil behaves on the shoreline.</a:t>
            </a:r>
          </a:p>
          <a:p>
            <a:pPr marL="0" indent="0">
              <a:lnSpc>
                <a:spcPct val="130000"/>
              </a:lnSpc>
            </a:pPr>
            <a:endParaRPr lang="en-US" dirty="0"/>
          </a:p>
          <a:p>
            <a:pPr marL="0" indent="0">
              <a:lnSpc>
                <a:spcPct val="130000"/>
              </a:lnSpc>
            </a:pPr>
            <a:r>
              <a:rPr lang="en-US" dirty="0"/>
              <a:t>Relates to which response options are the most appropriate and will be the most effective.</a:t>
            </a:r>
          </a:p>
        </p:txBody>
      </p:sp>
      <p:pic>
        <p:nvPicPr>
          <p:cNvPr id="13" name="Google Shape;616;p8">
            <a:extLst>
              <a:ext uri="{FF2B5EF4-FFF2-40B4-BE49-F238E27FC236}">
                <a16:creationId xmlns:a16="http://schemas.microsoft.com/office/drawing/2014/main" id="{4FE3FBD4-9D83-445A-ADFE-5221CE64FFC7}"/>
              </a:ext>
            </a:extLst>
          </p:cNvPr>
          <p:cNvPicPr preferRelativeResize="0">
            <a:picLocks/>
          </p:cNvPicPr>
          <p:nvPr/>
        </p:nvPicPr>
        <p:blipFill rotWithShape="1">
          <a:blip r:embed="rId3" cstate="email">
            <a:alphaModFix/>
            <a:extLst>
              <a:ext uri="{28A0092B-C50C-407E-A947-70E740481C1C}">
                <a14:useLocalDpi xmlns:a14="http://schemas.microsoft.com/office/drawing/2010/main"/>
              </a:ext>
            </a:extLst>
          </a:blip>
          <a:srcRect/>
          <a:stretch/>
        </p:blipFill>
        <p:spPr>
          <a:xfrm>
            <a:off x="5693803" y="715287"/>
            <a:ext cx="6015338" cy="5188228"/>
          </a:xfrm>
          <a:prstGeom prst="rect">
            <a:avLst/>
          </a:prstGeom>
          <a:noFill/>
          <a:ln>
            <a:noFill/>
          </a:ln>
        </p:spPr>
      </p:pic>
      <p:sp>
        <p:nvSpPr>
          <p:cNvPr id="14" name="Google Shape;617;p8">
            <a:extLst>
              <a:ext uri="{FF2B5EF4-FFF2-40B4-BE49-F238E27FC236}">
                <a16:creationId xmlns:a16="http://schemas.microsoft.com/office/drawing/2014/main" id="{D39E039F-6B83-4DB8-8D12-85C592DBB2FB}"/>
              </a:ext>
            </a:extLst>
          </p:cNvPr>
          <p:cNvSpPr/>
          <p:nvPr/>
        </p:nvSpPr>
        <p:spPr>
          <a:xfrm>
            <a:off x="7896200" y="966147"/>
            <a:ext cx="2267666" cy="4913277"/>
          </a:xfrm>
          <a:prstGeom prst="roundRect">
            <a:avLst>
              <a:gd name="adj" fmla="val 3515"/>
            </a:avLst>
          </a:prstGeom>
          <a:solidFill>
            <a:schemeClr val="accent2"/>
          </a:solidFill>
          <a:ln>
            <a:noFill/>
          </a:ln>
        </p:spPr>
        <p:txBody>
          <a:bodyPr spcFirstLastPara="1" wrap="square" lIns="91425" tIns="45700" rIns="91425" bIns="45700" anchor="t" anchorCtr="0">
            <a:noAutofit/>
          </a:bodyPr>
          <a:lstStyle/>
          <a:p>
            <a:pPr algn="ctr"/>
            <a:endParaRPr>
              <a:solidFill>
                <a:schemeClr val="dk1"/>
              </a:solidFill>
              <a:latin typeface="Arial"/>
              <a:ea typeface="Arial"/>
              <a:cs typeface="Arial"/>
              <a:sym typeface="Arial"/>
            </a:endParaRPr>
          </a:p>
        </p:txBody>
      </p:sp>
      <p:sp>
        <p:nvSpPr>
          <p:cNvPr id="17" name="Date Placeholder 2">
            <a:extLst>
              <a:ext uri="{FF2B5EF4-FFF2-40B4-BE49-F238E27FC236}">
                <a16:creationId xmlns:a16="http://schemas.microsoft.com/office/drawing/2014/main" id="{18EED59A-373C-42D5-BCB7-802B07664527}"/>
              </a:ext>
            </a:extLst>
          </p:cNvPr>
          <p:cNvSpPr txBox="1">
            <a:spLocks/>
          </p:cNvSpPr>
          <p:nvPr/>
        </p:nvSpPr>
        <p:spPr>
          <a:xfrm>
            <a:off x="911424" y="6381328"/>
            <a:ext cx="1224136" cy="143296"/>
          </a:xfrm>
          <a:prstGeom prst="rect">
            <a:avLst/>
          </a:prstGeom>
        </p:spPr>
        <p:txBody>
          <a:bodyPr vert="horz" wrap="none" lIns="0" tIns="0" rIns="0" bIns="0" rtlCol="0" anchor="ctr" anchorCtr="0">
            <a:noAutofit/>
          </a:bodyPr>
          <a:lstStyle>
            <a:defPPr>
              <a:defRPr lang="fi-FI"/>
            </a:defPPr>
            <a:lvl1pPr marL="0" algn="l" defTabSz="914400" rtl="0" eaLnBrk="1" latinLnBrk="0" hangingPunct="1">
              <a:defRPr sz="600" b="0" kern="1200" cap="all" spc="200" baseline="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7EF888-9385-4F28-9F12-605BE0566E94}" type="datetime1">
              <a:rPr lang="en-US" smtClean="0"/>
              <a:pPr/>
              <a:t>10/1/26</a:t>
            </a:fld>
            <a:endParaRPr lang="en-US" dirty="0"/>
          </a:p>
        </p:txBody>
      </p:sp>
      <p:sp>
        <p:nvSpPr>
          <p:cNvPr id="18" name="Footer Placeholder 1">
            <a:extLst>
              <a:ext uri="{FF2B5EF4-FFF2-40B4-BE49-F238E27FC236}">
                <a16:creationId xmlns:a16="http://schemas.microsoft.com/office/drawing/2014/main" id="{5A495ED8-F6D2-4BA9-B7EC-86646DEEBD03}"/>
              </a:ext>
            </a:extLst>
          </p:cNvPr>
          <p:cNvSpPr>
            <a:spLocks noGrp="1"/>
          </p:cNvSpPr>
          <p:nvPr>
            <p:ph type="ftr" sz="quarter" idx="11"/>
          </p:nvPr>
        </p:nvSpPr>
        <p:spPr>
          <a:xfrm>
            <a:off x="2279576" y="6381328"/>
            <a:ext cx="7632848" cy="144016"/>
          </a:xfrm>
        </p:spPr>
        <p:txBody>
          <a:bodyPr/>
          <a:lstStyle/>
          <a:p>
            <a:endParaRPr lang="en-US"/>
          </a:p>
        </p:txBody>
      </p:sp>
      <p:sp>
        <p:nvSpPr>
          <p:cNvPr id="19" name="Slide Number Placeholder 4">
            <a:extLst>
              <a:ext uri="{FF2B5EF4-FFF2-40B4-BE49-F238E27FC236}">
                <a16:creationId xmlns:a16="http://schemas.microsoft.com/office/drawing/2014/main" id="{F9A42E24-72A9-4425-B753-182C7A3C436F}"/>
              </a:ext>
            </a:extLst>
          </p:cNvPr>
          <p:cNvSpPr>
            <a:spLocks noGrp="1"/>
          </p:cNvSpPr>
          <p:nvPr>
            <p:ph type="sldNum" sz="quarter" idx="12"/>
          </p:nvPr>
        </p:nvSpPr>
        <p:spPr>
          <a:xfrm flipH="1">
            <a:off x="407988" y="6381328"/>
            <a:ext cx="359420" cy="143296"/>
          </a:xfrm>
        </p:spPr>
        <p:txBody>
          <a:bodyPr/>
          <a:lstStyle/>
          <a:p>
            <a:fld id="{00000000-1234-1234-1234-123412341234}" type="slidenum">
              <a:rPr lang="en-US" smtClean="0">
                <a:solidFill>
                  <a:schemeClr val="accent2"/>
                </a:solidFill>
              </a:rPr>
              <a:pPr/>
              <a:t>8</a:t>
            </a:fld>
            <a:endParaRPr lang="en-US" dirty="0">
              <a:solidFill>
                <a:schemeClr val="accent2"/>
              </a:solidFill>
            </a:endParaRPr>
          </a:p>
        </p:txBody>
      </p:sp>
    </p:spTree>
    <p:extLst>
      <p:ext uri="{BB962C8B-B14F-4D97-AF65-F5344CB8AC3E}">
        <p14:creationId xmlns:p14="http://schemas.microsoft.com/office/powerpoint/2010/main" val="196702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14"/>
                                        </p:tgtEl>
                                      </p:cBhvr>
                                    </p:animEffect>
                                    <p:set>
                                      <p:cBhvr>
                                        <p:cTn id="7" dur="1" fill="hold">
                                          <p:stCondLst>
                                            <p:cond delay="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0E22A45D-19C8-42BD-A747-F16D8A450686}"/>
              </a:ext>
            </a:extLst>
          </p:cNvPr>
          <p:cNvPicPr>
            <a:picLocks noGrp="1" noChangeAspect="1"/>
          </p:cNvPicPr>
          <p:nvPr>
            <p:ph type="pic" sz="quarter" idx="14"/>
          </p:nvPr>
        </p:nvPicPr>
        <p:blipFill rotWithShape="1">
          <a:blip r:embed="rId3" cstate="email">
            <a:extLst>
              <a:ext uri="{28A0092B-C50C-407E-A947-70E740481C1C}">
                <a14:useLocalDpi xmlns:a14="http://schemas.microsoft.com/office/drawing/2010/main"/>
              </a:ext>
            </a:extLst>
          </a:blip>
          <a:srcRect/>
          <a:stretch/>
        </p:blipFill>
        <p:spPr/>
      </p:pic>
      <p:pic>
        <p:nvPicPr>
          <p:cNvPr id="10" name="Picture Placeholder 9">
            <a:extLst>
              <a:ext uri="{FF2B5EF4-FFF2-40B4-BE49-F238E27FC236}">
                <a16:creationId xmlns:a16="http://schemas.microsoft.com/office/drawing/2014/main" id="{6D28B55B-BDD8-4060-B69F-DE1F8650648D}"/>
              </a:ext>
            </a:extLst>
          </p:cNvPr>
          <p:cNvPicPr>
            <a:picLocks noGrp="1" noChangeAspect="1"/>
          </p:cNvPicPr>
          <p:nvPr>
            <p:ph type="pic" sz="quarter" idx="13"/>
          </p:nvPr>
        </p:nvPicPr>
        <p:blipFill rotWithShape="1">
          <a:blip r:embed="rId4" cstate="email">
            <a:extLst>
              <a:ext uri="{28A0092B-C50C-407E-A947-70E740481C1C}">
                <a14:useLocalDpi xmlns:a14="http://schemas.microsoft.com/office/drawing/2010/main"/>
              </a:ext>
            </a:extLst>
          </a:blip>
          <a:srcRect/>
          <a:stretch/>
        </p:blipFill>
        <p:spPr/>
      </p:pic>
      <p:sp>
        <p:nvSpPr>
          <p:cNvPr id="626" name="Google Shape;626;p9"/>
          <p:cNvSpPr/>
          <p:nvPr/>
        </p:nvSpPr>
        <p:spPr>
          <a:xfrm>
            <a:off x="2999654" y="2209800"/>
            <a:ext cx="1295400" cy="1194832"/>
          </a:xfrm>
          <a:prstGeom prst="ellipse">
            <a:avLst/>
          </a:prstGeom>
          <a:noFill/>
          <a:ln w="38100" cap="flat" cmpd="sng">
            <a:solidFill>
              <a:srgbClr val="002F5F"/>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pic>
        <p:nvPicPr>
          <p:cNvPr id="627" name="Google Shape;627;p9"/>
          <p:cNvPicPr preferRelativeResize="0"/>
          <p:nvPr/>
        </p:nvPicPr>
        <p:blipFill rotWithShape="1">
          <a:blip r:embed="rId5">
            <a:alphaModFix/>
          </a:blip>
          <a:srcRect/>
          <a:stretch/>
        </p:blipFill>
        <p:spPr>
          <a:xfrm>
            <a:off x="1199220" y="4568099"/>
            <a:ext cx="4114800" cy="685800"/>
          </a:xfrm>
          <a:prstGeom prst="rect">
            <a:avLst/>
          </a:prstGeom>
          <a:noFill/>
          <a:ln>
            <a:noFill/>
          </a:ln>
        </p:spPr>
      </p:pic>
      <p:sp>
        <p:nvSpPr>
          <p:cNvPr id="629" name="Google Shape;629;p9"/>
          <p:cNvSpPr/>
          <p:nvPr/>
        </p:nvSpPr>
        <p:spPr>
          <a:xfrm>
            <a:off x="7114218" y="2057400"/>
            <a:ext cx="2791781" cy="2057400"/>
          </a:xfrm>
          <a:prstGeom prst="ellipse">
            <a:avLst/>
          </a:prstGeom>
          <a:noFill/>
          <a:ln w="38100" cap="flat" cmpd="sng">
            <a:solidFill>
              <a:srgbClr val="002F5F"/>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pic>
        <p:nvPicPr>
          <p:cNvPr id="630" name="Google Shape;630;p9"/>
          <p:cNvPicPr preferRelativeResize="0"/>
          <p:nvPr/>
        </p:nvPicPr>
        <p:blipFill rotWithShape="1">
          <a:blip r:embed="rId6">
            <a:alphaModFix/>
          </a:blip>
          <a:srcRect/>
          <a:stretch/>
        </p:blipFill>
        <p:spPr>
          <a:xfrm>
            <a:off x="6624118" y="4568099"/>
            <a:ext cx="4114800" cy="685800"/>
          </a:xfrm>
          <a:prstGeom prst="rect">
            <a:avLst/>
          </a:prstGeom>
          <a:noFill/>
          <a:ln>
            <a:noFill/>
          </a:ln>
        </p:spPr>
      </p:pic>
      <p:sp>
        <p:nvSpPr>
          <p:cNvPr id="6" name="Slide Number Placeholder 5">
            <a:extLst>
              <a:ext uri="{FF2B5EF4-FFF2-40B4-BE49-F238E27FC236}">
                <a16:creationId xmlns:a16="http://schemas.microsoft.com/office/drawing/2014/main" id="{A98F7992-66A0-4A65-A27E-6825B5FF1ADD}"/>
              </a:ext>
            </a:extLst>
          </p:cNvPr>
          <p:cNvSpPr>
            <a:spLocks noGrp="1"/>
          </p:cNvSpPr>
          <p:nvPr>
            <p:ph type="sldNum" sz="quarter" idx="10"/>
          </p:nvPr>
        </p:nvSpPr>
        <p:spPr/>
        <p:txBody>
          <a:bodyPr/>
          <a:lstStyle/>
          <a:p>
            <a:fld id="{00000000-1234-1234-1234-123412341234}" type="slidenum">
              <a:rPr lang="en-US" smtClean="0"/>
              <a:pPr/>
              <a:t>9</a:t>
            </a:fld>
            <a:endParaRPr lang="en-US"/>
          </a:p>
        </p:txBody>
      </p:sp>
      <p:sp>
        <p:nvSpPr>
          <p:cNvPr id="4" name="Date Placeholder 3">
            <a:extLst>
              <a:ext uri="{FF2B5EF4-FFF2-40B4-BE49-F238E27FC236}">
                <a16:creationId xmlns:a16="http://schemas.microsoft.com/office/drawing/2014/main" id="{67C837B6-4B5A-4DDD-A037-2DC7BDF861CE}"/>
              </a:ext>
            </a:extLst>
          </p:cNvPr>
          <p:cNvSpPr>
            <a:spLocks noGrp="1"/>
          </p:cNvSpPr>
          <p:nvPr>
            <p:ph type="dt" sz="half" idx="11"/>
          </p:nvPr>
        </p:nvSpPr>
        <p:spPr/>
        <p:txBody>
          <a:bodyPr/>
          <a:lstStyle/>
          <a:p>
            <a:fld id="{80B1C7C9-7087-4E50-A8C1-8A127A98C344}" type="datetime1">
              <a:rPr lang="en-US" smtClean="0"/>
              <a:t>10/1/26</a:t>
            </a:fld>
            <a:endParaRPr lang="en-US" dirty="0"/>
          </a:p>
        </p:txBody>
      </p:sp>
      <p:sp>
        <p:nvSpPr>
          <p:cNvPr id="5" name="Footer Placeholder 4">
            <a:extLst>
              <a:ext uri="{FF2B5EF4-FFF2-40B4-BE49-F238E27FC236}">
                <a16:creationId xmlns:a16="http://schemas.microsoft.com/office/drawing/2014/main" id="{5C1A7979-0F85-44DF-827F-02F32B2E95AE}"/>
              </a:ext>
            </a:extLst>
          </p:cNvPr>
          <p:cNvSpPr>
            <a:spLocks noGrp="1"/>
          </p:cNvSpPr>
          <p:nvPr>
            <p:ph type="ftr" sz="quarter" idx="12"/>
          </p:nvPr>
        </p:nvSpPr>
        <p:spPr/>
        <p:txBody>
          <a:bodyPr/>
          <a:lstStyle/>
          <a:p>
            <a:endParaRPr lang="en-US"/>
          </a:p>
        </p:txBody>
      </p:sp>
      <p:sp>
        <p:nvSpPr>
          <p:cNvPr id="13" name="Rectangle: Rounded Corners 12">
            <a:extLst>
              <a:ext uri="{FF2B5EF4-FFF2-40B4-BE49-F238E27FC236}">
                <a16:creationId xmlns:a16="http://schemas.microsoft.com/office/drawing/2014/main" id="{6470A9A4-83CE-4AC1-9F05-E40897B4F34C}"/>
              </a:ext>
            </a:extLst>
          </p:cNvPr>
          <p:cNvSpPr/>
          <p:nvPr/>
        </p:nvSpPr>
        <p:spPr bwMode="auto">
          <a:xfrm>
            <a:off x="8787046" y="1304741"/>
            <a:ext cx="1341402" cy="468343"/>
          </a:xfrm>
          <a:prstGeom prst="roundRect">
            <a:avLst>
              <a:gd name="adj" fmla="val 12559"/>
            </a:avLst>
          </a:prstGeom>
          <a:solidFill>
            <a:schemeClr val="accent2">
              <a:alpha val="62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28" name="Google Shape;628;p9"/>
          <p:cNvSpPr txBox="1"/>
          <p:nvPr/>
        </p:nvSpPr>
        <p:spPr>
          <a:xfrm>
            <a:off x="8942222" y="1340768"/>
            <a:ext cx="1031051" cy="369332"/>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r>
              <a:rPr lang="en-US" dirty="0">
                <a:solidFill>
                  <a:schemeClr val="bg1"/>
                </a:solidFill>
                <a:latin typeface="Arial"/>
                <a:ea typeface="Arial"/>
                <a:cs typeface="Arial"/>
                <a:sym typeface="Arial"/>
              </a:rPr>
              <a:t>Cobbles</a:t>
            </a:r>
            <a:endParaRPr dirty="0">
              <a:solidFill>
                <a:schemeClr val="bg1"/>
              </a:solidFill>
            </a:endParaRPr>
          </a:p>
        </p:txBody>
      </p:sp>
      <p:sp>
        <p:nvSpPr>
          <p:cNvPr id="30" name="Rectangle: Rounded Corners 29">
            <a:extLst>
              <a:ext uri="{FF2B5EF4-FFF2-40B4-BE49-F238E27FC236}">
                <a16:creationId xmlns:a16="http://schemas.microsoft.com/office/drawing/2014/main" id="{11C546C6-4EE6-4E42-A2AE-432C855CBC10}"/>
              </a:ext>
            </a:extLst>
          </p:cNvPr>
          <p:cNvSpPr/>
          <p:nvPr/>
        </p:nvSpPr>
        <p:spPr bwMode="auto">
          <a:xfrm>
            <a:off x="3764823" y="1587277"/>
            <a:ext cx="1060460" cy="468343"/>
          </a:xfrm>
          <a:prstGeom prst="roundRect">
            <a:avLst>
              <a:gd name="adj" fmla="val 12559"/>
            </a:avLst>
          </a:prstGeom>
          <a:solidFill>
            <a:schemeClr val="accent2">
              <a:alpha val="62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25" name="Google Shape;625;p9"/>
          <p:cNvSpPr txBox="1"/>
          <p:nvPr/>
        </p:nvSpPr>
        <p:spPr>
          <a:xfrm>
            <a:off x="3785940" y="1636782"/>
            <a:ext cx="1018227" cy="369332"/>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algn="ctr"/>
            <a:r>
              <a:rPr lang="en-US" dirty="0">
                <a:solidFill>
                  <a:schemeClr val="bg1"/>
                </a:solidFill>
                <a:latin typeface="Arial"/>
                <a:ea typeface="Arial"/>
                <a:cs typeface="Arial"/>
                <a:sym typeface="Arial"/>
              </a:rPr>
              <a:t>Pebbles</a:t>
            </a:r>
            <a:endParaRPr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 name="Rectangle 5">
            <a:extLst>
              <a:ext uri="{FF2B5EF4-FFF2-40B4-BE49-F238E27FC236}">
                <a16:creationId xmlns:a16="http://schemas.microsoft.com/office/drawing/2014/main" id="{F8553B7C-C4F3-48C8-8EF7-1073EA5791CC}"/>
              </a:ext>
            </a:extLst>
          </p:cNvPr>
          <p:cNvSpPr/>
          <p:nvPr/>
        </p:nvSpPr>
        <p:spPr bwMode="auto">
          <a:xfrm>
            <a:off x="0" y="2456892"/>
            <a:ext cx="7608168" cy="1944216"/>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7" name="Rectangle 6">
            <a:extLst>
              <a:ext uri="{FF2B5EF4-FFF2-40B4-BE49-F238E27FC236}">
                <a16:creationId xmlns:a16="http://schemas.microsoft.com/office/drawing/2014/main" id="{C2177E94-037A-4EF3-AA54-DCC134E2637A}"/>
              </a:ext>
            </a:extLst>
          </p:cNvPr>
          <p:cNvSpPr/>
          <p:nvPr/>
        </p:nvSpPr>
        <p:spPr bwMode="auto">
          <a:xfrm>
            <a:off x="0" y="2456892"/>
            <a:ext cx="70338" cy="1944216"/>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35" name="Google Shape;635;p10"/>
          <p:cNvSpPr txBox="1">
            <a:spLocks noGrp="1"/>
          </p:cNvSpPr>
          <p:nvPr>
            <p:ph type="title"/>
          </p:nvPr>
        </p:nvSpPr>
        <p:spPr>
          <a:xfrm>
            <a:off x="715050" y="2967335"/>
            <a:ext cx="6640923" cy="923330"/>
          </a:xfrm>
          <a:prstGeom prst="rect">
            <a:avLst/>
          </a:prstGeom>
          <a:noFill/>
          <a:ln>
            <a:noFill/>
          </a:ln>
        </p:spPr>
        <p:txBody>
          <a:bodyPr spcFirstLastPara="1" vert="horz" wrap="square" lIns="0" tIns="0" rIns="0" bIns="0" rtlCol="0" anchor="b" anchorCtr="0">
            <a:spAutoFit/>
          </a:bodyPr>
          <a:lstStyle/>
          <a:p>
            <a:pPr>
              <a:buSzPts val="5800"/>
            </a:pPr>
            <a:r>
              <a:rPr lang="en-US" sz="6000" dirty="0"/>
              <a:t>Wind and Waves</a:t>
            </a:r>
            <a:endParaRPr sz="6000" dirty="0"/>
          </a:p>
        </p:txBody>
      </p:sp>
      <p:pic>
        <p:nvPicPr>
          <p:cNvPr id="12" name="Picture Placeholder 11">
            <a:extLst>
              <a:ext uri="{FF2B5EF4-FFF2-40B4-BE49-F238E27FC236}">
                <a16:creationId xmlns:a16="http://schemas.microsoft.com/office/drawing/2014/main" id="{B599CECA-03D7-4579-94F5-61FD72461A6B}"/>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6870" y="0"/>
            <a:ext cx="5985131" cy="6858000"/>
          </a:xfrm>
        </p:spPr>
      </p:pic>
      <p:sp>
        <p:nvSpPr>
          <p:cNvPr id="13" name="Date Placeholder 12">
            <a:extLst>
              <a:ext uri="{FF2B5EF4-FFF2-40B4-BE49-F238E27FC236}">
                <a16:creationId xmlns:a16="http://schemas.microsoft.com/office/drawing/2014/main" id="{5401A319-B44C-4716-B853-8E86EF10F395}"/>
              </a:ext>
            </a:extLst>
          </p:cNvPr>
          <p:cNvSpPr>
            <a:spLocks noGrp="1"/>
          </p:cNvSpPr>
          <p:nvPr>
            <p:ph type="dt" sz="half" idx="10"/>
          </p:nvPr>
        </p:nvSpPr>
        <p:spPr/>
        <p:txBody>
          <a:bodyPr/>
          <a:lstStyle/>
          <a:p>
            <a:fld id="{60A5527A-9D78-4D96-A1FF-3ECC7647B4BE}" type="datetime1">
              <a:rPr lang="en-US" smtClean="0"/>
              <a:t>10/1/26</a:t>
            </a:fld>
            <a:endParaRPr lang="en-US" dirty="0"/>
          </a:p>
        </p:txBody>
      </p:sp>
      <p:sp>
        <p:nvSpPr>
          <p:cNvPr id="14" name="Footer Placeholder 13">
            <a:extLst>
              <a:ext uri="{FF2B5EF4-FFF2-40B4-BE49-F238E27FC236}">
                <a16:creationId xmlns:a16="http://schemas.microsoft.com/office/drawing/2014/main" id="{AF07C0D7-EBC8-40B1-8930-D8D3F22AC864}"/>
              </a:ext>
            </a:extLst>
          </p:cNvPr>
          <p:cNvSpPr>
            <a:spLocks noGrp="1"/>
          </p:cNvSpPr>
          <p:nvPr>
            <p:ph type="ftr" sz="quarter" idx="11"/>
          </p:nvPr>
        </p:nvSpPr>
        <p:spPr/>
        <p:txBody>
          <a:bodyPr/>
          <a:lstStyle/>
          <a:p>
            <a:endParaRPr lang="en-US" dirty="0"/>
          </a:p>
        </p:txBody>
      </p:sp>
      <p:sp>
        <p:nvSpPr>
          <p:cNvPr id="15" name="Slide Number Placeholder 14">
            <a:extLst>
              <a:ext uri="{FF2B5EF4-FFF2-40B4-BE49-F238E27FC236}">
                <a16:creationId xmlns:a16="http://schemas.microsoft.com/office/drawing/2014/main" id="{5E0E4AA3-D679-4C9E-9963-B4A01128DBE9}"/>
              </a:ext>
            </a:extLst>
          </p:cNvPr>
          <p:cNvSpPr>
            <a:spLocks noGrp="1"/>
          </p:cNvSpPr>
          <p:nvPr>
            <p:ph type="sldNum" sz="quarter" idx="12"/>
          </p:nvPr>
        </p:nvSpPr>
        <p:spPr/>
        <p:txBody>
          <a:bodyPr/>
          <a:lstStyle/>
          <a:p>
            <a:fld id="{5B16D1FE-3A35-41BA-8EBE-413702045235}" type="slidenum">
              <a:rPr lang="en-US" smtClean="0"/>
              <a:pPr/>
              <a:t>10</a:t>
            </a:fld>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482B616-37C0-411E-BD6E-993EFD1662A7}"/>
              </a:ext>
            </a:extLst>
          </p:cNvPr>
          <p:cNvSpPr>
            <a:spLocks noGrp="1"/>
          </p:cNvSpPr>
          <p:nvPr>
            <p:ph type="pic" sz="quarter" idx="13"/>
          </p:nvPr>
        </p:nvSpPr>
        <p:spPr/>
        <p:txBody>
          <a:bodyPr/>
          <a:lstStyle/>
          <a:p>
            <a:endParaRPr lang="en-US"/>
          </a:p>
        </p:txBody>
      </p:sp>
      <p:sp>
        <p:nvSpPr>
          <p:cNvPr id="18" name="Picture Placeholder 17">
            <a:extLst>
              <a:ext uri="{FF2B5EF4-FFF2-40B4-BE49-F238E27FC236}">
                <a16:creationId xmlns:a16="http://schemas.microsoft.com/office/drawing/2014/main" id="{ED5ED64B-ED5E-4CA7-ABD6-A2ACAAE74E47}"/>
              </a:ext>
            </a:extLst>
          </p:cNvPr>
          <p:cNvSpPr>
            <a:spLocks noGrp="1"/>
          </p:cNvSpPr>
          <p:nvPr>
            <p:ph type="pic" sz="quarter" idx="14"/>
          </p:nvPr>
        </p:nvSpPr>
        <p:spPr/>
        <p:txBody>
          <a:bodyPr/>
          <a:lstStyle/>
          <a:p>
            <a:endParaRPr lang="en-US"/>
          </a:p>
        </p:txBody>
      </p:sp>
      <p:sp>
        <p:nvSpPr>
          <p:cNvPr id="643" name="Google Shape;643;p11"/>
          <p:cNvSpPr txBox="1">
            <a:spLocks noGrp="1"/>
          </p:cNvSpPr>
          <p:nvPr>
            <p:ph type="title"/>
          </p:nvPr>
        </p:nvSpPr>
        <p:spPr>
          <a:xfrm>
            <a:off x="407989" y="548680"/>
            <a:ext cx="11376024" cy="1008112"/>
          </a:xfrm>
          <a:noFill/>
          <a:ln>
            <a:noFill/>
          </a:ln>
        </p:spPr>
        <p:txBody>
          <a:bodyPr spcFirstLastPara="1" vert="horz" wrap="square" lIns="0" tIns="0" rIns="0" bIns="0" rtlCol="0" anchor="t" anchorCtr="0">
            <a:spAutoFit/>
          </a:bodyPr>
          <a:lstStyle/>
          <a:p>
            <a:r>
              <a:rPr lang="en-US" dirty="0"/>
              <a:t>Types of Waves</a:t>
            </a:r>
          </a:p>
        </p:txBody>
      </p:sp>
      <p:sp>
        <p:nvSpPr>
          <p:cNvPr id="7" name="Date Placeholder 6">
            <a:extLst>
              <a:ext uri="{FF2B5EF4-FFF2-40B4-BE49-F238E27FC236}">
                <a16:creationId xmlns:a16="http://schemas.microsoft.com/office/drawing/2014/main" id="{E410B6A6-7D59-4E2F-88DA-238F20F37AA5}"/>
              </a:ext>
            </a:extLst>
          </p:cNvPr>
          <p:cNvSpPr>
            <a:spLocks noGrp="1"/>
          </p:cNvSpPr>
          <p:nvPr>
            <p:ph type="dt" sz="half" idx="10"/>
          </p:nvPr>
        </p:nvSpPr>
        <p:spPr>
          <a:xfrm>
            <a:off x="911424" y="6381328"/>
            <a:ext cx="1224136" cy="143296"/>
          </a:xfrm>
        </p:spPr>
        <p:txBody>
          <a:bodyPr/>
          <a:lstStyle/>
          <a:p>
            <a:fld id="{B0E526F4-A604-4F4F-B551-EAE56DE9C8FC}" type="datetime1">
              <a:rPr lang="en-US" smtClean="0"/>
              <a:t>10/1/26</a:t>
            </a:fld>
            <a:endParaRPr lang="en-US" dirty="0"/>
          </a:p>
        </p:txBody>
      </p:sp>
      <p:sp>
        <p:nvSpPr>
          <p:cNvPr id="8" name="Footer Placeholder 7">
            <a:extLst>
              <a:ext uri="{FF2B5EF4-FFF2-40B4-BE49-F238E27FC236}">
                <a16:creationId xmlns:a16="http://schemas.microsoft.com/office/drawing/2014/main" id="{505C5BFC-B643-4C78-9513-8569235174C1}"/>
              </a:ext>
            </a:extLst>
          </p:cNvPr>
          <p:cNvSpPr>
            <a:spLocks noGrp="1"/>
          </p:cNvSpPr>
          <p:nvPr>
            <p:ph type="ftr" sz="quarter" idx="11"/>
          </p:nvPr>
        </p:nvSpPr>
        <p:spPr>
          <a:xfrm>
            <a:off x="2279576" y="6381328"/>
            <a:ext cx="7632848" cy="144016"/>
          </a:xfrm>
        </p:spPr>
        <p:txBody>
          <a:bodyPr/>
          <a:lstStyle/>
          <a:p>
            <a:endParaRPr lang="en-US" dirty="0"/>
          </a:p>
        </p:txBody>
      </p:sp>
      <p:sp>
        <p:nvSpPr>
          <p:cNvPr id="9" name="Slide Number Placeholder 8">
            <a:extLst>
              <a:ext uri="{FF2B5EF4-FFF2-40B4-BE49-F238E27FC236}">
                <a16:creationId xmlns:a16="http://schemas.microsoft.com/office/drawing/2014/main" id="{99A7C17D-98E0-4988-8A56-E0EDC9BEE00D}"/>
              </a:ext>
            </a:extLst>
          </p:cNvPr>
          <p:cNvSpPr>
            <a:spLocks noGrp="1"/>
          </p:cNvSpPr>
          <p:nvPr>
            <p:ph type="sldNum" sz="quarter" idx="12"/>
          </p:nvPr>
        </p:nvSpPr>
        <p:spPr>
          <a:xfrm flipH="1">
            <a:off x="407988" y="6381328"/>
            <a:ext cx="359420" cy="143296"/>
          </a:xfrm>
        </p:spPr>
        <p:txBody>
          <a:bodyPr/>
          <a:lstStyle/>
          <a:p>
            <a:fld id="{5B16D1FE-3A35-41BA-8EBE-413702045235}" type="slidenum">
              <a:rPr lang="en-US" smtClean="0"/>
              <a:pPr/>
              <a:t>11</a:t>
            </a:fld>
            <a:endParaRPr lang="en-US" dirty="0"/>
          </a:p>
        </p:txBody>
      </p:sp>
      <p:sp>
        <p:nvSpPr>
          <p:cNvPr id="19" name="Text Placeholder 18">
            <a:extLst>
              <a:ext uri="{FF2B5EF4-FFF2-40B4-BE49-F238E27FC236}">
                <a16:creationId xmlns:a16="http://schemas.microsoft.com/office/drawing/2014/main" id="{EC541376-F137-4613-B156-2773969B95A9}"/>
              </a:ext>
            </a:extLst>
          </p:cNvPr>
          <p:cNvSpPr>
            <a:spLocks noGrp="1"/>
          </p:cNvSpPr>
          <p:nvPr>
            <p:ph type="body" sz="quarter" idx="19"/>
          </p:nvPr>
        </p:nvSpPr>
        <p:spPr/>
        <p:txBody>
          <a:bodyPr/>
          <a:lstStyle/>
          <a:p>
            <a:endParaRPr lang="en-US"/>
          </a:p>
        </p:txBody>
      </p:sp>
      <p:pic>
        <p:nvPicPr>
          <p:cNvPr id="642" name="Google Shape;642;p11" descr="C:\Users\kstuart\Desktop\SCAT Images\Capture7.PNG"/>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368424" y="1501140"/>
            <a:ext cx="9502775" cy="1980614"/>
          </a:xfrm>
          <a:prstGeom prst="rect">
            <a:avLst/>
          </a:prstGeom>
          <a:noFill/>
          <a:ln w="63500">
            <a:solidFill>
              <a:schemeClr val="bg1"/>
            </a:solidFill>
          </a:ln>
          <a:effectLst>
            <a:outerShdw blurRad="127000" algn="ctr" rotWithShape="0">
              <a:prstClr val="black">
                <a:alpha val="10000"/>
              </a:prstClr>
            </a:outerShdw>
          </a:effectLst>
        </p:spPr>
      </p:pic>
      <p:sp>
        <p:nvSpPr>
          <p:cNvPr id="644" name="Google Shape;644;p11"/>
          <p:cNvSpPr txBox="1"/>
          <p:nvPr/>
        </p:nvSpPr>
        <p:spPr>
          <a:xfrm>
            <a:off x="5410200" y="1676400"/>
            <a:ext cx="2159566" cy="369332"/>
          </a:xfrm>
          <a:prstGeom prst="rect">
            <a:avLst/>
          </a:prstGeom>
          <a:noFill/>
          <a:ln>
            <a:noFill/>
          </a:ln>
        </p:spPr>
        <p:txBody>
          <a:bodyPr spcFirstLastPara="1" wrap="square" lIns="91425" tIns="45700" rIns="91425" bIns="45700" anchor="t" anchorCtr="0">
            <a:spAutoFit/>
          </a:bodyPr>
          <a:lstStyle/>
          <a:p>
            <a:r>
              <a:rPr lang="en-US" b="1" dirty="0">
                <a:solidFill>
                  <a:srgbClr val="5D7CA7"/>
                </a:solidFill>
                <a:latin typeface="Arial"/>
                <a:ea typeface="Arial"/>
                <a:cs typeface="Arial"/>
                <a:sym typeface="Arial"/>
              </a:rPr>
              <a:t>Horizontal Energy</a:t>
            </a:r>
            <a:endParaRPr dirty="0">
              <a:solidFill>
                <a:srgbClr val="5D7CA7"/>
              </a:solidFill>
            </a:endParaRPr>
          </a:p>
        </p:txBody>
      </p:sp>
      <p:cxnSp>
        <p:nvCxnSpPr>
          <p:cNvPr id="645" name="Google Shape;645;p11"/>
          <p:cNvCxnSpPr>
            <a:cxnSpLocks/>
          </p:cNvCxnSpPr>
          <p:nvPr/>
        </p:nvCxnSpPr>
        <p:spPr>
          <a:xfrm rot="10800000">
            <a:off x="4495800" y="1861067"/>
            <a:ext cx="838200" cy="0"/>
          </a:xfrm>
          <a:prstGeom prst="straightConnector1">
            <a:avLst/>
          </a:prstGeom>
          <a:noFill/>
          <a:ln w="38100" cap="flat" cmpd="sng">
            <a:solidFill>
              <a:srgbClr val="5D7CA7"/>
            </a:solidFill>
            <a:prstDash val="solid"/>
            <a:miter lim="800000"/>
            <a:headEnd type="none" w="sm" len="sm"/>
            <a:tailEnd type="stealth" w="med" len="med"/>
          </a:ln>
        </p:spPr>
      </p:cxnSp>
      <p:cxnSp>
        <p:nvCxnSpPr>
          <p:cNvPr id="646" name="Google Shape;646;p11"/>
          <p:cNvCxnSpPr>
            <a:cxnSpLocks/>
          </p:cNvCxnSpPr>
          <p:nvPr/>
        </p:nvCxnSpPr>
        <p:spPr>
          <a:xfrm>
            <a:off x="7608168" y="1861066"/>
            <a:ext cx="838200" cy="0"/>
          </a:xfrm>
          <a:prstGeom prst="straightConnector1">
            <a:avLst/>
          </a:prstGeom>
          <a:noFill/>
          <a:ln w="38100" cap="flat" cmpd="sng">
            <a:solidFill>
              <a:srgbClr val="5D7CA7"/>
            </a:solidFill>
            <a:prstDash val="solid"/>
            <a:miter lim="800000"/>
            <a:headEnd type="none" w="sm" len="sm"/>
            <a:tailEnd type="stealth" w="med" len="med"/>
          </a:ln>
        </p:spPr>
      </p:cxnSp>
      <p:sp>
        <p:nvSpPr>
          <p:cNvPr id="647" name="Google Shape;647;p11"/>
          <p:cNvSpPr txBox="1"/>
          <p:nvPr/>
        </p:nvSpPr>
        <p:spPr>
          <a:xfrm>
            <a:off x="6629400" y="4583668"/>
            <a:ext cx="1851854" cy="369332"/>
          </a:xfrm>
          <a:prstGeom prst="rect">
            <a:avLst/>
          </a:prstGeom>
          <a:noFill/>
          <a:ln>
            <a:noFill/>
          </a:ln>
        </p:spPr>
        <p:txBody>
          <a:bodyPr spcFirstLastPara="1" wrap="square" lIns="91425" tIns="45700" rIns="91425" bIns="45700" anchor="t" anchorCtr="0">
            <a:spAutoFit/>
          </a:bodyPr>
          <a:lstStyle/>
          <a:p>
            <a:r>
              <a:rPr lang="en-US" b="1">
                <a:solidFill>
                  <a:srgbClr val="FF0000"/>
                </a:solidFill>
                <a:latin typeface="Arial"/>
                <a:ea typeface="Arial"/>
                <a:cs typeface="Arial"/>
                <a:sym typeface="Arial"/>
              </a:rPr>
              <a:t>Vertical Energy</a:t>
            </a:r>
            <a:endParaRPr/>
          </a:p>
        </p:txBody>
      </p:sp>
      <p:cxnSp>
        <p:nvCxnSpPr>
          <p:cNvPr id="648" name="Google Shape;648;p11"/>
          <p:cNvCxnSpPr/>
          <p:nvPr/>
        </p:nvCxnSpPr>
        <p:spPr>
          <a:xfrm>
            <a:off x="7543800" y="4953000"/>
            <a:ext cx="0" cy="685800"/>
          </a:xfrm>
          <a:prstGeom prst="straightConnector1">
            <a:avLst/>
          </a:prstGeom>
          <a:noFill/>
          <a:ln w="38100" cap="flat" cmpd="sng">
            <a:solidFill>
              <a:srgbClr val="FF0000"/>
            </a:solidFill>
            <a:prstDash val="solid"/>
            <a:miter lim="800000"/>
            <a:headEnd type="none" w="sm" len="sm"/>
            <a:tailEnd type="stealth" w="med" len="med"/>
          </a:ln>
        </p:spPr>
      </p:cxnSp>
      <p:pic>
        <p:nvPicPr>
          <p:cNvPr id="14" name="Google Shape;642;p11" descr="C:\Users\kstuart\Desktop\SCAT Images\Capture7.PNG">
            <a:extLst>
              <a:ext uri="{FF2B5EF4-FFF2-40B4-BE49-F238E27FC236}">
                <a16:creationId xmlns:a16="http://schemas.microsoft.com/office/drawing/2014/main" id="{922CD169-9CA1-4115-BB70-14B3496D5E6B}"/>
              </a:ext>
            </a:extLst>
          </p:cNvPr>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343025" y="3834813"/>
            <a:ext cx="9505950" cy="1995488"/>
          </a:xfrm>
          <a:prstGeom prst="rect">
            <a:avLst/>
          </a:prstGeom>
          <a:noFill/>
          <a:ln w="63500">
            <a:solidFill>
              <a:schemeClr val="bg1"/>
            </a:solidFill>
          </a:ln>
          <a:effectLst>
            <a:outerShdw blurRad="127000" algn="ctr" rotWithShape="0">
              <a:prstClr val="black">
                <a:alpha val="10000"/>
              </a:prstClr>
            </a:outerShdw>
          </a:effectLst>
        </p:spPr>
      </p:pic>
      <p:sp>
        <p:nvSpPr>
          <p:cNvPr id="24" name="Google Shape;647;p11">
            <a:extLst>
              <a:ext uri="{FF2B5EF4-FFF2-40B4-BE49-F238E27FC236}">
                <a16:creationId xmlns:a16="http://schemas.microsoft.com/office/drawing/2014/main" id="{14252B97-6AC2-404A-AE5A-6D6DEA452636}"/>
              </a:ext>
            </a:extLst>
          </p:cNvPr>
          <p:cNvSpPr txBox="1"/>
          <p:nvPr/>
        </p:nvSpPr>
        <p:spPr>
          <a:xfrm>
            <a:off x="6560301" y="4250927"/>
            <a:ext cx="1851854" cy="369332"/>
          </a:xfrm>
          <a:prstGeom prst="rect">
            <a:avLst/>
          </a:prstGeom>
          <a:noFill/>
          <a:ln>
            <a:noFill/>
          </a:ln>
        </p:spPr>
        <p:txBody>
          <a:bodyPr spcFirstLastPara="1" wrap="square" lIns="91425" tIns="45700" rIns="91425" bIns="45700" anchor="t" anchorCtr="0">
            <a:spAutoFit/>
          </a:bodyPr>
          <a:lstStyle/>
          <a:p>
            <a:r>
              <a:rPr lang="en-US" b="1" dirty="0">
                <a:solidFill>
                  <a:srgbClr val="5D7CA7"/>
                </a:solidFill>
                <a:latin typeface="Arial"/>
                <a:ea typeface="Arial"/>
                <a:cs typeface="Arial"/>
                <a:sym typeface="Arial"/>
              </a:rPr>
              <a:t>Vertical Energy</a:t>
            </a:r>
            <a:endParaRPr dirty="0">
              <a:solidFill>
                <a:srgbClr val="5D7CA7"/>
              </a:solidFill>
            </a:endParaRPr>
          </a:p>
        </p:txBody>
      </p:sp>
      <p:cxnSp>
        <p:nvCxnSpPr>
          <p:cNvPr id="25" name="Google Shape;648;p11">
            <a:extLst>
              <a:ext uri="{FF2B5EF4-FFF2-40B4-BE49-F238E27FC236}">
                <a16:creationId xmlns:a16="http://schemas.microsoft.com/office/drawing/2014/main" id="{0340F752-F074-4AC7-BEA6-45F7FBCC675B}"/>
              </a:ext>
            </a:extLst>
          </p:cNvPr>
          <p:cNvCxnSpPr/>
          <p:nvPr/>
        </p:nvCxnSpPr>
        <p:spPr>
          <a:xfrm>
            <a:off x="7474701" y="4620259"/>
            <a:ext cx="0" cy="685800"/>
          </a:xfrm>
          <a:prstGeom prst="straightConnector1">
            <a:avLst/>
          </a:prstGeom>
          <a:noFill/>
          <a:ln w="38100" cap="flat" cmpd="sng">
            <a:solidFill>
              <a:srgbClr val="5D7CA7"/>
            </a:solidFill>
            <a:prstDash val="solid"/>
            <a:miter lim="800000"/>
            <a:headEnd type="none" w="sm" len="sm"/>
            <a:tailEnd type="stealth" w="med" len="med"/>
          </a:ln>
        </p:spPr>
      </p:cxn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9" name="Title 8">
            <a:extLst>
              <a:ext uri="{FF2B5EF4-FFF2-40B4-BE49-F238E27FC236}">
                <a16:creationId xmlns:a16="http://schemas.microsoft.com/office/drawing/2014/main" id="{B0ABA935-4608-47A7-B507-A3FC83828B95}"/>
              </a:ext>
            </a:extLst>
          </p:cNvPr>
          <p:cNvSpPr>
            <a:spLocks noGrp="1"/>
          </p:cNvSpPr>
          <p:nvPr>
            <p:ph type="title"/>
          </p:nvPr>
        </p:nvSpPr>
        <p:spPr/>
        <p:txBody>
          <a:bodyPr/>
          <a:lstStyle/>
          <a:p>
            <a:r>
              <a:rPr lang="en-US" dirty="0"/>
              <a:t>Winter Vs Summer Profile</a:t>
            </a:r>
          </a:p>
        </p:txBody>
      </p:sp>
      <p:sp>
        <p:nvSpPr>
          <p:cNvPr id="7" name="Slide Number Placeholder 6">
            <a:extLst>
              <a:ext uri="{FF2B5EF4-FFF2-40B4-BE49-F238E27FC236}">
                <a16:creationId xmlns:a16="http://schemas.microsoft.com/office/drawing/2014/main" id="{41FE593E-D37F-4E8F-ABE9-13FCCB686440}"/>
              </a:ext>
            </a:extLst>
          </p:cNvPr>
          <p:cNvSpPr>
            <a:spLocks noGrp="1"/>
          </p:cNvSpPr>
          <p:nvPr>
            <p:ph type="sldNum" sz="quarter" idx="10"/>
          </p:nvPr>
        </p:nvSpPr>
        <p:spPr/>
        <p:txBody>
          <a:bodyPr/>
          <a:lstStyle/>
          <a:p>
            <a:fld id="{5B16D1FE-3A35-41BA-8EBE-413702045235}" type="slidenum">
              <a:rPr lang="en-US" smtClean="0"/>
              <a:pPr/>
              <a:t>12</a:t>
            </a:fld>
            <a:endParaRPr lang="en-US" dirty="0"/>
          </a:p>
        </p:txBody>
      </p:sp>
      <p:sp>
        <p:nvSpPr>
          <p:cNvPr id="8" name="Date Placeholder 7">
            <a:extLst>
              <a:ext uri="{FF2B5EF4-FFF2-40B4-BE49-F238E27FC236}">
                <a16:creationId xmlns:a16="http://schemas.microsoft.com/office/drawing/2014/main" id="{ED2EDF28-4DE2-4A22-B9EE-D41655E8F57E}"/>
              </a:ext>
            </a:extLst>
          </p:cNvPr>
          <p:cNvSpPr>
            <a:spLocks noGrp="1"/>
          </p:cNvSpPr>
          <p:nvPr>
            <p:ph type="dt" sz="half" idx="11"/>
          </p:nvPr>
        </p:nvSpPr>
        <p:spPr/>
        <p:txBody>
          <a:bodyPr/>
          <a:lstStyle/>
          <a:p>
            <a:fld id="{8202E090-44F3-4951-84B1-3B9F165DA413}" type="datetime1">
              <a:rPr lang="en-US" smtClean="0"/>
              <a:t>10/1/26</a:t>
            </a:fld>
            <a:endParaRPr lang="en-US" dirty="0"/>
          </a:p>
        </p:txBody>
      </p:sp>
      <p:sp>
        <p:nvSpPr>
          <p:cNvPr id="6" name="Footer Placeholder 5">
            <a:extLst>
              <a:ext uri="{FF2B5EF4-FFF2-40B4-BE49-F238E27FC236}">
                <a16:creationId xmlns:a16="http://schemas.microsoft.com/office/drawing/2014/main" id="{D4B7BABC-BEE4-47E0-9265-2C8CAA4AD31E}"/>
              </a:ext>
            </a:extLst>
          </p:cNvPr>
          <p:cNvSpPr>
            <a:spLocks noGrp="1"/>
          </p:cNvSpPr>
          <p:nvPr>
            <p:ph type="ftr" sz="quarter" idx="12"/>
          </p:nvPr>
        </p:nvSpPr>
        <p:spPr/>
        <p:txBody>
          <a:bodyPr/>
          <a:lstStyle/>
          <a:p>
            <a:endParaRPr lang="en-US" dirty="0"/>
          </a:p>
        </p:txBody>
      </p:sp>
      <p:sp>
        <p:nvSpPr>
          <p:cNvPr id="10" name="Text Placeholder 9">
            <a:extLst>
              <a:ext uri="{FF2B5EF4-FFF2-40B4-BE49-F238E27FC236}">
                <a16:creationId xmlns:a16="http://schemas.microsoft.com/office/drawing/2014/main" id="{631A1656-8490-4E73-9805-3D7A344CBA31}"/>
              </a:ext>
            </a:extLst>
          </p:cNvPr>
          <p:cNvSpPr>
            <a:spLocks noGrp="1"/>
          </p:cNvSpPr>
          <p:nvPr>
            <p:ph type="body" sz="quarter" idx="19"/>
          </p:nvPr>
        </p:nvSpPr>
        <p:spPr/>
        <p:txBody>
          <a:bodyPr/>
          <a:lstStyle/>
          <a:p>
            <a:endParaRPr lang="en-US"/>
          </a:p>
        </p:txBody>
      </p:sp>
      <p:pic>
        <p:nvPicPr>
          <p:cNvPr id="14" name="Picture Placeholder 13">
            <a:extLst>
              <a:ext uri="{FF2B5EF4-FFF2-40B4-BE49-F238E27FC236}">
                <a16:creationId xmlns:a16="http://schemas.microsoft.com/office/drawing/2014/main" id="{FF70C891-822A-4AA7-AD4F-1D4DFD34863D}"/>
              </a:ext>
            </a:extLst>
          </p:cNvPr>
          <p:cNvPicPr>
            <a:picLocks noGrp="1" noChangeAspect="1"/>
          </p:cNvPicPr>
          <p:nvPr>
            <p:ph type="pic" idx="2"/>
          </p:nvPr>
        </p:nvPicPr>
        <p:blipFill rotWithShape="1">
          <a:blip r:embed="rId3" cstate="email">
            <a:extLst>
              <a:ext uri="{28A0092B-C50C-407E-A947-70E740481C1C}">
                <a14:useLocalDpi xmlns:a14="http://schemas.microsoft.com/office/drawing/2010/main"/>
              </a:ext>
            </a:extLst>
          </a:blip>
          <a:srcRect/>
          <a:stretch/>
        </p:blipFill>
        <p:spPr>
          <a:xfrm>
            <a:off x="407989" y="1371600"/>
            <a:ext cx="11362232" cy="4432300"/>
          </a:xfr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5DAD062C-62E9-4569-8227-0C8BB8E73959}"/>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xfrm>
            <a:off x="731881" y="764704"/>
            <a:ext cx="10727426" cy="5112221"/>
          </a:xfrm>
        </p:spPr>
      </p:pic>
      <p:sp>
        <p:nvSpPr>
          <p:cNvPr id="7" name="Text Placeholder 6">
            <a:extLst>
              <a:ext uri="{FF2B5EF4-FFF2-40B4-BE49-F238E27FC236}">
                <a16:creationId xmlns:a16="http://schemas.microsoft.com/office/drawing/2014/main" id="{D60F97C6-D0EE-4B74-A5FB-E614CB3BE173}"/>
              </a:ext>
            </a:extLst>
          </p:cNvPr>
          <p:cNvSpPr>
            <a:spLocks noGrp="1"/>
          </p:cNvSpPr>
          <p:nvPr>
            <p:ph type="body" sz="quarter" idx="19"/>
          </p:nvPr>
        </p:nvSpPr>
        <p:spPr/>
        <p:txBody>
          <a:bodyPr/>
          <a:lstStyle/>
          <a:p>
            <a:endParaRPr lang="en-US"/>
          </a:p>
        </p:txBody>
      </p:sp>
      <p:sp>
        <p:nvSpPr>
          <p:cNvPr id="9" name="Footer Placeholder 8">
            <a:extLst>
              <a:ext uri="{FF2B5EF4-FFF2-40B4-BE49-F238E27FC236}">
                <a16:creationId xmlns:a16="http://schemas.microsoft.com/office/drawing/2014/main" id="{2BDA50FA-36DE-4F3C-A076-DF76E63E4B74}"/>
              </a:ext>
            </a:extLst>
          </p:cNvPr>
          <p:cNvSpPr>
            <a:spLocks noGrp="1"/>
          </p:cNvSpPr>
          <p:nvPr>
            <p:ph type="ftr" sz="quarter" idx="12"/>
          </p:nvPr>
        </p:nvSpPr>
        <p:spPr/>
        <p:txBody>
          <a:bodyPr/>
          <a:lstStyle/>
          <a:p>
            <a:endParaRPr lang="en-US" dirty="0"/>
          </a:p>
        </p:txBody>
      </p:sp>
      <p:sp>
        <p:nvSpPr>
          <p:cNvPr id="10" name="Slide Number Placeholder 9">
            <a:extLst>
              <a:ext uri="{FF2B5EF4-FFF2-40B4-BE49-F238E27FC236}">
                <a16:creationId xmlns:a16="http://schemas.microsoft.com/office/drawing/2014/main" id="{69DD302E-D124-400C-96CC-764822BF1D22}"/>
              </a:ext>
            </a:extLst>
          </p:cNvPr>
          <p:cNvSpPr>
            <a:spLocks noGrp="1"/>
          </p:cNvSpPr>
          <p:nvPr>
            <p:ph type="sldNum" sz="quarter" idx="10"/>
          </p:nvPr>
        </p:nvSpPr>
        <p:spPr/>
        <p:txBody>
          <a:bodyPr/>
          <a:lstStyle/>
          <a:p>
            <a:fld id="{5B16D1FE-3A35-41BA-8EBE-413702045235}" type="slidenum">
              <a:rPr lang="en-US" smtClean="0"/>
              <a:pPr/>
              <a:t>13</a:t>
            </a:fld>
            <a:endParaRPr lang="en-US" dirty="0"/>
          </a:p>
        </p:txBody>
      </p:sp>
      <p:sp>
        <p:nvSpPr>
          <p:cNvPr id="11" name="Date Placeholder 10">
            <a:extLst>
              <a:ext uri="{FF2B5EF4-FFF2-40B4-BE49-F238E27FC236}">
                <a16:creationId xmlns:a16="http://schemas.microsoft.com/office/drawing/2014/main" id="{2391B541-E6BA-4F2E-BE89-B527C595D62D}"/>
              </a:ext>
            </a:extLst>
          </p:cNvPr>
          <p:cNvSpPr>
            <a:spLocks noGrp="1"/>
          </p:cNvSpPr>
          <p:nvPr>
            <p:ph type="dt" sz="half" idx="11"/>
          </p:nvPr>
        </p:nvSpPr>
        <p:spPr/>
        <p:txBody>
          <a:bodyPr/>
          <a:lstStyle/>
          <a:p>
            <a:fld id="{8B582270-823F-4B8F-809D-137FC46AB409}" type="datetime1">
              <a:rPr lang="en-US" smtClean="0"/>
              <a:t>10/1/26</a:t>
            </a:fld>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684CB1-FC62-7282-D3B8-BBC6C18A9ADD}"/>
              </a:ext>
            </a:extLst>
          </p:cNvPr>
          <p:cNvSpPr>
            <a:spLocks noGrp="1"/>
          </p:cNvSpPr>
          <p:nvPr>
            <p:ph type="title"/>
          </p:nvPr>
        </p:nvSpPr>
        <p:spPr/>
        <p:txBody>
          <a:bodyPr>
            <a:spAutoFit/>
          </a:bodyPr>
          <a:lstStyle/>
          <a:p>
            <a:r>
              <a:rPr lang="en-GB" dirty="0"/>
              <a:t>Tides</a:t>
            </a:r>
          </a:p>
        </p:txBody>
      </p:sp>
      <p:sp>
        <p:nvSpPr>
          <p:cNvPr id="7" name="Slide Number Placeholder 6">
            <a:extLst>
              <a:ext uri="{FF2B5EF4-FFF2-40B4-BE49-F238E27FC236}">
                <a16:creationId xmlns:a16="http://schemas.microsoft.com/office/drawing/2014/main" id="{19AC9CB7-B8B4-E202-4643-26F10E879EDC}"/>
              </a:ext>
            </a:extLst>
          </p:cNvPr>
          <p:cNvSpPr>
            <a:spLocks noGrp="1"/>
          </p:cNvSpPr>
          <p:nvPr>
            <p:ph type="sldNum" sz="quarter" idx="10"/>
          </p:nvPr>
        </p:nvSpPr>
        <p:spPr/>
        <p:txBody>
          <a:bodyPr/>
          <a:lstStyle/>
          <a:p>
            <a:fld id="{5B16D1FE-3A35-41BA-8EBE-413702045235}" type="slidenum">
              <a:rPr lang="en-US" smtClean="0"/>
              <a:pPr/>
              <a:t>14</a:t>
            </a:fld>
            <a:endParaRPr lang="en-US" dirty="0"/>
          </a:p>
        </p:txBody>
      </p:sp>
      <p:sp>
        <p:nvSpPr>
          <p:cNvPr id="2" name="Date Placeholder 1">
            <a:extLst>
              <a:ext uri="{FF2B5EF4-FFF2-40B4-BE49-F238E27FC236}">
                <a16:creationId xmlns:a16="http://schemas.microsoft.com/office/drawing/2014/main" id="{E2A6E129-9841-4647-9F64-D7FB080E93CA}"/>
              </a:ext>
            </a:extLst>
          </p:cNvPr>
          <p:cNvSpPr>
            <a:spLocks noGrp="1"/>
          </p:cNvSpPr>
          <p:nvPr>
            <p:ph type="dt" sz="half" idx="11"/>
          </p:nvPr>
        </p:nvSpPr>
        <p:spPr/>
        <p:txBody>
          <a:bodyPr/>
          <a:lstStyle/>
          <a:p>
            <a:fld id="{5ECCEC23-15D2-4B90-A971-7913E6B88DB8}" type="datetime1">
              <a:rPr lang="en-US" smtClean="0"/>
              <a:t>10/1/26</a:t>
            </a:fld>
            <a:endParaRPr lang="en-US" dirty="0"/>
          </a:p>
        </p:txBody>
      </p:sp>
      <p:sp>
        <p:nvSpPr>
          <p:cNvPr id="6" name="Footer Placeholder 5">
            <a:extLst>
              <a:ext uri="{FF2B5EF4-FFF2-40B4-BE49-F238E27FC236}">
                <a16:creationId xmlns:a16="http://schemas.microsoft.com/office/drawing/2014/main" id="{9523CB20-644F-202F-49DF-9A1685341FEA}"/>
              </a:ext>
            </a:extLst>
          </p:cNvPr>
          <p:cNvSpPr>
            <a:spLocks noGrp="1"/>
          </p:cNvSpPr>
          <p:nvPr>
            <p:ph type="ftr" sz="quarter" idx="12"/>
          </p:nvPr>
        </p:nvSpPr>
        <p:spPr/>
        <p:txBody>
          <a:bodyPr/>
          <a:lstStyle/>
          <a:p>
            <a:endParaRPr lang="en-US" dirty="0"/>
          </a:p>
        </p:txBody>
      </p:sp>
      <p:sp>
        <p:nvSpPr>
          <p:cNvPr id="5" name="Text Placeholder 4">
            <a:extLst>
              <a:ext uri="{FF2B5EF4-FFF2-40B4-BE49-F238E27FC236}">
                <a16:creationId xmlns:a16="http://schemas.microsoft.com/office/drawing/2014/main" id="{ED43C64F-E39D-42F8-B2FB-D3C671E41B1B}"/>
              </a:ext>
            </a:extLst>
          </p:cNvPr>
          <p:cNvSpPr>
            <a:spLocks noGrp="1"/>
          </p:cNvSpPr>
          <p:nvPr>
            <p:ph type="body" sz="quarter" idx="19"/>
          </p:nvPr>
        </p:nvSpPr>
        <p:spPr/>
        <p:txBody>
          <a:bodyPr/>
          <a:lstStyle/>
          <a:p>
            <a:endParaRPr lang="en-US"/>
          </a:p>
        </p:txBody>
      </p:sp>
      <p:pic>
        <p:nvPicPr>
          <p:cNvPr id="12" name="Picture Placeholder 11">
            <a:extLst>
              <a:ext uri="{FF2B5EF4-FFF2-40B4-BE49-F238E27FC236}">
                <a16:creationId xmlns:a16="http://schemas.microsoft.com/office/drawing/2014/main" id="{FF06CC01-B587-4224-82E8-F78D0D1774C0}"/>
              </a:ext>
            </a:extLst>
          </p:cNvPr>
          <p:cNvPicPr>
            <a:picLocks noGrp="1"/>
          </p:cNvPicPr>
          <p:nvPr>
            <p:ph type="pic" idx="2"/>
          </p:nvPr>
        </p:nvPicPr>
        <p:blipFill rotWithShape="1">
          <a:blip r:embed="rId3" cstate="email">
            <a:extLst>
              <a:ext uri="{28A0092B-C50C-407E-A947-70E740481C1C}">
                <a14:useLocalDpi xmlns:a14="http://schemas.microsoft.com/office/drawing/2010/main"/>
              </a:ext>
            </a:extLst>
          </a:blip>
          <a:srcRect/>
          <a:stretch/>
        </p:blipFill>
        <p:spPr>
          <a:xfrm>
            <a:off x="407989" y="1371600"/>
            <a:ext cx="11360828" cy="4432300"/>
          </a:xfrm>
        </p:spPr>
      </p:pic>
    </p:spTree>
    <p:extLst>
      <p:ext uri="{BB962C8B-B14F-4D97-AF65-F5344CB8AC3E}">
        <p14:creationId xmlns:p14="http://schemas.microsoft.com/office/powerpoint/2010/main" val="119991976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5DAD062C-62E9-4569-8227-0C8BB8E73959}"/>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p:pic>
      <p:sp>
        <p:nvSpPr>
          <p:cNvPr id="7" name="Text Placeholder 6">
            <a:extLst>
              <a:ext uri="{FF2B5EF4-FFF2-40B4-BE49-F238E27FC236}">
                <a16:creationId xmlns:a16="http://schemas.microsoft.com/office/drawing/2014/main" id="{D60F97C6-D0EE-4B74-A5FB-E614CB3BE173}"/>
              </a:ext>
            </a:extLst>
          </p:cNvPr>
          <p:cNvSpPr>
            <a:spLocks noGrp="1"/>
          </p:cNvSpPr>
          <p:nvPr>
            <p:ph type="body" sz="quarter" idx="19"/>
          </p:nvPr>
        </p:nvSpPr>
        <p:spPr/>
        <p:txBody>
          <a:bodyPr/>
          <a:lstStyle/>
          <a:p>
            <a:endParaRPr lang="en-US"/>
          </a:p>
        </p:txBody>
      </p:sp>
      <p:sp>
        <p:nvSpPr>
          <p:cNvPr id="9" name="Footer Placeholder 8">
            <a:extLst>
              <a:ext uri="{FF2B5EF4-FFF2-40B4-BE49-F238E27FC236}">
                <a16:creationId xmlns:a16="http://schemas.microsoft.com/office/drawing/2014/main" id="{2BDA50FA-36DE-4F3C-A076-DF76E63E4B74}"/>
              </a:ext>
            </a:extLst>
          </p:cNvPr>
          <p:cNvSpPr>
            <a:spLocks noGrp="1"/>
          </p:cNvSpPr>
          <p:nvPr>
            <p:ph type="ftr" sz="quarter" idx="12"/>
          </p:nvPr>
        </p:nvSpPr>
        <p:spPr/>
        <p:txBody>
          <a:bodyPr/>
          <a:lstStyle/>
          <a:p>
            <a:endParaRPr lang="en-US" dirty="0"/>
          </a:p>
        </p:txBody>
      </p:sp>
      <p:sp>
        <p:nvSpPr>
          <p:cNvPr id="10" name="Slide Number Placeholder 9">
            <a:extLst>
              <a:ext uri="{FF2B5EF4-FFF2-40B4-BE49-F238E27FC236}">
                <a16:creationId xmlns:a16="http://schemas.microsoft.com/office/drawing/2014/main" id="{69DD302E-D124-400C-96CC-764822BF1D22}"/>
              </a:ext>
            </a:extLst>
          </p:cNvPr>
          <p:cNvSpPr>
            <a:spLocks noGrp="1"/>
          </p:cNvSpPr>
          <p:nvPr>
            <p:ph type="sldNum" sz="quarter" idx="10"/>
          </p:nvPr>
        </p:nvSpPr>
        <p:spPr/>
        <p:txBody>
          <a:bodyPr/>
          <a:lstStyle/>
          <a:p>
            <a:fld id="{5B16D1FE-3A35-41BA-8EBE-413702045235}" type="slidenum">
              <a:rPr lang="en-US" smtClean="0"/>
              <a:pPr/>
              <a:t>15</a:t>
            </a:fld>
            <a:endParaRPr lang="en-US" dirty="0"/>
          </a:p>
        </p:txBody>
      </p:sp>
      <p:sp>
        <p:nvSpPr>
          <p:cNvPr id="11" name="Date Placeholder 10">
            <a:extLst>
              <a:ext uri="{FF2B5EF4-FFF2-40B4-BE49-F238E27FC236}">
                <a16:creationId xmlns:a16="http://schemas.microsoft.com/office/drawing/2014/main" id="{2391B541-E6BA-4F2E-BE89-B527C595D62D}"/>
              </a:ext>
            </a:extLst>
          </p:cNvPr>
          <p:cNvSpPr>
            <a:spLocks noGrp="1"/>
          </p:cNvSpPr>
          <p:nvPr>
            <p:ph type="dt" sz="half" idx="11"/>
          </p:nvPr>
        </p:nvSpPr>
        <p:spPr/>
        <p:txBody>
          <a:bodyPr/>
          <a:lstStyle/>
          <a:p>
            <a:fld id="{F25B2EC2-729F-4C74-B3E1-5618DAB13CE6}" type="datetime1">
              <a:rPr lang="en-US" smtClean="0"/>
              <a:t>10/1/26</a:t>
            </a:fld>
            <a:endParaRPr lang="en-US" dirty="0"/>
          </a:p>
        </p:txBody>
      </p:sp>
    </p:spTree>
    <p:extLst>
      <p:ext uri="{BB962C8B-B14F-4D97-AF65-F5344CB8AC3E}">
        <p14:creationId xmlns:p14="http://schemas.microsoft.com/office/powerpoint/2010/main" val="227480466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2" name="Title 1">
            <a:extLst>
              <a:ext uri="{FF2B5EF4-FFF2-40B4-BE49-F238E27FC236}">
                <a16:creationId xmlns:a16="http://schemas.microsoft.com/office/drawing/2014/main" id="{32FA254A-4A34-4E56-BCCD-5368311262D3}"/>
              </a:ext>
            </a:extLst>
          </p:cNvPr>
          <p:cNvSpPr>
            <a:spLocks noGrp="1"/>
          </p:cNvSpPr>
          <p:nvPr>
            <p:ph type="title"/>
          </p:nvPr>
        </p:nvSpPr>
        <p:spPr/>
        <p:txBody>
          <a:bodyPr/>
          <a:lstStyle/>
          <a:p>
            <a:r>
              <a:rPr lang="en-US" dirty="0"/>
              <a:t>When is the best time to survey a shoreline?</a:t>
            </a:r>
          </a:p>
        </p:txBody>
      </p:sp>
      <p:sp>
        <p:nvSpPr>
          <p:cNvPr id="5" name="Text Placeholder 4">
            <a:extLst>
              <a:ext uri="{FF2B5EF4-FFF2-40B4-BE49-F238E27FC236}">
                <a16:creationId xmlns:a16="http://schemas.microsoft.com/office/drawing/2014/main" id="{B8F91AF1-5A1F-45E1-A889-404F48E58012}"/>
              </a:ext>
            </a:extLst>
          </p:cNvPr>
          <p:cNvSpPr>
            <a:spLocks noGrp="1"/>
          </p:cNvSpPr>
          <p:nvPr>
            <p:ph type="body" sz="quarter" idx="19"/>
          </p:nvPr>
        </p:nvSpPr>
        <p:spPr/>
        <p:txBody>
          <a:bodyPr/>
          <a:lstStyle/>
          <a:p>
            <a:endParaRPr lang="en-US"/>
          </a:p>
        </p:txBody>
      </p:sp>
      <p:pic>
        <p:nvPicPr>
          <p:cNvPr id="7" name="Picture Placeholder 6">
            <a:extLst>
              <a:ext uri="{FF2B5EF4-FFF2-40B4-BE49-F238E27FC236}">
                <a16:creationId xmlns:a16="http://schemas.microsoft.com/office/drawing/2014/main" id="{6E847EF0-5F54-4494-9F9B-42C371D96CD3}"/>
              </a:ext>
            </a:extLst>
          </p:cNvPr>
          <p:cNvPicPr>
            <a:picLocks noGrp="1" noChangeAspect="1"/>
          </p:cNvPicPr>
          <p:nvPr>
            <p:ph type="pic" idx="2"/>
          </p:nvPr>
        </p:nvPicPr>
        <p:blipFill>
          <a:blip r:embed="rId3" cstate="email">
            <a:extLst>
              <a:ext uri="{28A0092B-C50C-407E-A947-70E740481C1C}">
                <a14:useLocalDpi xmlns:a14="http://schemas.microsoft.com/office/drawing/2010/main"/>
              </a:ext>
            </a:extLst>
          </a:blip>
          <a:srcRect/>
          <a:stretch>
            <a:fillRect/>
          </a:stretch>
        </p:blipFill>
        <p:spPr/>
      </p:pic>
      <p:pic>
        <p:nvPicPr>
          <p:cNvPr id="9" name="Picture Placeholder 8">
            <a:extLst>
              <a:ext uri="{FF2B5EF4-FFF2-40B4-BE49-F238E27FC236}">
                <a16:creationId xmlns:a16="http://schemas.microsoft.com/office/drawing/2014/main" id="{8183BEDD-1082-4C1D-BECD-EC50F41D92D2}"/>
              </a:ext>
            </a:extLst>
          </p:cNvPr>
          <p:cNvPicPr>
            <a:picLocks noGrp="1" noChangeAspect="1"/>
          </p:cNvPicPr>
          <p:nvPr>
            <p:ph type="pic" idx="3"/>
          </p:nvPr>
        </p:nvPicPr>
        <p:blipFill>
          <a:blip r:embed="rId4" cstate="email">
            <a:extLst>
              <a:ext uri="{28A0092B-C50C-407E-A947-70E740481C1C}">
                <a14:useLocalDpi xmlns:a14="http://schemas.microsoft.com/office/drawing/2010/main"/>
              </a:ext>
            </a:extLst>
          </a:blip>
          <a:srcRect/>
          <a:stretch>
            <a:fillRect/>
          </a:stretch>
        </p:blipFill>
        <p:spPr/>
      </p:pic>
      <p:sp>
        <p:nvSpPr>
          <p:cNvPr id="11" name="Footer Placeholder 10">
            <a:extLst>
              <a:ext uri="{FF2B5EF4-FFF2-40B4-BE49-F238E27FC236}">
                <a16:creationId xmlns:a16="http://schemas.microsoft.com/office/drawing/2014/main" id="{6AEC2988-7FB4-4926-AFC1-D1AC8ACA0993}"/>
              </a:ext>
            </a:extLst>
          </p:cNvPr>
          <p:cNvSpPr>
            <a:spLocks noGrp="1"/>
          </p:cNvSpPr>
          <p:nvPr>
            <p:ph type="ftr" sz="quarter" idx="12"/>
          </p:nvPr>
        </p:nvSpPr>
        <p:spPr/>
        <p:txBody>
          <a:bodyPr/>
          <a:lstStyle/>
          <a:p>
            <a:endParaRPr lang="en-US" dirty="0"/>
          </a:p>
        </p:txBody>
      </p:sp>
      <p:sp>
        <p:nvSpPr>
          <p:cNvPr id="12" name="Slide Number Placeholder 11">
            <a:extLst>
              <a:ext uri="{FF2B5EF4-FFF2-40B4-BE49-F238E27FC236}">
                <a16:creationId xmlns:a16="http://schemas.microsoft.com/office/drawing/2014/main" id="{75532435-9A97-4AFA-962B-97F8AB40C5B5}"/>
              </a:ext>
            </a:extLst>
          </p:cNvPr>
          <p:cNvSpPr>
            <a:spLocks noGrp="1"/>
          </p:cNvSpPr>
          <p:nvPr>
            <p:ph type="sldNum" sz="quarter" idx="10"/>
          </p:nvPr>
        </p:nvSpPr>
        <p:spPr/>
        <p:txBody>
          <a:bodyPr/>
          <a:lstStyle/>
          <a:p>
            <a:fld id="{5B16D1FE-3A35-41BA-8EBE-413702045235}" type="slidenum">
              <a:rPr lang="en-US" smtClean="0"/>
              <a:pPr/>
              <a:t>16</a:t>
            </a:fld>
            <a:endParaRPr lang="en-US" dirty="0"/>
          </a:p>
        </p:txBody>
      </p:sp>
      <p:sp>
        <p:nvSpPr>
          <p:cNvPr id="13" name="Date Placeholder 12">
            <a:extLst>
              <a:ext uri="{FF2B5EF4-FFF2-40B4-BE49-F238E27FC236}">
                <a16:creationId xmlns:a16="http://schemas.microsoft.com/office/drawing/2014/main" id="{E4FA6BDB-C1D8-4D87-96CA-1590D53D4C46}"/>
              </a:ext>
            </a:extLst>
          </p:cNvPr>
          <p:cNvSpPr>
            <a:spLocks noGrp="1"/>
          </p:cNvSpPr>
          <p:nvPr>
            <p:ph type="dt" sz="half" idx="11"/>
          </p:nvPr>
        </p:nvSpPr>
        <p:spPr/>
        <p:txBody>
          <a:bodyPr/>
          <a:lstStyle/>
          <a:p>
            <a:fld id="{D5E446F0-FFE0-43AD-8B2F-2F1914B45559}" type="datetime1">
              <a:rPr lang="en-US" smtClean="0"/>
              <a:t>10/1/26</a:t>
            </a:fld>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6C8DAB5-7F87-49BC-BA8E-710CC5AEAA1D}"/>
              </a:ext>
            </a:extLst>
          </p:cNvPr>
          <p:cNvSpPr>
            <a:spLocks noGrp="1"/>
          </p:cNvSpPr>
          <p:nvPr>
            <p:ph type="title"/>
          </p:nvPr>
        </p:nvSpPr>
        <p:spPr>
          <a:xfrm>
            <a:off x="407989" y="548680"/>
            <a:ext cx="9648451" cy="492443"/>
          </a:xfrm>
        </p:spPr>
        <p:txBody>
          <a:bodyPr wrap="square">
            <a:spAutoFit/>
          </a:bodyPr>
          <a:lstStyle/>
          <a:p>
            <a:r>
              <a:rPr lang="en-US" dirty="0"/>
              <a:t>Three Stages of Clean-up</a:t>
            </a:r>
          </a:p>
        </p:txBody>
      </p:sp>
      <p:sp>
        <p:nvSpPr>
          <p:cNvPr id="24" name="Text Placeholder 23">
            <a:extLst>
              <a:ext uri="{FF2B5EF4-FFF2-40B4-BE49-F238E27FC236}">
                <a16:creationId xmlns:a16="http://schemas.microsoft.com/office/drawing/2014/main" id="{2BED2F4C-176E-4081-B090-8A0E0FD8EC77}"/>
              </a:ext>
            </a:extLst>
          </p:cNvPr>
          <p:cNvSpPr>
            <a:spLocks noGrp="1"/>
          </p:cNvSpPr>
          <p:nvPr>
            <p:ph type="body" sz="quarter" idx="16"/>
          </p:nvPr>
        </p:nvSpPr>
        <p:spPr>
          <a:xfrm>
            <a:off x="407988" y="2420888"/>
            <a:ext cx="3600450" cy="634276"/>
          </a:xfrm>
        </p:spPr>
        <p:txBody>
          <a:bodyPr>
            <a:spAutoFit/>
          </a:bodyPr>
          <a:lstStyle/>
          <a:p>
            <a:r>
              <a:rPr lang="en-US" dirty="0">
                <a:solidFill>
                  <a:srgbClr val="FF0000"/>
                </a:solidFill>
              </a:rPr>
              <a:t>Removal of heavy contamination and floating oil.</a:t>
            </a:r>
          </a:p>
        </p:txBody>
      </p:sp>
      <p:sp>
        <p:nvSpPr>
          <p:cNvPr id="25" name="Text Placeholder 24">
            <a:extLst>
              <a:ext uri="{FF2B5EF4-FFF2-40B4-BE49-F238E27FC236}">
                <a16:creationId xmlns:a16="http://schemas.microsoft.com/office/drawing/2014/main" id="{75E47AC6-584A-48C6-BF79-159F90866EBF}"/>
              </a:ext>
            </a:extLst>
          </p:cNvPr>
          <p:cNvSpPr>
            <a:spLocks noGrp="1"/>
          </p:cNvSpPr>
          <p:nvPr>
            <p:ph type="body" sz="quarter" idx="17"/>
          </p:nvPr>
        </p:nvSpPr>
        <p:spPr>
          <a:xfrm>
            <a:off x="4295801" y="2420888"/>
            <a:ext cx="3600398" cy="966675"/>
          </a:xfrm>
        </p:spPr>
        <p:txBody>
          <a:bodyPr>
            <a:spAutoFit/>
          </a:bodyPr>
          <a:lstStyle/>
          <a:p>
            <a:r>
              <a:rPr lang="en-US" dirty="0">
                <a:solidFill>
                  <a:srgbClr val="FFC000"/>
                </a:solidFill>
              </a:rPr>
              <a:t>Clean-up of moderate contamination, stranded oil and oiled beach materials.</a:t>
            </a:r>
          </a:p>
        </p:txBody>
      </p:sp>
      <p:sp>
        <p:nvSpPr>
          <p:cNvPr id="26" name="Text Placeholder 25">
            <a:extLst>
              <a:ext uri="{FF2B5EF4-FFF2-40B4-BE49-F238E27FC236}">
                <a16:creationId xmlns:a16="http://schemas.microsoft.com/office/drawing/2014/main" id="{AEC290DE-C137-4081-9A19-D9EDBDEB0961}"/>
              </a:ext>
            </a:extLst>
          </p:cNvPr>
          <p:cNvSpPr>
            <a:spLocks noGrp="1"/>
          </p:cNvSpPr>
          <p:nvPr>
            <p:ph type="body" sz="quarter" idx="18"/>
          </p:nvPr>
        </p:nvSpPr>
        <p:spPr>
          <a:xfrm>
            <a:off x="8183564" y="2420888"/>
            <a:ext cx="3600450" cy="634276"/>
          </a:xfrm>
        </p:spPr>
        <p:txBody>
          <a:bodyPr>
            <a:spAutoFit/>
          </a:bodyPr>
          <a:lstStyle/>
          <a:p>
            <a:r>
              <a:rPr lang="en-US" dirty="0">
                <a:solidFill>
                  <a:srgbClr val="00B050"/>
                </a:solidFill>
              </a:rPr>
              <a:t>Final clean-up of light contamination and oily stains.</a:t>
            </a:r>
          </a:p>
        </p:txBody>
      </p:sp>
      <p:sp>
        <p:nvSpPr>
          <p:cNvPr id="19" name="Text Placeholder 18">
            <a:extLst>
              <a:ext uri="{FF2B5EF4-FFF2-40B4-BE49-F238E27FC236}">
                <a16:creationId xmlns:a16="http://schemas.microsoft.com/office/drawing/2014/main" id="{580653C3-2E4F-43F0-8EF5-D49F9894B90A}"/>
              </a:ext>
            </a:extLst>
          </p:cNvPr>
          <p:cNvSpPr>
            <a:spLocks noGrp="1"/>
          </p:cNvSpPr>
          <p:nvPr>
            <p:ph type="body" idx="1"/>
          </p:nvPr>
        </p:nvSpPr>
        <p:spPr>
          <a:xfrm>
            <a:off x="407976" y="1844675"/>
            <a:ext cx="2519672" cy="276999"/>
          </a:xfrm>
        </p:spPr>
        <p:txBody>
          <a:bodyPr wrap="square">
            <a:spAutoFit/>
          </a:bodyPr>
          <a:lstStyle/>
          <a:p>
            <a:r>
              <a:rPr lang="en-US" b="1" dirty="0">
                <a:solidFill>
                  <a:srgbClr val="FF0000"/>
                </a:solidFill>
              </a:rPr>
              <a:t>Stage 1</a:t>
            </a:r>
            <a:endParaRPr lang="en-US" dirty="0"/>
          </a:p>
        </p:txBody>
      </p:sp>
      <p:sp>
        <p:nvSpPr>
          <p:cNvPr id="20" name="Text Placeholder 19">
            <a:extLst>
              <a:ext uri="{FF2B5EF4-FFF2-40B4-BE49-F238E27FC236}">
                <a16:creationId xmlns:a16="http://schemas.microsoft.com/office/drawing/2014/main" id="{D0A0AE53-50C4-49F8-A738-DD7F35AC06A3}"/>
              </a:ext>
            </a:extLst>
          </p:cNvPr>
          <p:cNvSpPr>
            <a:spLocks noGrp="1"/>
          </p:cNvSpPr>
          <p:nvPr>
            <p:ph type="body" sz="quarter" idx="3"/>
          </p:nvPr>
        </p:nvSpPr>
        <p:spPr>
          <a:xfrm>
            <a:off x="4295800" y="1844675"/>
            <a:ext cx="2376264" cy="276999"/>
          </a:xfrm>
        </p:spPr>
        <p:txBody>
          <a:bodyPr wrap="square">
            <a:spAutoFit/>
          </a:bodyPr>
          <a:lstStyle/>
          <a:p>
            <a:r>
              <a:rPr lang="en-US" b="1" dirty="0">
                <a:solidFill>
                  <a:srgbClr val="FFC000"/>
                </a:solidFill>
              </a:rPr>
              <a:t>Stage 2 </a:t>
            </a:r>
            <a:endParaRPr lang="en-US" dirty="0">
              <a:solidFill>
                <a:srgbClr val="FFC000"/>
              </a:solidFill>
            </a:endParaRPr>
          </a:p>
        </p:txBody>
      </p:sp>
      <p:sp>
        <p:nvSpPr>
          <p:cNvPr id="27" name="Text Placeholder 26">
            <a:extLst>
              <a:ext uri="{FF2B5EF4-FFF2-40B4-BE49-F238E27FC236}">
                <a16:creationId xmlns:a16="http://schemas.microsoft.com/office/drawing/2014/main" id="{C19A1B2C-C652-4305-ADF5-034C766FBFFF}"/>
              </a:ext>
            </a:extLst>
          </p:cNvPr>
          <p:cNvSpPr>
            <a:spLocks noGrp="1"/>
          </p:cNvSpPr>
          <p:nvPr>
            <p:ph type="body" sz="quarter" idx="19"/>
          </p:nvPr>
        </p:nvSpPr>
        <p:spPr>
          <a:xfrm>
            <a:off x="8184232" y="1844675"/>
            <a:ext cx="2664296" cy="276999"/>
          </a:xfrm>
        </p:spPr>
        <p:txBody>
          <a:bodyPr wrap="square">
            <a:spAutoFit/>
          </a:bodyPr>
          <a:lstStyle/>
          <a:p>
            <a:r>
              <a:rPr lang="en-US" b="1" dirty="0">
                <a:solidFill>
                  <a:srgbClr val="00B050"/>
                </a:solidFill>
              </a:rPr>
              <a:t>Stage 3 </a:t>
            </a:r>
            <a:endParaRPr lang="en-US" dirty="0">
              <a:solidFill>
                <a:srgbClr val="00B050"/>
              </a:solidFill>
            </a:endParaRPr>
          </a:p>
        </p:txBody>
      </p:sp>
      <p:sp>
        <p:nvSpPr>
          <p:cNvPr id="4" name="Date Placeholder 3">
            <a:extLst>
              <a:ext uri="{FF2B5EF4-FFF2-40B4-BE49-F238E27FC236}">
                <a16:creationId xmlns:a16="http://schemas.microsoft.com/office/drawing/2014/main" id="{10AE05F5-96C1-414A-9369-AE89F8A27FEB}"/>
              </a:ext>
            </a:extLst>
          </p:cNvPr>
          <p:cNvSpPr>
            <a:spLocks noGrp="1"/>
          </p:cNvSpPr>
          <p:nvPr>
            <p:ph type="dt" sz="half" idx="20"/>
          </p:nvPr>
        </p:nvSpPr>
        <p:spPr/>
        <p:txBody>
          <a:bodyPr/>
          <a:lstStyle/>
          <a:p>
            <a:fld id="{4CEA1EE8-BA82-4EDD-84D5-D790CCA514ED}" type="datetime1">
              <a:rPr lang="en-US" smtClean="0"/>
              <a:t>10/1/26</a:t>
            </a:fld>
            <a:endParaRPr lang="en-US" dirty="0"/>
          </a:p>
        </p:txBody>
      </p:sp>
      <p:sp>
        <p:nvSpPr>
          <p:cNvPr id="6" name="Slide Number Placeholder 5">
            <a:extLst>
              <a:ext uri="{FF2B5EF4-FFF2-40B4-BE49-F238E27FC236}">
                <a16:creationId xmlns:a16="http://schemas.microsoft.com/office/drawing/2014/main" id="{B602E56B-DDCF-4970-92C2-1FFC5827C678}"/>
              </a:ext>
            </a:extLst>
          </p:cNvPr>
          <p:cNvSpPr>
            <a:spLocks noGrp="1"/>
          </p:cNvSpPr>
          <p:nvPr>
            <p:ph type="sldNum" sz="quarter" idx="22"/>
          </p:nvPr>
        </p:nvSpPr>
        <p:spPr/>
        <p:txBody>
          <a:bodyPr/>
          <a:lstStyle/>
          <a:p>
            <a:fld id="{5B16D1FE-3A35-41BA-8EBE-413702045235}" type="slidenum">
              <a:rPr lang="en-US" smtClean="0"/>
              <a:pPr/>
              <a:t>17</a:t>
            </a:fld>
            <a:endParaRPr lang="en-US" dirty="0"/>
          </a:p>
        </p:txBody>
      </p:sp>
      <p:pic>
        <p:nvPicPr>
          <p:cNvPr id="28" name="Picture 10" descr="Generated by DALL·E">
            <a:extLst>
              <a:ext uri="{FF2B5EF4-FFF2-40B4-BE49-F238E27FC236}">
                <a16:creationId xmlns:a16="http://schemas.microsoft.com/office/drawing/2014/main" id="{C7235A1D-3357-4AC1-8B81-49086B735EC7}"/>
              </a:ext>
            </a:extLst>
          </p:cNvPr>
          <p:cNvPicPr>
            <a:picLocks noGrp="1" noChangeAspect="1" noChangeArrowheads="1"/>
          </p:cNvPicPr>
          <p:nvPr>
            <p:ph type="pic" sz="quarter" idx="14"/>
          </p:nvPr>
        </p:nvPicPr>
        <p:blipFill>
          <a:blip r:embed="rId3" cstate="email">
            <a:extLst>
              <a:ext uri="{28A0092B-C50C-407E-A947-70E740481C1C}">
                <a14:useLocalDpi xmlns:a14="http://schemas.microsoft.com/office/drawing/2010/main"/>
              </a:ext>
            </a:extLst>
          </a:blip>
          <a:srcRect/>
          <a:stretch>
            <a:fillRect/>
          </a:stretch>
        </p:blipFill>
        <p:spPr bwMode="auto">
          <a:xfrm>
            <a:off x="4295775" y="3716338"/>
            <a:ext cx="3600450" cy="2305050"/>
          </a:xfrm>
          <a:prstGeom prst="rect">
            <a:avLst/>
          </a:prstGeom>
          <a:noFill/>
          <a:ln w="38100">
            <a:solidFill>
              <a:srgbClr val="FFC000"/>
            </a:solidFill>
          </a:ln>
          <a:extLst>
            <a:ext uri="{909E8E84-426E-40DD-AFC4-6F175D3DCCD1}">
              <a14:hiddenFill xmlns:a14="http://schemas.microsoft.com/office/drawing/2010/main">
                <a:solidFill>
                  <a:srgbClr val="FFFFFF"/>
                </a:solidFill>
              </a14:hiddenFill>
            </a:ext>
          </a:extLst>
        </p:spPr>
      </p:pic>
      <p:pic>
        <p:nvPicPr>
          <p:cNvPr id="29" name="Picture 8" descr="Generated by DALL·E">
            <a:extLst>
              <a:ext uri="{FF2B5EF4-FFF2-40B4-BE49-F238E27FC236}">
                <a16:creationId xmlns:a16="http://schemas.microsoft.com/office/drawing/2014/main" id="{3EBA8509-F82B-4222-AF10-118D075C18A2}"/>
              </a:ext>
            </a:extLst>
          </p:cNvPr>
          <p:cNvPicPr>
            <a:picLocks noGrp="1" noChangeAspect="1" noChangeArrowheads="1"/>
          </p:cNvPicPr>
          <p:nvPr>
            <p:ph type="pic" sz="quarter" idx="15"/>
          </p:nvPr>
        </p:nvPicPr>
        <p:blipFill>
          <a:blip r:embed="rId4" cstate="email">
            <a:extLst>
              <a:ext uri="{28A0092B-C50C-407E-A947-70E740481C1C}">
                <a14:useLocalDpi xmlns:a14="http://schemas.microsoft.com/office/drawing/2010/main"/>
              </a:ext>
            </a:extLst>
          </a:blip>
          <a:srcRect/>
          <a:stretch>
            <a:fillRect/>
          </a:stretch>
        </p:blipFill>
        <p:spPr bwMode="auto">
          <a:xfrm>
            <a:off x="8183563" y="3716338"/>
            <a:ext cx="3600450" cy="2305050"/>
          </a:xfrm>
          <a:prstGeom prst="rect">
            <a:avLst/>
          </a:prstGeom>
          <a:noFill/>
          <a:ln w="38100">
            <a:solidFill>
              <a:srgbClr val="00B050"/>
            </a:solidFill>
          </a:ln>
          <a:extLst>
            <a:ext uri="{909E8E84-426E-40DD-AFC4-6F175D3DCCD1}">
              <a14:hiddenFill xmlns:a14="http://schemas.microsoft.com/office/drawing/2010/main">
                <a:solidFill>
                  <a:srgbClr val="FFFFFF"/>
                </a:solidFill>
              </a14:hiddenFill>
            </a:ext>
          </a:extLst>
        </p:spPr>
      </p:pic>
      <p:pic>
        <p:nvPicPr>
          <p:cNvPr id="30" name="Picture 2" descr="Generated by DALL·E">
            <a:extLst>
              <a:ext uri="{FF2B5EF4-FFF2-40B4-BE49-F238E27FC236}">
                <a16:creationId xmlns:a16="http://schemas.microsoft.com/office/drawing/2014/main" id="{CCF7AF57-6F62-40DB-B072-44E7FB82D6FA}"/>
              </a:ext>
            </a:extLst>
          </p:cNvPr>
          <p:cNvPicPr>
            <a:picLocks noGrp="1" noChangeAspect="1" noChangeArrowheads="1"/>
          </p:cNvPicPr>
          <p:nvPr>
            <p:ph type="pic" sz="quarter" idx="13"/>
          </p:nvPr>
        </p:nvPicPr>
        <p:blipFill rotWithShape="1">
          <a:blip r:embed="rId5" cstate="email">
            <a:extLst>
              <a:ext uri="{28A0092B-C50C-407E-A947-70E740481C1C}">
                <a14:useLocalDpi xmlns:a14="http://schemas.microsoft.com/office/drawing/2010/main"/>
              </a:ext>
            </a:extLst>
          </a:blip>
          <a:srcRect/>
          <a:stretch/>
        </p:blipFill>
        <p:spPr bwMode="auto">
          <a:xfrm>
            <a:off x="407988" y="3716338"/>
            <a:ext cx="3600450" cy="230505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97814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 calcmode="lin" valueType="num">
                                      <p:cBhvr additive="base">
                                        <p:cTn id="11"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
                                            <p:txEl>
                                              <p:pRg st="0" end="0"/>
                                            </p:txEl>
                                          </p:spTgt>
                                        </p:tgtEl>
                                        <p:attrNameLst>
                                          <p:attrName>ppt_y</p:attrName>
                                        </p:attrNameLst>
                                      </p:cBhvr>
                                      <p:tavLst>
                                        <p:tav tm="0">
                                          <p:val>
                                            <p:strVal val="1+#ppt_h/2"/>
                                          </p:val>
                                        </p:tav>
                                        <p:tav tm="100000">
                                          <p:val>
                                            <p:strVal val="#ppt_y"/>
                                          </p:val>
                                        </p:tav>
                                      </p:tavLst>
                                    </p:anim>
                                  </p:childTnLst>
                                </p:cTn>
                              </p:par>
                              <p:par>
                                <p:cTn id="13" presetID="47"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1000"/>
                                        <p:tgtEl>
                                          <p:spTgt spid="30"/>
                                        </p:tgtEl>
                                      </p:cBhvr>
                                    </p:animEffect>
                                    <p:anim calcmode="lin" valueType="num">
                                      <p:cBhvr>
                                        <p:cTn id="16" dur="1000" fill="hold"/>
                                        <p:tgtEl>
                                          <p:spTgt spid="30"/>
                                        </p:tgtEl>
                                        <p:attrNameLst>
                                          <p:attrName>ppt_x</p:attrName>
                                        </p:attrNameLst>
                                      </p:cBhvr>
                                      <p:tavLst>
                                        <p:tav tm="0">
                                          <p:val>
                                            <p:strVal val="#ppt_x"/>
                                          </p:val>
                                        </p:tav>
                                        <p:tav tm="100000">
                                          <p:val>
                                            <p:strVal val="#ppt_x"/>
                                          </p:val>
                                        </p:tav>
                                      </p:tavLst>
                                    </p:anim>
                                    <p:anim calcmode="lin" valueType="num">
                                      <p:cBhvr>
                                        <p:cTn id="17"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0">
                                            <p:txEl>
                                              <p:pRg st="0" end="0"/>
                                            </p:txEl>
                                          </p:spTgt>
                                        </p:tgtEl>
                                        <p:attrNameLst>
                                          <p:attrName>style.visibility</p:attrName>
                                        </p:attrNameLst>
                                      </p:cBhvr>
                                      <p:to>
                                        <p:strVal val="visible"/>
                                      </p:to>
                                    </p:set>
                                    <p:anim calcmode="lin" valueType="num">
                                      <p:cBhvr additive="base">
                                        <p:cTn id="22"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5">
                                            <p:txEl>
                                              <p:pRg st="0" end="0"/>
                                            </p:txEl>
                                          </p:spTgt>
                                        </p:tgtEl>
                                        <p:attrNameLst>
                                          <p:attrName>style.visibility</p:attrName>
                                        </p:attrNameLst>
                                      </p:cBhvr>
                                      <p:to>
                                        <p:strVal val="visible"/>
                                      </p:to>
                                    </p:set>
                                    <p:anim calcmode="lin" valueType="num">
                                      <p:cBhvr additive="base">
                                        <p:cTn id="26"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5">
                                            <p:txEl>
                                              <p:pRg st="0" end="0"/>
                                            </p:txEl>
                                          </p:spTgt>
                                        </p:tgtEl>
                                        <p:attrNameLst>
                                          <p:attrName>ppt_y</p:attrName>
                                        </p:attrNameLst>
                                      </p:cBhvr>
                                      <p:tavLst>
                                        <p:tav tm="0">
                                          <p:val>
                                            <p:strVal val="1+#ppt_h/2"/>
                                          </p:val>
                                        </p:tav>
                                        <p:tav tm="100000">
                                          <p:val>
                                            <p:strVal val="#ppt_y"/>
                                          </p:val>
                                        </p:tav>
                                      </p:tavLst>
                                    </p:anim>
                                  </p:childTnLst>
                                </p:cTn>
                              </p:par>
                              <p:par>
                                <p:cTn id="28" presetID="47" presetClass="entr" presetSubtype="0"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1000"/>
                                        <p:tgtEl>
                                          <p:spTgt spid="28"/>
                                        </p:tgtEl>
                                      </p:cBhvr>
                                    </p:animEffect>
                                    <p:anim calcmode="lin" valueType="num">
                                      <p:cBhvr>
                                        <p:cTn id="31" dur="1000" fill="hold"/>
                                        <p:tgtEl>
                                          <p:spTgt spid="28"/>
                                        </p:tgtEl>
                                        <p:attrNameLst>
                                          <p:attrName>ppt_x</p:attrName>
                                        </p:attrNameLst>
                                      </p:cBhvr>
                                      <p:tavLst>
                                        <p:tav tm="0">
                                          <p:val>
                                            <p:strVal val="#ppt_x"/>
                                          </p:val>
                                        </p:tav>
                                        <p:tav tm="100000">
                                          <p:val>
                                            <p:strVal val="#ppt_x"/>
                                          </p:val>
                                        </p:tav>
                                      </p:tavLst>
                                    </p:anim>
                                    <p:anim calcmode="lin" valueType="num">
                                      <p:cBhvr>
                                        <p:cTn id="3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7">
                                            <p:txEl>
                                              <p:pRg st="0" end="0"/>
                                            </p:txEl>
                                          </p:spTgt>
                                        </p:tgtEl>
                                        <p:attrNameLst>
                                          <p:attrName>style.visibility</p:attrName>
                                        </p:attrNameLst>
                                      </p:cBhvr>
                                      <p:to>
                                        <p:strVal val="visible"/>
                                      </p:to>
                                    </p:set>
                                    <p:anim calcmode="lin" valueType="num">
                                      <p:cBhvr additive="base">
                                        <p:cTn id="3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6">
                                            <p:txEl>
                                              <p:pRg st="0" end="0"/>
                                            </p:txEl>
                                          </p:spTgt>
                                        </p:tgtEl>
                                        <p:attrNameLst>
                                          <p:attrName>style.visibility</p:attrName>
                                        </p:attrNameLst>
                                      </p:cBhvr>
                                      <p:to>
                                        <p:strVal val="visible"/>
                                      </p:to>
                                    </p:set>
                                    <p:anim calcmode="lin" valueType="num">
                                      <p:cBhvr additive="base">
                                        <p:cTn id="41"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43" presetID="47"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1000"/>
                                        <p:tgtEl>
                                          <p:spTgt spid="29"/>
                                        </p:tgtEl>
                                      </p:cBhvr>
                                    </p:animEffect>
                                    <p:anim calcmode="lin" valueType="num">
                                      <p:cBhvr>
                                        <p:cTn id="46" dur="1000" fill="hold"/>
                                        <p:tgtEl>
                                          <p:spTgt spid="29"/>
                                        </p:tgtEl>
                                        <p:attrNameLst>
                                          <p:attrName>ppt_x</p:attrName>
                                        </p:attrNameLst>
                                      </p:cBhvr>
                                      <p:tavLst>
                                        <p:tav tm="0">
                                          <p:val>
                                            <p:strVal val="#ppt_x"/>
                                          </p:val>
                                        </p:tav>
                                        <p:tav tm="100000">
                                          <p:val>
                                            <p:strVal val="#ppt_x"/>
                                          </p:val>
                                        </p:tav>
                                      </p:tavLst>
                                    </p:anim>
                                    <p:anim calcmode="lin" valueType="num">
                                      <p:cBhvr>
                                        <p:cTn id="4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25" grpId="0" build="p"/>
      <p:bldP spid="26" grpId="0" build="p"/>
      <p:bldP spid="19" grpId="0" build="p"/>
      <p:bldP spid="20" grpId="0" build="p"/>
      <p:bldP spid="2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3E6DE5C-7611-4305-AEAC-585890DC4340}"/>
              </a:ext>
            </a:extLst>
          </p:cNvPr>
          <p:cNvSpPr>
            <a:spLocks noGrp="1"/>
          </p:cNvSpPr>
          <p:nvPr>
            <p:ph type="dt" sz="half" idx="10"/>
          </p:nvPr>
        </p:nvSpPr>
        <p:spPr/>
        <p:txBody>
          <a:bodyPr/>
          <a:lstStyle/>
          <a:p>
            <a:fld id="{4CEA1EE8-BA82-4EDD-84D5-D790CCA514ED}" type="datetime1">
              <a:rPr lang="en-US" smtClean="0"/>
              <a:t>10/1/26</a:t>
            </a:fld>
            <a:endParaRPr lang="en-US" dirty="0"/>
          </a:p>
        </p:txBody>
      </p:sp>
      <p:sp>
        <p:nvSpPr>
          <p:cNvPr id="28" name="Title 27">
            <a:extLst>
              <a:ext uri="{FF2B5EF4-FFF2-40B4-BE49-F238E27FC236}">
                <a16:creationId xmlns:a16="http://schemas.microsoft.com/office/drawing/2014/main" id="{9FB0EC84-3D87-4BA4-B650-46ED7FE6122B}"/>
              </a:ext>
            </a:extLst>
          </p:cNvPr>
          <p:cNvSpPr>
            <a:spLocks noGrp="1"/>
          </p:cNvSpPr>
          <p:nvPr>
            <p:ph type="title"/>
          </p:nvPr>
        </p:nvSpPr>
        <p:spPr>
          <a:xfrm>
            <a:off x="407988" y="1865015"/>
            <a:ext cx="6912147" cy="2215991"/>
          </a:xfrm>
        </p:spPr>
        <p:txBody>
          <a:bodyPr/>
          <a:lstStyle/>
          <a:p>
            <a:r>
              <a:rPr lang="en-US" dirty="0"/>
              <a:t>What Shoreline Treatments do you know?</a:t>
            </a:r>
          </a:p>
        </p:txBody>
      </p:sp>
      <p:sp>
        <p:nvSpPr>
          <p:cNvPr id="29" name="Subtitle 28">
            <a:extLst>
              <a:ext uri="{FF2B5EF4-FFF2-40B4-BE49-F238E27FC236}">
                <a16:creationId xmlns:a16="http://schemas.microsoft.com/office/drawing/2014/main" id="{ABA6E2A5-AF0A-4052-A0EA-635EEF829E61}"/>
              </a:ext>
            </a:extLst>
          </p:cNvPr>
          <p:cNvSpPr>
            <a:spLocks noGrp="1"/>
          </p:cNvSpPr>
          <p:nvPr>
            <p:ph type="subTitle" idx="1"/>
          </p:nvPr>
        </p:nvSpPr>
        <p:spPr>
          <a:xfrm>
            <a:off x="407989" y="4448145"/>
            <a:ext cx="6408092" cy="307777"/>
          </a:xfrm>
        </p:spPr>
        <p:txBody>
          <a:bodyPr/>
          <a:lstStyle/>
          <a:p>
            <a:r>
              <a:rPr lang="en-US" sz="2000" dirty="0"/>
              <a:t>Research in pairs and write all ideas on board</a:t>
            </a:r>
            <a:endParaRPr lang="en-US" sz="2000" b="1" dirty="0">
              <a:solidFill>
                <a:schemeClr val="dk1"/>
              </a:solidFill>
              <a:latin typeface="Arial"/>
              <a:ea typeface="Arial"/>
              <a:cs typeface="Arial"/>
              <a:sym typeface="Arial"/>
            </a:endParaRPr>
          </a:p>
        </p:txBody>
      </p:sp>
      <p:sp>
        <p:nvSpPr>
          <p:cNvPr id="6" name="Slide Number Placeholder 5">
            <a:extLst>
              <a:ext uri="{FF2B5EF4-FFF2-40B4-BE49-F238E27FC236}">
                <a16:creationId xmlns:a16="http://schemas.microsoft.com/office/drawing/2014/main" id="{A8CDA18F-ABDD-4468-B546-75B9261E40A4}"/>
              </a:ext>
            </a:extLst>
          </p:cNvPr>
          <p:cNvSpPr>
            <a:spLocks noGrp="1"/>
          </p:cNvSpPr>
          <p:nvPr>
            <p:ph type="sldNum" sz="quarter" idx="4"/>
          </p:nvPr>
        </p:nvSpPr>
        <p:spPr/>
        <p:txBody>
          <a:bodyPr/>
          <a:lstStyle/>
          <a:p>
            <a:fld id="{5B16D1FE-3A35-41BA-8EBE-413702045235}" type="slidenum">
              <a:rPr lang="en-US" smtClean="0"/>
              <a:pPr/>
              <a:t>18</a:t>
            </a:fld>
            <a:endParaRPr lang="en-US" dirty="0"/>
          </a:p>
        </p:txBody>
      </p:sp>
      <p:grpSp>
        <p:nvGrpSpPr>
          <p:cNvPr id="32" name="Group 31">
            <a:extLst>
              <a:ext uri="{FF2B5EF4-FFF2-40B4-BE49-F238E27FC236}">
                <a16:creationId xmlns:a16="http://schemas.microsoft.com/office/drawing/2014/main" id="{0EE2A746-CFAA-4741-828E-70D3546D0E1C}"/>
              </a:ext>
            </a:extLst>
          </p:cNvPr>
          <p:cNvGrpSpPr/>
          <p:nvPr/>
        </p:nvGrpSpPr>
        <p:grpSpPr>
          <a:xfrm>
            <a:off x="6600056" y="0"/>
            <a:ext cx="5183957" cy="6021387"/>
            <a:chOff x="6600056" y="0"/>
            <a:chExt cx="5183957" cy="6021387"/>
          </a:xfrm>
        </p:grpSpPr>
        <p:sp>
          <p:nvSpPr>
            <p:cNvPr id="30" name="Rectangle: Top Corners Rounded 29">
              <a:extLst>
                <a:ext uri="{FF2B5EF4-FFF2-40B4-BE49-F238E27FC236}">
                  <a16:creationId xmlns:a16="http://schemas.microsoft.com/office/drawing/2014/main" id="{92DD71CC-325B-44BF-9A66-9663A813AEDA}"/>
                </a:ext>
              </a:extLst>
            </p:cNvPr>
            <p:cNvSpPr/>
            <p:nvPr/>
          </p:nvSpPr>
          <p:spPr bwMode="auto">
            <a:xfrm>
              <a:off x="6600056" y="0"/>
              <a:ext cx="5183957" cy="6021387"/>
            </a:xfrm>
            <a:prstGeom prst="round2SameRect">
              <a:avLst>
                <a:gd name="adj1" fmla="val 0"/>
                <a:gd name="adj2" fmla="val 5880"/>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1" name="Rectangle: Top Corners Rounded 30">
              <a:extLst>
                <a:ext uri="{FF2B5EF4-FFF2-40B4-BE49-F238E27FC236}">
                  <a16:creationId xmlns:a16="http://schemas.microsoft.com/office/drawing/2014/main" id="{AE394EF0-B21B-4FB3-8FFC-1260BCB31FFB}"/>
                </a:ext>
              </a:extLst>
            </p:cNvPr>
            <p:cNvSpPr/>
            <p:nvPr/>
          </p:nvSpPr>
          <p:spPr bwMode="auto">
            <a:xfrm>
              <a:off x="6816081" y="0"/>
              <a:ext cx="4752527" cy="5805264"/>
            </a:xfrm>
            <a:prstGeom prst="round2SameRect">
              <a:avLst>
                <a:gd name="adj1" fmla="val 0"/>
                <a:gd name="adj2" fmla="val 5345"/>
              </a:avLst>
            </a:prstGeom>
            <a:blipFill>
              <a:blip r:embed="rId3" cstate="email">
                <a:extLst>
                  <a:ext uri="{28A0092B-C50C-407E-A947-70E740481C1C}">
                    <a14:useLocalDpi xmlns:a14="http://schemas.microsoft.com/office/drawing/2010/main"/>
                  </a:ext>
                </a:extLst>
              </a:blip>
              <a:srcRect/>
              <a:stretch>
                <a:fillRect/>
              </a:stretch>
            </a:blipFill>
            <a:ln>
              <a:noFill/>
            </a:ln>
          </p:spPr>
          <p:txBody>
            <a:bodyPr vert="horz" wrap="square" lIns="91440" tIns="45720" rIns="91440" bIns="45720" numCol="1" rtlCol="0" anchor="t" anchorCtr="0" compatLnSpc="1">
              <a:prstTxWarp prst="textNoShape">
                <a:avLst/>
              </a:prstTxWarp>
            </a:bodyPr>
            <a:lstStyle/>
            <a:p>
              <a:pPr algn="ctr"/>
              <a:endParaRPr lang="en-US"/>
            </a:p>
          </p:txBody>
        </p:sp>
      </p:grpSp>
    </p:spTree>
    <p:extLst>
      <p:ext uri="{BB962C8B-B14F-4D97-AF65-F5344CB8AC3E}">
        <p14:creationId xmlns:p14="http://schemas.microsoft.com/office/powerpoint/2010/main" val="29952119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1000"/>
                                        <p:tgtEl>
                                          <p:spTgt spid="29">
                                            <p:txEl>
                                              <p:pRg st="0" end="0"/>
                                            </p:txEl>
                                          </p:spTgt>
                                        </p:tgtEl>
                                      </p:cBhvr>
                                    </p:animEffect>
                                    <p:anim calcmode="lin" valueType="num">
                                      <p:cBhvr>
                                        <p:cTn id="8"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BAC09-87CC-44AD-B9A7-88C0BE6C7CE5}"/>
              </a:ext>
            </a:extLst>
          </p:cNvPr>
          <p:cNvSpPr>
            <a:spLocks noGrp="1"/>
          </p:cNvSpPr>
          <p:nvPr>
            <p:ph type="title"/>
          </p:nvPr>
        </p:nvSpPr>
        <p:spPr>
          <a:xfrm>
            <a:off x="2693778" y="559935"/>
            <a:ext cx="6804445" cy="492443"/>
          </a:xfrm>
        </p:spPr>
        <p:txBody>
          <a:bodyPr wrap="square">
            <a:spAutoFit/>
          </a:bodyPr>
          <a:lstStyle/>
          <a:p>
            <a:pPr algn="ctr"/>
            <a:r>
              <a:rPr lang="en-US" dirty="0"/>
              <a:t>Shoreline Clean-up Techniques</a:t>
            </a:r>
          </a:p>
        </p:txBody>
      </p:sp>
      <p:sp>
        <p:nvSpPr>
          <p:cNvPr id="3" name="Date Placeholder 2">
            <a:extLst>
              <a:ext uri="{FF2B5EF4-FFF2-40B4-BE49-F238E27FC236}">
                <a16:creationId xmlns:a16="http://schemas.microsoft.com/office/drawing/2014/main" id="{1BF51981-8364-4057-99AF-3520BC687695}"/>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5" name="Slide Number Placeholder 4">
            <a:extLst>
              <a:ext uri="{FF2B5EF4-FFF2-40B4-BE49-F238E27FC236}">
                <a16:creationId xmlns:a16="http://schemas.microsoft.com/office/drawing/2014/main" id="{6ABC2423-3601-4DF9-86E4-BBA6CAC05715}"/>
              </a:ext>
            </a:extLst>
          </p:cNvPr>
          <p:cNvSpPr>
            <a:spLocks noGrp="1"/>
          </p:cNvSpPr>
          <p:nvPr>
            <p:ph type="sldNum" sz="quarter" idx="12"/>
          </p:nvPr>
        </p:nvSpPr>
        <p:spPr/>
        <p:txBody>
          <a:bodyPr/>
          <a:lstStyle/>
          <a:p>
            <a:fld id="{5B16D1FE-3A35-41BA-8EBE-413702045235}" type="slidenum">
              <a:rPr lang="en-US" smtClean="0"/>
              <a:pPr/>
              <a:t>19</a:t>
            </a:fld>
            <a:endParaRPr lang="en-US" dirty="0"/>
          </a:p>
        </p:txBody>
      </p:sp>
      <p:sp>
        <p:nvSpPr>
          <p:cNvPr id="6" name="Rectangle 5">
            <a:extLst>
              <a:ext uri="{FF2B5EF4-FFF2-40B4-BE49-F238E27FC236}">
                <a16:creationId xmlns:a16="http://schemas.microsoft.com/office/drawing/2014/main" id="{FAF7E167-5DC7-4B19-9C5A-B8F8926725E3}"/>
              </a:ext>
            </a:extLst>
          </p:cNvPr>
          <p:cNvSpPr/>
          <p:nvPr/>
        </p:nvSpPr>
        <p:spPr bwMode="auto">
          <a:xfrm>
            <a:off x="0" y="2316924"/>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7" name="Rectangle: Rounded Corners 6">
            <a:extLst>
              <a:ext uri="{FF2B5EF4-FFF2-40B4-BE49-F238E27FC236}">
                <a16:creationId xmlns:a16="http://schemas.microsoft.com/office/drawing/2014/main" id="{1B9802C7-179A-412B-A049-0DE014D1ABA5}"/>
              </a:ext>
            </a:extLst>
          </p:cNvPr>
          <p:cNvSpPr/>
          <p:nvPr/>
        </p:nvSpPr>
        <p:spPr bwMode="auto">
          <a:xfrm>
            <a:off x="976829" y="1553378"/>
            <a:ext cx="10238342" cy="4407560"/>
          </a:xfrm>
          <a:prstGeom prst="roundRect">
            <a:avLst>
              <a:gd name="adj" fmla="val 2669"/>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dirty="0"/>
          </a:p>
        </p:txBody>
      </p:sp>
      <p:sp>
        <p:nvSpPr>
          <p:cNvPr id="9" name="Graphic 16">
            <a:extLst>
              <a:ext uri="{FF2B5EF4-FFF2-40B4-BE49-F238E27FC236}">
                <a16:creationId xmlns:a16="http://schemas.microsoft.com/office/drawing/2014/main" id="{FEAE4D0E-510B-4533-981D-8D2AA82B48E0}"/>
              </a:ext>
            </a:extLst>
          </p:cNvPr>
          <p:cNvSpPr/>
          <p:nvPr/>
        </p:nvSpPr>
        <p:spPr>
          <a:xfrm flipH="1">
            <a:off x="1558951" y="2091039"/>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10" name="Freeform: Shape 9">
            <a:extLst>
              <a:ext uri="{FF2B5EF4-FFF2-40B4-BE49-F238E27FC236}">
                <a16:creationId xmlns:a16="http://schemas.microsoft.com/office/drawing/2014/main" id="{4B4ACCA6-0F5F-44C5-BCFD-89315D430F5E}"/>
              </a:ext>
            </a:extLst>
          </p:cNvPr>
          <p:cNvSpPr/>
          <p:nvPr/>
        </p:nvSpPr>
        <p:spPr>
          <a:xfrm>
            <a:off x="1558951" y="2524521"/>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11" name="TextBox 10">
            <a:extLst>
              <a:ext uri="{FF2B5EF4-FFF2-40B4-BE49-F238E27FC236}">
                <a16:creationId xmlns:a16="http://schemas.microsoft.com/office/drawing/2014/main" id="{FBA9B263-AFB0-4198-A86D-CD15C0E959C8}"/>
              </a:ext>
            </a:extLst>
          </p:cNvPr>
          <p:cNvSpPr txBox="1"/>
          <p:nvPr/>
        </p:nvSpPr>
        <p:spPr>
          <a:xfrm flipH="1">
            <a:off x="2369567" y="2125699"/>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Debris Removal</a:t>
            </a:r>
          </a:p>
        </p:txBody>
      </p:sp>
      <p:sp>
        <p:nvSpPr>
          <p:cNvPr id="16" name="Graphic 16">
            <a:extLst>
              <a:ext uri="{FF2B5EF4-FFF2-40B4-BE49-F238E27FC236}">
                <a16:creationId xmlns:a16="http://schemas.microsoft.com/office/drawing/2014/main" id="{8B7DC243-627B-4FC2-95FE-FDEFC20B4B98}"/>
              </a:ext>
            </a:extLst>
          </p:cNvPr>
          <p:cNvSpPr/>
          <p:nvPr/>
        </p:nvSpPr>
        <p:spPr>
          <a:xfrm flipH="1">
            <a:off x="1558951" y="2822265"/>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17" name="Freeform: Shape 16">
            <a:extLst>
              <a:ext uri="{FF2B5EF4-FFF2-40B4-BE49-F238E27FC236}">
                <a16:creationId xmlns:a16="http://schemas.microsoft.com/office/drawing/2014/main" id="{0E5C3FBA-AD68-4830-8EF5-9CEAB4222CBF}"/>
              </a:ext>
            </a:extLst>
          </p:cNvPr>
          <p:cNvSpPr/>
          <p:nvPr/>
        </p:nvSpPr>
        <p:spPr>
          <a:xfrm>
            <a:off x="1558951" y="3255747"/>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18" name="TextBox 17">
            <a:extLst>
              <a:ext uri="{FF2B5EF4-FFF2-40B4-BE49-F238E27FC236}">
                <a16:creationId xmlns:a16="http://schemas.microsoft.com/office/drawing/2014/main" id="{1125EA83-5A6D-421F-A4F6-CBBDB3313085}"/>
              </a:ext>
            </a:extLst>
          </p:cNvPr>
          <p:cNvSpPr txBox="1"/>
          <p:nvPr/>
        </p:nvSpPr>
        <p:spPr>
          <a:xfrm flipH="1">
            <a:off x="2369567" y="2856925"/>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Natural Recovery</a:t>
            </a:r>
          </a:p>
        </p:txBody>
      </p:sp>
      <p:sp>
        <p:nvSpPr>
          <p:cNvPr id="21" name="Graphic 16">
            <a:extLst>
              <a:ext uri="{FF2B5EF4-FFF2-40B4-BE49-F238E27FC236}">
                <a16:creationId xmlns:a16="http://schemas.microsoft.com/office/drawing/2014/main" id="{D25725B1-458A-461C-9304-1C997ACE8615}"/>
              </a:ext>
            </a:extLst>
          </p:cNvPr>
          <p:cNvSpPr/>
          <p:nvPr/>
        </p:nvSpPr>
        <p:spPr>
          <a:xfrm flipH="1">
            <a:off x="1558951" y="3553491"/>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22" name="Freeform: Shape 21">
            <a:extLst>
              <a:ext uri="{FF2B5EF4-FFF2-40B4-BE49-F238E27FC236}">
                <a16:creationId xmlns:a16="http://schemas.microsoft.com/office/drawing/2014/main" id="{7230CA29-FE58-4CB0-A108-26DA63DCE654}"/>
              </a:ext>
            </a:extLst>
          </p:cNvPr>
          <p:cNvSpPr/>
          <p:nvPr/>
        </p:nvSpPr>
        <p:spPr>
          <a:xfrm>
            <a:off x="1558951" y="3986973"/>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23" name="TextBox 22">
            <a:extLst>
              <a:ext uri="{FF2B5EF4-FFF2-40B4-BE49-F238E27FC236}">
                <a16:creationId xmlns:a16="http://schemas.microsoft.com/office/drawing/2014/main" id="{B0BFCA23-AF39-4A76-92A7-11123D11CAB3}"/>
              </a:ext>
            </a:extLst>
          </p:cNvPr>
          <p:cNvSpPr txBox="1"/>
          <p:nvPr/>
        </p:nvSpPr>
        <p:spPr>
          <a:xfrm flipH="1">
            <a:off x="2369567" y="3588151"/>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Mechanical Recovery</a:t>
            </a:r>
          </a:p>
        </p:txBody>
      </p:sp>
      <p:sp>
        <p:nvSpPr>
          <p:cNvPr id="25" name="Graphic 16">
            <a:extLst>
              <a:ext uri="{FF2B5EF4-FFF2-40B4-BE49-F238E27FC236}">
                <a16:creationId xmlns:a16="http://schemas.microsoft.com/office/drawing/2014/main" id="{2B233119-BCDA-499A-906D-AB06FD1D6245}"/>
              </a:ext>
            </a:extLst>
          </p:cNvPr>
          <p:cNvSpPr/>
          <p:nvPr/>
        </p:nvSpPr>
        <p:spPr>
          <a:xfrm flipH="1">
            <a:off x="1558951" y="4284717"/>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26" name="Freeform: Shape 25">
            <a:extLst>
              <a:ext uri="{FF2B5EF4-FFF2-40B4-BE49-F238E27FC236}">
                <a16:creationId xmlns:a16="http://schemas.microsoft.com/office/drawing/2014/main" id="{D7F7A3C6-96DA-49B5-80CB-247E9FD7BC27}"/>
              </a:ext>
            </a:extLst>
          </p:cNvPr>
          <p:cNvSpPr/>
          <p:nvPr/>
        </p:nvSpPr>
        <p:spPr>
          <a:xfrm>
            <a:off x="1558951" y="4718199"/>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27" name="TextBox 26">
            <a:extLst>
              <a:ext uri="{FF2B5EF4-FFF2-40B4-BE49-F238E27FC236}">
                <a16:creationId xmlns:a16="http://schemas.microsoft.com/office/drawing/2014/main" id="{D38519D6-7A4C-4299-9806-AD518ABD6350}"/>
              </a:ext>
            </a:extLst>
          </p:cNvPr>
          <p:cNvSpPr txBox="1"/>
          <p:nvPr/>
        </p:nvSpPr>
        <p:spPr>
          <a:xfrm flipH="1">
            <a:off x="2369567" y="4319377"/>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Water Flushing</a:t>
            </a:r>
          </a:p>
        </p:txBody>
      </p:sp>
      <p:sp>
        <p:nvSpPr>
          <p:cNvPr id="29" name="Graphic 16">
            <a:extLst>
              <a:ext uri="{FF2B5EF4-FFF2-40B4-BE49-F238E27FC236}">
                <a16:creationId xmlns:a16="http://schemas.microsoft.com/office/drawing/2014/main" id="{44FD9064-DE75-41A9-93AA-D520947C14E8}"/>
              </a:ext>
            </a:extLst>
          </p:cNvPr>
          <p:cNvSpPr/>
          <p:nvPr/>
        </p:nvSpPr>
        <p:spPr>
          <a:xfrm flipH="1">
            <a:off x="1558951" y="5015943"/>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30" name="Freeform: Shape 29">
            <a:extLst>
              <a:ext uri="{FF2B5EF4-FFF2-40B4-BE49-F238E27FC236}">
                <a16:creationId xmlns:a16="http://schemas.microsoft.com/office/drawing/2014/main" id="{005ED046-3C05-4FAA-A5FA-16D52F73EB0D}"/>
              </a:ext>
            </a:extLst>
          </p:cNvPr>
          <p:cNvSpPr/>
          <p:nvPr/>
        </p:nvSpPr>
        <p:spPr>
          <a:xfrm>
            <a:off x="1558951" y="5449425"/>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31" name="TextBox 30">
            <a:extLst>
              <a:ext uri="{FF2B5EF4-FFF2-40B4-BE49-F238E27FC236}">
                <a16:creationId xmlns:a16="http://schemas.microsoft.com/office/drawing/2014/main" id="{820F9C43-0EAC-4B26-A088-FF112AF97835}"/>
              </a:ext>
            </a:extLst>
          </p:cNvPr>
          <p:cNvSpPr txBox="1"/>
          <p:nvPr/>
        </p:nvSpPr>
        <p:spPr>
          <a:xfrm flipH="1">
            <a:off x="2369567" y="5050603"/>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High Pressure Washing</a:t>
            </a:r>
          </a:p>
        </p:txBody>
      </p:sp>
      <p:sp>
        <p:nvSpPr>
          <p:cNvPr id="33" name="Graphic 16">
            <a:extLst>
              <a:ext uri="{FF2B5EF4-FFF2-40B4-BE49-F238E27FC236}">
                <a16:creationId xmlns:a16="http://schemas.microsoft.com/office/drawing/2014/main" id="{77644E3E-40DC-4639-907C-C7E9417171B2}"/>
              </a:ext>
            </a:extLst>
          </p:cNvPr>
          <p:cNvSpPr/>
          <p:nvPr/>
        </p:nvSpPr>
        <p:spPr>
          <a:xfrm flipH="1">
            <a:off x="6672064" y="2091039"/>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34" name="Freeform: Shape 33">
            <a:extLst>
              <a:ext uri="{FF2B5EF4-FFF2-40B4-BE49-F238E27FC236}">
                <a16:creationId xmlns:a16="http://schemas.microsoft.com/office/drawing/2014/main" id="{AF7E03C3-1518-429E-99D7-228B30A31DF2}"/>
              </a:ext>
            </a:extLst>
          </p:cNvPr>
          <p:cNvSpPr/>
          <p:nvPr/>
        </p:nvSpPr>
        <p:spPr>
          <a:xfrm>
            <a:off x="6672064" y="2524521"/>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35" name="TextBox 34">
            <a:extLst>
              <a:ext uri="{FF2B5EF4-FFF2-40B4-BE49-F238E27FC236}">
                <a16:creationId xmlns:a16="http://schemas.microsoft.com/office/drawing/2014/main" id="{41EBD8D7-6A50-459F-BF74-96C3DFB540DF}"/>
              </a:ext>
            </a:extLst>
          </p:cNvPr>
          <p:cNvSpPr txBox="1"/>
          <p:nvPr/>
        </p:nvSpPr>
        <p:spPr>
          <a:xfrm flipH="1">
            <a:off x="7482680" y="2125699"/>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Manual Clean-up</a:t>
            </a:r>
          </a:p>
        </p:txBody>
      </p:sp>
      <p:sp>
        <p:nvSpPr>
          <p:cNvPr id="37" name="Graphic 16">
            <a:extLst>
              <a:ext uri="{FF2B5EF4-FFF2-40B4-BE49-F238E27FC236}">
                <a16:creationId xmlns:a16="http://schemas.microsoft.com/office/drawing/2014/main" id="{A137C611-28AA-4B5D-8239-CC53B52835CA}"/>
              </a:ext>
            </a:extLst>
          </p:cNvPr>
          <p:cNvSpPr/>
          <p:nvPr/>
        </p:nvSpPr>
        <p:spPr>
          <a:xfrm flipH="1">
            <a:off x="6672064" y="2822265"/>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38" name="Freeform: Shape 37">
            <a:extLst>
              <a:ext uri="{FF2B5EF4-FFF2-40B4-BE49-F238E27FC236}">
                <a16:creationId xmlns:a16="http://schemas.microsoft.com/office/drawing/2014/main" id="{A2FF2D0B-A53D-4AFC-B75D-5E11778DA18F}"/>
              </a:ext>
            </a:extLst>
          </p:cNvPr>
          <p:cNvSpPr/>
          <p:nvPr/>
        </p:nvSpPr>
        <p:spPr>
          <a:xfrm>
            <a:off x="6672064" y="3255747"/>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39" name="TextBox 38">
            <a:extLst>
              <a:ext uri="{FF2B5EF4-FFF2-40B4-BE49-F238E27FC236}">
                <a16:creationId xmlns:a16="http://schemas.microsoft.com/office/drawing/2014/main" id="{6F5A1D0E-1BC4-489C-B318-3700FE57C863}"/>
              </a:ext>
            </a:extLst>
          </p:cNvPr>
          <p:cNvSpPr txBox="1"/>
          <p:nvPr/>
        </p:nvSpPr>
        <p:spPr>
          <a:xfrm flipH="1">
            <a:off x="7482680" y="2856925"/>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Surf Washing</a:t>
            </a:r>
          </a:p>
        </p:txBody>
      </p:sp>
      <p:sp>
        <p:nvSpPr>
          <p:cNvPr id="41" name="Graphic 16">
            <a:extLst>
              <a:ext uri="{FF2B5EF4-FFF2-40B4-BE49-F238E27FC236}">
                <a16:creationId xmlns:a16="http://schemas.microsoft.com/office/drawing/2014/main" id="{6DBA2BF9-31B0-4499-BB4A-617CDB0E8F35}"/>
              </a:ext>
            </a:extLst>
          </p:cNvPr>
          <p:cNvSpPr/>
          <p:nvPr/>
        </p:nvSpPr>
        <p:spPr>
          <a:xfrm flipH="1">
            <a:off x="6672064" y="3553491"/>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42" name="Freeform: Shape 41">
            <a:extLst>
              <a:ext uri="{FF2B5EF4-FFF2-40B4-BE49-F238E27FC236}">
                <a16:creationId xmlns:a16="http://schemas.microsoft.com/office/drawing/2014/main" id="{5FEDD8DA-9736-41FA-9488-3E6DCF79435A}"/>
              </a:ext>
            </a:extLst>
          </p:cNvPr>
          <p:cNvSpPr/>
          <p:nvPr/>
        </p:nvSpPr>
        <p:spPr>
          <a:xfrm>
            <a:off x="6672064" y="3986973"/>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43" name="TextBox 42">
            <a:extLst>
              <a:ext uri="{FF2B5EF4-FFF2-40B4-BE49-F238E27FC236}">
                <a16:creationId xmlns:a16="http://schemas.microsoft.com/office/drawing/2014/main" id="{82DC9CE4-C301-431C-A68D-3E649237705C}"/>
              </a:ext>
            </a:extLst>
          </p:cNvPr>
          <p:cNvSpPr txBox="1"/>
          <p:nvPr/>
        </p:nvSpPr>
        <p:spPr>
          <a:xfrm flipH="1">
            <a:off x="7482680" y="3588151"/>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Sorbent Use</a:t>
            </a:r>
          </a:p>
        </p:txBody>
      </p:sp>
      <p:sp>
        <p:nvSpPr>
          <p:cNvPr id="45" name="Graphic 16">
            <a:extLst>
              <a:ext uri="{FF2B5EF4-FFF2-40B4-BE49-F238E27FC236}">
                <a16:creationId xmlns:a16="http://schemas.microsoft.com/office/drawing/2014/main" id="{55DEAFD9-61AF-4347-802A-3F310071C474}"/>
              </a:ext>
            </a:extLst>
          </p:cNvPr>
          <p:cNvSpPr/>
          <p:nvPr/>
        </p:nvSpPr>
        <p:spPr>
          <a:xfrm flipH="1">
            <a:off x="6672064" y="4284717"/>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46" name="Freeform: Shape 45">
            <a:extLst>
              <a:ext uri="{FF2B5EF4-FFF2-40B4-BE49-F238E27FC236}">
                <a16:creationId xmlns:a16="http://schemas.microsoft.com/office/drawing/2014/main" id="{765128B3-8A1F-4831-9CF4-A0F8485C60BD}"/>
              </a:ext>
            </a:extLst>
          </p:cNvPr>
          <p:cNvSpPr/>
          <p:nvPr/>
        </p:nvSpPr>
        <p:spPr>
          <a:xfrm>
            <a:off x="6672064" y="4718199"/>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47" name="TextBox 46">
            <a:extLst>
              <a:ext uri="{FF2B5EF4-FFF2-40B4-BE49-F238E27FC236}">
                <a16:creationId xmlns:a16="http://schemas.microsoft.com/office/drawing/2014/main" id="{999A831B-9D36-4905-80BD-294C5242D4C7}"/>
              </a:ext>
            </a:extLst>
          </p:cNvPr>
          <p:cNvSpPr txBox="1"/>
          <p:nvPr/>
        </p:nvSpPr>
        <p:spPr>
          <a:xfrm flipH="1">
            <a:off x="7482680" y="4319377"/>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Tiling/Harrowing/Ploughing</a:t>
            </a:r>
          </a:p>
        </p:txBody>
      </p:sp>
      <p:sp>
        <p:nvSpPr>
          <p:cNvPr id="49" name="Graphic 16">
            <a:extLst>
              <a:ext uri="{FF2B5EF4-FFF2-40B4-BE49-F238E27FC236}">
                <a16:creationId xmlns:a16="http://schemas.microsoft.com/office/drawing/2014/main" id="{E2DDCCD6-769C-4B08-BCF6-40E2F746F55C}"/>
              </a:ext>
            </a:extLst>
          </p:cNvPr>
          <p:cNvSpPr/>
          <p:nvPr/>
        </p:nvSpPr>
        <p:spPr>
          <a:xfrm flipH="1">
            <a:off x="6672064" y="5015943"/>
            <a:ext cx="515503" cy="388897"/>
          </a:xfrm>
          <a:custGeom>
            <a:avLst/>
            <a:gdLst>
              <a:gd name="connsiteX0" fmla="*/ 6697 w 319944"/>
              <a:gd name="connsiteY0" fmla="*/ 164124 h 241367"/>
              <a:gd name="connsiteX1" fmla="*/ 296543 w 319944"/>
              <a:gd name="connsiteY1" fmla="*/ 1627 h 241367"/>
              <a:gd name="connsiteX2" fmla="*/ 317022 w 319944"/>
              <a:gd name="connsiteY2" fmla="*/ 7437 h 241367"/>
              <a:gd name="connsiteX3" fmla="*/ 318927 w 319944"/>
              <a:gd name="connsiteY3" fmla="*/ 14772 h 241367"/>
              <a:gd name="connsiteX4" fmla="*/ 318927 w 319944"/>
              <a:gd name="connsiteY4" fmla="*/ 226036 h 241367"/>
              <a:gd name="connsiteX5" fmla="*/ 303877 w 319944"/>
              <a:gd name="connsiteY5" fmla="*/ 241086 h 241367"/>
              <a:gd name="connsiteX6" fmla="*/ 14032 w 319944"/>
              <a:gd name="connsiteY6" fmla="*/ 241086 h 241367"/>
              <a:gd name="connsiteX7" fmla="*/ -1018 w 319944"/>
              <a:gd name="connsiteY7" fmla="*/ 226036 h 241367"/>
              <a:gd name="connsiteX8" fmla="*/ -1018 w 319944"/>
              <a:gd name="connsiteY8" fmla="*/ 177268 h 241367"/>
              <a:gd name="connsiteX9" fmla="*/ 6697 w 319944"/>
              <a:gd name="connsiteY9" fmla="*/ 164124 h 24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944" h="241367">
                <a:moveTo>
                  <a:pt x="6697" y="164124"/>
                </a:moveTo>
                <a:lnTo>
                  <a:pt x="296543" y="1627"/>
                </a:lnTo>
                <a:cubicBezTo>
                  <a:pt x="303782" y="-2421"/>
                  <a:pt x="312926" y="179"/>
                  <a:pt x="317022" y="7437"/>
                </a:cubicBezTo>
                <a:cubicBezTo>
                  <a:pt x="318260" y="9676"/>
                  <a:pt x="318927" y="12200"/>
                  <a:pt x="318927" y="14772"/>
                </a:cubicBezTo>
                <a:lnTo>
                  <a:pt x="318927" y="226036"/>
                </a:lnTo>
                <a:cubicBezTo>
                  <a:pt x="318927" y="234351"/>
                  <a:pt x="312164" y="241086"/>
                  <a:pt x="303877" y="241086"/>
                </a:cubicBezTo>
                <a:lnTo>
                  <a:pt x="14032" y="241086"/>
                </a:lnTo>
                <a:cubicBezTo>
                  <a:pt x="5745" y="241086"/>
                  <a:pt x="-1018" y="234351"/>
                  <a:pt x="-1018" y="226036"/>
                </a:cubicBezTo>
                <a:lnTo>
                  <a:pt x="-1018" y="177268"/>
                </a:lnTo>
                <a:cubicBezTo>
                  <a:pt x="-1018" y="171820"/>
                  <a:pt x="1935" y="166800"/>
                  <a:pt x="6697" y="164124"/>
                </a:cubicBezTo>
                <a:close/>
              </a:path>
            </a:pathLst>
          </a:custGeom>
          <a:solidFill>
            <a:schemeClr val="accent2">
              <a:alpha val="7000"/>
            </a:schemeClr>
          </a:solidFill>
          <a:ln w="9525" cap="flat">
            <a:noFill/>
            <a:prstDash val="solid"/>
            <a:miter/>
          </a:ln>
        </p:spPr>
        <p:txBody>
          <a:bodyPr rtlCol="0" anchor="ctr"/>
          <a:lstStyle/>
          <a:p>
            <a:endParaRPr lang="en-US">
              <a:solidFill>
                <a:srgbClr val="323438"/>
              </a:solidFill>
              <a:latin typeface="Poppins" panose="00000500000000000000" pitchFamily="2" charset="0"/>
              <a:cs typeface="Poppins" panose="00000500000000000000" pitchFamily="2" charset="0"/>
            </a:endParaRPr>
          </a:p>
        </p:txBody>
      </p:sp>
      <p:sp>
        <p:nvSpPr>
          <p:cNvPr id="50" name="Freeform: Shape 49">
            <a:extLst>
              <a:ext uri="{FF2B5EF4-FFF2-40B4-BE49-F238E27FC236}">
                <a16:creationId xmlns:a16="http://schemas.microsoft.com/office/drawing/2014/main" id="{2488FE8C-291B-4F79-8E89-F0BDDB0901C1}"/>
              </a:ext>
            </a:extLst>
          </p:cNvPr>
          <p:cNvSpPr/>
          <p:nvPr/>
        </p:nvSpPr>
        <p:spPr>
          <a:xfrm>
            <a:off x="6672064" y="5449425"/>
            <a:ext cx="4140359" cy="18288"/>
          </a:xfrm>
          <a:custGeom>
            <a:avLst/>
            <a:gdLst>
              <a:gd name="connsiteX0" fmla="*/ 3845807 w 3858344"/>
              <a:gd name="connsiteY0" fmla="*/ 0 h 25075"/>
              <a:gd name="connsiteX1" fmla="*/ 3858344 w 3858344"/>
              <a:gd name="connsiteY1" fmla="*/ 0 h 25075"/>
              <a:gd name="connsiteX2" fmla="*/ 3858344 w 3858344"/>
              <a:gd name="connsiteY2" fmla="*/ 25076 h 25075"/>
              <a:gd name="connsiteX3" fmla="*/ 3845807 w 3858344"/>
              <a:gd name="connsiteY3" fmla="*/ 25076 h 25075"/>
              <a:gd name="connsiteX4" fmla="*/ 12538 w 3858344"/>
              <a:gd name="connsiteY4" fmla="*/ 25076 h 25075"/>
              <a:gd name="connsiteX5" fmla="*/ 0 w 3858344"/>
              <a:gd name="connsiteY5" fmla="*/ 25076 h 25075"/>
              <a:gd name="connsiteX6" fmla="*/ 0 w 3858344"/>
              <a:gd name="connsiteY6" fmla="*/ 0 h 25075"/>
              <a:gd name="connsiteX7" fmla="*/ 12538 w 3858344"/>
              <a:gd name="connsiteY7" fmla="*/ 0 h 2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8344" h="25075">
                <a:moveTo>
                  <a:pt x="3845807" y="0"/>
                </a:moveTo>
                <a:cubicBezTo>
                  <a:pt x="3852731" y="0"/>
                  <a:pt x="3858344" y="0"/>
                  <a:pt x="3858344" y="0"/>
                </a:cubicBezTo>
                <a:lnTo>
                  <a:pt x="3858344" y="25076"/>
                </a:lnTo>
                <a:cubicBezTo>
                  <a:pt x="3858344" y="25076"/>
                  <a:pt x="3852731" y="25076"/>
                  <a:pt x="3845807" y="25076"/>
                </a:cubicBezTo>
                <a:lnTo>
                  <a:pt x="12538" y="25076"/>
                </a:lnTo>
                <a:cubicBezTo>
                  <a:pt x="5614" y="25076"/>
                  <a:pt x="0" y="25076"/>
                  <a:pt x="0" y="25076"/>
                </a:cubicBezTo>
                <a:lnTo>
                  <a:pt x="0" y="0"/>
                </a:lnTo>
                <a:cubicBezTo>
                  <a:pt x="0" y="0"/>
                  <a:pt x="5614" y="0"/>
                  <a:pt x="12538" y="0"/>
                </a:cubicBezTo>
                <a:close/>
              </a:path>
            </a:pathLst>
          </a:custGeom>
          <a:gradFill flip="none" rotWithShape="1">
            <a:gsLst>
              <a:gs pos="0">
                <a:schemeClr val="bg1"/>
              </a:gs>
              <a:gs pos="38000">
                <a:srgbClr val="EDEDED"/>
              </a:gs>
              <a:gs pos="100000">
                <a:schemeClr val="bg1">
                  <a:lumMod val="85000"/>
                </a:schemeClr>
              </a:gs>
            </a:gsLst>
            <a:lin ang="10800000" scaled="1"/>
            <a:tileRect/>
          </a:gradFill>
          <a:ln w="12648" cap="flat">
            <a:noFill/>
            <a:prstDash val="solid"/>
            <a:miter/>
          </a:ln>
        </p:spPr>
        <p:txBody>
          <a:bodyPr rtlCol="0" anchor="ctr"/>
          <a:lstStyle/>
          <a:p>
            <a:endParaRPr lang="en-US"/>
          </a:p>
        </p:txBody>
      </p:sp>
      <p:sp>
        <p:nvSpPr>
          <p:cNvPr id="51" name="TextBox 50">
            <a:extLst>
              <a:ext uri="{FF2B5EF4-FFF2-40B4-BE49-F238E27FC236}">
                <a16:creationId xmlns:a16="http://schemas.microsoft.com/office/drawing/2014/main" id="{75C2B04D-E21F-4F30-AE08-D9EED5B2D2C4}"/>
              </a:ext>
            </a:extLst>
          </p:cNvPr>
          <p:cNvSpPr txBox="1"/>
          <p:nvPr/>
        </p:nvSpPr>
        <p:spPr>
          <a:xfrm flipH="1">
            <a:off x="7482680" y="5050603"/>
            <a:ext cx="3119253" cy="342145"/>
          </a:xfrm>
          <a:prstGeom prst="rect">
            <a:avLst/>
          </a:prstGeom>
        </p:spPr>
        <p:txBody>
          <a:bodyPr wrap="square" lIns="91440" tIns="45720" rIns="91440" bIns="45720" rtlCol="0" anchor="t">
            <a:spAutoFit/>
          </a:bodyPr>
          <a:lstStyle/>
          <a:p>
            <a:pPr>
              <a:lnSpc>
                <a:spcPts val="1960"/>
              </a:lnSpc>
            </a:pPr>
            <a:r>
              <a:rPr lang="en-US" sz="1600" dirty="0">
                <a:solidFill>
                  <a:srgbClr val="323438"/>
                </a:solidFill>
                <a:latin typeface="+mj-lt"/>
                <a:ea typeface="Inter" panose="02000503000000020004" pitchFamily="2" charset="0"/>
                <a:cs typeface="Poppins" panose="00000500000000000000" pitchFamily="2" charset="0"/>
              </a:rPr>
              <a:t>Bioremediation</a:t>
            </a:r>
          </a:p>
        </p:txBody>
      </p:sp>
      <p:sp>
        <p:nvSpPr>
          <p:cNvPr id="52" name="TextBox 51">
            <a:extLst>
              <a:ext uri="{FF2B5EF4-FFF2-40B4-BE49-F238E27FC236}">
                <a16:creationId xmlns:a16="http://schemas.microsoft.com/office/drawing/2014/main" id="{C2D762CB-72F9-4E78-944B-30AD87089688}"/>
              </a:ext>
            </a:extLst>
          </p:cNvPr>
          <p:cNvSpPr txBox="1"/>
          <p:nvPr/>
        </p:nvSpPr>
        <p:spPr>
          <a:xfrm flipH="1">
            <a:off x="1571812" y="2119031"/>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01</a:t>
            </a:r>
          </a:p>
        </p:txBody>
      </p:sp>
      <p:sp>
        <p:nvSpPr>
          <p:cNvPr id="53" name="TextBox 52">
            <a:extLst>
              <a:ext uri="{FF2B5EF4-FFF2-40B4-BE49-F238E27FC236}">
                <a16:creationId xmlns:a16="http://schemas.microsoft.com/office/drawing/2014/main" id="{15D0FB44-7613-414F-A5C6-2DA7CDB6DC63}"/>
              </a:ext>
            </a:extLst>
          </p:cNvPr>
          <p:cNvSpPr txBox="1"/>
          <p:nvPr/>
        </p:nvSpPr>
        <p:spPr>
          <a:xfrm flipH="1">
            <a:off x="1571812" y="2850257"/>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02</a:t>
            </a:r>
          </a:p>
        </p:txBody>
      </p:sp>
      <p:sp>
        <p:nvSpPr>
          <p:cNvPr id="54" name="TextBox 53">
            <a:extLst>
              <a:ext uri="{FF2B5EF4-FFF2-40B4-BE49-F238E27FC236}">
                <a16:creationId xmlns:a16="http://schemas.microsoft.com/office/drawing/2014/main" id="{6A9D8FC0-AD3C-4C71-8A11-5CA152968A69}"/>
              </a:ext>
            </a:extLst>
          </p:cNvPr>
          <p:cNvSpPr txBox="1"/>
          <p:nvPr/>
        </p:nvSpPr>
        <p:spPr>
          <a:xfrm flipH="1">
            <a:off x="1571812" y="3581483"/>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03</a:t>
            </a:r>
          </a:p>
        </p:txBody>
      </p:sp>
      <p:sp>
        <p:nvSpPr>
          <p:cNvPr id="55" name="TextBox 54">
            <a:extLst>
              <a:ext uri="{FF2B5EF4-FFF2-40B4-BE49-F238E27FC236}">
                <a16:creationId xmlns:a16="http://schemas.microsoft.com/office/drawing/2014/main" id="{55F03633-7867-4528-9744-7F01937242A7}"/>
              </a:ext>
            </a:extLst>
          </p:cNvPr>
          <p:cNvSpPr txBox="1"/>
          <p:nvPr/>
        </p:nvSpPr>
        <p:spPr>
          <a:xfrm flipH="1">
            <a:off x="1571812" y="4312709"/>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04</a:t>
            </a:r>
          </a:p>
        </p:txBody>
      </p:sp>
      <p:sp>
        <p:nvSpPr>
          <p:cNvPr id="56" name="TextBox 55">
            <a:extLst>
              <a:ext uri="{FF2B5EF4-FFF2-40B4-BE49-F238E27FC236}">
                <a16:creationId xmlns:a16="http://schemas.microsoft.com/office/drawing/2014/main" id="{444FCF3C-E096-4271-97FB-A35078C7ADBB}"/>
              </a:ext>
            </a:extLst>
          </p:cNvPr>
          <p:cNvSpPr txBox="1"/>
          <p:nvPr/>
        </p:nvSpPr>
        <p:spPr>
          <a:xfrm flipH="1">
            <a:off x="1571812" y="5043935"/>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05</a:t>
            </a:r>
          </a:p>
        </p:txBody>
      </p:sp>
      <p:sp>
        <p:nvSpPr>
          <p:cNvPr id="57" name="TextBox 56">
            <a:extLst>
              <a:ext uri="{FF2B5EF4-FFF2-40B4-BE49-F238E27FC236}">
                <a16:creationId xmlns:a16="http://schemas.microsoft.com/office/drawing/2014/main" id="{2114C811-D2D9-4761-8794-C56610281251}"/>
              </a:ext>
            </a:extLst>
          </p:cNvPr>
          <p:cNvSpPr txBox="1"/>
          <p:nvPr/>
        </p:nvSpPr>
        <p:spPr>
          <a:xfrm flipH="1">
            <a:off x="6684925" y="2119031"/>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07</a:t>
            </a:r>
          </a:p>
        </p:txBody>
      </p:sp>
      <p:sp>
        <p:nvSpPr>
          <p:cNvPr id="58" name="TextBox 57">
            <a:extLst>
              <a:ext uri="{FF2B5EF4-FFF2-40B4-BE49-F238E27FC236}">
                <a16:creationId xmlns:a16="http://schemas.microsoft.com/office/drawing/2014/main" id="{E7C0F735-F349-4653-8A2E-249DBB252261}"/>
              </a:ext>
            </a:extLst>
          </p:cNvPr>
          <p:cNvSpPr txBox="1"/>
          <p:nvPr/>
        </p:nvSpPr>
        <p:spPr>
          <a:xfrm flipH="1">
            <a:off x="6684925" y="2850257"/>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08</a:t>
            </a:r>
          </a:p>
        </p:txBody>
      </p:sp>
      <p:sp>
        <p:nvSpPr>
          <p:cNvPr id="59" name="TextBox 58">
            <a:extLst>
              <a:ext uri="{FF2B5EF4-FFF2-40B4-BE49-F238E27FC236}">
                <a16:creationId xmlns:a16="http://schemas.microsoft.com/office/drawing/2014/main" id="{7F98B797-0BCC-4803-B3B3-3C53D7C66369}"/>
              </a:ext>
            </a:extLst>
          </p:cNvPr>
          <p:cNvSpPr txBox="1"/>
          <p:nvPr/>
        </p:nvSpPr>
        <p:spPr>
          <a:xfrm flipH="1">
            <a:off x="6684925" y="3581483"/>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08</a:t>
            </a:r>
          </a:p>
        </p:txBody>
      </p:sp>
      <p:sp>
        <p:nvSpPr>
          <p:cNvPr id="60" name="TextBox 59">
            <a:extLst>
              <a:ext uri="{FF2B5EF4-FFF2-40B4-BE49-F238E27FC236}">
                <a16:creationId xmlns:a16="http://schemas.microsoft.com/office/drawing/2014/main" id="{182850D9-1050-410D-889F-26787820520D}"/>
              </a:ext>
            </a:extLst>
          </p:cNvPr>
          <p:cNvSpPr txBox="1"/>
          <p:nvPr/>
        </p:nvSpPr>
        <p:spPr>
          <a:xfrm flipH="1">
            <a:off x="6684925" y="4312709"/>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09</a:t>
            </a:r>
          </a:p>
        </p:txBody>
      </p:sp>
      <p:sp>
        <p:nvSpPr>
          <p:cNvPr id="61" name="TextBox 60">
            <a:extLst>
              <a:ext uri="{FF2B5EF4-FFF2-40B4-BE49-F238E27FC236}">
                <a16:creationId xmlns:a16="http://schemas.microsoft.com/office/drawing/2014/main" id="{2BABF0CF-D87A-4285-BE81-0A58A0C35388}"/>
              </a:ext>
            </a:extLst>
          </p:cNvPr>
          <p:cNvSpPr txBox="1"/>
          <p:nvPr/>
        </p:nvSpPr>
        <p:spPr>
          <a:xfrm flipH="1">
            <a:off x="6684925" y="5043935"/>
            <a:ext cx="472940" cy="348813"/>
          </a:xfrm>
          <a:prstGeom prst="rect">
            <a:avLst/>
          </a:prstGeom>
        </p:spPr>
        <p:txBody>
          <a:bodyPr wrap="square" lIns="91440" tIns="45720" rIns="91440" bIns="45720" rtlCol="0" anchor="t">
            <a:spAutoFit/>
          </a:bodyPr>
          <a:lstStyle/>
          <a:p>
            <a:pPr>
              <a:lnSpc>
                <a:spcPts val="1960"/>
              </a:lnSpc>
            </a:pPr>
            <a:r>
              <a:rPr lang="en-US" b="1" dirty="0">
                <a:solidFill>
                  <a:schemeClr val="accent2"/>
                </a:solidFill>
                <a:latin typeface="+mj-lt"/>
                <a:ea typeface="Inter" panose="02000503000000020004" pitchFamily="2" charset="0"/>
                <a:cs typeface="Poppins" panose="00000500000000000000" pitchFamily="2" charset="0"/>
              </a:rPr>
              <a:t>10</a:t>
            </a:r>
          </a:p>
        </p:txBody>
      </p:sp>
      <p:cxnSp>
        <p:nvCxnSpPr>
          <p:cNvPr id="63" name="Straight Connector 62">
            <a:extLst>
              <a:ext uri="{FF2B5EF4-FFF2-40B4-BE49-F238E27FC236}">
                <a16:creationId xmlns:a16="http://schemas.microsoft.com/office/drawing/2014/main" id="{66E54704-3D57-4224-8014-B1211F0339FF}"/>
              </a:ext>
            </a:extLst>
          </p:cNvPr>
          <p:cNvCxnSpPr>
            <a:cxnSpLocks/>
          </p:cNvCxnSpPr>
          <p:nvPr/>
        </p:nvCxnSpPr>
        <p:spPr>
          <a:xfrm>
            <a:off x="6023992" y="2379240"/>
            <a:ext cx="0" cy="275583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49392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0257514-F637-42D3-A7D9-CB6A76072C06}"/>
              </a:ext>
            </a:extLst>
          </p:cNvPr>
          <p:cNvSpPr>
            <a:spLocks noGrp="1"/>
          </p:cNvSpPr>
          <p:nvPr>
            <p:ph type="body" sz="quarter" idx="17"/>
          </p:nvPr>
        </p:nvSpPr>
        <p:spPr>
          <a:xfrm>
            <a:off x="6649556" y="552128"/>
            <a:ext cx="5015730" cy="536622"/>
          </a:xfrm>
        </p:spPr>
        <p:txBody>
          <a:bodyPr/>
          <a:lstStyle/>
          <a:p>
            <a:pPr algn="l"/>
            <a:r>
              <a:rPr lang="en-US" dirty="0"/>
              <a:t>Natural Recovery</a:t>
            </a:r>
          </a:p>
        </p:txBody>
      </p:sp>
      <p:sp>
        <p:nvSpPr>
          <p:cNvPr id="6" name="Slide Number Placeholder 5">
            <a:extLst>
              <a:ext uri="{FF2B5EF4-FFF2-40B4-BE49-F238E27FC236}">
                <a16:creationId xmlns:a16="http://schemas.microsoft.com/office/drawing/2014/main" id="{FD1D6E41-6538-4AEC-9063-8B1530CB75B9}"/>
              </a:ext>
            </a:extLst>
          </p:cNvPr>
          <p:cNvSpPr>
            <a:spLocks noGrp="1"/>
          </p:cNvSpPr>
          <p:nvPr>
            <p:ph type="sldNum" sz="quarter" idx="10"/>
          </p:nvPr>
        </p:nvSpPr>
        <p:spPr/>
        <p:txBody>
          <a:bodyPr/>
          <a:lstStyle/>
          <a:p>
            <a:fld id="{5B16D1FE-3A35-41BA-8EBE-413702045235}" type="slidenum">
              <a:rPr lang="en-US" smtClean="0"/>
              <a:pPr/>
              <a:t>20</a:t>
            </a:fld>
            <a:endParaRPr lang="en-US" dirty="0"/>
          </a:p>
        </p:txBody>
      </p:sp>
      <p:sp>
        <p:nvSpPr>
          <p:cNvPr id="4" name="Date Placeholder 3">
            <a:extLst>
              <a:ext uri="{FF2B5EF4-FFF2-40B4-BE49-F238E27FC236}">
                <a16:creationId xmlns:a16="http://schemas.microsoft.com/office/drawing/2014/main" id="{C58C151B-FCA8-4178-B8D9-3AE9DD9AD3FD}"/>
              </a:ext>
            </a:extLst>
          </p:cNvPr>
          <p:cNvSpPr>
            <a:spLocks noGrp="1"/>
          </p:cNvSpPr>
          <p:nvPr>
            <p:ph type="dt" sz="half" idx="11"/>
          </p:nvPr>
        </p:nvSpPr>
        <p:spPr/>
        <p:txBody>
          <a:bodyPr/>
          <a:lstStyle/>
          <a:p>
            <a:fld id="{965D6AC2-7F91-4A32-903D-06F33C043179}" type="datetime1">
              <a:rPr lang="en-US" smtClean="0"/>
              <a:t>10/1/26</a:t>
            </a:fld>
            <a:endParaRPr lang="en-US" dirty="0"/>
          </a:p>
        </p:txBody>
      </p:sp>
      <p:sp>
        <p:nvSpPr>
          <p:cNvPr id="7" name="Title 6">
            <a:extLst>
              <a:ext uri="{FF2B5EF4-FFF2-40B4-BE49-F238E27FC236}">
                <a16:creationId xmlns:a16="http://schemas.microsoft.com/office/drawing/2014/main" id="{98718CB0-B4D4-4A7C-AC61-7B3FA04FD20B}"/>
              </a:ext>
            </a:extLst>
          </p:cNvPr>
          <p:cNvSpPr>
            <a:spLocks noGrp="1"/>
          </p:cNvSpPr>
          <p:nvPr>
            <p:ph type="title"/>
          </p:nvPr>
        </p:nvSpPr>
        <p:spPr/>
        <p:txBody>
          <a:bodyPr/>
          <a:lstStyle/>
          <a:p>
            <a:r>
              <a:rPr lang="en-US" dirty="0">
                <a:solidFill>
                  <a:schemeClr val="bg1"/>
                </a:solidFill>
              </a:rPr>
              <a:t>Debris Removal</a:t>
            </a:r>
            <a:endParaRPr lang="en-US" dirty="0"/>
          </a:p>
        </p:txBody>
      </p:sp>
      <p:sp>
        <p:nvSpPr>
          <p:cNvPr id="8" name="Text Placeholder 7">
            <a:extLst>
              <a:ext uri="{FF2B5EF4-FFF2-40B4-BE49-F238E27FC236}">
                <a16:creationId xmlns:a16="http://schemas.microsoft.com/office/drawing/2014/main" id="{312E56BB-D25C-42AA-B274-A802FC937A17}"/>
              </a:ext>
            </a:extLst>
          </p:cNvPr>
          <p:cNvSpPr>
            <a:spLocks noGrp="1"/>
          </p:cNvSpPr>
          <p:nvPr>
            <p:ph type="body" sz="quarter" idx="13"/>
          </p:nvPr>
        </p:nvSpPr>
        <p:spPr/>
        <p:txBody>
          <a:bodyPr/>
          <a:lstStyle/>
          <a:p>
            <a:pPr marL="342900" indent="-342900">
              <a:lnSpc>
                <a:spcPct val="120000"/>
              </a:lnSpc>
              <a:spcAft>
                <a:spcPts val="300"/>
              </a:spcAft>
              <a:buFont typeface="Arial" panose="020B0604020202020204" pitchFamily="34" charset="0"/>
              <a:buChar char="•"/>
            </a:pPr>
            <a:r>
              <a:rPr lang="en-US" sz="1400" b="1" dirty="0">
                <a:solidFill>
                  <a:schemeClr val="bg1"/>
                </a:solidFill>
              </a:rPr>
              <a:t>Techniques:</a:t>
            </a:r>
            <a:r>
              <a:rPr lang="en-US" sz="1400" dirty="0">
                <a:solidFill>
                  <a:schemeClr val="bg1"/>
                </a:solidFill>
              </a:rPr>
              <a:t> Combining manual and mechanical methods for removing flotsam, jetsam, and organic matter.</a:t>
            </a:r>
          </a:p>
          <a:p>
            <a:pPr marL="342900" indent="-342900">
              <a:lnSpc>
                <a:spcPct val="120000"/>
              </a:lnSpc>
              <a:spcAft>
                <a:spcPts val="300"/>
              </a:spcAft>
              <a:buFont typeface="Arial" panose="020B0604020202020204" pitchFamily="34" charset="0"/>
              <a:buChar char="•"/>
            </a:pPr>
            <a:r>
              <a:rPr lang="en-US" sz="1400" b="1" dirty="0">
                <a:solidFill>
                  <a:schemeClr val="bg1"/>
                </a:solidFill>
              </a:rPr>
              <a:t>Reducing Hazardous Waste: </a:t>
            </a:r>
            <a:r>
              <a:rPr lang="en-US" sz="1400" dirty="0">
                <a:solidFill>
                  <a:schemeClr val="bg1"/>
                </a:solidFill>
              </a:rPr>
              <a:t>Lessens the amount of contaminated waste needing hazardous treatment.</a:t>
            </a:r>
          </a:p>
          <a:p>
            <a:pPr marL="342900" indent="-342900">
              <a:lnSpc>
                <a:spcPct val="120000"/>
              </a:lnSpc>
              <a:spcAft>
                <a:spcPts val="300"/>
              </a:spcAft>
              <a:buFont typeface="Arial" panose="020B0604020202020204" pitchFamily="34" charset="0"/>
              <a:buChar char="•"/>
            </a:pPr>
            <a:r>
              <a:rPr lang="en-US" sz="1400" b="1" dirty="0">
                <a:solidFill>
                  <a:schemeClr val="bg1"/>
                </a:solidFill>
              </a:rPr>
              <a:t>Ecosystem Impact: </a:t>
            </a:r>
            <a:r>
              <a:rPr lang="en-US" sz="1400" dirty="0">
                <a:solidFill>
                  <a:schemeClr val="bg1"/>
                </a:solidFill>
              </a:rPr>
              <a:t>Influences local ecosystems by removing organic matter.</a:t>
            </a:r>
          </a:p>
          <a:p>
            <a:pPr marL="342900" indent="-342900">
              <a:lnSpc>
                <a:spcPct val="120000"/>
              </a:lnSpc>
              <a:spcAft>
                <a:spcPts val="300"/>
              </a:spcAft>
              <a:buFont typeface="Arial" panose="020B0604020202020204" pitchFamily="34" charset="0"/>
              <a:buChar char="•"/>
            </a:pPr>
            <a:r>
              <a:rPr lang="en-US" sz="1400" b="1" dirty="0">
                <a:solidFill>
                  <a:schemeClr val="bg1"/>
                </a:solidFill>
              </a:rPr>
              <a:t>Aerial Support: </a:t>
            </a:r>
            <a:r>
              <a:rPr lang="en-US" sz="1400" dirty="0">
                <a:solidFill>
                  <a:schemeClr val="bg1"/>
                </a:solidFill>
              </a:rPr>
              <a:t>Utilizing aerial reconnaissance for efficient removal.</a:t>
            </a:r>
          </a:p>
        </p:txBody>
      </p:sp>
      <p:sp>
        <p:nvSpPr>
          <p:cNvPr id="10" name="Text Placeholder 9">
            <a:extLst>
              <a:ext uri="{FF2B5EF4-FFF2-40B4-BE49-F238E27FC236}">
                <a16:creationId xmlns:a16="http://schemas.microsoft.com/office/drawing/2014/main" id="{C8B73F6C-B703-4E05-AABA-740C6327B8EA}"/>
              </a:ext>
            </a:extLst>
          </p:cNvPr>
          <p:cNvSpPr>
            <a:spLocks noGrp="1"/>
          </p:cNvSpPr>
          <p:nvPr>
            <p:ph type="body" sz="quarter" idx="15"/>
          </p:nvPr>
        </p:nvSpPr>
        <p:spPr/>
        <p:txBody>
          <a:bodyPr/>
          <a:lstStyle/>
          <a:p>
            <a:pPr marL="342900" indent="-342900">
              <a:lnSpc>
                <a:spcPct val="120000"/>
              </a:lnSpc>
              <a:spcAft>
                <a:spcPts val="300"/>
              </a:spcAft>
              <a:buFont typeface="Arial" panose="020B0604020202020204" pitchFamily="34" charset="0"/>
              <a:buChar char="•"/>
            </a:pPr>
            <a:r>
              <a:rPr lang="en-US" sz="1400" b="1" dirty="0"/>
              <a:t>Natural Removal Process: </a:t>
            </a:r>
            <a:r>
              <a:rPr lang="en-US" sz="1400" dirty="0"/>
              <a:t>Oil is naturally removed through sea water and microorganism interaction.</a:t>
            </a:r>
          </a:p>
          <a:p>
            <a:pPr marL="342900" indent="-342900">
              <a:lnSpc>
                <a:spcPct val="120000"/>
              </a:lnSpc>
              <a:spcAft>
                <a:spcPts val="300"/>
              </a:spcAft>
              <a:buFont typeface="Arial" panose="020B0604020202020204" pitchFamily="34" charset="0"/>
              <a:buChar char="•"/>
            </a:pPr>
            <a:r>
              <a:rPr lang="en-US" sz="1400" b="1" dirty="0"/>
              <a:t>Weathering Mechanisms: </a:t>
            </a:r>
            <a:r>
              <a:rPr lang="en-US" sz="1400" dirty="0"/>
              <a:t>Processes include abrasion, clay-oil flocculation, and more.</a:t>
            </a:r>
          </a:p>
          <a:p>
            <a:pPr marL="342900" indent="-342900">
              <a:lnSpc>
                <a:spcPct val="120000"/>
              </a:lnSpc>
              <a:spcAft>
                <a:spcPts val="300"/>
              </a:spcAft>
              <a:buFont typeface="Arial" panose="020B0604020202020204" pitchFamily="34" charset="0"/>
              <a:buChar char="•"/>
            </a:pPr>
            <a:r>
              <a:rPr lang="en-US" sz="1400" b="1" dirty="0"/>
              <a:t>Timeframe Variation: </a:t>
            </a:r>
            <a:r>
              <a:rPr lang="en-US" sz="1400" dirty="0"/>
              <a:t>One seasonal cycle for high energy shorelines, two to three years for low energy.</a:t>
            </a:r>
          </a:p>
          <a:p>
            <a:pPr marL="342900" indent="-342900">
              <a:lnSpc>
                <a:spcPct val="120000"/>
              </a:lnSpc>
              <a:spcAft>
                <a:spcPts val="300"/>
              </a:spcAft>
              <a:buFont typeface="Arial" panose="020B0604020202020204" pitchFamily="34" charset="0"/>
              <a:buChar char="•"/>
            </a:pPr>
            <a:r>
              <a:rPr lang="en-US" sz="1400" b="1" dirty="0"/>
              <a:t>Perception:</a:t>
            </a:r>
            <a:r>
              <a:rPr lang="en-US" sz="1400" dirty="0"/>
              <a:t> May seem inactive but is a natural, ongoing process</a:t>
            </a:r>
          </a:p>
        </p:txBody>
      </p:sp>
      <p:pic>
        <p:nvPicPr>
          <p:cNvPr id="13" name="Picture Placeholder 12" descr="A person standing on a beach with trash on the shore&#10;&#10;Description automatically generated">
            <a:extLst>
              <a:ext uri="{FF2B5EF4-FFF2-40B4-BE49-F238E27FC236}">
                <a16:creationId xmlns:a16="http://schemas.microsoft.com/office/drawing/2014/main" id="{FFE7FC9F-A33F-4777-AC48-33FF040552C6}"/>
              </a:ext>
            </a:extLst>
          </p:cNvPr>
          <p:cNvPicPr>
            <a:picLocks noGrp="1" noChangeAspect="1"/>
          </p:cNvPicPr>
          <p:nvPr>
            <p:ph type="pic" sz="quarter" idx="14"/>
          </p:nvPr>
        </p:nvPicPr>
        <p:blipFill rotWithShape="1">
          <a:blip r:embed="rId3" cstate="email">
            <a:extLst>
              <a:ext uri="{28A0092B-C50C-407E-A947-70E740481C1C}">
                <a14:useLocalDpi xmlns:a14="http://schemas.microsoft.com/office/drawing/2010/main"/>
              </a:ext>
            </a:extLst>
          </a:blip>
          <a:srcRect/>
          <a:stretch/>
        </p:blipFill>
        <p:spPr>
          <a:xfrm>
            <a:off x="534988" y="3802063"/>
            <a:ext cx="4968875" cy="2252662"/>
          </a:xfrm>
          <a:prstGeom prst="rect">
            <a:avLst/>
          </a:prstGeom>
          <a:solidFill>
            <a:schemeClr val="bg1"/>
          </a:solidFill>
          <a:ln w="31750">
            <a:solidFill>
              <a:schemeClr val="bg1"/>
            </a:solidFill>
          </a:ln>
        </p:spPr>
      </p:pic>
      <p:pic>
        <p:nvPicPr>
          <p:cNvPr id="14" name="Picture 2" descr="Generated by DALL·E">
            <a:extLst>
              <a:ext uri="{FF2B5EF4-FFF2-40B4-BE49-F238E27FC236}">
                <a16:creationId xmlns:a16="http://schemas.microsoft.com/office/drawing/2014/main" id="{786FFC24-ED02-415D-9F6E-FAC2B4D8783E}"/>
              </a:ext>
            </a:extLst>
          </p:cNvPr>
          <p:cNvPicPr>
            <a:picLocks noGrp="1" noChangeAspect="1" noChangeArrowheads="1"/>
          </p:cNvPicPr>
          <p:nvPr>
            <p:ph type="pic" sz="quarter" idx="16"/>
          </p:nvPr>
        </p:nvPicPr>
        <p:blipFill rotWithShape="1">
          <a:blip r:embed="rId4" cstate="email">
            <a:extLst>
              <a:ext uri="{28A0092B-C50C-407E-A947-70E740481C1C}">
                <a14:useLocalDpi xmlns:a14="http://schemas.microsoft.com/office/drawing/2010/main"/>
              </a:ext>
            </a:extLst>
          </a:blip>
          <a:srcRect/>
          <a:stretch/>
        </p:blipFill>
        <p:spPr bwMode="auto">
          <a:xfrm>
            <a:off x="6673850" y="3802063"/>
            <a:ext cx="4967288" cy="2252662"/>
          </a:xfrm>
          <a:prstGeom prst="rect">
            <a:avLst/>
          </a:prstGeom>
          <a:solidFill>
            <a:schemeClr val="bg1"/>
          </a:solidFill>
          <a:ln w="38100">
            <a:solidFill>
              <a:srgbClr val="002F5F"/>
            </a:solidFill>
          </a:ln>
        </p:spPr>
      </p:pic>
    </p:spTree>
    <p:extLst>
      <p:ext uri="{BB962C8B-B14F-4D97-AF65-F5344CB8AC3E}">
        <p14:creationId xmlns:p14="http://schemas.microsoft.com/office/powerpoint/2010/main" val="34219200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0257514-F637-42D3-A7D9-CB6A76072C06}"/>
              </a:ext>
            </a:extLst>
          </p:cNvPr>
          <p:cNvSpPr>
            <a:spLocks noGrp="1"/>
          </p:cNvSpPr>
          <p:nvPr>
            <p:ph type="body" sz="quarter" idx="17"/>
          </p:nvPr>
        </p:nvSpPr>
        <p:spPr>
          <a:xfrm>
            <a:off x="6649556" y="552128"/>
            <a:ext cx="5015730" cy="536622"/>
          </a:xfrm>
        </p:spPr>
        <p:txBody>
          <a:bodyPr/>
          <a:lstStyle/>
          <a:p>
            <a:pPr>
              <a:buFontTx/>
            </a:pPr>
            <a:r>
              <a:rPr lang="en-US" dirty="0"/>
              <a:t>Water Flushing</a:t>
            </a:r>
            <a:endParaRPr lang="en-GB" dirty="0"/>
          </a:p>
        </p:txBody>
      </p:sp>
      <p:sp>
        <p:nvSpPr>
          <p:cNvPr id="6" name="Slide Number Placeholder 5">
            <a:extLst>
              <a:ext uri="{FF2B5EF4-FFF2-40B4-BE49-F238E27FC236}">
                <a16:creationId xmlns:a16="http://schemas.microsoft.com/office/drawing/2014/main" id="{FD1D6E41-6538-4AEC-9063-8B1530CB75B9}"/>
              </a:ext>
            </a:extLst>
          </p:cNvPr>
          <p:cNvSpPr>
            <a:spLocks noGrp="1"/>
          </p:cNvSpPr>
          <p:nvPr>
            <p:ph type="sldNum" sz="quarter" idx="10"/>
          </p:nvPr>
        </p:nvSpPr>
        <p:spPr/>
        <p:txBody>
          <a:bodyPr/>
          <a:lstStyle/>
          <a:p>
            <a:fld id="{5B16D1FE-3A35-41BA-8EBE-413702045235}" type="slidenum">
              <a:rPr lang="en-US" smtClean="0"/>
              <a:pPr/>
              <a:t>21</a:t>
            </a:fld>
            <a:endParaRPr lang="en-US" dirty="0"/>
          </a:p>
        </p:txBody>
      </p:sp>
      <p:sp>
        <p:nvSpPr>
          <p:cNvPr id="4" name="Date Placeholder 3">
            <a:extLst>
              <a:ext uri="{FF2B5EF4-FFF2-40B4-BE49-F238E27FC236}">
                <a16:creationId xmlns:a16="http://schemas.microsoft.com/office/drawing/2014/main" id="{C58C151B-FCA8-4178-B8D9-3AE9DD9AD3FD}"/>
              </a:ext>
            </a:extLst>
          </p:cNvPr>
          <p:cNvSpPr>
            <a:spLocks noGrp="1"/>
          </p:cNvSpPr>
          <p:nvPr>
            <p:ph type="dt" sz="half" idx="11"/>
          </p:nvPr>
        </p:nvSpPr>
        <p:spPr/>
        <p:txBody>
          <a:bodyPr/>
          <a:lstStyle/>
          <a:p>
            <a:fld id="{965D6AC2-7F91-4A32-903D-06F33C043179}" type="datetime1">
              <a:rPr lang="en-US" smtClean="0"/>
              <a:t>10/1/26</a:t>
            </a:fld>
            <a:endParaRPr lang="en-US" dirty="0"/>
          </a:p>
        </p:txBody>
      </p:sp>
      <p:sp>
        <p:nvSpPr>
          <p:cNvPr id="7" name="Title 6">
            <a:extLst>
              <a:ext uri="{FF2B5EF4-FFF2-40B4-BE49-F238E27FC236}">
                <a16:creationId xmlns:a16="http://schemas.microsoft.com/office/drawing/2014/main" id="{98718CB0-B4D4-4A7C-AC61-7B3FA04FD20B}"/>
              </a:ext>
            </a:extLst>
          </p:cNvPr>
          <p:cNvSpPr>
            <a:spLocks noGrp="1"/>
          </p:cNvSpPr>
          <p:nvPr>
            <p:ph type="title"/>
          </p:nvPr>
        </p:nvSpPr>
        <p:spPr/>
        <p:txBody>
          <a:bodyPr/>
          <a:lstStyle/>
          <a:p>
            <a:r>
              <a:rPr lang="en-US" dirty="0">
                <a:solidFill>
                  <a:schemeClr val="bg1"/>
                </a:solidFill>
              </a:rPr>
              <a:t>High Pressure Washing</a:t>
            </a:r>
            <a:endParaRPr lang="en-US" dirty="0"/>
          </a:p>
        </p:txBody>
      </p:sp>
      <p:sp>
        <p:nvSpPr>
          <p:cNvPr id="8" name="Text Placeholder 7">
            <a:extLst>
              <a:ext uri="{FF2B5EF4-FFF2-40B4-BE49-F238E27FC236}">
                <a16:creationId xmlns:a16="http://schemas.microsoft.com/office/drawing/2014/main" id="{312E56BB-D25C-42AA-B274-A802FC937A17}"/>
              </a:ext>
            </a:extLst>
          </p:cNvPr>
          <p:cNvSpPr>
            <a:spLocks noGrp="1"/>
          </p:cNvSpPr>
          <p:nvPr>
            <p:ph type="body" sz="quarter" idx="13"/>
          </p:nvPr>
        </p:nvSpPr>
        <p:spPr/>
        <p:txBody>
          <a:bodyPr/>
          <a:lstStyle/>
          <a:p>
            <a:pPr marL="342900" indent="-342900">
              <a:lnSpc>
                <a:spcPct val="120000"/>
              </a:lnSpc>
              <a:spcAft>
                <a:spcPts val="300"/>
              </a:spcAft>
              <a:buFont typeface="Arial" panose="020B0604020202020204" pitchFamily="34" charset="0"/>
              <a:buChar char="•"/>
            </a:pPr>
            <a:r>
              <a:rPr lang="en-US" sz="1400" b="1" dirty="0">
                <a:solidFill>
                  <a:schemeClr val="bg1"/>
                </a:solidFill>
              </a:rPr>
              <a:t>Equipment: </a:t>
            </a:r>
            <a:r>
              <a:rPr lang="en-US" sz="1400" dirty="0">
                <a:solidFill>
                  <a:schemeClr val="bg1"/>
                </a:solidFill>
              </a:rPr>
              <a:t>Uses heavy machinery like graders, loaders, and tractors.</a:t>
            </a:r>
          </a:p>
          <a:p>
            <a:pPr marL="342900" indent="-342900">
              <a:lnSpc>
                <a:spcPct val="120000"/>
              </a:lnSpc>
              <a:spcAft>
                <a:spcPts val="300"/>
              </a:spcAft>
              <a:buFont typeface="Arial" panose="020B0604020202020204" pitchFamily="34" charset="0"/>
              <a:buChar char="•"/>
            </a:pPr>
            <a:r>
              <a:rPr lang="en-US" sz="1400" b="1" dirty="0">
                <a:solidFill>
                  <a:schemeClr val="bg1"/>
                </a:solidFill>
              </a:rPr>
              <a:t>Pumping for Pollutants: </a:t>
            </a:r>
            <a:r>
              <a:rPr lang="en-US" sz="1400" dirty="0">
                <a:solidFill>
                  <a:schemeClr val="bg1"/>
                </a:solidFill>
              </a:rPr>
              <a:t>Pumping equipment for contained pollutants, with storage transfer.</a:t>
            </a:r>
          </a:p>
          <a:p>
            <a:pPr marL="342900" indent="-342900">
              <a:lnSpc>
                <a:spcPct val="120000"/>
              </a:lnSpc>
              <a:spcAft>
                <a:spcPts val="300"/>
              </a:spcAft>
              <a:buFont typeface="Arial" panose="020B0604020202020204" pitchFamily="34" charset="0"/>
              <a:buChar char="•"/>
            </a:pPr>
            <a:r>
              <a:rPr lang="en-US" sz="1400" b="1" dirty="0">
                <a:solidFill>
                  <a:schemeClr val="bg1"/>
                </a:solidFill>
              </a:rPr>
              <a:t>Recovery Variability: </a:t>
            </a:r>
            <a:r>
              <a:rPr lang="en-US" sz="1400" dirty="0">
                <a:solidFill>
                  <a:schemeClr val="bg1"/>
                </a:solidFill>
              </a:rPr>
              <a:t>Strategy depends on oil's characteristics.</a:t>
            </a:r>
          </a:p>
          <a:p>
            <a:pPr marL="342900" indent="-342900">
              <a:lnSpc>
                <a:spcPct val="120000"/>
              </a:lnSpc>
              <a:spcAft>
                <a:spcPts val="300"/>
              </a:spcAft>
              <a:buFont typeface="Arial" panose="020B0604020202020204" pitchFamily="34" charset="0"/>
              <a:buChar char="•"/>
            </a:pPr>
            <a:r>
              <a:rPr lang="en-US" sz="1400" b="1" dirty="0">
                <a:solidFill>
                  <a:schemeClr val="bg1"/>
                </a:solidFill>
              </a:rPr>
              <a:t>Advantages: </a:t>
            </a:r>
            <a:r>
              <a:rPr lang="en-US" sz="1400" dirty="0">
                <a:solidFill>
                  <a:schemeClr val="bg1"/>
                </a:solidFill>
              </a:rPr>
              <a:t>Effective in high water and debris scenarios.</a:t>
            </a:r>
          </a:p>
        </p:txBody>
      </p:sp>
      <p:sp>
        <p:nvSpPr>
          <p:cNvPr id="10" name="Text Placeholder 9">
            <a:extLst>
              <a:ext uri="{FF2B5EF4-FFF2-40B4-BE49-F238E27FC236}">
                <a16:creationId xmlns:a16="http://schemas.microsoft.com/office/drawing/2014/main" id="{C8B73F6C-B703-4E05-AABA-740C6327B8EA}"/>
              </a:ext>
            </a:extLst>
          </p:cNvPr>
          <p:cNvSpPr>
            <a:spLocks noGrp="1"/>
          </p:cNvSpPr>
          <p:nvPr>
            <p:ph type="body" sz="quarter" idx="15"/>
          </p:nvPr>
        </p:nvSpPr>
        <p:spPr>
          <a:xfrm>
            <a:off x="6649556" y="1272209"/>
            <a:ext cx="5207084" cy="2252220"/>
          </a:xfrm>
        </p:spPr>
        <p:txBody>
          <a:bodyPr/>
          <a:lstStyle/>
          <a:p>
            <a:pPr marL="342900" indent="-342900">
              <a:lnSpc>
                <a:spcPct val="120000"/>
              </a:lnSpc>
              <a:spcAft>
                <a:spcPts val="300"/>
              </a:spcAft>
              <a:buFont typeface="Arial" panose="020B0604020202020204" pitchFamily="34" charset="0"/>
              <a:buChar char="•"/>
            </a:pPr>
            <a:r>
              <a:rPr lang="en-US" sz="1400" dirty="0"/>
              <a:t>Flushing involves high volumes of water at low pressure to wash stranded, or buried, oil from shorelines. </a:t>
            </a:r>
          </a:p>
          <a:p>
            <a:pPr marL="342900" indent="-342900">
              <a:lnSpc>
                <a:spcPct val="120000"/>
              </a:lnSpc>
              <a:spcAft>
                <a:spcPts val="300"/>
              </a:spcAft>
              <a:buFont typeface="Arial" panose="020B0604020202020204" pitchFamily="34" charset="0"/>
              <a:buChar char="•"/>
            </a:pPr>
            <a:r>
              <a:rPr lang="en-US" sz="1400" dirty="0"/>
              <a:t>The two most common applications of this technique are the removal of buried oil or removal of surface oil from sensitive areas like tidal mud flats and salt marshes.</a:t>
            </a:r>
          </a:p>
          <a:p>
            <a:pPr marL="342900" indent="-342900">
              <a:lnSpc>
                <a:spcPct val="120000"/>
              </a:lnSpc>
              <a:spcAft>
                <a:spcPts val="300"/>
              </a:spcAft>
              <a:buFont typeface="Arial" panose="020B0604020202020204" pitchFamily="34" charset="0"/>
              <a:buChar char="•"/>
            </a:pPr>
            <a:r>
              <a:rPr lang="en-US" sz="1400" dirty="0"/>
              <a:t>This technique is often used in conjunction with sorbent deployment to collect oil released during the flushing process.</a:t>
            </a:r>
          </a:p>
          <a:p>
            <a:pPr marL="342900" indent="-342900">
              <a:lnSpc>
                <a:spcPct val="120000"/>
              </a:lnSpc>
              <a:spcAft>
                <a:spcPts val="300"/>
              </a:spcAft>
              <a:buFont typeface="Arial" panose="020B0604020202020204" pitchFamily="34" charset="0"/>
              <a:buChar char="•"/>
            </a:pPr>
            <a:r>
              <a:rPr lang="en-US" sz="1400" dirty="0"/>
              <a:t>Operation is limited by the tidal cycle.</a:t>
            </a:r>
          </a:p>
        </p:txBody>
      </p:sp>
      <p:pic>
        <p:nvPicPr>
          <p:cNvPr id="15" name="Picture 5" descr="A line of clean-up workers hose off oil from a rocky shore using hot water following the Exxon Valdez oil spill. Exxon Valdez Oil Spill Trustee Council&#10;&#10;">
            <a:extLst>
              <a:ext uri="{FF2B5EF4-FFF2-40B4-BE49-F238E27FC236}">
                <a16:creationId xmlns:a16="http://schemas.microsoft.com/office/drawing/2014/main" id="{393C0EF1-3BD3-4622-AF94-C00D994D5E38}"/>
              </a:ext>
            </a:extLst>
          </p:cNvPr>
          <p:cNvPicPr>
            <a:picLocks noGrp="1" noChangeAspect="1" noChangeArrowheads="1"/>
          </p:cNvPicPr>
          <p:nvPr>
            <p:ph type="pic" sz="quarter" idx="14"/>
          </p:nvPr>
        </p:nvPicPr>
        <p:blipFill>
          <a:blip r:embed="rId3" cstate="email">
            <a:extLst>
              <a:ext uri="{28A0092B-C50C-407E-A947-70E740481C1C}">
                <a14:useLocalDpi xmlns:a14="http://schemas.microsoft.com/office/drawing/2010/main"/>
              </a:ext>
            </a:extLst>
          </a:blip>
          <a:srcRect/>
          <a:stretch>
            <a:fillRect/>
          </a:stretch>
        </p:blipFill>
        <p:spPr bwMode="auto">
          <a:xfrm>
            <a:off x="534988" y="3802063"/>
            <a:ext cx="4968875" cy="2252662"/>
          </a:xfrm>
          <a:prstGeom prst="rect">
            <a:avLst/>
          </a:prstGeom>
          <a:solidFill>
            <a:schemeClr val="bg1"/>
          </a:solidFill>
          <a:ln w="31750">
            <a:solidFill>
              <a:schemeClr val="bg1"/>
            </a:solidFill>
          </a:ln>
        </p:spPr>
      </p:pic>
      <p:pic>
        <p:nvPicPr>
          <p:cNvPr id="16" name="Picture 4" descr="Training and Exercises | Western Canada Marine Response Corporation">
            <a:extLst>
              <a:ext uri="{FF2B5EF4-FFF2-40B4-BE49-F238E27FC236}">
                <a16:creationId xmlns:a16="http://schemas.microsoft.com/office/drawing/2014/main" id="{F7270626-7508-420B-9879-5CE55FF5182B}"/>
              </a:ext>
            </a:extLst>
          </p:cNvPr>
          <p:cNvPicPr>
            <a:picLocks noGrp="1" noChangeAspect="1" noChangeArrowheads="1"/>
          </p:cNvPicPr>
          <p:nvPr>
            <p:ph type="pic" sz="quarter" idx="16"/>
          </p:nvPr>
        </p:nvPicPr>
        <p:blipFill>
          <a:blip r:embed="rId4" cstate="email">
            <a:extLst>
              <a:ext uri="{28A0092B-C50C-407E-A947-70E740481C1C}">
                <a14:useLocalDpi xmlns:a14="http://schemas.microsoft.com/office/drawing/2010/main"/>
              </a:ext>
            </a:extLst>
          </a:blip>
          <a:srcRect/>
          <a:stretch>
            <a:fillRect/>
          </a:stretch>
        </p:blipFill>
        <p:spPr bwMode="auto">
          <a:xfrm>
            <a:off x="6673850" y="3802063"/>
            <a:ext cx="4967288" cy="2252662"/>
          </a:xfrm>
          <a:prstGeom prst="rect">
            <a:avLst/>
          </a:prstGeom>
          <a:solidFill>
            <a:schemeClr val="bg1"/>
          </a:solidFill>
          <a:ln w="38100">
            <a:solidFill>
              <a:srgbClr val="002F5F"/>
            </a:solidFill>
          </a:ln>
        </p:spPr>
      </p:pic>
    </p:spTree>
    <p:extLst>
      <p:ext uri="{BB962C8B-B14F-4D97-AF65-F5344CB8AC3E}">
        <p14:creationId xmlns:p14="http://schemas.microsoft.com/office/powerpoint/2010/main" val="19629272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0257514-F637-42D3-A7D9-CB6A76072C06}"/>
              </a:ext>
            </a:extLst>
          </p:cNvPr>
          <p:cNvSpPr>
            <a:spLocks noGrp="1"/>
          </p:cNvSpPr>
          <p:nvPr>
            <p:ph type="body" sz="quarter" idx="17"/>
          </p:nvPr>
        </p:nvSpPr>
        <p:spPr>
          <a:xfrm>
            <a:off x="6649556" y="552128"/>
            <a:ext cx="5015730" cy="536622"/>
          </a:xfrm>
        </p:spPr>
        <p:txBody>
          <a:bodyPr/>
          <a:lstStyle/>
          <a:p>
            <a:pPr>
              <a:buFontTx/>
            </a:pPr>
            <a:r>
              <a:rPr lang="en-US" dirty="0"/>
              <a:t>Manual Clean-up</a:t>
            </a:r>
          </a:p>
        </p:txBody>
      </p:sp>
      <p:sp>
        <p:nvSpPr>
          <p:cNvPr id="6" name="Slide Number Placeholder 5">
            <a:extLst>
              <a:ext uri="{FF2B5EF4-FFF2-40B4-BE49-F238E27FC236}">
                <a16:creationId xmlns:a16="http://schemas.microsoft.com/office/drawing/2014/main" id="{FD1D6E41-6538-4AEC-9063-8B1530CB75B9}"/>
              </a:ext>
            </a:extLst>
          </p:cNvPr>
          <p:cNvSpPr>
            <a:spLocks noGrp="1"/>
          </p:cNvSpPr>
          <p:nvPr>
            <p:ph type="sldNum" sz="quarter" idx="10"/>
          </p:nvPr>
        </p:nvSpPr>
        <p:spPr/>
        <p:txBody>
          <a:bodyPr/>
          <a:lstStyle/>
          <a:p>
            <a:fld id="{5B16D1FE-3A35-41BA-8EBE-413702045235}" type="slidenum">
              <a:rPr lang="en-US" smtClean="0"/>
              <a:pPr/>
              <a:t>22</a:t>
            </a:fld>
            <a:endParaRPr lang="en-US" dirty="0"/>
          </a:p>
        </p:txBody>
      </p:sp>
      <p:sp>
        <p:nvSpPr>
          <p:cNvPr id="4" name="Date Placeholder 3">
            <a:extLst>
              <a:ext uri="{FF2B5EF4-FFF2-40B4-BE49-F238E27FC236}">
                <a16:creationId xmlns:a16="http://schemas.microsoft.com/office/drawing/2014/main" id="{C58C151B-FCA8-4178-B8D9-3AE9DD9AD3FD}"/>
              </a:ext>
            </a:extLst>
          </p:cNvPr>
          <p:cNvSpPr>
            <a:spLocks noGrp="1"/>
          </p:cNvSpPr>
          <p:nvPr>
            <p:ph type="dt" sz="half" idx="11"/>
          </p:nvPr>
        </p:nvSpPr>
        <p:spPr/>
        <p:txBody>
          <a:bodyPr/>
          <a:lstStyle/>
          <a:p>
            <a:fld id="{965D6AC2-7F91-4A32-903D-06F33C043179}" type="datetime1">
              <a:rPr lang="en-US" smtClean="0"/>
              <a:t>10/1/26</a:t>
            </a:fld>
            <a:endParaRPr lang="en-US" dirty="0"/>
          </a:p>
        </p:txBody>
      </p:sp>
      <p:sp>
        <p:nvSpPr>
          <p:cNvPr id="7" name="Title 6">
            <a:extLst>
              <a:ext uri="{FF2B5EF4-FFF2-40B4-BE49-F238E27FC236}">
                <a16:creationId xmlns:a16="http://schemas.microsoft.com/office/drawing/2014/main" id="{98718CB0-B4D4-4A7C-AC61-7B3FA04FD20B}"/>
              </a:ext>
            </a:extLst>
          </p:cNvPr>
          <p:cNvSpPr>
            <a:spLocks noGrp="1"/>
          </p:cNvSpPr>
          <p:nvPr>
            <p:ph type="title"/>
          </p:nvPr>
        </p:nvSpPr>
        <p:spPr/>
        <p:txBody>
          <a:bodyPr/>
          <a:lstStyle/>
          <a:p>
            <a:r>
              <a:rPr lang="en-US" dirty="0">
                <a:solidFill>
                  <a:schemeClr val="bg1"/>
                </a:solidFill>
              </a:rPr>
              <a:t>Mechanical Removal</a:t>
            </a:r>
            <a:endParaRPr lang="en-US" dirty="0"/>
          </a:p>
        </p:txBody>
      </p:sp>
      <p:sp>
        <p:nvSpPr>
          <p:cNvPr id="8" name="Text Placeholder 7">
            <a:extLst>
              <a:ext uri="{FF2B5EF4-FFF2-40B4-BE49-F238E27FC236}">
                <a16:creationId xmlns:a16="http://schemas.microsoft.com/office/drawing/2014/main" id="{312E56BB-D25C-42AA-B274-A802FC937A17}"/>
              </a:ext>
            </a:extLst>
          </p:cNvPr>
          <p:cNvSpPr>
            <a:spLocks noGrp="1"/>
          </p:cNvSpPr>
          <p:nvPr>
            <p:ph type="body" sz="quarter" idx="13"/>
          </p:nvPr>
        </p:nvSpPr>
        <p:spPr/>
        <p:txBody>
          <a:bodyPr/>
          <a:lstStyle/>
          <a:p>
            <a:pPr marL="342900" indent="-342900">
              <a:lnSpc>
                <a:spcPct val="120000"/>
              </a:lnSpc>
              <a:spcAft>
                <a:spcPts val="300"/>
              </a:spcAft>
              <a:buFont typeface="Arial" panose="020B0604020202020204" pitchFamily="34" charset="0"/>
              <a:buChar char="•"/>
            </a:pPr>
            <a:r>
              <a:rPr lang="en-US" sz="1400" b="1" dirty="0">
                <a:solidFill>
                  <a:schemeClr val="bg1"/>
                </a:solidFill>
              </a:rPr>
              <a:t>Equipment: </a:t>
            </a:r>
            <a:r>
              <a:rPr lang="en-US" sz="1400" dirty="0">
                <a:solidFill>
                  <a:schemeClr val="bg1"/>
                </a:solidFill>
              </a:rPr>
              <a:t>Uses heavy machinery like graders, loaders, and tractors.</a:t>
            </a:r>
          </a:p>
          <a:p>
            <a:pPr marL="342900" indent="-342900">
              <a:lnSpc>
                <a:spcPct val="120000"/>
              </a:lnSpc>
              <a:spcAft>
                <a:spcPts val="300"/>
              </a:spcAft>
              <a:buFont typeface="Arial" panose="020B0604020202020204" pitchFamily="34" charset="0"/>
              <a:buChar char="•"/>
            </a:pPr>
            <a:r>
              <a:rPr lang="en-US" sz="1400" b="1" dirty="0">
                <a:solidFill>
                  <a:schemeClr val="bg1"/>
                </a:solidFill>
              </a:rPr>
              <a:t>Pumping for Pollutants: </a:t>
            </a:r>
            <a:r>
              <a:rPr lang="en-US" sz="1400" dirty="0">
                <a:solidFill>
                  <a:schemeClr val="bg1"/>
                </a:solidFill>
              </a:rPr>
              <a:t>Pumping equipment for contained pollutants, with storage transfer.</a:t>
            </a:r>
          </a:p>
          <a:p>
            <a:pPr marL="342900" indent="-342900">
              <a:lnSpc>
                <a:spcPct val="120000"/>
              </a:lnSpc>
              <a:spcAft>
                <a:spcPts val="300"/>
              </a:spcAft>
              <a:buFont typeface="Arial" panose="020B0604020202020204" pitchFamily="34" charset="0"/>
              <a:buChar char="•"/>
            </a:pPr>
            <a:r>
              <a:rPr lang="en-US" sz="1400" b="1" dirty="0">
                <a:solidFill>
                  <a:schemeClr val="bg1"/>
                </a:solidFill>
              </a:rPr>
              <a:t>Recovery Variability</a:t>
            </a:r>
            <a:r>
              <a:rPr lang="en-US" sz="1400" dirty="0">
                <a:solidFill>
                  <a:schemeClr val="bg1"/>
                </a:solidFill>
              </a:rPr>
              <a:t>: Strategy depends on oil's characteristics.</a:t>
            </a:r>
          </a:p>
          <a:p>
            <a:pPr marL="342900" indent="-342900">
              <a:lnSpc>
                <a:spcPct val="120000"/>
              </a:lnSpc>
              <a:spcAft>
                <a:spcPts val="300"/>
              </a:spcAft>
              <a:buFont typeface="Arial" panose="020B0604020202020204" pitchFamily="34" charset="0"/>
              <a:buChar char="•"/>
            </a:pPr>
            <a:r>
              <a:rPr lang="en-US" sz="1400" b="1" dirty="0">
                <a:solidFill>
                  <a:schemeClr val="bg1"/>
                </a:solidFill>
              </a:rPr>
              <a:t>Advantages: </a:t>
            </a:r>
            <a:r>
              <a:rPr lang="en-US" sz="1400" dirty="0">
                <a:solidFill>
                  <a:schemeClr val="bg1"/>
                </a:solidFill>
              </a:rPr>
              <a:t>Effective in high water and debris scenarios.</a:t>
            </a:r>
          </a:p>
        </p:txBody>
      </p:sp>
      <p:sp>
        <p:nvSpPr>
          <p:cNvPr id="10" name="Text Placeholder 9">
            <a:extLst>
              <a:ext uri="{FF2B5EF4-FFF2-40B4-BE49-F238E27FC236}">
                <a16:creationId xmlns:a16="http://schemas.microsoft.com/office/drawing/2014/main" id="{C8B73F6C-B703-4E05-AABA-740C6327B8EA}"/>
              </a:ext>
            </a:extLst>
          </p:cNvPr>
          <p:cNvSpPr>
            <a:spLocks noGrp="1"/>
          </p:cNvSpPr>
          <p:nvPr>
            <p:ph type="body" sz="quarter" idx="15"/>
          </p:nvPr>
        </p:nvSpPr>
        <p:spPr>
          <a:xfrm>
            <a:off x="6649556" y="1272209"/>
            <a:ext cx="5207084" cy="2252220"/>
          </a:xfrm>
        </p:spPr>
        <p:txBody>
          <a:bodyPr/>
          <a:lstStyle/>
          <a:p>
            <a:pPr marL="342900" indent="-342900">
              <a:lnSpc>
                <a:spcPct val="120000"/>
              </a:lnSpc>
              <a:spcAft>
                <a:spcPts val="300"/>
              </a:spcAft>
              <a:buFont typeface="Arial" panose="020B0604020202020204" pitchFamily="34" charset="0"/>
              <a:buChar char="•"/>
            </a:pPr>
            <a:r>
              <a:rPr lang="en-US" sz="1400" dirty="0" err="1"/>
              <a:t>Utilised</a:t>
            </a:r>
            <a:r>
              <a:rPr lang="en-US" sz="1400" dirty="0"/>
              <a:t> on non-fluid stranded oil and oiled beach materials (sand and shingle) on shorelines accessible on foot. </a:t>
            </a:r>
          </a:p>
          <a:p>
            <a:pPr marL="342900" indent="-342900">
              <a:lnSpc>
                <a:spcPct val="120000"/>
              </a:lnSpc>
              <a:spcAft>
                <a:spcPts val="300"/>
              </a:spcAft>
              <a:buFont typeface="Arial" panose="020B0604020202020204" pitchFamily="34" charset="0"/>
              <a:buChar char="•"/>
            </a:pPr>
            <a:r>
              <a:rPr lang="en-US" sz="1400" dirty="0"/>
              <a:t>Oil can be removed with a variety of implements being, trowels, scrapers, rakes and shovels. Recovered oil is usually placed in heavy-duty plastic bags.</a:t>
            </a:r>
          </a:p>
          <a:p>
            <a:pPr marL="342900" indent="-342900">
              <a:lnSpc>
                <a:spcPct val="120000"/>
              </a:lnSpc>
              <a:spcAft>
                <a:spcPts val="300"/>
              </a:spcAft>
              <a:buFont typeface="Arial" panose="020B0604020202020204" pitchFamily="34" charset="0"/>
              <a:buChar char="•"/>
            </a:pPr>
            <a:r>
              <a:rPr lang="en-US" sz="1400" dirty="0" err="1"/>
              <a:t>Labour</a:t>
            </a:r>
            <a:r>
              <a:rPr lang="en-US" sz="1400" dirty="0"/>
              <a:t> and time intensive with a high degree of coordination required.</a:t>
            </a:r>
          </a:p>
        </p:txBody>
      </p:sp>
      <p:pic>
        <p:nvPicPr>
          <p:cNvPr id="19" name="Picture 4" descr="How Do Oil Spills Get Cleaned up on Shore? | response.restoration.noaa.gov">
            <a:extLst>
              <a:ext uri="{FF2B5EF4-FFF2-40B4-BE49-F238E27FC236}">
                <a16:creationId xmlns:a16="http://schemas.microsoft.com/office/drawing/2014/main" id="{AE8358C0-387B-4B96-A2B6-C1248ACBFEB1}"/>
              </a:ext>
            </a:extLst>
          </p:cNvPr>
          <p:cNvPicPr>
            <a:picLocks noGrp="1" noChangeAspect="1" noChangeArrowheads="1"/>
          </p:cNvPicPr>
          <p:nvPr>
            <p:ph type="pic" sz="quarter" idx="14"/>
          </p:nvPr>
        </p:nvPicPr>
        <p:blipFill>
          <a:blip r:embed="rId3" cstate="email">
            <a:extLst>
              <a:ext uri="{28A0092B-C50C-407E-A947-70E740481C1C}">
                <a14:useLocalDpi xmlns:a14="http://schemas.microsoft.com/office/drawing/2010/main"/>
              </a:ext>
            </a:extLst>
          </a:blip>
          <a:srcRect/>
          <a:stretch>
            <a:fillRect/>
          </a:stretch>
        </p:blipFill>
        <p:spPr bwMode="auto">
          <a:xfrm>
            <a:off x="534988" y="3802063"/>
            <a:ext cx="4968875" cy="2252662"/>
          </a:xfrm>
          <a:prstGeom prst="rect">
            <a:avLst/>
          </a:prstGeom>
          <a:solidFill>
            <a:schemeClr val="bg1"/>
          </a:solidFill>
          <a:ln w="31750">
            <a:solidFill>
              <a:schemeClr val="bg1"/>
            </a:solidFill>
          </a:ln>
        </p:spPr>
      </p:pic>
      <p:pic>
        <p:nvPicPr>
          <p:cNvPr id="20" name="Picture 2" descr="Generated by DALL·E">
            <a:extLst>
              <a:ext uri="{FF2B5EF4-FFF2-40B4-BE49-F238E27FC236}">
                <a16:creationId xmlns:a16="http://schemas.microsoft.com/office/drawing/2014/main" id="{CD9E666C-6E7C-4E54-A24E-C1FE58FF2215}"/>
              </a:ext>
            </a:extLst>
          </p:cNvPr>
          <p:cNvPicPr>
            <a:picLocks noGrp="1" noChangeAspect="1" noChangeArrowheads="1"/>
          </p:cNvPicPr>
          <p:nvPr>
            <p:ph type="pic" sz="quarter" idx="16"/>
          </p:nvPr>
        </p:nvPicPr>
        <p:blipFill rotWithShape="1">
          <a:blip r:embed="rId4" cstate="email">
            <a:extLst>
              <a:ext uri="{28A0092B-C50C-407E-A947-70E740481C1C}">
                <a14:useLocalDpi xmlns:a14="http://schemas.microsoft.com/office/drawing/2010/main"/>
              </a:ext>
            </a:extLst>
          </a:blip>
          <a:srcRect/>
          <a:stretch/>
        </p:blipFill>
        <p:spPr bwMode="auto">
          <a:xfrm>
            <a:off x="6673850" y="3802063"/>
            <a:ext cx="4967288" cy="2252662"/>
          </a:xfrm>
          <a:prstGeom prst="rect">
            <a:avLst/>
          </a:prstGeom>
          <a:solidFill>
            <a:schemeClr val="bg1"/>
          </a:solidFill>
          <a:ln w="38100">
            <a:solidFill>
              <a:srgbClr val="002F5F"/>
            </a:solidFill>
          </a:ln>
        </p:spPr>
      </p:pic>
    </p:spTree>
    <p:extLst>
      <p:ext uri="{BB962C8B-B14F-4D97-AF65-F5344CB8AC3E}">
        <p14:creationId xmlns:p14="http://schemas.microsoft.com/office/powerpoint/2010/main" val="33676875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0257514-F637-42D3-A7D9-CB6A76072C06}"/>
              </a:ext>
            </a:extLst>
          </p:cNvPr>
          <p:cNvSpPr>
            <a:spLocks noGrp="1"/>
          </p:cNvSpPr>
          <p:nvPr>
            <p:ph type="body" sz="quarter" idx="17"/>
          </p:nvPr>
        </p:nvSpPr>
        <p:spPr>
          <a:xfrm>
            <a:off x="6649556" y="552128"/>
            <a:ext cx="5015730" cy="536622"/>
          </a:xfrm>
        </p:spPr>
        <p:txBody>
          <a:bodyPr/>
          <a:lstStyle/>
          <a:p>
            <a:pPr>
              <a:buFontTx/>
            </a:pPr>
            <a:r>
              <a:rPr lang="en-US" dirty="0"/>
              <a:t>Sorbent Use</a:t>
            </a:r>
          </a:p>
        </p:txBody>
      </p:sp>
      <p:sp>
        <p:nvSpPr>
          <p:cNvPr id="6" name="Slide Number Placeholder 5">
            <a:extLst>
              <a:ext uri="{FF2B5EF4-FFF2-40B4-BE49-F238E27FC236}">
                <a16:creationId xmlns:a16="http://schemas.microsoft.com/office/drawing/2014/main" id="{FD1D6E41-6538-4AEC-9063-8B1530CB75B9}"/>
              </a:ext>
            </a:extLst>
          </p:cNvPr>
          <p:cNvSpPr>
            <a:spLocks noGrp="1"/>
          </p:cNvSpPr>
          <p:nvPr>
            <p:ph type="sldNum" sz="quarter" idx="10"/>
          </p:nvPr>
        </p:nvSpPr>
        <p:spPr/>
        <p:txBody>
          <a:bodyPr/>
          <a:lstStyle/>
          <a:p>
            <a:fld id="{5B16D1FE-3A35-41BA-8EBE-413702045235}" type="slidenum">
              <a:rPr lang="en-US" smtClean="0"/>
              <a:pPr/>
              <a:t>23</a:t>
            </a:fld>
            <a:endParaRPr lang="en-US" dirty="0"/>
          </a:p>
        </p:txBody>
      </p:sp>
      <p:sp>
        <p:nvSpPr>
          <p:cNvPr id="4" name="Date Placeholder 3">
            <a:extLst>
              <a:ext uri="{FF2B5EF4-FFF2-40B4-BE49-F238E27FC236}">
                <a16:creationId xmlns:a16="http://schemas.microsoft.com/office/drawing/2014/main" id="{C58C151B-FCA8-4178-B8D9-3AE9DD9AD3FD}"/>
              </a:ext>
            </a:extLst>
          </p:cNvPr>
          <p:cNvSpPr>
            <a:spLocks noGrp="1"/>
          </p:cNvSpPr>
          <p:nvPr>
            <p:ph type="dt" sz="half" idx="11"/>
          </p:nvPr>
        </p:nvSpPr>
        <p:spPr/>
        <p:txBody>
          <a:bodyPr/>
          <a:lstStyle/>
          <a:p>
            <a:fld id="{965D6AC2-7F91-4A32-903D-06F33C043179}" type="datetime1">
              <a:rPr lang="en-US" smtClean="0"/>
              <a:t>10/1/26</a:t>
            </a:fld>
            <a:endParaRPr lang="en-US" dirty="0"/>
          </a:p>
        </p:txBody>
      </p:sp>
      <p:sp>
        <p:nvSpPr>
          <p:cNvPr id="7" name="Title 6">
            <a:extLst>
              <a:ext uri="{FF2B5EF4-FFF2-40B4-BE49-F238E27FC236}">
                <a16:creationId xmlns:a16="http://schemas.microsoft.com/office/drawing/2014/main" id="{98718CB0-B4D4-4A7C-AC61-7B3FA04FD20B}"/>
              </a:ext>
            </a:extLst>
          </p:cNvPr>
          <p:cNvSpPr>
            <a:spLocks noGrp="1"/>
          </p:cNvSpPr>
          <p:nvPr>
            <p:ph type="title"/>
          </p:nvPr>
        </p:nvSpPr>
        <p:spPr/>
        <p:txBody>
          <a:bodyPr/>
          <a:lstStyle/>
          <a:p>
            <a:r>
              <a:rPr lang="en-US" dirty="0">
                <a:solidFill>
                  <a:schemeClr val="bg1"/>
                </a:solidFill>
              </a:rPr>
              <a:t>Surf Washing</a:t>
            </a:r>
            <a:endParaRPr lang="en-US" dirty="0"/>
          </a:p>
        </p:txBody>
      </p:sp>
      <p:sp>
        <p:nvSpPr>
          <p:cNvPr id="8" name="Text Placeholder 7">
            <a:extLst>
              <a:ext uri="{FF2B5EF4-FFF2-40B4-BE49-F238E27FC236}">
                <a16:creationId xmlns:a16="http://schemas.microsoft.com/office/drawing/2014/main" id="{312E56BB-D25C-42AA-B274-A802FC937A17}"/>
              </a:ext>
            </a:extLst>
          </p:cNvPr>
          <p:cNvSpPr>
            <a:spLocks noGrp="1"/>
          </p:cNvSpPr>
          <p:nvPr>
            <p:ph type="body" sz="quarter" idx="13"/>
          </p:nvPr>
        </p:nvSpPr>
        <p:spPr/>
        <p:txBody>
          <a:bodyPr/>
          <a:lstStyle/>
          <a:p>
            <a:pPr marL="342900" indent="-342900">
              <a:lnSpc>
                <a:spcPct val="120000"/>
              </a:lnSpc>
              <a:spcAft>
                <a:spcPts val="300"/>
              </a:spcAft>
              <a:buFont typeface="Arial" panose="020B0604020202020204" pitchFamily="34" charset="0"/>
              <a:buChar char="•"/>
            </a:pPr>
            <a:r>
              <a:rPr lang="en-US" sz="1400" dirty="0">
                <a:solidFill>
                  <a:schemeClr val="bg1"/>
                </a:solidFill>
              </a:rPr>
              <a:t>Natural process, which can be enhanced by using </a:t>
            </a:r>
            <a:r>
              <a:rPr lang="en-US" sz="1400" dirty="0" err="1">
                <a:solidFill>
                  <a:schemeClr val="bg1"/>
                </a:solidFill>
              </a:rPr>
              <a:t>labour</a:t>
            </a:r>
            <a:r>
              <a:rPr lang="en-US" sz="1400" dirty="0">
                <a:solidFill>
                  <a:schemeClr val="bg1"/>
                </a:solidFill>
              </a:rPr>
              <a:t> or heavy plant to relocate contaminated substrate into the surf zone. </a:t>
            </a:r>
          </a:p>
          <a:p>
            <a:pPr marL="342900" indent="-342900">
              <a:lnSpc>
                <a:spcPct val="120000"/>
              </a:lnSpc>
              <a:spcAft>
                <a:spcPts val="300"/>
              </a:spcAft>
              <a:buFont typeface="Arial" panose="020B0604020202020204" pitchFamily="34" charset="0"/>
              <a:buChar char="•"/>
            </a:pPr>
            <a:r>
              <a:rPr lang="en-US" sz="1400" dirty="0" err="1">
                <a:solidFill>
                  <a:schemeClr val="bg1"/>
                </a:solidFill>
              </a:rPr>
              <a:t>Utilises</a:t>
            </a:r>
            <a:r>
              <a:rPr lang="en-US" sz="1400" dirty="0">
                <a:solidFill>
                  <a:schemeClr val="bg1"/>
                </a:solidFill>
              </a:rPr>
              <a:t> the wave energy in the intertidal surf zone to remove oil from the substrate through abrasion, oil-mineral aggregates (molecules of oil absorbed on to mineral surfaces), and dispersion (and potentially evaporation). </a:t>
            </a:r>
          </a:p>
          <a:p>
            <a:pPr marL="342900" indent="-342900">
              <a:lnSpc>
                <a:spcPct val="120000"/>
              </a:lnSpc>
              <a:spcAft>
                <a:spcPts val="300"/>
              </a:spcAft>
              <a:buFont typeface="Arial" panose="020B0604020202020204" pitchFamily="34" charset="0"/>
              <a:buChar char="•"/>
            </a:pPr>
            <a:r>
              <a:rPr lang="en-US" sz="1400" dirty="0">
                <a:solidFill>
                  <a:schemeClr val="bg1"/>
                </a:solidFill>
              </a:rPr>
              <a:t>Alters the beach profile and restricted by the tidal cycle.</a:t>
            </a:r>
          </a:p>
        </p:txBody>
      </p:sp>
      <p:sp>
        <p:nvSpPr>
          <p:cNvPr id="10" name="Text Placeholder 9">
            <a:extLst>
              <a:ext uri="{FF2B5EF4-FFF2-40B4-BE49-F238E27FC236}">
                <a16:creationId xmlns:a16="http://schemas.microsoft.com/office/drawing/2014/main" id="{C8B73F6C-B703-4E05-AABA-740C6327B8EA}"/>
              </a:ext>
            </a:extLst>
          </p:cNvPr>
          <p:cNvSpPr>
            <a:spLocks noGrp="1"/>
          </p:cNvSpPr>
          <p:nvPr>
            <p:ph type="body" sz="quarter" idx="15"/>
          </p:nvPr>
        </p:nvSpPr>
        <p:spPr>
          <a:xfrm>
            <a:off x="6649556" y="1272209"/>
            <a:ext cx="5207084" cy="2252220"/>
          </a:xfrm>
        </p:spPr>
        <p:txBody>
          <a:bodyPr/>
          <a:lstStyle/>
          <a:p>
            <a:pPr marL="342900" indent="-342900">
              <a:lnSpc>
                <a:spcPct val="120000"/>
              </a:lnSpc>
              <a:spcAft>
                <a:spcPts val="300"/>
              </a:spcAft>
              <a:buFont typeface="Arial" panose="020B0604020202020204" pitchFamily="34" charset="0"/>
              <a:buChar char="•"/>
            </a:pPr>
            <a:r>
              <a:rPr lang="en-US" sz="1400" dirty="0"/>
              <a:t>Sorbents can be used to collect product from the shore, manmade structures or floating on the marine environment. </a:t>
            </a:r>
          </a:p>
          <a:p>
            <a:pPr marL="342900" indent="-342900">
              <a:lnSpc>
                <a:spcPct val="120000"/>
              </a:lnSpc>
              <a:spcAft>
                <a:spcPts val="300"/>
              </a:spcAft>
              <a:buFont typeface="Arial" panose="020B0604020202020204" pitchFamily="34" charset="0"/>
              <a:buChar char="•"/>
            </a:pPr>
            <a:r>
              <a:rPr lang="en-US" sz="1400" dirty="0"/>
              <a:t>They are bagged and stored at the temporary waste storage area for contaminated solids. </a:t>
            </a:r>
          </a:p>
          <a:p>
            <a:pPr marL="342900" indent="-342900">
              <a:lnSpc>
                <a:spcPct val="120000"/>
              </a:lnSpc>
              <a:spcAft>
                <a:spcPts val="300"/>
              </a:spcAft>
              <a:buFont typeface="Arial" panose="020B0604020202020204" pitchFamily="34" charset="0"/>
              <a:buChar char="•"/>
            </a:pPr>
            <a:r>
              <a:rPr lang="en-US" sz="1400" dirty="0"/>
              <a:t>The large-scale use of sorbents is not advocated as it increases the quantities of waste produced. </a:t>
            </a:r>
          </a:p>
        </p:txBody>
      </p:sp>
      <p:pic>
        <p:nvPicPr>
          <p:cNvPr id="11" name="Picture Placeholder 10">
            <a:extLst>
              <a:ext uri="{FF2B5EF4-FFF2-40B4-BE49-F238E27FC236}">
                <a16:creationId xmlns:a16="http://schemas.microsoft.com/office/drawing/2014/main" id="{F47E9FB2-0DBD-4005-8378-6CD6712A2440}"/>
              </a:ext>
            </a:extLst>
          </p:cNvPr>
          <p:cNvPicPr>
            <a:picLocks noGrp="1" noChangeAspect="1"/>
          </p:cNvPicPr>
          <p:nvPr>
            <p:ph type="pic" sz="quarter" idx="14"/>
          </p:nvPr>
        </p:nvPicPr>
        <p:blipFill rotWithShape="1">
          <a:blip r:embed="rId3" cstate="email">
            <a:extLst>
              <a:ext uri="{28A0092B-C50C-407E-A947-70E740481C1C}">
                <a14:useLocalDpi xmlns:a14="http://schemas.microsoft.com/office/drawing/2010/main"/>
              </a:ext>
            </a:extLst>
          </a:blip>
          <a:srcRect t="-1145"/>
          <a:stretch/>
        </p:blipFill>
        <p:spPr>
          <a:xfrm>
            <a:off x="534629" y="3802658"/>
            <a:ext cx="4968552" cy="2252220"/>
          </a:xfrm>
          <a:prstGeom prst="rect">
            <a:avLst/>
          </a:prstGeom>
          <a:solidFill>
            <a:schemeClr val="bg1"/>
          </a:solidFill>
          <a:ln w="31750">
            <a:solidFill>
              <a:schemeClr val="bg1"/>
            </a:solidFill>
          </a:ln>
        </p:spPr>
      </p:pic>
      <p:pic>
        <p:nvPicPr>
          <p:cNvPr id="22" name="Picture Placeholder 21">
            <a:extLst>
              <a:ext uri="{FF2B5EF4-FFF2-40B4-BE49-F238E27FC236}">
                <a16:creationId xmlns:a16="http://schemas.microsoft.com/office/drawing/2014/main" id="{B09CE8DB-1732-4A92-A43D-9C364C0C4D02}"/>
              </a:ext>
            </a:extLst>
          </p:cNvPr>
          <p:cNvPicPr>
            <a:picLocks noGrp="1" noChangeAspect="1"/>
          </p:cNvPicPr>
          <p:nvPr>
            <p:ph type="pic" sz="quarter" idx="16"/>
          </p:nvPr>
        </p:nvPicPr>
        <p:blipFill rotWithShape="1">
          <a:blip r:embed="rId4" cstate="email">
            <a:extLst>
              <a:ext uri="{28A0092B-C50C-407E-A947-70E740481C1C}">
                <a14:useLocalDpi xmlns:a14="http://schemas.microsoft.com/office/drawing/2010/main"/>
              </a:ext>
            </a:extLst>
          </a:blip>
          <a:srcRect/>
          <a:stretch/>
        </p:blipFill>
        <p:spPr>
          <a:solidFill>
            <a:schemeClr val="bg1"/>
          </a:solidFill>
          <a:ln w="38100">
            <a:solidFill>
              <a:srgbClr val="002F5F"/>
            </a:solidFill>
          </a:ln>
        </p:spPr>
      </p:pic>
    </p:spTree>
    <p:extLst>
      <p:ext uri="{BB962C8B-B14F-4D97-AF65-F5344CB8AC3E}">
        <p14:creationId xmlns:p14="http://schemas.microsoft.com/office/powerpoint/2010/main" val="39573157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0257514-F637-42D3-A7D9-CB6A76072C06}"/>
              </a:ext>
            </a:extLst>
          </p:cNvPr>
          <p:cNvSpPr>
            <a:spLocks noGrp="1"/>
          </p:cNvSpPr>
          <p:nvPr>
            <p:ph type="body" sz="quarter" idx="17"/>
          </p:nvPr>
        </p:nvSpPr>
        <p:spPr>
          <a:xfrm>
            <a:off x="6649556" y="552128"/>
            <a:ext cx="5015730" cy="436017"/>
          </a:xfrm>
        </p:spPr>
        <p:txBody>
          <a:bodyPr/>
          <a:lstStyle/>
          <a:p>
            <a:pPr>
              <a:buFontTx/>
            </a:pPr>
            <a:r>
              <a:rPr lang="en-US" sz="2600" dirty="0"/>
              <a:t>Bioremediation</a:t>
            </a:r>
          </a:p>
        </p:txBody>
      </p:sp>
      <p:sp>
        <p:nvSpPr>
          <p:cNvPr id="6" name="Slide Number Placeholder 5">
            <a:extLst>
              <a:ext uri="{FF2B5EF4-FFF2-40B4-BE49-F238E27FC236}">
                <a16:creationId xmlns:a16="http://schemas.microsoft.com/office/drawing/2014/main" id="{FD1D6E41-6538-4AEC-9063-8B1530CB75B9}"/>
              </a:ext>
            </a:extLst>
          </p:cNvPr>
          <p:cNvSpPr>
            <a:spLocks noGrp="1"/>
          </p:cNvSpPr>
          <p:nvPr>
            <p:ph type="sldNum" sz="quarter" idx="10"/>
          </p:nvPr>
        </p:nvSpPr>
        <p:spPr/>
        <p:txBody>
          <a:bodyPr/>
          <a:lstStyle/>
          <a:p>
            <a:fld id="{5B16D1FE-3A35-41BA-8EBE-413702045235}" type="slidenum">
              <a:rPr lang="en-US" smtClean="0"/>
              <a:pPr/>
              <a:t>24</a:t>
            </a:fld>
            <a:endParaRPr lang="en-US" dirty="0"/>
          </a:p>
        </p:txBody>
      </p:sp>
      <p:sp>
        <p:nvSpPr>
          <p:cNvPr id="4" name="Date Placeholder 3">
            <a:extLst>
              <a:ext uri="{FF2B5EF4-FFF2-40B4-BE49-F238E27FC236}">
                <a16:creationId xmlns:a16="http://schemas.microsoft.com/office/drawing/2014/main" id="{C58C151B-FCA8-4178-B8D9-3AE9DD9AD3FD}"/>
              </a:ext>
            </a:extLst>
          </p:cNvPr>
          <p:cNvSpPr>
            <a:spLocks noGrp="1"/>
          </p:cNvSpPr>
          <p:nvPr>
            <p:ph type="dt" sz="half" idx="11"/>
          </p:nvPr>
        </p:nvSpPr>
        <p:spPr/>
        <p:txBody>
          <a:bodyPr/>
          <a:lstStyle/>
          <a:p>
            <a:fld id="{965D6AC2-7F91-4A32-903D-06F33C043179}" type="datetime1">
              <a:rPr lang="en-US" smtClean="0"/>
              <a:t>10/1/26</a:t>
            </a:fld>
            <a:endParaRPr lang="en-US" dirty="0"/>
          </a:p>
        </p:txBody>
      </p:sp>
      <p:sp>
        <p:nvSpPr>
          <p:cNvPr id="7" name="Title 6">
            <a:extLst>
              <a:ext uri="{FF2B5EF4-FFF2-40B4-BE49-F238E27FC236}">
                <a16:creationId xmlns:a16="http://schemas.microsoft.com/office/drawing/2014/main" id="{98718CB0-B4D4-4A7C-AC61-7B3FA04FD20B}"/>
              </a:ext>
            </a:extLst>
          </p:cNvPr>
          <p:cNvSpPr>
            <a:spLocks noGrp="1"/>
          </p:cNvSpPr>
          <p:nvPr>
            <p:ph type="title"/>
          </p:nvPr>
        </p:nvSpPr>
        <p:spPr>
          <a:xfrm>
            <a:off x="487450" y="548680"/>
            <a:ext cx="5608549" cy="400110"/>
          </a:xfrm>
        </p:spPr>
        <p:txBody>
          <a:bodyPr/>
          <a:lstStyle/>
          <a:p>
            <a:r>
              <a:rPr lang="en-US" sz="2600" dirty="0">
                <a:solidFill>
                  <a:schemeClr val="bg1"/>
                </a:solidFill>
              </a:rPr>
              <a:t>Tilling, Harrowing and Ploughing</a:t>
            </a:r>
            <a:endParaRPr lang="en-US" sz="2600" dirty="0"/>
          </a:p>
        </p:txBody>
      </p:sp>
      <p:sp>
        <p:nvSpPr>
          <p:cNvPr id="8" name="Text Placeholder 7">
            <a:extLst>
              <a:ext uri="{FF2B5EF4-FFF2-40B4-BE49-F238E27FC236}">
                <a16:creationId xmlns:a16="http://schemas.microsoft.com/office/drawing/2014/main" id="{312E56BB-D25C-42AA-B274-A802FC937A17}"/>
              </a:ext>
            </a:extLst>
          </p:cNvPr>
          <p:cNvSpPr>
            <a:spLocks noGrp="1"/>
          </p:cNvSpPr>
          <p:nvPr>
            <p:ph type="body" sz="quarter" idx="13"/>
          </p:nvPr>
        </p:nvSpPr>
        <p:spPr/>
        <p:txBody>
          <a:bodyPr/>
          <a:lstStyle/>
          <a:p>
            <a:pPr marL="342900" indent="-342900">
              <a:lnSpc>
                <a:spcPct val="120000"/>
              </a:lnSpc>
              <a:spcAft>
                <a:spcPts val="300"/>
              </a:spcAft>
              <a:buFont typeface="Arial" panose="020B0604020202020204" pitchFamily="34" charset="0"/>
              <a:buChar char="•"/>
            </a:pPr>
            <a:r>
              <a:rPr lang="en-US" sz="1400" dirty="0">
                <a:solidFill>
                  <a:schemeClr val="bg1"/>
                </a:solidFill>
              </a:rPr>
              <a:t>Use of agricultural equipment to plough, or harrow, lightly contaminated sediment. The ploughing action breaks up the sediments, increasing the surface area of oil exposed to weathering processes, facilitates clay-oil flocculation or mineral-oil aggregation. </a:t>
            </a:r>
          </a:p>
          <a:p>
            <a:pPr marL="342900" indent="-342900">
              <a:lnSpc>
                <a:spcPct val="120000"/>
              </a:lnSpc>
              <a:spcAft>
                <a:spcPts val="300"/>
              </a:spcAft>
              <a:buFont typeface="Arial" panose="020B0604020202020204" pitchFamily="34" charset="0"/>
              <a:buChar char="•"/>
            </a:pPr>
            <a:r>
              <a:rPr lang="en-US" sz="1400" dirty="0">
                <a:solidFill>
                  <a:schemeClr val="bg1"/>
                </a:solidFill>
              </a:rPr>
              <a:t>The process also assists in aerating the sediment, allowing for naturally occurring littoral micro-organisms to readily degrade the oil.</a:t>
            </a:r>
          </a:p>
          <a:p>
            <a:pPr marL="342900" indent="-342900">
              <a:lnSpc>
                <a:spcPct val="120000"/>
              </a:lnSpc>
              <a:spcAft>
                <a:spcPts val="300"/>
              </a:spcAft>
              <a:buFont typeface="Arial" panose="020B0604020202020204" pitchFamily="34" charset="0"/>
              <a:buChar char="•"/>
            </a:pPr>
            <a:r>
              <a:rPr lang="en-US" sz="1400" dirty="0">
                <a:solidFill>
                  <a:schemeClr val="bg1"/>
                </a:solidFill>
              </a:rPr>
              <a:t>Can impact the littoral ecosystem.</a:t>
            </a:r>
          </a:p>
        </p:txBody>
      </p:sp>
      <p:sp>
        <p:nvSpPr>
          <p:cNvPr id="10" name="Text Placeholder 9">
            <a:extLst>
              <a:ext uri="{FF2B5EF4-FFF2-40B4-BE49-F238E27FC236}">
                <a16:creationId xmlns:a16="http://schemas.microsoft.com/office/drawing/2014/main" id="{C8B73F6C-B703-4E05-AABA-740C6327B8EA}"/>
              </a:ext>
            </a:extLst>
          </p:cNvPr>
          <p:cNvSpPr>
            <a:spLocks noGrp="1"/>
          </p:cNvSpPr>
          <p:nvPr>
            <p:ph type="body" sz="quarter" idx="15"/>
          </p:nvPr>
        </p:nvSpPr>
        <p:spPr>
          <a:xfrm>
            <a:off x="6649556" y="1272209"/>
            <a:ext cx="5207084" cy="2252220"/>
          </a:xfrm>
        </p:spPr>
        <p:txBody>
          <a:bodyPr/>
          <a:lstStyle/>
          <a:p>
            <a:pPr marL="342900" indent="-342900">
              <a:lnSpc>
                <a:spcPct val="120000"/>
              </a:lnSpc>
              <a:spcAft>
                <a:spcPts val="300"/>
              </a:spcAft>
              <a:buFont typeface="Arial" panose="020B0604020202020204" pitchFamily="34" charset="0"/>
              <a:buChar char="•"/>
            </a:pPr>
            <a:r>
              <a:rPr lang="en-US" sz="1400" dirty="0"/>
              <a:t>Bio-remediation Technique: Uses microorganisms to decompose pollutants.</a:t>
            </a:r>
          </a:p>
          <a:p>
            <a:pPr marL="342900" indent="-342900">
              <a:lnSpc>
                <a:spcPct val="120000"/>
              </a:lnSpc>
              <a:spcAft>
                <a:spcPts val="300"/>
              </a:spcAft>
              <a:buFont typeface="Arial" panose="020B0604020202020204" pitchFamily="34" charset="0"/>
              <a:buChar char="•"/>
            </a:pPr>
            <a:r>
              <a:rPr lang="en-US" sz="1400" dirty="0"/>
              <a:t>Natural Attenuation: Relies on existing microbial populations and environmental factors.</a:t>
            </a:r>
          </a:p>
          <a:p>
            <a:pPr marL="342900" indent="-342900">
              <a:lnSpc>
                <a:spcPct val="120000"/>
              </a:lnSpc>
              <a:spcAft>
                <a:spcPts val="300"/>
              </a:spcAft>
              <a:buFont typeface="Arial" panose="020B0604020202020204" pitchFamily="34" charset="0"/>
              <a:buChar char="•"/>
            </a:pPr>
            <a:r>
              <a:rPr lang="en-US" sz="1400" dirty="0"/>
              <a:t>Bio-augmentation: Adds specific microbes to enhance pollutant degradation.</a:t>
            </a:r>
          </a:p>
          <a:p>
            <a:pPr marL="342900" indent="-342900">
              <a:lnSpc>
                <a:spcPct val="120000"/>
              </a:lnSpc>
              <a:spcAft>
                <a:spcPts val="300"/>
              </a:spcAft>
              <a:buFont typeface="Arial" panose="020B0604020202020204" pitchFamily="34" charset="0"/>
              <a:buChar char="•"/>
            </a:pPr>
            <a:r>
              <a:rPr lang="en-US" sz="1400" dirty="0"/>
              <a:t>Efficacy Factors: Influenced by pollutant type, environmental conditions, and microbial activity.</a:t>
            </a:r>
          </a:p>
        </p:txBody>
      </p:sp>
      <p:pic>
        <p:nvPicPr>
          <p:cNvPr id="16" name="Picture 4" descr="Alvenus Spill">
            <a:extLst>
              <a:ext uri="{FF2B5EF4-FFF2-40B4-BE49-F238E27FC236}">
                <a16:creationId xmlns:a16="http://schemas.microsoft.com/office/drawing/2014/main" id="{0229DC81-F87D-4E90-B674-BAEFF209B3C6}"/>
              </a:ext>
            </a:extLst>
          </p:cNvPr>
          <p:cNvPicPr>
            <a:picLocks noGrp="1" noChangeAspect="1" noChangeArrowheads="1"/>
          </p:cNvPicPr>
          <p:nvPr>
            <p:ph type="pic" sz="quarter" idx="14"/>
          </p:nvPr>
        </p:nvPicPr>
        <p:blipFill>
          <a:blip r:embed="rId3" cstate="email">
            <a:extLst>
              <a:ext uri="{28A0092B-C50C-407E-A947-70E740481C1C}">
                <a14:useLocalDpi xmlns:a14="http://schemas.microsoft.com/office/drawing/2010/main"/>
              </a:ext>
            </a:extLst>
          </a:blip>
          <a:srcRect/>
          <a:stretch>
            <a:fillRect/>
          </a:stretch>
        </p:blipFill>
        <p:spPr bwMode="auto">
          <a:xfrm>
            <a:off x="534988" y="3802063"/>
            <a:ext cx="4968875" cy="2252662"/>
          </a:xfrm>
          <a:prstGeom prst="rect">
            <a:avLst/>
          </a:prstGeom>
          <a:solidFill>
            <a:schemeClr val="bg1"/>
          </a:solidFill>
          <a:ln w="31750">
            <a:solidFill>
              <a:schemeClr val="bg1"/>
            </a:solidFill>
          </a:ln>
        </p:spPr>
      </p:pic>
      <p:pic>
        <p:nvPicPr>
          <p:cNvPr id="19" name="Picture 2">
            <a:extLst>
              <a:ext uri="{FF2B5EF4-FFF2-40B4-BE49-F238E27FC236}">
                <a16:creationId xmlns:a16="http://schemas.microsoft.com/office/drawing/2014/main" id="{7F1C447F-FB02-4102-A4E3-8F17EEC10E18}"/>
              </a:ext>
            </a:extLst>
          </p:cNvPr>
          <p:cNvPicPr>
            <a:picLocks noGrp="1" noChangeAspect="1" noChangeArrowheads="1"/>
          </p:cNvPicPr>
          <p:nvPr>
            <p:ph type="pic" sz="quarter" idx="16"/>
          </p:nvPr>
        </p:nvPicPr>
        <p:blipFill>
          <a:blip r:embed="rId4" cstate="email">
            <a:extLst>
              <a:ext uri="{28A0092B-C50C-407E-A947-70E740481C1C}">
                <a14:useLocalDpi xmlns:a14="http://schemas.microsoft.com/office/drawing/2010/main"/>
              </a:ext>
            </a:extLst>
          </a:blip>
          <a:srcRect/>
          <a:stretch>
            <a:fillRect/>
          </a:stretch>
        </p:blipFill>
        <p:spPr bwMode="auto">
          <a:xfrm>
            <a:off x="6673850" y="3802063"/>
            <a:ext cx="4967288" cy="2252662"/>
          </a:xfrm>
          <a:prstGeom prst="rect">
            <a:avLst/>
          </a:prstGeom>
          <a:solidFill>
            <a:schemeClr val="bg1"/>
          </a:solidFill>
          <a:ln w="38100">
            <a:solidFill>
              <a:srgbClr val="002F5F"/>
            </a:solidFill>
          </a:ln>
        </p:spPr>
      </p:pic>
    </p:spTree>
    <p:extLst>
      <p:ext uri="{BB962C8B-B14F-4D97-AF65-F5344CB8AC3E}">
        <p14:creationId xmlns:p14="http://schemas.microsoft.com/office/powerpoint/2010/main" val="37347132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ssive oil spill from mystery shipwreck causes 'national emergency' in  Trinidad and Tobago | Euronews">
            <a:extLst>
              <a:ext uri="{FF2B5EF4-FFF2-40B4-BE49-F238E27FC236}">
                <a16:creationId xmlns:a16="http://schemas.microsoft.com/office/drawing/2014/main" id="{1E6F83E2-BAB3-E025-9A53-D2232FAD7467}"/>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20" y="1"/>
            <a:ext cx="12191980" cy="6858000"/>
          </a:xfrm>
          <a:prstGeom prst="rect">
            <a:avLst/>
          </a:prstGeom>
          <a:solidFill>
            <a:srgbClr val="FFFFFF"/>
          </a:solidFill>
        </p:spPr>
      </p:pic>
      <p:sp>
        <p:nvSpPr>
          <p:cNvPr id="1031" name="Title 2">
            <a:extLst>
              <a:ext uri="{FF2B5EF4-FFF2-40B4-BE49-F238E27FC236}">
                <a16:creationId xmlns:a16="http://schemas.microsoft.com/office/drawing/2014/main" id="{2CB143E3-78D8-E3E9-7218-F484FE26339C}"/>
              </a:ext>
            </a:extLst>
          </p:cNvPr>
          <p:cNvSpPr>
            <a:spLocks noGrp="1"/>
          </p:cNvSpPr>
          <p:nvPr>
            <p:ph type="ctrTitle"/>
          </p:nvPr>
        </p:nvSpPr>
        <p:spPr>
          <a:xfrm>
            <a:off x="395434" y="548680"/>
            <a:ext cx="5688012" cy="3384277"/>
          </a:xfrm>
        </p:spPr>
        <p:txBody>
          <a:bodyPr/>
          <a:lstStyle/>
          <a:p>
            <a:r>
              <a:rPr lang="en-US" dirty="0"/>
              <a:t>Site Set Up</a:t>
            </a:r>
          </a:p>
        </p:txBody>
      </p:sp>
      <p:sp>
        <p:nvSpPr>
          <p:cNvPr id="2" name="Date Placeholder 1">
            <a:extLst>
              <a:ext uri="{FF2B5EF4-FFF2-40B4-BE49-F238E27FC236}">
                <a16:creationId xmlns:a16="http://schemas.microsoft.com/office/drawing/2014/main" id="{4DE3180C-57D8-9F61-E9BF-02444DFA4A5E}"/>
              </a:ext>
            </a:extLst>
          </p:cNvPr>
          <p:cNvSpPr>
            <a:spLocks noGrp="1"/>
          </p:cNvSpPr>
          <p:nvPr>
            <p:ph type="dt" sz="half" idx="10"/>
          </p:nvPr>
        </p:nvSpPr>
        <p:spPr>
          <a:xfrm>
            <a:off x="911424" y="6381328"/>
            <a:ext cx="1224136" cy="143296"/>
          </a:xfrm>
        </p:spPr>
        <p:txBody>
          <a:bodyPr wrap="none" anchor="ctr">
            <a:normAutofit/>
          </a:bodyPr>
          <a:lstStyle/>
          <a:p>
            <a:pPr>
              <a:spcAft>
                <a:spcPts val="600"/>
              </a:spcAft>
            </a:pPr>
            <a:fld id="{04E0F249-7A1E-40B4-88B4-E418338E6861}" type="datetime3">
              <a:rPr lang="en-US" smtClean="0"/>
              <a:pPr>
                <a:spcAft>
                  <a:spcPts val="600"/>
                </a:spcAft>
              </a:pPr>
              <a:t>1 October 2026</a:t>
            </a:fld>
            <a:endParaRPr lang="en-US"/>
          </a:p>
        </p:txBody>
      </p:sp>
      <p:sp>
        <p:nvSpPr>
          <p:cNvPr id="1033" name="Footer Placeholder 5">
            <a:extLst>
              <a:ext uri="{FF2B5EF4-FFF2-40B4-BE49-F238E27FC236}">
                <a16:creationId xmlns:a16="http://schemas.microsoft.com/office/drawing/2014/main" id="{2B9CE7F2-C060-9187-1097-D0D1B74302F4}"/>
              </a:ext>
            </a:extLst>
          </p:cNvPr>
          <p:cNvSpPr>
            <a:spLocks noGrp="1"/>
          </p:cNvSpPr>
          <p:nvPr>
            <p:ph type="ftr" sz="quarter" idx="11"/>
          </p:nvPr>
        </p:nvSpPr>
        <p:spPr>
          <a:xfrm>
            <a:off x="2279576" y="6381328"/>
            <a:ext cx="7632848" cy="144016"/>
          </a:xfrm>
        </p:spPr>
        <p:txBody>
          <a:bodyPr/>
          <a:lstStyle/>
          <a:p>
            <a:endParaRPr lang="en-US"/>
          </a:p>
        </p:txBody>
      </p:sp>
      <p:sp>
        <p:nvSpPr>
          <p:cNvPr id="4" name="Slide Number Placeholder 3">
            <a:extLst>
              <a:ext uri="{FF2B5EF4-FFF2-40B4-BE49-F238E27FC236}">
                <a16:creationId xmlns:a16="http://schemas.microsoft.com/office/drawing/2014/main" id="{A71B5F88-6814-0044-6436-AF30F97FBB53}"/>
              </a:ext>
            </a:extLst>
          </p:cNvPr>
          <p:cNvSpPr>
            <a:spLocks noGrp="1"/>
          </p:cNvSpPr>
          <p:nvPr>
            <p:ph type="sldNum" sz="quarter" idx="12"/>
          </p:nvPr>
        </p:nvSpPr>
        <p:spPr>
          <a:xfrm>
            <a:off x="407988" y="6381328"/>
            <a:ext cx="359420" cy="143296"/>
          </a:xfrm>
        </p:spPr>
        <p:txBody>
          <a:bodyPr wrap="none" anchor="ctr">
            <a:normAutofit/>
          </a:bodyPr>
          <a:lstStyle/>
          <a:p>
            <a:pPr>
              <a:spcAft>
                <a:spcPts val="600"/>
              </a:spcAft>
            </a:pPr>
            <a:fld id="{5B16D1FE-3A35-41BA-8EBE-413702045235}" type="slidenum">
              <a:rPr lang="en-US" smtClean="0"/>
              <a:pPr>
                <a:spcAft>
                  <a:spcPts val="600"/>
                </a:spcAft>
              </a:pPr>
              <a:t>25</a:t>
            </a:fld>
            <a:endParaRPr lang="en-US"/>
          </a:p>
        </p:txBody>
      </p:sp>
      <p:sp>
        <p:nvSpPr>
          <p:cNvPr id="8" name="Subtitle 7">
            <a:extLst>
              <a:ext uri="{FF2B5EF4-FFF2-40B4-BE49-F238E27FC236}">
                <a16:creationId xmlns:a16="http://schemas.microsoft.com/office/drawing/2014/main" id="{8628A2A3-541A-7F90-BC35-BFB3F979D11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5723638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6C8DAB5-7F87-49BC-BA8E-710CC5AEAA1D}"/>
              </a:ext>
            </a:extLst>
          </p:cNvPr>
          <p:cNvSpPr>
            <a:spLocks noGrp="1"/>
          </p:cNvSpPr>
          <p:nvPr>
            <p:ph type="title"/>
          </p:nvPr>
        </p:nvSpPr>
        <p:spPr>
          <a:xfrm>
            <a:off x="407989" y="548680"/>
            <a:ext cx="9648451" cy="492443"/>
          </a:xfrm>
        </p:spPr>
        <p:txBody>
          <a:bodyPr wrap="square">
            <a:spAutoFit/>
          </a:bodyPr>
          <a:lstStyle/>
          <a:p>
            <a:r>
              <a:rPr lang="en-US" dirty="0"/>
              <a:t>Shoreline Site Set Up - Zones</a:t>
            </a:r>
          </a:p>
        </p:txBody>
      </p:sp>
      <p:sp>
        <p:nvSpPr>
          <p:cNvPr id="24" name="Text Placeholder 23">
            <a:extLst>
              <a:ext uri="{FF2B5EF4-FFF2-40B4-BE49-F238E27FC236}">
                <a16:creationId xmlns:a16="http://schemas.microsoft.com/office/drawing/2014/main" id="{2BED2F4C-176E-4081-B090-8A0E0FD8EC77}"/>
              </a:ext>
            </a:extLst>
          </p:cNvPr>
          <p:cNvSpPr>
            <a:spLocks noGrp="1"/>
          </p:cNvSpPr>
          <p:nvPr>
            <p:ph type="body" sz="quarter" idx="16"/>
          </p:nvPr>
        </p:nvSpPr>
        <p:spPr>
          <a:xfrm>
            <a:off x="374586" y="1705316"/>
            <a:ext cx="3600450" cy="1969963"/>
          </a:xfrm>
        </p:spPr>
        <p:txBody>
          <a:bodyPr>
            <a:spAutoFit/>
          </a:bodyPr>
          <a:lstStyle/>
          <a:p>
            <a:pPr marL="285750" indent="-285750">
              <a:buFont typeface="Arial" panose="020B0604020202020204" pitchFamily="34" charset="0"/>
              <a:buChar char="•"/>
            </a:pPr>
            <a:r>
              <a:rPr lang="en-GB" sz="1600" dirty="0"/>
              <a:t>Area of direct contamination and oil removal.</a:t>
            </a:r>
          </a:p>
          <a:p>
            <a:pPr marL="285750" indent="-285750">
              <a:buFont typeface="Arial" panose="020B0604020202020204" pitchFamily="34" charset="0"/>
              <a:buChar char="•"/>
            </a:pPr>
            <a:r>
              <a:rPr lang="en-GB" sz="1600" dirty="0"/>
              <a:t>Highest risk from exposure to hazardous substances.</a:t>
            </a:r>
          </a:p>
          <a:p>
            <a:pPr marL="285750" indent="-285750">
              <a:buFont typeface="Arial" panose="020B0604020202020204" pitchFamily="34" charset="0"/>
              <a:buChar char="•"/>
            </a:pPr>
            <a:r>
              <a:rPr lang="en-GB" sz="1600" dirty="0"/>
              <a:t>Restricted to trained personnel with protective gear.</a:t>
            </a:r>
          </a:p>
        </p:txBody>
      </p:sp>
      <p:sp>
        <p:nvSpPr>
          <p:cNvPr id="25" name="Text Placeholder 24">
            <a:extLst>
              <a:ext uri="{FF2B5EF4-FFF2-40B4-BE49-F238E27FC236}">
                <a16:creationId xmlns:a16="http://schemas.microsoft.com/office/drawing/2014/main" id="{75E47AC6-584A-48C6-BF79-159F90866EBF}"/>
              </a:ext>
            </a:extLst>
          </p:cNvPr>
          <p:cNvSpPr>
            <a:spLocks noGrp="1"/>
          </p:cNvSpPr>
          <p:nvPr>
            <p:ph type="body" sz="quarter" idx="17"/>
          </p:nvPr>
        </p:nvSpPr>
        <p:spPr>
          <a:xfrm>
            <a:off x="4262399" y="1705316"/>
            <a:ext cx="3600398" cy="1790362"/>
          </a:xfrm>
        </p:spPr>
        <p:txBody>
          <a:bodyPr>
            <a:spAutoFit/>
          </a:bodyPr>
          <a:lstStyle/>
          <a:p>
            <a:pPr lvl="1"/>
            <a:r>
              <a:rPr lang="en-GB" sz="1500" dirty="0"/>
              <a:t>Buffer zone for decontaminating personnel and equipment.</a:t>
            </a:r>
          </a:p>
          <a:p>
            <a:pPr lvl="1"/>
            <a:r>
              <a:rPr lang="en-GB" sz="1500" dirty="0"/>
              <a:t>Moderate risk with potential indirect contaminant contact.</a:t>
            </a:r>
          </a:p>
          <a:p>
            <a:pPr lvl="1"/>
            <a:r>
              <a:rPr lang="en-GB" sz="1500" dirty="0"/>
              <a:t>Limited to personnel needing passage or involved in decontamination.</a:t>
            </a:r>
          </a:p>
        </p:txBody>
      </p:sp>
      <p:sp>
        <p:nvSpPr>
          <p:cNvPr id="26" name="Text Placeholder 25">
            <a:extLst>
              <a:ext uri="{FF2B5EF4-FFF2-40B4-BE49-F238E27FC236}">
                <a16:creationId xmlns:a16="http://schemas.microsoft.com/office/drawing/2014/main" id="{AEC290DE-C137-4081-9A19-D9EDBDEB0961}"/>
              </a:ext>
            </a:extLst>
          </p:cNvPr>
          <p:cNvSpPr>
            <a:spLocks noGrp="1"/>
          </p:cNvSpPr>
          <p:nvPr>
            <p:ph type="body" sz="quarter" idx="18"/>
          </p:nvPr>
        </p:nvSpPr>
        <p:spPr>
          <a:xfrm>
            <a:off x="8150162" y="1705316"/>
            <a:ext cx="3600450" cy="1604029"/>
          </a:xfrm>
        </p:spPr>
        <p:txBody>
          <a:bodyPr>
            <a:spAutoFit/>
          </a:bodyPr>
          <a:lstStyle/>
          <a:p>
            <a:pPr marL="285750" indent="-285750">
              <a:buFont typeface="Arial" panose="020B0604020202020204" pitchFamily="34" charset="0"/>
              <a:buChar char="•"/>
            </a:pPr>
            <a:r>
              <a:rPr lang="en-GB" sz="1600" dirty="0"/>
              <a:t>Clean area housing support services and command </a:t>
            </a:r>
            <a:r>
              <a:rPr lang="en-GB" sz="1600" dirty="0" err="1"/>
              <a:t>centers</a:t>
            </a:r>
            <a:r>
              <a:rPr lang="en-GB" sz="1600" dirty="0"/>
              <a:t>.</a:t>
            </a:r>
          </a:p>
          <a:p>
            <a:pPr marL="285750" indent="-285750">
              <a:buFont typeface="Arial" panose="020B0604020202020204" pitchFamily="34" charset="0"/>
              <a:buChar char="•"/>
            </a:pPr>
            <a:r>
              <a:rPr lang="en-GB" sz="1600" dirty="0"/>
              <a:t>Minimal or no exposure risk.</a:t>
            </a:r>
          </a:p>
          <a:p>
            <a:pPr marL="285750" indent="-285750">
              <a:buFont typeface="Arial" panose="020B0604020202020204" pitchFamily="34" charset="0"/>
              <a:buChar char="•"/>
            </a:pPr>
            <a:r>
              <a:rPr lang="en-GB" sz="1600" dirty="0"/>
              <a:t>Open to all personnel for staging and administrative functions.</a:t>
            </a:r>
          </a:p>
        </p:txBody>
      </p:sp>
      <p:sp>
        <p:nvSpPr>
          <p:cNvPr id="19" name="Text Placeholder 18">
            <a:extLst>
              <a:ext uri="{FF2B5EF4-FFF2-40B4-BE49-F238E27FC236}">
                <a16:creationId xmlns:a16="http://schemas.microsoft.com/office/drawing/2014/main" id="{580653C3-2E4F-43F0-8EF5-D49F9894B90A}"/>
              </a:ext>
            </a:extLst>
          </p:cNvPr>
          <p:cNvSpPr>
            <a:spLocks noGrp="1"/>
          </p:cNvSpPr>
          <p:nvPr>
            <p:ph type="body" idx="1"/>
          </p:nvPr>
        </p:nvSpPr>
        <p:spPr>
          <a:xfrm>
            <a:off x="431247" y="1234720"/>
            <a:ext cx="2519672" cy="276999"/>
          </a:xfrm>
        </p:spPr>
        <p:txBody>
          <a:bodyPr wrap="square">
            <a:spAutoFit/>
          </a:bodyPr>
          <a:lstStyle/>
          <a:p>
            <a:r>
              <a:rPr lang="en-US" b="1" dirty="0">
                <a:solidFill>
                  <a:srgbClr val="FF0000"/>
                </a:solidFill>
              </a:rPr>
              <a:t>Hot Zone</a:t>
            </a:r>
            <a:endParaRPr lang="en-US" dirty="0"/>
          </a:p>
        </p:txBody>
      </p:sp>
      <p:sp>
        <p:nvSpPr>
          <p:cNvPr id="20" name="Text Placeholder 19">
            <a:extLst>
              <a:ext uri="{FF2B5EF4-FFF2-40B4-BE49-F238E27FC236}">
                <a16:creationId xmlns:a16="http://schemas.microsoft.com/office/drawing/2014/main" id="{D0A0AE53-50C4-49F8-A738-DD7F35AC06A3}"/>
              </a:ext>
            </a:extLst>
          </p:cNvPr>
          <p:cNvSpPr>
            <a:spLocks noGrp="1"/>
          </p:cNvSpPr>
          <p:nvPr>
            <p:ph type="body" sz="quarter" idx="3"/>
          </p:nvPr>
        </p:nvSpPr>
        <p:spPr>
          <a:xfrm>
            <a:off x="4319071" y="1234720"/>
            <a:ext cx="2376264" cy="276999"/>
          </a:xfrm>
        </p:spPr>
        <p:txBody>
          <a:bodyPr wrap="square">
            <a:spAutoFit/>
          </a:bodyPr>
          <a:lstStyle/>
          <a:p>
            <a:r>
              <a:rPr lang="en-US" b="1" dirty="0">
                <a:solidFill>
                  <a:srgbClr val="FFC000"/>
                </a:solidFill>
              </a:rPr>
              <a:t>Warm Zone</a:t>
            </a:r>
            <a:endParaRPr lang="en-US" dirty="0">
              <a:solidFill>
                <a:srgbClr val="FFC000"/>
              </a:solidFill>
            </a:endParaRPr>
          </a:p>
        </p:txBody>
      </p:sp>
      <p:sp>
        <p:nvSpPr>
          <p:cNvPr id="27" name="Text Placeholder 26">
            <a:extLst>
              <a:ext uri="{FF2B5EF4-FFF2-40B4-BE49-F238E27FC236}">
                <a16:creationId xmlns:a16="http://schemas.microsoft.com/office/drawing/2014/main" id="{C19A1B2C-C652-4305-ADF5-034C766FBFFF}"/>
              </a:ext>
            </a:extLst>
          </p:cNvPr>
          <p:cNvSpPr>
            <a:spLocks noGrp="1"/>
          </p:cNvSpPr>
          <p:nvPr>
            <p:ph type="body" sz="quarter" idx="19"/>
          </p:nvPr>
        </p:nvSpPr>
        <p:spPr>
          <a:xfrm>
            <a:off x="8207503" y="1234720"/>
            <a:ext cx="2664296" cy="276999"/>
          </a:xfrm>
        </p:spPr>
        <p:txBody>
          <a:bodyPr wrap="square">
            <a:spAutoFit/>
          </a:bodyPr>
          <a:lstStyle/>
          <a:p>
            <a:r>
              <a:rPr lang="en-US" b="1" dirty="0">
                <a:solidFill>
                  <a:srgbClr val="00B050"/>
                </a:solidFill>
              </a:rPr>
              <a:t>Cold zone</a:t>
            </a:r>
            <a:endParaRPr lang="en-US" dirty="0">
              <a:solidFill>
                <a:srgbClr val="00B050"/>
              </a:solidFill>
            </a:endParaRPr>
          </a:p>
        </p:txBody>
      </p:sp>
      <p:sp>
        <p:nvSpPr>
          <p:cNvPr id="4" name="Date Placeholder 3">
            <a:extLst>
              <a:ext uri="{FF2B5EF4-FFF2-40B4-BE49-F238E27FC236}">
                <a16:creationId xmlns:a16="http://schemas.microsoft.com/office/drawing/2014/main" id="{10AE05F5-96C1-414A-9369-AE89F8A27FEB}"/>
              </a:ext>
            </a:extLst>
          </p:cNvPr>
          <p:cNvSpPr>
            <a:spLocks noGrp="1"/>
          </p:cNvSpPr>
          <p:nvPr>
            <p:ph type="dt" sz="half" idx="20"/>
          </p:nvPr>
        </p:nvSpPr>
        <p:spPr/>
        <p:txBody>
          <a:bodyPr/>
          <a:lstStyle/>
          <a:p>
            <a:fld id="{4CEA1EE8-BA82-4EDD-84D5-D790CCA514ED}" type="datetime1">
              <a:rPr lang="en-US" smtClean="0"/>
              <a:t>10/1/26</a:t>
            </a:fld>
            <a:endParaRPr lang="en-US" dirty="0"/>
          </a:p>
        </p:txBody>
      </p:sp>
      <p:sp>
        <p:nvSpPr>
          <p:cNvPr id="6" name="Slide Number Placeholder 5">
            <a:extLst>
              <a:ext uri="{FF2B5EF4-FFF2-40B4-BE49-F238E27FC236}">
                <a16:creationId xmlns:a16="http://schemas.microsoft.com/office/drawing/2014/main" id="{B602E56B-DDCF-4970-92C2-1FFC5827C678}"/>
              </a:ext>
            </a:extLst>
          </p:cNvPr>
          <p:cNvSpPr>
            <a:spLocks noGrp="1"/>
          </p:cNvSpPr>
          <p:nvPr>
            <p:ph type="sldNum" sz="quarter" idx="22"/>
          </p:nvPr>
        </p:nvSpPr>
        <p:spPr/>
        <p:txBody>
          <a:bodyPr/>
          <a:lstStyle/>
          <a:p>
            <a:fld id="{5B16D1FE-3A35-41BA-8EBE-413702045235}" type="slidenum">
              <a:rPr lang="en-US" smtClean="0"/>
              <a:pPr/>
              <a:t>26</a:t>
            </a:fld>
            <a:endParaRPr lang="en-US" dirty="0"/>
          </a:p>
        </p:txBody>
      </p:sp>
      <p:pic>
        <p:nvPicPr>
          <p:cNvPr id="28" name="Picture 10">
            <a:extLst>
              <a:ext uri="{FF2B5EF4-FFF2-40B4-BE49-F238E27FC236}">
                <a16:creationId xmlns:a16="http://schemas.microsoft.com/office/drawing/2014/main" id="{C7235A1D-3357-4AC1-8B81-49086B735EC7}"/>
              </a:ext>
            </a:extLst>
          </p:cNvPr>
          <p:cNvPicPr>
            <a:picLocks noGrp="1" noChangeAspect="1" noChangeArrowheads="1"/>
          </p:cNvPicPr>
          <p:nvPr>
            <p:ph type="pic" sz="quarter" idx="14"/>
          </p:nvPr>
        </p:nvPicPr>
        <p:blipFill>
          <a:blip r:embed="rId3" cstate="email">
            <a:extLst>
              <a:ext uri="{28A0092B-C50C-407E-A947-70E740481C1C}">
                <a14:useLocalDpi xmlns:a14="http://schemas.microsoft.com/office/drawing/2010/main"/>
              </a:ext>
            </a:extLst>
          </a:blip>
          <a:srcRect/>
          <a:stretch/>
        </p:blipFill>
        <p:spPr bwMode="auto">
          <a:xfrm>
            <a:off x="4295775" y="3716338"/>
            <a:ext cx="3600450" cy="2305050"/>
          </a:xfrm>
          <a:prstGeom prst="rect">
            <a:avLst/>
          </a:prstGeom>
          <a:noFill/>
          <a:ln w="38100">
            <a:solidFill>
              <a:srgbClr val="FFC000"/>
            </a:solidFill>
          </a:ln>
          <a:extLst>
            <a:ext uri="{909E8E84-426E-40DD-AFC4-6F175D3DCCD1}">
              <a14:hiddenFill xmlns:a14="http://schemas.microsoft.com/office/drawing/2010/main">
                <a:solidFill>
                  <a:srgbClr val="FFFFFF"/>
                </a:solidFill>
              </a14:hiddenFill>
            </a:ext>
          </a:extLst>
        </p:spPr>
      </p:pic>
      <p:pic>
        <p:nvPicPr>
          <p:cNvPr id="29" name="Picture 8">
            <a:extLst>
              <a:ext uri="{FF2B5EF4-FFF2-40B4-BE49-F238E27FC236}">
                <a16:creationId xmlns:a16="http://schemas.microsoft.com/office/drawing/2014/main" id="{3EBA8509-F82B-4222-AF10-118D075C18A2}"/>
              </a:ext>
            </a:extLst>
          </p:cNvPr>
          <p:cNvPicPr>
            <a:picLocks noGrp="1" noChangeAspect="1" noChangeArrowheads="1"/>
          </p:cNvPicPr>
          <p:nvPr>
            <p:ph type="pic" sz="quarter" idx="15"/>
          </p:nvPr>
        </p:nvPicPr>
        <p:blipFill>
          <a:blip r:embed="rId4" cstate="email">
            <a:extLst>
              <a:ext uri="{28A0092B-C50C-407E-A947-70E740481C1C}">
                <a14:useLocalDpi xmlns:a14="http://schemas.microsoft.com/office/drawing/2010/main"/>
              </a:ext>
            </a:extLst>
          </a:blip>
          <a:srcRect/>
          <a:stretch/>
        </p:blipFill>
        <p:spPr bwMode="auto">
          <a:xfrm>
            <a:off x="8183563" y="3716338"/>
            <a:ext cx="3600450" cy="2305050"/>
          </a:xfrm>
          <a:prstGeom prst="rect">
            <a:avLst/>
          </a:prstGeom>
          <a:noFill/>
          <a:ln w="38100">
            <a:solidFill>
              <a:srgbClr val="00B050"/>
            </a:solidFill>
          </a:ln>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CCF7AF57-6F62-40DB-B072-44E7FB82D6FA}"/>
              </a:ext>
            </a:extLst>
          </p:cNvPr>
          <p:cNvPicPr>
            <a:picLocks noGrp="1" noChangeAspect="1" noChangeArrowheads="1"/>
          </p:cNvPicPr>
          <p:nvPr>
            <p:ph type="pic" sz="quarter" idx="13"/>
          </p:nvPr>
        </p:nvPicPr>
        <p:blipFill>
          <a:blip r:embed="rId5" cstate="email">
            <a:extLst>
              <a:ext uri="{28A0092B-C50C-407E-A947-70E740481C1C}">
                <a14:useLocalDpi xmlns:a14="http://schemas.microsoft.com/office/drawing/2010/main"/>
              </a:ext>
            </a:extLst>
          </a:blip>
          <a:srcRect/>
          <a:stretch/>
        </p:blipFill>
        <p:spPr bwMode="auto">
          <a:xfrm>
            <a:off x="407988" y="3716338"/>
            <a:ext cx="3600450" cy="230505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722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 calcmode="lin" valueType="num">
                                      <p:cBhvr additive="base">
                                        <p:cTn id="11"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xEl>
                                              <p:pRg st="1" end="1"/>
                                            </p:txEl>
                                          </p:spTgt>
                                        </p:tgtEl>
                                        <p:attrNameLst>
                                          <p:attrName>style.visibility</p:attrName>
                                        </p:attrNameLst>
                                      </p:cBhvr>
                                      <p:to>
                                        <p:strVal val="visible"/>
                                      </p:to>
                                    </p:set>
                                    <p:anim calcmode="lin" valueType="num">
                                      <p:cBhvr additive="base">
                                        <p:cTn id="15"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 calcmode="lin" valueType="num">
                                      <p:cBhvr additive="base">
                                        <p:cTn id="19"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
                                            <p:txEl>
                                              <p:pRg st="2" end="2"/>
                                            </p:txEl>
                                          </p:spTgt>
                                        </p:tgtEl>
                                        <p:attrNameLst>
                                          <p:attrName>ppt_y</p:attrName>
                                        </p:attrNameLst>
                                      </p:cBhvr>
                                      <p:tavLst>
                                        <p:tav tm="0">
                                          <p:val>
                                            <p:strVal val="1+#ppt_h/2"/>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1000"/>
                                        <p:tgtEl>
                                          <p:spTgt spid="30"/>
                                        </p:tgtEl>
                                      </p:cBhvr>
                                    </p:animEffect>
                                    <p:anim calcmode="lin" valueType="num">
                                      <p:cBhvr>
                                        <p:cTn id="24" dur="1000" fill="hold"/>
                                        <p:tgtEl>
                                          <p:spTgt spid="30"/>
                                        </p:tgtEl>
                                        <p:attrNameLst>
                                          <p:attrName>ppt_x</p:attrName>
                                        </p:attrNameLst>
                                      </p:cBhvr>
                                      <p:tavLst>
                                        <p:tav tm="0">
                                          <p:val>
                                            <p:strVal val="#ppt_x"/>
                                          </p:val>
                                        </p:tav>
                                        <p:tav tm="100000">
                                          <p:val>
                                            <p:strVal val="#ppt_x"/>
                                          </p:val>
                                        </p:tav>
                                      </p:tavLst>
                                    </p:anim>
                                    <p:anim calcmode="lin" valueType="num">
                                      <p:cBhvr>
                                        <p:cTn id="2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0">
                                            <p:txEl>
                                              <p:pRg st="0" end="0"/>
                                            </p:txEl>
                                          </p:spTgt>
                                        </p:tgtEl>
                                        <p:attrNameLst>
                                          <p:attrName>style.visibility</p:attrName>
                                        </p:attrNameLst>
                                      </p:cBhvr>
                                      <p:to>
                                        <p:strVal val="visible"/>
                                      </p:to>
                                    </p:set>
                                    <p:anim calcmode="lin" valueType="num">
                                      <p:cBhvr additive="base">
                                        <p:cTn id="30"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5">
                                            <p:txEl>
                                              <p:pRg st="0" end="0"/>
                                            </p:txEl>
                                          </p:spTgt>
                                        </p:tgtEl>
                                        <p:attrNameLst>
                                          <p:attrName>style.visibility</p:attrName>
                                        </p:attrNameLst>
                                      </p:cBhvr>
                                      <p:to>
                                        <p:strVal val="visible"/>
                                      </p:to>
                                    </p:set>
                                    <p:anim calcmode="lin" valueType="num">
                                      <p:cBhvr additive="base">
                                        <p:cTn id="34"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5">
                                            <p:txEl>
                                              <p:pRg st="0" end="0"/>
                                            </p:txEl>
                                          </p:spTgt>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5">
                                            <p:txEl>
                                              <p:pRg st="1" end="1"/>
                                            </p:txEl>
                                          </p:spTgt>
                                        </p:tgtEl>
                                        <p:attrNameLst>
                                          <p:attrName>style.visibility</p:attrName>
                                        </p:attrNameLst>
                                      </p:cBhvr>
                                      <p:to>
                                        <p:strVal val="visible"/>
                                      </p:to>
                                    </p:set>
                                    <p:anim calcmode="lin" valueType="num">
                                      <p:cBhvr additive="base">
                                        <p:cTn id="38"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5">
                                            <p:txEl>
                                              <p:pRg st="1" end="1"/>
                                            </p:txEl>
                                          </p:spTgt>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25">
                                            <p:txEl>
                                              <p:pRg st="2" end="2"/>
                                            </p:txEl>
                                          </p:spTgt>
                                        </p:tgtEl>
                                        <p:attrNameLst>
                                          <p:attrName>style.visibility</p:attrName>
                                        </p:attrNameLst>
                                      </p:cBhvr>
                                      <p:to>
                                        <p:strVal val="visible"/>
                                      </p:to>
                                    </p:set>
                                    <p:anim calcmode="lin" valueType="num">
                                      <p:cBhvr additive="base">
                                        <p:cTn id="42" dur="500" fill="hold"/>
                                        <p:tgtEl>
                                          <p:spTgt spid="25">
                                            <p:txEl>
                                              <p:pRg st="2" end="2"/>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5">
                                            <p:txEl>
                                              <p:pRg st="2" end="2"/>
                                            </p:txEl>
                                          </p:spTgt>
                                        </p:tgtEl>
                                        <p:attrNameLst>
                                          <p:attrName>ppt_y</p:attrName>
                                        </p:attrNameLst>
                                      </p:cBhvr>
                                      <p:tavLst>
                                        <p:tav tm="0">
                                          <p:val>
                                            <p:strVal val="1+#ppt_h/2"/>
                                          </p:val>
                                        </p:tav>
                                        <p:tav tm="100000">
                                          <p:val>
                                            <p:strVal val="#ppt_y"/>
                                          </p:val>
                                        </p:tav>
                                      </p:tavLst>
                                    </p:anim>
                                  </p:childTnLst>
                                </p:cTn>
                              </p:par>
                              <p:par>
                                <p:cTn id="44" presetID="47" presetClass="entr" presetSubtype="0" fill="hold"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1000"/>
                                        <p:tgtEl>
                                          <p:spTgt spid="28"/>
                                        </p:tgtEl>
                                      </p:cBhvr>
                                    </p:animEffect>
                                    <p:anim calcmode="lin" valueType="num">
                                      <p:cBhvr>
                                        <p:cTn id="47" dur="1000" fill="hold"/>
                                        <p:tgtEl>
                                          <p:spTgt spid="28"/>
                                        </p:tgtEl>
                                        <p:attrNameLst>
                                          <p:attrName>ppt_x</p:attrName>
                                        </p:attrNameLst>
                                      </p:cBhvr>
                                      <p:tavLst>
                                        <p:tav tm="0">
                                          <p:val>
                                            <p:strVal val="#ppt_x"/>
                                          </p:val>
                                        </p:tav>
                                        <p:tav tm="100000">
                                          <p:val>
                                            <p:strVal val="#ppt_x"/>
                                          </p:val>
                                        </p:tav>
                                      </p:tavLst>
                                    </p:anim>
                                    <p:anim calcmode="lin" valueType="num">
                                      <p:cBhvr>
                                        <p:cTn id="4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7">
                                            <p:txEl>
                                              <p:pRg st="0" end="0"/>
                                            </p:txEl>
                                          </p:spTgt>
                                        </p:tgtEl>
                                        <p:attrNameLst>
                                          <p:attrName>style.visibility</p:attrName>
                                        </p:attrNameLst>
                                      </p:cBhvr>
                                      <p:to>
                                        <p:strVal val="visible"/>
                                      </p:to>
                                    </p:set>
                                    <p:anim calcmode="lin" valueType="num">
                                      <p:cBhvr additive="base">
                                        <p:cTn id="53"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7">
                                            <p:txEl>
                                              <p:pRg st="0" end="0"/>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6">
                                            <p:txEl>
                                              <p:pRg st="0" end="0"/>
                                            </p:txEl>
                                          </p:spTgt>
                                        </p:tgtEl>
                                        <p:attrNameLst>
                                          <p:attrName>style.visibility</p:attrName>
                                        </p:attrNameLst>
                                      </p:cBhvr>
                                      <p:to>
                                        <p:strVal val="visible"/>
                                      </p:to>
                                    </p:set>
                                    <p:anim calcmode="lin" valueType="num">
                                      <p:cBhvr additive="base">
                                        <p:cTn id="57"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6">
                                            <p:txEl>
                                              <p:pRg st="1" end="1"/>
                                            </p:txEl>
                                          </p:spTgt>
                                        </p:tgtEl>
                                        <p:attrNameLst>
                                          <p:attrName>style.visibility</p:attrName>
                                        </p:attrNameLst>
                                      </p:cBhvr>
                                      <p:to>
                                        <p:strVal val="visible"/>
                                      </p:to>
                                    </p:set>
                                    <p:anim calcmode="lin" valueType="num">
                                      <p:cBhvr additive="base">
                                        <p:cTn id="61"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6">
                                            <p:txEl>
                                              <p:pRg st="1" end="1"/>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6">
                                            <p:txEl>
                                              <p:pRg st="2" end="2"/>
                                            </p:txEl>
                                          </p:spTgt>
                                        </p:tgtEl>
                                        <p:attrNameLst>
                                          <p:attrName>style.visibility</p:attrName>
                                        </p:attrNameLst>
                                      </p:cBhvr>
                                      <p:to>
                                        <p:strVal val="visible"/>
                                      </p:to>
                                    </p:set>
                                    <p:anim calcmode="lin" valueType="num">
                                      <p:cBhvr additive="base">
                                        <p:cTn id="65" dur="500" fill="hold"/>
                                        <p:tgtEl>
                                          <p:spTgt spid="26">
                                            <p:txEl>
                                              <p:pRg st="2" end="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6">
                                            <p:txEl>
                                              <p:pRg st="2" end="2"/>
                                            </p:txEl>
                                          </p:spTgt>
                                        </p:tgtEl>
                                        <p:attrNameLst>
                                          <p:attrName>ppt_y</p:attrName>
                                        </p:attrNameLst>
                                      </p:cBhvr>
                                      <p:tavLst>
                                        <p:tav tm="0">
                                          <p:val>
                                            <p:strVal val="1+#ppt_h/2"/>
                                          </p:val>
                                        </p:tav>
                                        <p:tav tm="100000">
                                          <p:val>
                                            <p:strVal val="#ppt_y"/>
                                          </p:val>
                                        </p:tav>
                                      </p:tavLst>
                                    </p:anim>
                                  </p:childTnLst>
                                </p:cTn>
                              </p:par>
                              <p:par>
                                <p:cTn id="67" presetID="47"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1000"/>
                                        <p:tgtEl>
                                          <p:spTgt spid="29"/>
                                        </p:tgtEl>
                                      </p:cBhvr>
                                    </p:animEffect>
                                    <p:anim calcmode="lin" valueType="num">
                                      <p:cBhvr>
                                        <p:cTn id="70" dur="1000" fill="hold"/>
                                        <p:tgtEl>
                                          <p:spTgt spid="29"/>
                                        </p:tgtEl>
                                        <p:attrNameLst>
                                          <p:attrName>ppt_x</p:attrName>
                                        </p:attrNameLst>
                                      </p:cBhvr>
                                      <p:tavLst>
                                        <p:tav tm="0">
                                          <p:val>
                                            <p:strVal val="#ppt_x"/>
                                          </p:val>
                                        </p:tav>
                                        <p:tav tm="100000">
                                          <p:val>
                                            <p:strVal val="#ppt_x"/>
                                          </p:val>
                                        </p:tav>
                                      </p:tavLst>
                                    </p:anim>
                                    <p:anim calcmode="lin" valueType="num">
                                      <p:cBhvr>
                                        <p:cTn id="7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25" grpId="0" build="p"/>
      <p:bldP spid="26" grpId="0" build="p"/>
      <p:bldP spid="19" grpId="0" build="p"/>
      <p:bldP spid="20" grpId="0" build="p"/>
      <p:bldP spid="2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27</a:t>
            </a:fld>
            <a:endParaRPr lang="en-US" dirty="0"/>
          </a:p>
        </p:txBody>
      </p:sp>
      <p:sp>
        <p:nvSpPr>
          <p:cNvPr id="36" name="Rectangle 35">
            <a:extLst>
              <a:ext uri="{FF2B5EF4-FFF2-40B4-BE49-F238E27FC236}">
                <a16:creationId xmlns:a16="http://schemas.microsoft.com/office/drawing/2014/main" id="{785FBA32-0467-48C2-9321-F97A7DD0AC1E}"/>
              </a:ext>
            </a:extLst>
          </p:cNvPr>
          <p:cNvSpPr/>
          <p:nvPr/>
        </p:nvSpPr>
        <p:spPr>
          <a:xfrm>
            <a:off x="1" y="1783880"/>
            <a:ext cx="11686408" cy="3290240"/>
          </a:xfrm>
          <a:prstGeom prst="rect">
            <a:avLst/>
          </a:prstGeom>
          <a:gradFill flip="none" rotWithShape="1">
            <a:gsLst>
              <a:gs pos="0">
                <a:schemeClr val="accent2"/>
              </a:gs>
              <a:gs pos="100000">
                <a:schemeClr val="accent2">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24"/>
          </a:p>
        </p:txBody>
      </p:sp>
      <p:sp>
        <p:nvSpPr>
          <p:cNvPr id="37" name="Rectangle 4_1">
            <a:extLst>
              <a:ext uri="{FF2B5EF4-FFF2-40B4-BE49-F238E27FC236}">
                <a16:creationId xmlns:a16="http://schemas.microsoft.com/office/drawing/2014/main" id="{7D5F765D-7F5B-45EE-8532-6654812EF766}"/>
              </a:ext>
            </a:extLst>
          </p:cNvPr>
          <p:cNvSpPr/>
          <p:nvPr/>
        </p:nvSpPr>
        <p:spPr>
          <a:xfrm>
            <a:off x="1" y="1880137"/>
            <a:ext cx="11686408" cy="3097727"/>
          </a:xfrm>
          <a:prstGeom prst="rect">
            <a:avLst/>
          </a:prstGeom>
          <a:gradFill flip="none" rotWithShape="1">
            <a:gsLst>
              <a:gs pos="25000">
                <a:schemeClr val="accent2"/>
              </a:gs>
              <a:gs pos="100000">
                <a:schemeClr val="accent2">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24"/>
          </a:p>
        </p:txBody>
      </p:sp>
      <p:sp>
        <p:nvSpPr>
          <p:cNvPr id="4" name="Title 3">
            <a:extLst>
              <a:ext uri="{FF2B5EF4-FFF2-40B4-BE49-F238E27FC236}">
                <a16:creationId xmlns:a16="http://schemas.microsoft.com/office/drawing/2014/main" id="{66F25676-41E3-490D-A462-6DA3A92379CD}"/>
              </a:ext>
            </a:extLst>
          </p:cNvPr>
          <p:cNvSpPr>
            <a:spLocks noGrp="1"/>
          </p:cNvSpPr>
          <p:nvPr>
            <p:ph type="title"/>
          </p:nvPr>
        </p:nvSpPr>
        <p:spPr>
          <a:xfrm>
            <a:off x="935584" y="2875002"/>
            <a:ext cx="5160416" cy="1107996"/>
          </a:xfrm>
        </p:spPr>
        <p:txBody>
          <a:bodyPr wrap="square">
            <a:spAutoFit/>
          </a:bodyPr>
          <a:lstStyle/>
          <a:p>
            <a:r>
              <a:rPr lang="en-US" sz="3600" dirty="0">
                <a:solidFill>
                  <a:schemeClr val="bg1"/>
                </a:solidFill>
              </a:rPr>
              <a:t>Shoreline Treatment Recommendation Form</a:t>
            </a:r>
          </a:p>
        </p:txBody>
      </p:sp>
      <p:pic>
        <p:nvPicPr>
          <p:cNvPr id="39" name="Picture 38">
            <a:extLst>
              <a:ext uri="{FF2B5EF4-FFF2-40B4-BE49-F238E27FC236}">
                <a16:creationId xmlns:a16="http://schemas.microsoft.com/office/drawing/2014/main" id="{CD3A773D-DA1D-48BB-A69F-20EA8E67FABC}"/>
              </a:ext>
            </a:extLst>
          </p:cNvPr>
          <p:cNvPicPr>
            <a:picLocks noChangeAspect="1"/>
          </p:cNvPicPr>
          <p:nvPr/>
        </p:nvPicPr>
        <p:blipFill>
          <a:blip r:embed="rId3"/>
          <a:stretch>
            <a:fillRect/>
          </a:stretch>
        </p:blipFill>
        <p:spPr>
          <a:xfrm>
            <a:off x="7176930" y="514677"/>
            <a:ext cx="4282354" cy="5541870"/>
          </a:xfrm>
          <a:prstGeom prst="rect">
            <a:avLst/>
          </a:prstGeom>
          <a:solidFill>
            <a:schemeClr val="bg1"/>
          </a:solidFill>
          <a:effectLst>
            <a:outerShdw blurRad="482600" dist="50800" dir="8100000" sx="104000" sy="104000" algn="tr" rotWithShape="0">
              <a:prstClr val="black">
                <a:alpha val="7000"/>
              </a:prstClr>
            </a:outerShdw>
          </a:effectLst>
        </p:spPr>
      </p:pic>
    </p:spTree>
    <p:extLst>
      <p:ext uri="{BB962C8B-B14F-4D97-AF65-F5344CB8AC3E}">
        <p14:creationId xmlns:p14="http://schemas.microsoft.com/office/powerpoint/2010/main" val="266308559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28</a:t>
            </a:fld>
            <a:endParaRPr lang="en-US" dirty="0"/>
          </a:p>
        </p:txBody>
      </p:sp>
      <p:sp>
        <p:nvSpPr>
          <p:cNvPr id="36" name="Rectangle 35">
            <a:extLst>
              <a:ext uri="{FF2B5EF4-FFF2-40B4-BE49-F238E27FC236}">
                <a16:creationId xmlns:a16="http://schemas.microsoft.com/office/drawing/2014/main" id="{785FBA32-0467-48C2-9321-F97A7DD0AC1E}"/>
              </a:ext>
            </a:extLst>
          </p:cNvPr>
          <p:cNvSpPr/>
          <p:nvPr/>
        </p:nvSpPr>
        <p:spPr>
          <a:xfrm>
            <a:off x="1" y="1783880"/>
            <a:ext cx="11686408" cy="3290240"/>
          </a:xfrm>
          <a:prstGeom prst="rect">
            <a:avLst/>
          </a:prstGeom>
          <a:gradFill flip="none" rotWithShape="1">
            <a:gsLst>
              <a:gs pos="0">
                <a:schemeClr val="accent2"/>
              </a:gs>
              <a:gs pos="100000">
                <a:schemeClr val="accent2">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24"/>
          </a:p>
        </p:txBody>
      </p:sp>
      <p:sp>
        <p:nvSpPr>
          <p:cNvPr id="37" name="Rectangle 4_1">
            <a:extLst>
              <a:ext uri="{FF2B5EF4-FFF2-40B4-BE49-F238E27FC236}">
                <a16:creationId xmlns:a16="http://schemas.microsoft.com/office/drawing/2014/main" id="{7D5F765D-7F5B-45EE-8532-6654812EF766}"/>
              </a:ext>
            </a:extLst>
          </p:cNvPr>
          <p:cNvSpPr/>
          <p:nvPr/>
        </p:nvSpPr>
        <p:spPr>
          <a:xfrm>
            <a:off x="1" y="1880137"/>
            <a:ext cx="11686408" cy="3097727"/>
          </a:xfrm>
          <a:prstGeom prst="rect">
            <a:avLst/>
          </a:prstGeom>
          <a:gradFill flip="none" rotWithShape="1">
            <a:gsLst>
              <a:gs pos="25000">
                <a:schemeClr val="accent2"/>
              </a:gs>
              <a:gs pos="100000">
                <a:schemeClr val="accent2">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24"/>
          </a:p>
        </p:txBody>
      </p:sp>
      <p:pic>
        <p:nvPicPr>
          <p:cNvPr id="38" name="Picture 37">
            <a:extLst>
              <a:ext uri="{FF2B5EF4-FFF2-40B4-BE49-F238E27FC236}">
                <a16:creationId xmlns:a16="http://schemas.microsoft.com/office/drawing/2014/main" id="{63344F8A-699D-4D84-A4AF-B94E2098E99E}"/>
              </a:ext>
            </a:extLst>
          </p:cNvPr>
          <p:cNvPicPr>
            <a:picLocks noChangeAspect="1"/>
          </p:cNvPicPr>
          <p:nvPr/>
        </p:nvPicPr>
        <p:blipFill rotWithShape="1">
          <a:blip r:embed="rId3"/>
          <a:srcRect l="-1629" r="1629" b="8525"/>
          <a:stretch/>
        </p:blipFill>
        <p:spPr>
          <a:xfrm>
            <a:off x="7176930" y="514677"/>
            <a:ext cx="4282354" cy="5543478"/>
          </a:xfrm>
          <a:prstGeom prst="rect">
            <a:avLst/>
          </a:prstGeom>
          <a:solidFill>
            <a:schemeClr val="bg1"/>
          </a:solidFill>
          <a:effectLst>
            <a:outerShdw blurRad="482600" dist="50800" dir="8100000" sx="104000" sy="104000" algn="tr" rotWithShape="0">
              <a:prstClr val="black">
                <a:alpha val="7000"/>
              </a:prstClr>
            </a:outerShdw>
          </a:effectLst>
        </p:spPr>
      </p:pic>
      <p:sp>
        <p:nvSpPr>
          <p:cNvPr id="4" name="Title 3">
            <a:extLst>
              <a:ext uri="{FF2B5EF4-FFF2-40B4-BE49-F238E27FC236}">
                <a16:creationId xmlns:a16="http://schemas.microsoft.com/office/drawing/2014/main" id="{66F25676-41E3-490D-A462-6DA3A92379CD}"/>
              </a:ext>
            </a:extLst>
          </p:cNvPr>
          <p:cNvSpPr>
            <a:spLocks noGrp="1"/>
          </p:cNvSpPr>
          <p:nvPr>
            <p:ph type="title"/>
          </p:nvPr>
        </p:nvSpPr>
        <p:spPr>
          <a:xfrm>
            <a:off x="935584" y="2813447"/>
            <a:ext cx="4633689" cy="1231106"/>
          </a:xfrm>
        </p:spPr>
        <p:txBody>
          <a:bodyPr wrap="square">
            <a:spAutoFit/>
          </a:bodyPr>
          <a:lstStyle/>
          <a:p>
            <a:r>
              <a:rPr lang="en-US" sz="4000" dirty="0">
                <a:solidFill>
                  <a:schemeClr val="bg1"/>
                </a:solidFill>
              </a:rPr>
              <a:t>Segment Inspection Form</a:t>
            </a:r>
            <a:endParaRPr lang="en-US" sz="4000" dirty="0"/>
          </a:p>
        </p:txBody>
      </p:sp>
    </p:spTree>
    <p:extLst>
      <p:ext uri="{BB962C8B-B14F-4D97-AF65-F5344CB8AC3E}">
        <p14:creationId xmlns:p14="http://schemas.microsoft.com/office/powerpoint/2010/main" val="329337887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 name="Rectangle 5">
            <a:extLst>
              <a:ext uri="{FF2B5EF4-FFF2-40B4-BE49-F238E27FC236}">
                <a16:creationId xmlns:a16="http://schemas.microsoft.com/office/drawing/2014/main" id="{F8553B7C-C4F3-48C8-8EF7-1073EA5791CC}"/>
              </a:ext>
            </a:extLst>
          </p:cNvPr>
          <p:cNvSpPr/>
          <p:nvPr/>
        </p:nvSpPr>
        <p:spPr bwMode="auto">
          <a:xfrm>
            <a:off x="0" y="2456892"/>
            <a:ext cx="7608168" cy="1944216"/>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7" name="Rectangle 6">
            <a:extLst>
              <a:ext uri="{FF2B5EF4-FFF2-40B4-BE49-F238E27FC236}">
                <a16:creationId xmlns:a16="http://schemas.microsoft.com/office/drawing/2014/main" id="{C2177E94-037A-4EF3-AA54-DCC134E2637A}"/>
              </a:ext>
            </a:extLst>
          </p:cNvPr>
          <p:cNvSpPr/>
          <p:nvPr/>
        </p:nvSpPr>
        <p:spPr bwMode="auto">
          <a:xfrm>
            <a:off x="0" y="2456892"/>
            <a:ext cx="70338" cy="1944216"/>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35" name="Google Shape;635;p10"/>
          <p:cNvSpPr txBox="1">
            <a:spLocks noGrp="1"/>
          </p:cNvSpPr>
          <p:nvPr>
            <p:ph type="title"/>
          </p:nvPr>
        </p:nvSpPr>
        <p:spPr>
          <a:xfrm>
            <a:off x="715050" y="3059668"/>
            <a:ext cx="6640923" cy="830997"/>
          </a:xfrm>
          <a:prstGeom prst="rect">
            <a:avLst/>
          </a:prstGeom>
          <a:noFill/>
          <a:ln>
            <a:noFill/>
          </a:ln>
        </p:spPr>
        <p:txBody>
          <a:bodyPr spcFirstLastPara="1" vert="horz" wrap="square" lIns="0" tIns="0" rIns="0" bIns="0" rtlCol="0" anchor="b" anchorCtr="0">
            <a:spAutoFit/>
          </a:bodyPr>
          <a:lstStyle/>
          <a:p>
            <a:pPr>
              <a:buSzPts val="5800"/>
            </a:pPr>
            <a:r>
              <a:rPr lang="en-US" sz="5400" dirty="0"/>
              <a:t>Shoreline Booming</a:t>
            </a:r>
            <a:endParaRPr sz="5400" dirty="0"/>
          </a:p>
        </p:txBody>
      </p:sp>
      <p:pic>
        <p:nvPicPr>
          <p:cNvPr id="12" name="Picture Placeholder 11">
            <a:extLst>
              <a:ext uri="{FF2B5EF4-FFF2-40B4-BE49-F238E27FC236}">
                <a16:creationId xmlns:a16="http://schemas.microsoft.com/office/drawing/2014/main" id="{B599CECA-03D7-4579-94F5-61FD72461A6B}"/>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6870" y="0"/>
            <a:ext cx="5985131" cy="6858000"/>
          </a:xfrm>
        </p:spPr>
      </p:pic>
      <p:sp>
        <p:nvSpPr>
          <p:cNvPr id="13" name="Date Placeholder 12">
            <a:extLst>
              <a:ext uri="{FF2B5EF4-FFF2-40B4-BE49-F238E27FC236}">
                <a16:creationId xmlns:a16="http://schemas.microsoft.com/office/drawing/2014/main" id="{5401A319-B44C-4716-B853-8E86EF10F395}"/>
              </a:ext>
            </a:extLst>
          </p:cNvPr>
          <p:cNvSpPr>
            <a:spLocks noGrp="1"/>
          </p:cNvSpPr>
          <p:nvPr>
            <p:ph type="dt" sz="half" idx="10"/>
          </p:nvPr>
        </p:nvSpPr>
        <p:spPr/>
        <p:txBody>
          <a:bodyPr/>
          <a:lstStyle/>
          <a:p>
            <a:fld id="{60A5527A-9D78-4D96-A1FF-3ECC7647B4BE}" type="datetime1">
              <a:rPr lang="en-US" smtClean="0"/>
              <a:t>10/1/26</a:t>
            </a:fld>
            <a:endParaRPr lang="en-US" dirty="0"/>
          </a:p>
        </p:txBody>
      </p:sp>
      <p:sp>
        <p:nvSpPr>
          <p:cNvPr id="14" name="Footer Placeholder 13">
            <a:extLst>
              <a:ext uri="{FF2B5EF4-FFF2-40B4-BE49-F238E27FC236}">
                <a16:creationId xmlns:a16="http://schemas.microsoft.com/office/drawing/2014/main" id="{AF07C0D7-EBC8-40B1-8930-D8D3F22AC864}"/>
              </a:ext>
            </a:extLst>
          </p:cNvPr>
          <p:cNvSpPr>
            <a:spLocks noGrp="1"/>
          </p:cNvSpPr>
          <p:nvPr>
            <p:ph type="ftr" sz="quarter" idx="11"/>
          </p:nvPr>
        </p:nvSpPr>
        <p:spPr/>
        <p:txBody>
          <a:bodyPr/>
          <a:lstStyle/>
          <a:p>
            <a:endParaRPr lang="en-US" dirty="0"/>
          </a:p>
        </p:txBody>
      </p:sp>
      <p:sp>
        <p:nvSpPr>
          <p:cNvPr id="15" name="Slide Number Placeholder 14">
            <a:extLst>
              <a:ext uri="{FF2B5EF4-FFF2-40B4-BE49-F238E27FC236}">
                <a16:creationId xmlns:a16="http://schemas.microsoft.com/office/drawing/2014/main" id="{5E0E4AA3-D679-4C9E-9963-B4A01128DBE9}"/>
              </a:ext>
            </a:extLst>
          </p:cNvPr>
          <p:cNvSpPr>
            <a:spLocks noGrp="1"/>
          </p:cNvSpPr>
          <p:nvPr>
            <p:ph type="sldNum" sz="quarter" idx="12"/>
          </p:nvPr>
        </p:nvSpPr>
        <p:spPr/>
        <p:txBody>
          <a:bodyPr/>
          <a:lstStyle/>
          <a:p>
            <a:fld id="{5B16D1FE-3A35-41BA-8EBE-413702045235}" type="slidenum">
              <a:rPr lang="en-US" smtClean="0"/>
              <a:pPr/>
              <a:t>29</a:t>
            </a:fld>
            <a:endParaRPr lang="en-US" dirty="0"/>
          </a:p>
        </p:txBody>
      </p:sp>
    </p:spTree>
    <p:extLst>
      <p:ext uri="{BB962C8B-B14F-4D97-AF65-F5344CB8AC3E}">
        <p14:creationId xmlns:p14="http://schemas.microsoft.com/office/powerpoint/2010/main" val="1841860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C4FB756-B392-4DCD-9D3B-EC7438D82A78}"/>
              </a:ext>
            </a:extLst>
          </p:cNvPr>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4" name="Footer Placeholder 3">
            <a:extLst>
              <a:ext uri="{FF2B5EF4-FFF2-40B4-BE49-F238E27FC236}">
                <a16:creationId xmlns:a16="http://schemas.microsoft.com/office/drawing/2014/main" id="{78B76217-6E03-477A-83C1-17AA303837E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447213C-FA83-42AA-BEF3-455AA3A8C541}"/>
              </a:ext>
            </a:extLst>
          </p:cNvPr>
          <p:cNvSpPr>
            <a:spLocks noGrp="1"/>
          </p:cNvSpPr>
          <p:nvPr>
            <p:ph type="sldNum" sz="quarter" idx="12"/>
          </p:nvPr>
        </p:nvSpPr>
        <p:spPr/>
        <p:txBody>
          <a:bodyPr/>
          <a:lstStyle/>
          <a:p>
            <a:fld id="{5B16D1FE-3A35-41BA-8EBE-413702045235}" type="slidenum">
              <a:rPr lang="en-US" smtClean="0"/>
              <a:pPr/>
              <a:t>30</a:t>
            </a:fld>
            <a:endParaRPr lang="en-US" dirty="0"/>
          </a:p>
        </p:txBody>
      </p:sp>
      <p:sp>
        <p:nvSpPr>
          <p:cNvPr id="181" name="Title 1">
            <a:extLst>
              <a:ext uri="{FF2B5EF4-FFF2-40B4-BE49-F238E27FC236}">
                <a16:creationId xmlns:a16="http://schemas.microsoft.com/office/drawing/2014/main" id="{DC5D1D01-A896-4E51-AB7F-8A13EDBAE705}"/>
              </a:ext>
            </a:extLst>
          </p:cNvPr>
          <p:cNvSpPr txBox="1">
            <a:spLocks/>
          </p:cNvSpPr>
          <p:nvPr/>
        </p:nvSpPr>
        <p:spPr>
          <a:xfrm>
            <a:off x="1499350" y="404664"/>
            <a:ext cx="9193300" cy="646331"/>
          </a:xfrm>
          <a:prstGeom prst="rect">
            <a:avLst/>
          </a:prstGeom>
        </p:spPr>
        <p:txBody>
          <a:bodyPr vert="horz" wrap="square" lIns="91440" tIns="45720" rIns="91440" bIns="45720" rtlCol="0" anchor="t" anchorCtr="0">
            <a:spAutoFit/>
          </a:bodyPr>
          <a:lst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pPr algn="ctr"/>
            <a:r>
              <a:rPr lang="en-US" sz="3600"/>
              <a:t>Booms</a:t>
            </a:r>
            <a:endParaRPr lang="en-US" sz="3600" dirty="0"/>
          </a:p>
        </p:txBody>
      </p:sp>
      <p:sp>
        <p:nvSpPr>
          <p:cNvPr id="182" name="Rectangle 181">
            <a:extLst>
              <a:ext uri="{FF2B5EF4-FFF2-40B4-BE49-F238E27FC236}">
                <a16:creationId xmlns:a16="http://schemas.microsoft.com/office/drawing/2014/main" id="{012367A2-2053-4B2E-82BE-085554D0C3DC}"/>
              </a:ext>
            </a:extLst>
          </p:cNvPr>
          <p:cNvSpPr/>
          <p:nvPr/>
        </p:nvSpPr>
        <p:spPr bwMode="auto">
          <a:xfrm>
            <a:off x="1527001" y="1326743"/>
            <a:ext cx="4163268" cy="2112255"/>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grpSp>
        <p:nvGrpSpPr>
          <p:cNvPr id="183" name="Google Shape;1126;p28">
            <a:extLst>
              <a:ext uri="{FF2B5EF4-FFF2-40B4-BE49-F238E27FC236}">
                <a16:creationId xmlns:a16="http://schemas.microsoft.com/office/drawing/2014/main" id="{B6554195-F872-4257-AD92-B77245B15B3B}"/>
              </a:ext>
            </a:extLst>
          </p:cNvPr>
          <p:cNvGrpSpPr/>
          <p:nvPr/>
        </p:nvGrpSpPr>
        <p:grpSpPr>
          <a:xfrm flipH="1">
            <a:off x="2961855" y="1878030"/>
            <a:ext cx="1512079" cy="1205055"/>
            <a:chOff x="3610092" y="2043141"/>
            <a:chExt cx="2086980" cy="1656184"/>
          </a:xfrm>
        </p:grpSpPr>
        <p:grpSp>
          <p:nvGrpSpPr>
            <p:cNvPr id="184" name="Google Shape;1127;p28">
              <a:extLst>
                <a:ext uri="{FF2B5EF4-FFF2-40B4-BE49-F238E27FC236}">
                  <a16:creationId xmlns:a16="http://schemas.microsoft.com/office/drawing/2014/main" id="{CEA3AFDB-5680-4844-ADA6-506994F970C0}"/>
                </a:ext>
              </a:extLst>
            </p:cNvPr>
            <p:cNvGrpSpPr/>
            <p:nvPr/>
          </p:nvGrpSpPr>
          <p:grpSpPr>
            <a:xfrm flipH="1">
              <a:off x="3923860" y="2043141"/>
              <a:ext cx="1773212" cy="1656184"/>
              <a:chOff x="4644008" y="2790076"/>
              <a:chExt cx="2618760" cy="2538576"/>
            </a:xfrm>
          </p:grpSpPr>
          <p:grpSp>
            <p:nvGrpSpPr>
              <p:cNvPr id="191" name="Google Shape;1128;p28">
                <a:extLst>
                  <a:ext uri="{FF2B5EF4-FFF2-40B4-BE49-F238E27FC236}">
                    <a16:creationId xmlns:a16="http://schemas.microsoft.com/office/drawing/2014/main" id="{645088B6-88B3-4150-A564-FA366E267F61}"/>
                  </a:ext>
                </a:extLst>
              </p:cNvPr>
              <p:cNvGrpSpPr/>
              <p:nvPr/>
            </p:nvGrpSpPr>
            <p:grpSpPr>
              <a:xfrm flipH="1">
                <a:off x="4644008" y="2790076"/>
                <a:ext cx="2453276" cy="2538576"/>
                <a:chOff x="1432360" y="2762632"/>
                <a:chExt cx="2537287" cy="2538576"/>
              </a:xfrm>
            </p:grpSpPr>
            <p:grpSp>
              <p:nvGrpSpPr>
                <p:cNvPr id="205" name="Google Shape;1129;p28">
                  <a:extLst>
                    <a:ext uri="{FF2B5EF4-FFF2-40B4-BE49-F238E27FC236}">
                      <a16:creationId xmlns:a16="http://schemas.microsoft.com/office/drawing/2014/main" id="{4419A513-A070-4A20-98F4-89BED328CF35}"/>
                    </a:ext>
                  </a:extLst>
                </p:cNvPr>
                <p:cNvGrpSpPr/>
                <p:nvPr/>
              </p:nvGrpSpPr>
              <p:grpSpPr>
                <a:xfrm>
                  <a:off x="3779912" y="2780928"/>
                  <a:ext cx="189735" cy="2520280"/>
                  <a:chOff x="3779912" y="2780928"/>
                  <a:chExt cx="189735" cy="2520280"/>
                </a:xfrm>
              </p:grpSpPr>
              <p:grpSp>
                <p:nvGrpSpPr>
                  <p:cNvPr id="207" name="Google Shape;1130;p28">
                    <a:extLst>
                      <a:ext uri="{FF2B5EF4-FFF2-40B4-BE49-F238E27FC236}">
                        <a16:creationId xmlns:a16="http://schemas.microsoft.com/office/drawing/2014/main" id="{17328FAB-2691-4CBC-85A3-F2185AD21605}"/>
                      </a:ext>
                    </a:extLst>
                  </p:cNvPr>
                  <p:cNvGrpSpPr/>
                  <p:nvPr/>
                </p:nvGrpSpPr>
                <p:grpSpPr>
                  <a:xfrm>
                    <a:off x="3779912" y="2780928"/>
                    <a:ext cx="144016" cy="2520280"/>
                    <a:chOff x="3779912" y="2708920"/>
                    <a:chExt cx="144016" cy="2520280"/>
                  </a:xfrm>
                </p:grpSpPr>
                <p:sp>
                  <p:nvSpPr>
                    <p:cNvPr id="209" name="Google Shape;1131;p28">
                      <a:extLst>
                        <a:ext uri="{FF2B5EF4-FFF2-40B4-BE49-F238E27FC236}">
                          <a16:creationId xmlns:a16="http://schemas.microsoft.com/office/drawing/2014/main" id="{36BAA873-409E-4AA2-8B92-DFFEDA7B9A62}"/>
                        </a:ext>
                      </a:extLst>
                    </p:cNvPr>
                    <p:cNvSpPr/>
                    <p:nvPr/>
                  </p:nvSpPr>
                  <p:spPr>
                    <a:xfrm>
                      <a:off x="3779912" y="2708920"/>
                      <a:ext cx="144016" cy="252028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10" name="Google Shape;1132;p28">
                      <a:extLst>
                        <a:ext uri="{FF2B5EF4-FFF2-40B4-BE49-F238E27FC236}">
                          <a16:creationId xmlns:a16="http://schemas.microsoft.com/office/drawing/2014/main" id="{2843BBC4-5B78-41C2-9F45-ADB8D1E520F4}"/>
                        </a:ext>
                      </a:extLst>
                    </p:cNvPr>
                    <p:cNvSpPr/>
                    <p:nvPr/>
                  </p:nvSpPr>
                  <p:spPr>
                    <a:xfrm rot="10800000">
                      <a:off x="3815916" y="3049032"/>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11" name="Google Shape;1133;p28">
                      <a:extLst>
                        <a:ext uri="{FF2B5EF4-FFF2-40B4-BE49-F238E27FC236}">
                          <a16:creationId xmlns:a16="http://schemas.microsoft.com/office/drawing/2014/main" id="{01D4B7BC-29BB-49D5-B50D-3D4CCD6E170E}"/>
                        </a:ext>
                      </a:extLst>
                    </p:cNvPr>
                    <p:cNvSpPr/>
                    <p:nvPr/>
                  </p:nvSpPr>
                  <p:spPr>
                    <a:xfrm rot="10800000">
                      <a:off x="3815916" y="360477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nvGrpSpPr>
                    <p:cNvPr id="212" name="Google Shape;1134;p28">
                      <a:extLst>
                        <a:ext uri="{FF2B5EF4-FFF2-40B4-BE49-F238E27FC236}">
                          <a16:creationId xmlns:a16="http://schemas.microsoft.com/office/drawing/2014/main" id="{BBD1894A-E36F-4341-8B77-DCAA21D8D134}"/>
                        </a:ext>
                      </a:extLst>
                    </p:cNvPr>
                    <p:cNvGrpSpPr/>
                    <p:nvPr/>
                  </p:nvGrpSpPr>
                  <p:grpSpPr>
                    <a:xfrm>
                      <a:off x="3815916" y="2780928"/>
                      <a:ext cx="72008" cy="2239540"/>
                      <a:chOff x="3815916" y="2780928"/>
                      <a:chExt cx="72008" cy="2239540"/>
                    </a:xfrm>
                  </p:grpSpPr>
                  <p:sp>
                    <p:nvSpPr>
                      <p:cNvPr id="214" name="Google Shape;1135;p28">
                        <a:extLst>
                          <a:ext uri="{FF2B5EF4-FFF2-40B4-BE49-F238E27FC236}">
                            <a16:creationId xmlns:a16="http://schemas.microsoft.com/office/drawing/2014/main" id="{EA7152AB-8200-47F0-8AA1-26FB0D9CF97F}"/>
                          </a:ext>
                        </a:extLst>
                      </p:cNvPr>
                      <p:cNvSpPr/>
                      <p:nvPr/>
                    </p:nvSpPr>
                    <p:spPr>
                      <a:xfrm rot="10800000">
                        <a:off x="3815916" y="2780928"/>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15" name="Google Shape;1136;p28">
                        <a:extLst>
                          <a:ext uri="{FF2B5EF4-FFF2-40B4-BE49-F238E27FC236}">
                            <a16:creationId xmlns:a16="http://schemas.microsoft.com/office/drawing/2014/main" id="{D412871C-95A0-4234-A9F1-56BFA784380F}"/>
                          </a:ext>
                        </a:extLst>
                      </p:cNvPr>
                      <p:cNvSpPr/>
                      <p:nvPr/>
                    </p:nvSpPr>
                    <p:spPr>
                      <a:xfrm rot="10800000">
                        <a:off x="3815916" y="331013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16" name="Google Shape;1137;p28">
                        <a:extLst>
                          <a:ext uri="{FF2B5EF4-FFF2-40B4-BE49-F238E27FC236}">
                            <a16:creationId xmlns:a16="http://schemas.microsoft.com/office/drawing/2014/main" id="{4C893F5D-960C-45E0-A585-6518F607053D}"/>
                          </a:ext>
                        </a:extLst>
                      </p:cNvPr>
                      <p:cNvSpPr/>
                      <p:nvPr/>
                    </p:nvSpPr>
                    <p:spPr>
                      <a:xfrm rot="10800000">
                        <a:off x="3815916" y="393305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17" name="Google Shape;1138;p28">
                        <a:extLst>
                          <a:ext uri="{FF2B5EF4-FFF2-40B4-BE49-F238E27FC236}">
                            <a16:creationId xmlns:a16="http://schemas.microsoft.com/office/drawing/2014/main" id="{6C8CA8FE-926C-460B-A0F1-6978120FC6CF}"/>
                          </a:ext>
                        </a:extLst>
                      </p:cNvPr>
                      <p:cNvSpPr/>
                      <p:nvPr/>
                    </p:nvSpPr>
                    <p:spPr>
                      <a:xfrm rot="10800000">
                        <a:off x="3815916" y="4948460"/>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18" name="Google Shape;1139;p28">
                        <a:extLst>
                          <a:ext uri="{FF2B5EF4-FFF2-40B4-BE49-F238E27FC236}">
                            <a16:creationId xmlns:a16="http://schemas.microsoft.com/office/drawing/2014/main" id="{89A04175-3C26-4805-B666-FEE5005B3B2A}"/>
                          </a:ext>
                        </a:extLst>
                      </p:cNvPr>
                      <p:cNvSpPr/>
                      <p:nvPr/>
                    </p:nvSpPr>
                    <p:spPr>
                      <a:xfrm rot="10800000">
                        <a:off x="3815916" y="454265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13" name="Google Shape;1140;p28">
                      <a:extLst>
                        <a:ext uri="{FF2B5EF4-FFF2-40B4-BE49-F238E27FC236}">
                          <a16:creationId xmlns:a16="http://schemas.microsoft.com/office/drawing/2014/main" id="{2EA1837A-C27A-4066-85AD-13B54156F6C4}"/>
                        </a:ext>
                      </a:extLst>
                    </p:cNvPr>
                    <p:cNvSpPr/>
                    <p:nvPr/>
                  </p:nvSpPr>
                  <p:spPr>
                    <a:xfrm rot="10800000">
                      <a:off x="3815916" y="4216844"/>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08" name="Google Shape;1141;p28">
                    <a:extLst>
                      <a:ext uri="{FF2B5EF4-FFF2-40B4-BE49-F238E27FC236}">
                        <a16:creationId xmlns:a16="http://schemas.microsoft.com/office/drawing/2014/main" id="{EA66087A-0AB4-4CD4-88A1-8C7A88447993}"/>
                      </a:ext>
                    </a:extLst>
                  </p:cNvPr>
                  <p:cNvSpPr/>
                  <p:nvPr/>
                </p:nvSpPr>
                <p:spPr>
                  <a:xfrm>
                    <a:off x="3923928" y="2780928"/>
                    <a:ext cx="45719" cy="2520280"/>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06" name="Google Shape;1142;p28">
                  <a:extLst>
                    <a:ext uri="{FF2B5EF4-FFF2-40B4-BE49-F238E27FC236}">
                      <a16:creationId xmlns:a16="http://schemas.microsoft.com/office/drawing/2014/main" id="{D1CF3B5D-0F0C-4DC3-A039-D5F991CB0A24}"/>
                    </a:ext>
                  </a:extLst>
                </p:cNvPr>
                <p:cNvSpPr/>
                <p:nvPr/>
              </p:nvSpPr>
              <p:spPr>
                <a:xfrm rot="5400000">
                  <a:off x="1450362" y="2744630"/>
                  <a:ext cx="2311548" cy="2347552"/>
                </a:xfrm>
                <a:prstGeom prst="flowChartDocument">
                  <a:avLst/>
                </a:prstGeom>
                <a:solidFill>
                  <a:srgbClr val="FEF5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grpSp>
            <p:nvGrpSpPr>
              <p:cNvPr id="192" name="Google Shape;1143;p28">
                <a:extLst>
                  <a:ext uri="{FF2B5EF4-FFF2-40B4-BE49-F238E27FC236}">
                    <a16:creationId xmlns:a16="http://schemas.microsoft.com/office/drawing/2014/main" id="{C3EDB150-9918-4D49-B07C-4E22B877832A}"/>
                  </a:ext>
                </a:extLst>
              </p:cNvPr>
              <p:cNvGrpSpPr/>
              <p:nvPr/>
            </p:nvGrpSpPr>
            <p:grpSpPr>
              <a:xfrm flipH="1">
                <a:off x="4792649" y="5107256"/>
                <a:ext cx="2470119" cy="130756"/>
                <a:chOff x="1327035" y="5092476"/>
                <a:chExt cx="2474525" cy="136724"/>
              </a:xfrm>
            </p:grpSpPr>
            <p:sp>
              <p:nvSpPr>
                <p:cNvPr id="193" name="Google Shape;1144;p28">
                  <a:extLst>
                    <a:ext uri="{FF2B5EF4-FFF2-40B4-BE49-F238E27FC236}">
                      <a16:creationId xmlns:a16="http://schemas.microsoft.com/office/drawing/2014/main" id="{80034E82-B33D-47DA-A3DE-64860E78DB3B}"/>
                    </a:ext>
                  </a:extLst>
                </p:cNvPr>
                <p:cNvSpPr/>
                <p:nvPr/>
              </p:nvSpPr>
              <p:spPr>
                <a:xfrm>
                  <a:off x="1959602" y="5092476"/>
                  <a:ext cx="1676294" cy="136724"/>
                </a:xfrm>
                <a:prstGeom prst="rect">
                  <a:avLst/>
                </a:prstGeom>
                <a:solidFill>
                  <a:srgbClr val="FEF5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194" name="Google Shape;1145;p28">
                  <a:extLst>
                    <a:ext uri="{FF2B5EF4-FFF2-40B4-BE49-F238E27FC236}">
                      <a16:creationId xmlns:a16="http://schemas.microsoft.com/office/drawing/2014/main" id="{A4DA28EC-1D69-4579-9AD8-2B90701F6092}"/>
                    </a:ext>
                  </a:extLst>
                </p:cNvPr>
                <p:cNvSpPr/>
                <p:nvPr/>
              </p:nvSpPr>
              <p:spPr>
                <a:xfrm>
                  <a:off x="1405935" y="5162004"/>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195" name="Google Shape;1146;p28">
                  <a:extLst>
                    <a:ext uri="{FF2B5EF4-FFF2-40B4-BE49-F238E27FC236}">
                      <a16:creationId xmlns:a16="http://schemas.microsoft.com/office/drawing/2014/main" id="{62D2465B-8A7D-46B2-B443-37DF9C315856}"/>
                    </a:ext>
                  </a:extLst>
                </p:cNvPr>
                <p:cNvSpPr/>
                <p:nvPr/>
              </p:nvSpPr>
              <p:spPr>
                <a:xfrm>
                  <a:off x="1595670" y="5161718"/>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196" name="Google Shape;1147;p28">
                  <a:extLst>
                    <a:ext uri="{FF2B5EF4-FFF2-40B4-BE49-F238E27FC236}">
                      <a16:creationId xmlns:a16="http://schemas.microsoft.com/office/drawing/2014/main" id="{7DC2B73D-F81C-4AEA-BE38-5DC8BA960D1A}"/>
                    </a:ext>
                  </a:extLst>
                </p:cNvPr>
                <p:cNvSpPr/>
                <p:nvPr/>
              </p:nvSpPr>
              <p:spPr>
                <a:xfrm>
                  <a:off x="1777636" y="5159244"/>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197" name="Google Shape;1148;p28">
                  <a:extLst>
                    <a:ext uri="{FF2B5EF4-FFF2-40B4-BE49-F238E27FC236}">
                      <a16:creationId xmlns:a16="http://schemas.microsoft.com/office/drawing/2014/main" id="{6B053170-5D58-4DC8-B378-FC858F87D60F}"/>
                    </a:ext>
                  </a:extLst>
                </p:cNvPr>
                <p:cNvSpPr/>
                <p:nvPr/>
              </p:nvSpPr>
              <p:spPr>
                <a:xfrm>
                  <a:off x="3487498" y="5143736"/>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198" name="Google Shape;1149;p28">
                  <a:extLst>
                    <a:ext uri="{FF2B5EF4-FFF2-40B4-BE49-F238E27FC236}">
                      <a16:creationId xmlns:a16="http://schemas.microsoft.com/office/drawing/2014/main" id="{EC445DD3-C9FE-49FC-AB10-267610FAA998}"/>
                    </a:ext>
                  </a:extLst>
                </p:cNvPr>
                <p:cNvSpPr/>
                <p:nvPr/>
              </p:nvSpPr>
              <p:spPr>
                <a:xfrm>
                  <a:off x="3657544" y="5147324"/>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cxnSp>
              <p:nvCxnSpPr>
                <p:cNvPr id="199" name="Google Shape;1150;p28">
                  <a:extLst>
                    <a:ext uri="{FF2B5EF4-FFF2-40B4-BE49-F238E27FC236}">
                      <a16:creationId xmlns:a16="http://schemas.microsoft.com/office/drawing/2014/main" id="{8E2DAD18-2F00-4D6B-9325-9C26B6D90265}"/>
                    </a:ext>
                  </a:extLst>
                </p:cNvPr>
                <p:cNvCxnSpPr>
                  <a:stCxn id="194" idx="2"/>
                </p:cNvCxnSpPr>
                <p:nvPr/>
              </p:nvCxnSpPr>
              <p:spPr>
                <a:xfrm flipH="1">
                  <a:off x="1327035" y="5184864"/>
                  <a:ext cx="78900" cy="4500"/>
                </a:xfrm>
                <a:prstGeom prst="straightConnector1">
                  <a:avLst/>
                </a:prstGeom>
                <a:noFill/>
                <a:ln w="12700" cap="flat" cmpd="sng">
                  <a:solidFill>
                    <a:schemeClr val="dk1"/>
                  </a:solidFill>
                  <a:prstDash val="solid"/>
                  <a:miter lim="800000"/>
                  <a:headEnd type="none" w="sm" len="sm"/>
                  <a:tailEnd type="none" w="sm" len="sm"/>
                </a:ln>
              </p:spPr>
            </p:cxnSp>
            <p:cxnSp>
              <p:nvCxnSpPr>
                <p:cNvPr id="200" name="Google Shape;1151;p28">
                  <a:extLst>
                    <a:ext uri="{FF2B5EF4-FFF2-40B4-BE49-F238E27FC236}">
                      <a16:creationId xmlns:a16="http://schemas.microsoft.com/office/drawing/2014/main" id="{CB1E1E16-2721-4657-B4C6-777013EB533A}"/>
                    </a:ext>
                  </a:extLst>
                </p:cNvPr>
                <p:cNvCxnSpPr>
                  <a:stCxn id="195" idx="2"/>
                  <a:endCxn id="194" idx="7"/>
                </p:cNvCxnSpPr>
                <p:nvPr/>
              </p:nvCxnSpPr>
              <p:spPr>
                <a:xfrm rot="10800000">
                  <a:off x="1528770" y="5168678"/>
                  <a:ext cx="66900" cy="15900"/>
                </a:xfrm>
                <a:prstGeom prst="straightConnector1">
                  <a:avLst/>
                </a:prstGeom>
                <a:noFill/>
                <a:ln w="12700" cap="flat" cmpd="sng">
                  <a:solidFill>
                    <a:schemeClr val="dk1"/>
                  </a:solidFill>
                  <a:prstDash val="solid"/>
                  <a:miter lim="800000"/>
                  <a:headEnd type="none" w="sm" len="sm"/>
                  <a:tailEnd type="none" w="sm" len="sm"/>
                </a:ln>
              </p:spPr>
            </p:cxnSp>
            <p:cxnSp>
              <p:nvCxnSpPr>
                <p:cNvPr id="201" name="Google Shape;1152;p28">
                  <a:extLst>
                    <a:ext uri="{FF2B5EF4-FFF2-40B4-BE49-F238E27FC236}">
                      <a16:creationId xmlns:a16="http://schemas.microsoft.com/office/drawing/2014/main" id="{A441CB23-7DFC-451C-BFC9-2EF3F73F44EC}"/>
                    </a:ext>
                  </a:extLst>
                </p:cNvPr>
                <p:cNvCxnSpPr>
                  <a:stCxn id="196" idx="3"/>
                  <a:endCxn id="195" idx="5"/>
                </p:cNvCxnSpPr>
                <p:nvPr/>
              </p:nvCxnSpPr>
              <p:spPr>
                <a:xfrm flipH="1">
                  <a:off x="1718627" y="5198268"/>
                  <a:ext cx="80100" cy="2400"/>
                </a:xfrm>
                <a:prstGeom prst="straightConnector1">
                  <a:avLst/>
                </a:prstGeom>
                <a:noFill/>
                <a:ln w="12700" cap="flat" cmpd="sng">
                  <a:solidFill>
                    <a:schemeClr val="dk1"/>
                  </a:solidFill>
                  <a:prstDash val="solid"/>
                  <a:miter lim="800000"/>
                  <a:headEnd type="none" w="sm" len="sm"/>
                  <a:tailEnd type="none" w="sm" len="sm"/>
                </a:ln>
              </p:spPr>
            </p:cxnSp>
            <p:cxnSp>
              <p:nvCxnSpPr>
                <p:cNvPr id="202" name="Google Shape;1153;p28">
                  <a:extLst>
                    <a:ext uri="{FF2B5EF4-FFF2-40B4-BE49-F238E27FC236}">
                      <a16:creationId xmlns:a16="http://schemas.microsoft.com/office/drawing/2014/main" id="{A48BEC01-844A-4C62-8F78-80ABD026EFD3}"/>
                    </a:ext>
                  </a:extLst>
                </p:cNvPr>
                <p:cNvCxnSpPr>
                  <a:stCxn id="193" idx="1"/>
                  <a:endCxn id="196" idx="7"/>
                </p:cNvCxnSpPr>
                <p:nvPr/>
              </p:nvCxnSpPr>
              <p:spPr>
                <a:xfrm flipH="1">
                  <a:off x="1900502" y="5160838"/>
                  <a:ext cx="59100" cy="5100"/>
                </a:xfrm>
                <a:prstGeom prst="straightConnector1">
                  <a:avLst/>
                </a:prstGeom>
                <a:noFill/>
                <a:ln w="12700" cap="flat" cmpd="sng">
                  <a:solidFill>
                    <a:schemeClr val="dk1"/>
                  </a:solidFill>
                  <a:prstDash val="solid"/>
                  <a:miter lim="800000"/>
                  <a:headEnd type="none" w="sm" len="sm"/>
                  <a:tailEnd type="none" w="sm" len="sm"/>
                </a:ln>
              </p:spPr>
            </p:cxnSp>
            <p:cxnSp>
              <p:nvCxnSpPr>
                <p:cNvPr id="203" name="Google Shape;1154;p28">
                  <a:extLst>
                    <a:ext uri="{FF2B5EF4-FFF2-40B4-BE49-F238E27FC236}">
                      <a16:creationId xmlns:a16="http://schemas.microsoft.com/office/drawing/2014/main" id="{E021F951-D740-41D9-92DF-0167BE29206B}"/>
                    </a:ext>
                  </a:extLst>
                </p:cNvPr>
                <p:cNvCxnSpPr>
                  <a:stCxn id="198" idx="3"/>
                  <a:endCxn id="197" idx="6"/>
                </p:cNvCxnSpPr>
                <p:nvPr/>
              </p:nvCxnSpPr>
              <p:spPr>
                <a:xfrm rot="10800000">
                  <a:off x="3631535" y="5166548"/>
                  <a:ext cx="47100" cy="19800"/>
                </a:xfrm>
                <a:prstGeom prst="straightConnector1">
                  <a:avLst/>
                </a:prstGeom>
                <a:noFill/>
                <a:ln w="12700" cap="flat" cmpd="sng">
                  <a:solidFill>
                    <a:schemeClr val="dk1"/>
                  </a:solidFill>
                  <a:prstDash val="solid"/>
                  <a:miter lim="800000"/>
                  <a:headEnd type="none" w="sm" len="sm"/>
                  <a:tailEnd type="none" w="sm" len="sm"/>
                </a:ln>
              </p:spPr>
            </p:cxnSp>
            <p:cxnSp>
              <p:nvCxnSpPr>
                <p:cNvPr id="204" name="Google Shape;1155;p28">
                  <a:extLst>
                    <a:ext uri="{FF2B5EF4-FFF2-40B4-BE49-F238E27FC236}">
                      <a16:creationId xmlns:a16="http://schemas.microsoft.com/office/drawing/2014/main" id="{B3427DEF-985E-4224-83D9-255ED197BB0A}"/>
                    </a:ext>
                  </a:extLst>
                </p:cNvPr>
                <p:cNvCxnSpPr>
                  <a:stCxn id="197" idx="3"/>
                </p:cNvCxnSpPr>
                <p:nvPr/>
              </p:nvCxnSpPr>
              <p:spPr>
                <a:xfrm rot="10800000">
                  <a:off x="3456689" y="5172560"/>
                  <a:ext cx="51900" cy="10200"/>
                </a:xfrm>
                <a:prstGeom prst="straightConnector1">
                  <a:avLst/>
                </a:prstGeom>
                <a:noFill/>
                <a:ln w="12700" cap="flat" cmpd="sng">
                  <a:solidFill>
                    <a:schemeClr val="dk1"/>
                  </a:solidFill>
                  <a:prstDash val="solid"/>
                  <a:miter lim="800000"/>
                  <a:headEnd type="none" w="sm" len="sm"/>
                  <a:tailEnd type="none" w="sm" len="sm"/>
                </a:ln>
              </p:spPr>
            </p:cxnSp>
          </p:grpSp>
        </p:grpSp>
        <p:grpSp>
          <p:nvGrpSpPr>
            <p:cNvPr id="185" name="Google Shape;1156;p28">
              <a:extLst>
                <a:ext uri="{FF2B5EF4-FFF2-40B4-BE49-F238E27FC236}">
                  <a16:creationId xmlns:a16="http://schemas.microsoft.com/office/drawing/2014/main" id="{83F7EC3F-038E-4D22-8BEF-8F5305D8179D}"/>
                </a:ext>
              </a:extLst>
            </p:cNvPr>
            <p:cNvGrpSpPr/>
            <p:nvPr/>
          </p:nvGrpSpPr>
          <p:grpSpPr>
            <a:xfrm>
              <a:off x="3610092" y="2210018"/>
              <a:ext cx="197463" cy="1218797"/>
              <a:chOff x="3616210" y="2597871"/>
              <a:chExt cx="200891" cy="1212272"/>
            </a:xfrm>
          </p:grpSpPr>
          <p:sp>
            <p:nvSpPr>
              <p:cNvPr id="189" name="Google Shape;1157;p28">
                <a:extLst>
                  <a:ext uri="{FF2B5EF4-FFF2-40B4-BE49-F238E27FC236}">
                    <a16:creationId xmlns:a16="http://schemas.microsoft.com/office/drawing/2014/main" id="{D472E803-8A97-4337-8FB0-973177972FBE}"/>
                  </a:ext>
                </a:extLst>
              </p:cNvPr>
              <p:cNvSpPr/>
              <p:nvPr/>
            </p:nvSpPr>
            <p:spPr>
              <a:xfrm>
                <a:off x="3616210" y="2597871"/>
                <a:ext cx="200891" cy="1212272"/>
              </a:xfrm>
              <a:custGeom>
                <a:avLst/>
                <a:gdLst/>
                <a:ahLst/>
                <a:cxnLst/>
                <a:rect l="l" t="t" r="r" b="b"/>
                <a:pathLst>
                  <a:path w="200891" h="1212272" extrusionOk="0">
                    <a:moveTo>
                      <a:pt x="96982" y="0"/>
                    </a:moveTo>
                    <a:lnTo>
                      <a:pt x="6927" y="96982"/>
                    </a:lnTo>
                    <a:lnTo>
                      <a:pt x="0" y="1143000"/>
                    </a:lnTo>
                    <a:lnTo>
                      <a:pt x="103909" y="1212272"/>
                    </a:lnTo>
                    <a:lnTo>
                      <a:pt x="200891" y="1143000"/>
                    </a:lnTo>
                    <a:lnTo>
                      <a:pt x="200891" y="83127"/>
                    </a:lnTo>
                    <a:lnTo>
                      <a:pt x="96982" y="0"/>
                    </a:lnTo>
                    <a:close/>
                  </a:path>
                </a:pathLst>
              </a:custGeom>
              <a:solidFill>
                <a:srgbClr val="FFC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190" name="Google Shape;1158;p28">
                <a:extLst>
                  <a:ext uri="{FF2B5EF4-FFF2-40B4-BE49-F238E27FC236}">
                    <a16:creationId xmlns:a16="http://schemas.microsoft.com/office/drawing/2014/main" id="{A52911A3-4DF7-4D68-81CD-4EFC8E3B68B2}"/>
                  </a:ext>
                </a:extLst>
              </p:cNvPr>
              <p:cNvSpPr/>
              <p:nvPr/>
            </p:nvSpPr>
            <p:spPr>
              <a:xfrm>
                <a:off x="3661987" y="2729405"/>
                <a:ext cx="109337" cy="987875"/>
              </a:xfrm>
              <a:prstGeom prst="flowChartProcess">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cxnSp>
          <p:nvCxnSpPr>
            <p:cNvPr id="186" name="Google Shape;1159;p28">
              <a:extLst>
                <a:ext uri="{FF2B5EF4-FFF2-40B4-BE49-F238E27FC236}">
                  <a16:creationId xmlns:a16="http://schemas.microsoft.com/office/drawing/2014/main" id="{AF658F5E-EEC6-4E50-9945-0018CBD3D339}"/>
                </a:ext>
              </a:extLst>
            </p:cNvPr>
            <p:cNvCxnSpPr>
              <a:endCxn id="189" idx="0"/>
            </p:cNvCxnSpPr>
            <p:nvPr/>
          </p:nvCxnSpPr>
          <p:spPr>
            <a:xfrm flipH="1">
              <a:off x="3705438" y="2055077"/>
              <a:ext cx="5100" cy="154800"/>
            </a:xfrm>
            <a:prstGeom prst="straightConnector1">
              <a:avLst/>
            </a:prstGeom>
            <a:noFill/>
            <a:ln w="28575" cap="flat" cmpd="sng">
              <a:solidFill>
                <a:schemeClr val="accent2"/>
              </a:solidFill>
              <a:prstDash val="solid"/>
              <a:miter lim="800000"/>
              <a:headEnd type="none" w="sm" len="sm"/>
              <a:tailEnd type="none" w="sm" len="sm"/>
            </a:ln>
          </p:spPr>
        </p:cxnSp>
        <p:cxnSp>
          <p:nvCxnSpPr>
            <p:cNvPr id="187" name="Google Shape;1160;p28">
              <a:extLst>
                <a:ext uri="{FF2B5EF4-FFF2-40B4-BE49-F238E27FC236}">
                  <a16:creationId xmlns:a16="http://schemas.microsoft.com/office/drawing/2014/main" id="{DAD157AA-8621-412D-BDE4-4C464A1E6B10}"/>
                </a:ext>
              </a:extLst>
            </p:cNvPr>
            <p:cNvCxnSpPr/>
            <p:nvPr/>
          </p:nvCxnSpPr>
          <p:spPr>
            <a:xfrm flipH="1">
              <a:off x="3711173" y="3441584"/>
              <a:ext cx="5119" cy="154941"/>
            </a:xfrm>
            <a:prstGeom prst="straightConnector1">
              <a:avLst/>
            </a:prstGeom>
            <a:noFill/>
            <a:ln w="28575" cap="flat" cmpd="sng">
              <a:solidFill>
                <a:schemeClr val="accent2"/>
              </a:solidFill>
              <a:prstDash val="solid"/>
              <a:miter lim="800000"/>
              <a:headEnd type="none" w="sm" len="sm"/>
              <a:tailEnd type="none" w="sm" len="sm"/>
            </a:ln>
          </p:spPr>
        </p:cxnSp>
        <p:sp>
          <p:nvSpPr>
            <p:cNvPr id="188" name="Google Shape;1161;p28">
              <a:extLst>
                <a:ext uri="{FF2B5EF4-FFF2-40B4-BE49-F238E27FC236}">
                  <a16:creationId xmlns:a16="http://schemas.microsoft.com/office/drawing/2014/main" id="{C35E9C53-D659-4B2B-8108-137042DFFE57}"/>
                </a:ext>
              </a:extLst>
            </p:cNvPr>
            <p:cNvSpPr/>
            <p:nvPr/>
          </p:nvSpPr>
          <p:spPr>
            <a:xfrm>
              <a:off x="3664260" y="3565839"/>
              <a:ext cx="87436" cy="103584"/>
            </a:xfrm>
            <a:prstGeom prst="ellipse">
              <a:avLst/>
            </a:prstGeom>
            <a:solidFill>
              <a:srgbClr val="7F7F7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19" name="Google Shape;1162;p28">
            <a:extLst>
              <a:ext uri="{FF2B5EF4-FFF2-40B4-BE49-F238E27FC236}">
                <a16:creationId xmlns:a16="http://schemas.microsoft.com/office/drawing/2014/main" id="{8F68BB05-6AE4-46BC-9ACF-F9981CE32084}"/>
              </a:ext>
            </a:extLst>
          </p:cNvPr>
          <p:cNvSpPr txBox="1"/>
          <p:nvPr/>
        </p:nvSpPr>
        <p:spPr>
          <a:xfrm>
            <a:off x="1664060" y="1854306"/>
            <a:ext cx="119227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D7CA7"/>
                </a:solidFill>
                <a:latin typeface="Arial"/>
                <a:ea typeface="Arial"/>
                <a:cs typeface="Arial"/>
                <a:sym typeface="Arial"/>
              </a:rPr>
              <a:t>Tension Member</a:t>
            </a:r>
            <a:endParaRPr sz="1200" dirty="0">
              <a:solidFill>
                <a:srgbClr val="5D7CA7"/>
              </a:solidFill>
            </a:endParaRPr>
          </a:p>
        </p:txBody>
      </p:sp>
      <p:sp>
        <p:nvSpPr>
          <p:cNvPr id="220" name="Google Shape;1163;p28">
            <a:extLst>
              <a:ext uri="{FF2B5EF4-FFF2-40B4-BE49-F238E27FC236}">
                <a16:creationId xmlns:a16="http://schemas.microsoft.com/office/drawing/2014/main" id="{518F7387-D7AF-4490-A479-0625B3CAA3FE}"/>
              </a:ext>
            </a:extLst>
          </p:cNvPr>
          <p:cNvSpPr txBox="1"/>
          <p:nvPr/>
        </p:nvSpPr>
        <p:spPr>
          <a:xfrm>
            <a:off x="1983136" y="2205753"/>
            <a:ext cx="70658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D7CA7"/>
                </a:solidFill>
                <a:latin typeface="Arial"/>
                <a:ea typeface="Arial"/>
                <a:cs typeface="Arial"/>
                <a:sym typeface="Arial"/>
              </a:rPr>
              <a:t>Flotation</a:t>
            </a:r>
            <a:endParaRPr sz="1200" dirty="0">
              <a:solidFill>
                <a:srgbClr val="5D7CA7"/>
              </a:solidFill>
            </a:endParaRPr>
          </a:p>
        </p:txBody>
      </p:sp>
      <p:sp>
        <p:nvSpPr>
          <p:cNvPr id="221" name="Google Shape;1164;p28">
            <a:extLst>
              <a:ext uri="{FF2B5EF4-FFF2-40B4-BE49-F238E27FC236}">
                <a16:creationId xmlns:a16="http://schemas.microsoft.com/office/drawing/2014/main" id="{359950D8-A536-4BC0-B302-E992EDFD3A1B}"/>
              </a:ext>
            </a:extLst>
          </p:cNvPr>
          <p:cNvSpPr txBox="1"/>
          <p:nvPr/>
        </p:nvSpPr>
        <p:spPr>
          <a:xfrm>
            <a:off x="2056981" y="2608222"/>
            <a:ext cx="532682"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D7CA7"/>
                </a:solidFill>
                <a:latin typeface="Arial"/>
                <a:ea typeface="Arial"/>
                <a:cs typeface="Arial"/>
                <a:sym typeface="Arial"/>
              </a:rPr>
              <a:t>skirt</a:t>
            </a:r>
            <a:endParaRPr sz="1200" dirty="0">
              <a:solidFill>
                <a:srgbClr val="5D7CA7"/>
              </a:solidFill>
            </a:endParaRPr>
          </a:p>
        </p:txBody>
      </p:sp>
      <p:sp>
        <p:nvSpPr>
          <p:cNvPr id="222" name="Google Shape;1165;p28">
            <a:extLst>
              <a:ext uri="{FF2B5EF4-FFF2-40B4-BE49-F238E27FC236}">
                <a16:creationId xmlns:a16="http://schemas.microsoft.com/office/drawing/2014/main" id="{098D960B-7493-40DF-88D4-66B894CF378D}"/>
              </a:ext>
            </a:extLst>
          </p:cNvPr>
          <p:cNvSpPr txBox="1"/>
          <p:nvPr/>
        </p:nvSpPr>
        <p:spPr>
          <a:xfrm>
            <a:off x="1983136" y="2894787"/>
            <a:ext cx="61597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rgbClr val="5D7CA7"/>
                </a:solidFill>
                <a:latin typeface="Arial"/>
                <a:ea typeface="Arial"/>
                <a:cs typeface="Arial"/>
                <a:sym typeface="Arial"/>
              </a:rPr>
              <a:t>Ballast</a:t>
            </a:r>
            <a:endParaRPr sz="1200">
              <a:solidFill>
                <a:srgbClr val="5D7CA7"/>
              </a:solidFill>
            </a:endParaRPr>
          </a:p>
        </p:txBody>
      </p:sp>
      <p:grpSp>
        <p:nvGrpSpPr>
          <p:cNvPr id="223" name="Google Shape;1166;p28">
            <a:extLst>
              <a:ext uri="{FF2B5EF4-FFF2-40B4-BE49-F238E27FC236}">
                <a16:creationId xmlns:a16="http://schemas.microsoft.com/office/drawing/2014/main" id="{446EC500-11B7-41F6-8102-4F8579831A50}"/>
              </a:ext>
            </a:extLst>
          </p:cNvPr>
          <p:cNvGrpSpPr/>
          <p:nvPr/>
        </p:nvGrpSpPr>
        <p:grpSpPr>
          <a:xfrm rot="10800000">
            <a:off x="2968512" y="1870637"/>
            <a:ext cx="1081270" cy="113964"/>
            <a:chOff x="2246781" y="2792089"/>
            <a:chExt cx="1544572" cy="156628"/>
          </a:xfrm>
        </p:grpSpPr>
        <p:cxnSp>
          <p:nvCxnSpPr>
            <p:cNvPr id="224" name="Google Shape;1167;p28">
              <a:extLst>
                <a:ext uri="{FF2B5EF4-FFF2-40B4-BE49-F238E27FC236}">
                  <a16:creationId xmlns:a16="http://schemas.microsoft.com/office/drawing/2014/main" id="{E31DBD51-29BA-41BB-A03F-396FFED25E44}"/>
                </a:ext>
              </a:extLst>
            </p:cNvPr>
            <p:cNvCxnSpPr/>
            <p:nvPr/>
          </p:nvCxnSpPr>
          <p:spPr>
            <a:xfrm rot="10800000" flipH="1">
              <a:off x="2246781" y="2867785"/>
              <a:ext cx="1383752" cy="16550"/>
            </a:xfrm>
            <a:prstGeom prst="straightConnector1">
              <a:avLst/>
            </a:prstGeom>
            <a:noFill/>
            <a:ln w="9525" cap="flat" cmpd="sng">
              <a:solidFill>
                <a:srgbClr val="808080"/>
              </a:solidFill>
              <a:prstDash val="solid"/>
              <a:miter lim="800000"/>
              <a:headEnd type="none" w="sm" len="sm"/>
              <a:tailEnd type="none" w="sm" len="sm"/>
            </a:ln>
          </p:spPr>
        </p:cxnSp>
        <p:sp>
          <p:nvSpPr>
            <p:cNvPr id="225" name="Google Shape;1168;p28">
              <a:extLst>
                <a:ext uri="{FF2B5EF4-FFF2-40B4-BE49-F238E27FC236}">
                  <a16:creationId xmlns:a16="http://schemas.microsoft.com/office/drawing/2014/main" id="{60A1969A-4F81-4D66-85E9-44643F2CBDEB}"/>
                </a:ext>
              </a:extLst>
            </p:cNvPr>
            <p:cNvSpPr/>
            <p:nvPr/>
          </p:nvSpPr>
          <p:spPr>
            <a:xfrm>
              <a:off x="3419872" y="2841747"/>
              <a:ext cx="190160" cy="106970"/>
            </a:xfrm>
            <a:prstGeom prst="flowChartProcess">
              <a:avLst/>
            </a:prstGeom>
            <a:solidFill>
              <a:srgbClr val="8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26" name="Google Shape;1169;p28">
              <a:extLst>
                <a:ext uri="{FF2B5EF4-FFF2-40B4-BE49-F238E27FC236}">
                  <a16:creationId xmlns:a16="http://schemas.microsoft.com/office/drawing/2014/main" id="{0AB5E69B-1276-40A4-A830-989FB094F0D8}"/>
                </a:ext>
              </a:extLst>
            </p:cNvPr>
            <p:cNvSpPr/>
            <p:nvPr/>
          </p:nvSpPr>
          <p:spPr>
            <a:xfrm rot="-583960">
              <a:off x="3576451" y="2809052"/>
              <a:ext cx="208573" cy="92639"/>
            </a:xfrm>
            <a:prstGeom prst="ellipse">
              <a:avLst/>
            </a:prstGeom>
            <a:noFill/>
            <a:ln w="28575" cap="flat" cmpd="sng">
              <a:solidFill>
                <a:srgbClr val="808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cxnSp>
        <p:nvCxnSpPr>
          <p:cNvPr id="227" name="Google Shape;1170;p28">
            <a:extLst>
              <a:ext uri="{FF2B5EF4-FFF2-40B4-BE49-F238E27FC236}">
                <a16:creationId xmlns:a16="http://schemas.microsoft.com/office/drawing/2014/main" id="{71973D57-FF0B-4918-86EF-DB5A455163CE}"/>
              </a:ext>
            </a:extLst>
          </p:cNvPr>
          <p:cNvCxnSpPr>
            <a:cxnSpLocks/>
            <a:stCxn id="220" idx="3"/>
          </p:cNvCxnSpPr>
          <p:nvPr/>
        </p:nvCxnSpPr>
        <p:spPr>
          <a:xfrm flipV="1">
            <a:off x="2689721" y="2323612"/>
            <a:ext cx="444851" cy="5232"/>
          </a:xfrm>
          <a:prstGeom prst="straightConnector1">
            <a:avLst/>
          </a:prstGeom>
          <a:noFill/>
          <a:ln w="19050" cap="flat" cmpd="sng">
            <a:solidFill>
              <a:srgbClr val="597B7C"/>
            </a:solidFill>
            <a:prstDash val="solid"/>
            <a:miter lim="800000"/>
            <a:headEnd type="none" w="sm" len="sm"/>
            <a:tailEnd type="triangle" w="med" len="med"/>
          </a:ln>
        </p:spPr>
      </p:cxnSp>
      <p:cxnSp>
        <p:nvCxnSpPr>
          <p:cNvPr id="228" name="Google Shape;1171;p28">
            <a:extLst>
              <a:ext uri="{FF2B5EF4-FFF2-40B4-BE49-F238E27FC236}">
                <a16:creationId xmlns:a16="http://schemas.microsoft.com/office/drawing/2014/main" id="{9DAF7A18-AB98-4021-9596-881A1981ADD9}"/>
              </a:ext>
            </a:extLst>
          </p:cNvPr>
          <p:cNvCxnSpPr>
            <a:cxnSpLocks/>
            <a:stCxn id="221" idx="3"/>
          </p:cNvCxnSpPr>
          <p:nvPr/>
        </p:nvCxnSpPr>
        <p:spPr>
          <a:xfrm>
            <a:off x="2589664" y="2731313"/>
            <a:ext cx="491408" cy="4348"/>
          </a:xfrm>
          <a:prstGeom prst="straightConnector1">
            <a:avLst/>
          </a:prstGeom>
          <a:noFill/>
          <a:ln w="19050" cap="flat" cmpd="sng">
            <a:solidFill>
              <a:srgbClr val="597B7C"/>
            </a:solidFill>
            <a:prstDash val="solid"/>
            <a:miter lim="800000"/>
            <a:headEnd type="none" w="sm" len="sm"/>
            <a:tailEnd type="triangle" w="med" len="med"/>
          </a:ln>
        </p:spPr>
      </p:cxnSp>
      <p:cxnSp>
        <p:nvCxnSpPr>
          <p:cNvPr id="229" name="Google Shape;1172;p28">
            <a:extLst>
              <a:ext uri="{FF2B5EF4-FFF2-40B4-BE49-F238E27FC236}">
                <a16:creationId xmlns:a16="http://schemas.microsoft.com/office/drawing/2014/main" id="{8D073386-BE6F-47A2-BC32-A7527ACB6098}"/>
              </a:ext>
            </a:extLst>
          </p:cNvPr>
          <p:cNvCxnSpPr>
            <a:cxnSpLocks/>
            <a:stCxn id="222" idx="3"/>
          </p:cNvCxnSpPr>
          <p:nvPr/>
        </p:nvCxnSpPr>
        <p:spPr>
          <a:xfrm flipV="1">
            <a:off x="2599113" y="2995046"/>
            <a:ext cx="381142" cy="22832"/>
          </a:xfrm>
          <a:prstGeom prst="straightConnector1">
            <a:avLst/>
          </a:prstGeom>
          <a:noFill/>
          <a:ln w="19050" cap="flat" cmpd="sng">
            <a:solidFill>
              <a:srgbClr val="597B7C"/>
            </a:solidFill>
            <a:prstDash val="solid"/>
            <a:miter lim="800000"/>
            <a:headEnd type="none" w="sm" len="sm"/>
            <a:tailEnd type="triangle" w="med" len="med"/>
          </a:ln>
        </p:spPr>
      </p:cxnSp>
      <p:sp>
        <p:nvSpPr>
          <p:cNvPr id="230" name="Google Shape;1173;p28">
            <a:extLst>
              <a:ext uri="{FF2B5EF4-FFF2-40B4-BE49-F238E27FC236}">
                <a16:creationId xmlns:a16="http://schemas.microsoft.com/office/drawing/2014/main" id="{E12934FF-2045-4C20-BD55-19D5723B12FF}"/>
              </a:ext>
            </a:extLst>
          </p:cNvPr>
          <p:cNvSpPr txBox="1"/>
          <p:nvPr/>
        </p:nvSpPr>
        <p:spPr>
          <a:xfrm>
            <a:off x="4571018" y="2300444"/>
            <a:ext cx="835199"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D7CA7"/>
                </a:solidFill>
                <a:latin typeface="Arial"/>
                <a:ea typeface="Arial"/>
                <a:cs typeface="Arial"/>
                <a:sym typeface="Arial"/>
              </a:rPr>
              <a:t>Water line</a:t>
            </a:r>
            <a:endParaRPr sz="1200" dirty="0">
              <a:solidFill>
                <a:srgbClr val="5D7CA7"/>
              </a:solidFill>
            </a:endParaRPr>
          </a:p>
        </p:txBody>
      </p:sp>
      <p:sp>
        <p:nvSpPr>
          <p:cNvPr id="231" name="Google Shape;1174;p28">
            <a:extLst>
              <a:ext uri="{FF2B5EF4-FFF2-40B4-BE49-F238E27FC236}">
                <a16:creationId xmlns:a16="http://schemas.microsoft.com/office/drawing/2014/main" id="{DC2F19A5-9040-4455-8A1A-26D9394955FB}"/>
              </a:ext>
            </a:extLst>
          </p:cNvPr>
          <p:cNvSpPr txBox="1"/>
          <p:nvPr/>
        </p:nvSpPr>
        <p:spPr>
          <a:xfrm>
            <a:off x="2366895" y="1479695"/>
            <a:ext cx="2510324" cy="27695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dirty="0">
                <a:solidFill>
                  <a:srgbClr val="002F5F"/>
                </a:solidFill>
                <a:latin typeface="Arial"/>
                <a:ea typeface="Arial"/>
                <a:cs typeface="Arial"/>
                <a:sym typeface="Arial"/>
              </a:rPr>
              <a:t>Solid Floatation Fence Boom</a:t>
            </a:r>
            <a:endParaRPr sz="1600" dirty="0">
              <a:solidFill>
                <a:srgbClr val="002F5F"/>
              </a:solidFill>
            </a:endParaRPr>
          </a:p>
        </p:txBody>
      </p:sp>
      <p:sp>
        <p:nvSpPr>
          <p:cNvPr id="232" name="Google Shape;1175;p28">
            <a:extLst>
              <a:ext uri="{FF2B5EF4-FFF2-40B4-BE49-F238E27FC236}">
                <a16:creationId xmlns:a16="http://schemas.microsoft.com/office/drawing/2014/main" id="{29DE9AE9-F752-47D6-8318-5EDD0B593230}"/>
              </a:ext>
            </a:extLst>
          </p:cNvPr>
          <p:cNvSpPr txBox="1"/>
          <p:nvPr/>
        </p:nvSpPr>
        <p:spPr>
          <a:xfrm>
            <a:off x="4588110" y="2616407"/>
            <a:ext cx="53027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D7CA7"/>
                </a:solidFill>
                <a:latin typeface="Arial"/>
                <a:ea typeface="Arial"/>
                <a:cs typeface="Arial"/>
                <a:sym typeface="Arial"/>
              </a:rPr>
              <a:t>Draft</a:t>
            </a:r>
            <a:endParaRPr sz="1200" dirty="0">
              <a:solidFill>
                <a:srgbClr val="5D7CA7"/>
              </a:solidFill>
            </a:endParaRPr>
          </a:p>
        </p:txBody>
      </p:sp>
      <p:cxnSp>
        <p:nvCxnSpPr>
          <p:cNvPr id="233" name="Google Shape;1176;p28">
            <a:extLst>
              <a:ext uri="{FF2B5EF4-FFF2-40B4-BE49-F238E27FC236}">
                <a16:creationId xmlns:a16="http://schemas.microsoft.com/office/drawing/2014/main" id="{90EDBDEF-DF25-4EB5-A3F6-7EDC019894D0}"/>
              </a:ext>
            </a:extLst>
          </p:cNvPr>
          <p:cNvCxnSpPr/>
          <p:nvPr/>
        </p:nvCxnSpPr>
        <p:spPr>
          <a:xfrm flipH="1">
            <a:off x="4546680" y="1995633"/>
            <a:ext cx="3661" cy="302378"/>
          </a:xfrm>
          <a:prstGeom prst="straightConnector1">
            <a:avLst/>
          </a:prstGeom>
          <a:noFill/>
          <a:ln w="25400" cap="flat" cmpd="sng">
            <a:solidFill>
              <a:srgbClr val="7F7F7F"/>
            </a:solidFill>
            <a:prstDash val="solid"/>
            <a:miter lim="800000"/>
            <a:headEnd type="triangle" w="med" len="med"/>
            <a:tailEnd type="triangle" w="med" len="med"/>
          </a:ln>
        </p:spPr>
      </p:cxnSp>
      <p:cxnSp>
        <p:nvCxnSpPr>
          <p:cNvPr id="234" name="Google Shape;1177;p28">
            <a:extLst>
              <a:ext uri="{FF2B5EF4-FFF2-40B4-BE49-F238E27FC236}">
                <a16:creationId xmlns:a16="http://schemas.microsoft.com/office/drawing/2014/main" id="{2F2A9890-AE50-49E1-A86D-CAA636D9A892}"/>
              </a:ext>
            </a:extLst>
          </p:cNvPr>
          <p:cNvCxnSpPr/>
          <p:nvPr/>
        </p:nvCxnSpPr>
        <p:spPr>
          <a:xfrm flipH="1">
            <a:off x="4550340" y="2321179"/>
            <a:ext cx="1" cy="807764"/>
          </a:xfrm>
          <a:prstGeom prst="straightConnector1">
            <a:avLst/>
          </a:prstGeom>
          <a:noFill/>
          <a:ln w="25400" cap="flat" cmpd="sng">
            <a:solidFill>
              <a:srgbClr val="7F7F7F"/>
            </a:solidFill>
            <a:prstDash val="solid"/>
            <a:miter lim="800000"/>
            <a:headEnd type="triangle" w="med" len="med"/>
            <a:tailEnd type="triangle" w="med" len="med"/>
          </a:ln>
        </p:spPr>
      </p:cxnSp>
      <p:sp>
        <p:nvSpPr>
          <p:cNvPr id="235" name="Google Shape;1178;p28">
            <a:extLst>
              <a:ext uri="{FF2B5EF4-FFF2-40B4-BE49-F238E27FC236}">
                <a16:creationId xmlns:a16="http://schemas.microsoft.com/office/drawing/2014/main" id="{CB38EFAD-37B2-4004-9220-847F156192F9}"/>
              </a:ext>
            </a:extLst>
          </p:cNvPr>
          <p:cNvSpPr txBox="1"/>
          <p:nvPr/>
        </p:nvSpPr>
        <p:spPr>
          <a:xfrm>
            <a:off x="4615448" y="2028474"/>
            <a:ext cx="83874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D7CA7"/>
                </a:solidFill>
                <a:latin typeface="Arial"/>
                <a:ea typeface="Arial"/>
                <a:cs typeface="Arial"/>
                <a:sym typeface="Arial"/>
              </a:rPr>
              <a:t>Freeboard</a:t>
            </a:r>
            <a:endParaRPr sz="1200" dirty="0">
              <a:solidFill>
                <a:srgbClr val="5D7CA7"/>
              </a:solidFill>
            </a:endParaRPr>
          </a:p>
        </p:txBody>
      </p:sp>
      <p:grpSp>
        <p:nvGrpSpPr>
          <p:cNvPr id="236" name="Google Shape;1219;p28">
            <a:extLst>
              <a:ext uri="{FF2B5EF4-FFF2-40B4-BE49-F238E27FC236}">
                <a16:creationId xmlns:a16="http://schemas.microsoft.com/office/drawing/2014/main" id="{02E21981-7AF1-4CAF-BF32-64954E01D419}"/>
              </a:ext>
            </a:extLst>
          </p:cNvPr>
          <p:cNvGrpSpPr/>
          <p:nvPr/>
        </p:nvGrpSpPr>
        <p:grpSpPr>
          <a:xfrm>
            <a:off x="3109492" y="2002197"/>
            <a:ext cx="338856" cy="402845"/>
            <a:chOff x="6104250" y="2103701"/>
            <a:chExt cx="456351" cy="542528"/>
          </a:xfrm>
        </p:grpSpPr>
        <p:sp>
          <p:nvSpPr>
            <p:cNvPr id="237" name="Google Shape;1220;p28">
              <a:extLst>
                <a:ext uri="{FF2B5EF4-FFF2-40B4-BE49-F238E27FC236}">
                  <a16:creationId xmlns:a16="http://schemas.microsoft.com/office/drawing/2014/main" id="{0B97D6C6-99D4-4DD3-8898-276D9EA5B8E5}"/>
                </a:ext>
              </a:extLst>
            </p:cNvPr>
            <p:cNvSpPr/>
            <p:nvPr/>
          </p:nvSpPr>
          <p:spPr>
            <a:xfrm>
              <a:off x="6104250" y="2103701"/>
              <a:ext cx="453073" cy="537908"/>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3F3F3F"/>
                </a:solidFill>
                <a:latin typeface="Tahoma"/>
                <a:ea typeface="Tahoma"/>
                <a:cs typeface="Tahoma"/>
                <a:sym typeface="Tahoma"/>
              </a:endParaRPr>
            </a:p>
          </p:txBody>
        </p:sp>
        <p:sp>
          <p:nvSpPr>
            <p:cNvPr id="238" name="Google Shape;1221;p28">
              <a:extLst>
                <a:ext uri="{FF2B5EF4-FFF2-40B4-BE49-F238E27FC236}">
                  <a16:creationId xmlns:a16="http://schemas.microsoft.com/office/drawing/2014/main" id="{EEBDDDC4-5E94-4CBC-A5C4-FDC0A6FCF95C}"/>
                </a:ext>
              </a:extLst>
            </p:cNvPr>
            <p:cNvSpPr/>
            <p:nvPr/>
          </p:nvSpPr>
          <p:spPr>
            <a:xfrm>
              <a:off x="6191651" y="2181456"/>
              <a:ext cx="275131" cy="381945"/>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3F3F3F"/>
                </a:solidFill>
                <a:latin typeface="Tahoma"/>
                <a:ea typeface="Tahoma"/>
                <a:cs typeface="Tahoma"/>
                <a:sym typeface="Tahoma"/>
              </a:endParaRPr>
            </a:p>
          </p:txBody>
        </p:sp>
        <p:cxnSp>
          <p:nvCxnSpPr>
            <p:cNvPr id="239" name="Google Shape;1222;p28">
              <a:extLst>
                <a:ext uri="{FF2B5EF4-FFF2-40B4-BE49-F238E27FC236}">
                  <a16:creationId xmlns:a16="http://schemas.microsoft.com/office/drawing/2014/main" id="{1299B09A-F144-4327-8E9F-AD17DBBD467F}"/>
                </a:ext>
              </a:extLst>
            </p:cNvPr>
            <p:cNvCxnSpPr/>
            <p:nvPr/>
          </p:nvCxnSpPr>
          <p:spPr>
            <a:xfrm>
              <a:off x="6104252" y="2107581"/>
              <a:ext cx="87397" cy="81456"/>
            </a:xfrm>
            <a:prstGeom prst="straightConnector1">
              <a:avLst/>
            </a:prstGeom>
            <a:noFill/>
            <a:ln w="9525" cap="flat" cmpd="sng">
              <a:solidFill>
                <a:schemeClr val="dk1"/>
              </a:solidFill>
              <a:prstDash val="solid"/>
              <a:miter lim="800000"/>
              <a:headEnd type="none" w="sm" len="sm"/>
              <a:tailEnd type="none" w="sm" len="sm"/>
            </a:ln>
          </p:spPr>
        </p:cxnSp>
        <p:cxnSp>
          <p:nvCxnSpPr>
            <p:cNvPr id="240" name="Google Shape;1223;p28">
              <a:extLst>
                <a:ext uri="{FF2B5EF4-FFF2-40B4-BE49-F238E27FC236}">
                  <a16:creationId xmlns:a16="http://schemas.microsoft.com/office/drawing/2014/main" id="{DDAD346B-2525-4B86-A364-3A9D4A65D5BF}"/>
                </a:ext>
              </a:extLst>
            </p:cNvPr>
            <p:cNvCxnSpPr/>
            <p:nvPr/>
          </p:nvCxnSpPr>
          <p:spPr>
            <a:xfrm rot="10800000" flipH="1">
              <a:off x="6462992" y="2107581"/>
              <a:ext cx="88647" cy="81456"/>
            </a:xfrm>
            <a:prstGeom prst="straightConnector1">
              <a:avLst/>
            </a:prstGeom>
            <a:noFill/>
            <a:ln w="9525" cap="flat" cmpd="sng">
              <a:solidFill>
                <a:schemeClr val="dk1"/>
              </a:solidFill>
              <a:prstDash val="solid"/>
              <a:miter lim="800000"/>
              <a:headEnd type="none" w="sm" len="sm"/>
              <a:tailEnd type="none" w="sm" len="sm"/>
            </a:ln>
          </p:spPr>
        </p:cxnSp>
        <p:cxnSp>
          <p:nvCxnSpPr>
            <p:cNvPr id="241" name="Google Shape;1224;p28">
              <a:extLst>
                <a:ext uri="{FF2B5EF4-FFF2-40B4-BE49-F238E27FC236}">
                  <a16:creationId xmlns:a16="http://schemas.microsoft.com/office/drawing/2014/main" id="{0B19DC14-15E9-487D-952D-CF7AA8F1A32B}"/>
                </a:ext>
              </a:extLst>
            </p:cNvPr>
            <p:cNvCxnSpPr/>
            <p:nvPr/>
          </p:nvCxnSpPr>
          <p:spPr>
            <a:xfrm>
              <a:off x="6473269" y="2561099"/>
              <a:ext cx="87332" cy="84348"/>
            </a:xfrm>
            <a:prstGeom prst="straightConnector1">
              <a:avLst/>
            </a:prstGeom>
            <a:noFill/>
            <a:ln w="9525" cap="flat" cmpd="sng">
              <a:solidFill>
                <a:schemeClr val="dk1"/>
              </a:solidFill>
              <a:prstDash val="solid"/>
              <a:miter lim="800000"/>
              <a:headEnd type="none" w="sm" len="sm"/>
              <a:tailEnd type="none" w="sm" len="sm"/>
            </a:ln>
          </p:spPr>
        </p:cxnSp>
        <p:cxnSp>
          <p:nvCxnSpPr>
            <p:cNvPr id="242" name="Google Shape;1225;p28">
              <a:extLst>
                <a:ext uri="{FF2B5EF4-FFF2-40B4-BE49-F238E27FC236}">
                  <a16:creationId xmlns:a16="http://schemas.microsoft.com/office/drawing/2014/main" id="{4F28DAFF-63FF-4B49-BA7F-9738368C823B}"/>
                </a:ext>
              </a:extLst>
            </p:cNvPr>
            <p:cNvCxnSpPr/>
            <p:nvPr/>
          </p:nvCxnSpPr>
          <p:spPr>
            <a:xfrm rot="10800000" flipH="1">
              <a:off x="6108435" y="2561882"/>
              <a:ext cx="81098" cy="84347"/>
            </a:xfrm>
            <a:prstGeom prst="straightConnector1">
              <a:avLst/>
            </a:prstGeom>
            <a:noFill/>
            <a:ln w="9525" cap="flat" cmpd="sng">
              <a:solidFill>
                <a:schemeClr val="dk1"/>
              </a:solidFill>
              <a:prstDash val="solid"/>
              <a:miter lim="800000"/>
              <a:headEnd type="none" w="sm" len="sm"/>
              <a:tailEnd type="none" w="sm" len="sm"/>
            </a:ln>
          </p:spPr>
        </p:cxnSp>
      </p:grpSp>
      <p:grpSp>
        <p:nvGrpSpPr>
          <p:cNvPr id="243" name="Google Shape;1226;p28">
            <a:extLst>
              <a:ext uri="{FF2B5EF4-FFF2-40B4-BE49-F238E27FC236}">
                <a16:creationId xmlns:a16="http://schemas.microsoft.com/office/drawing/2014/main" id="{F4314F47-6563-4F8C-A38C-86E8C77CC0F7}"/>
              </a:ext>
            </a:extLst>
          </p:cNvPr>
          <p:cNvGrpSpPr/>
          <p:nvPr/>
        </p:nvGrpSpPr>
        <p:grpSpPr>
          <a:xfrm>
            <a:off x="3548536" y="2004870"/>
            <a:ext cx="338856" cy="402845"/>
            <a:chOff x="6104250" y="2103701"/>
            <a:chExt cx="456351" cy="542528"/>
          </a:xfrm>
        </p:grpSpPr>
        <p:sp>
          <p:nvSpPr>
            <p:cNvPr id="244" name="Google Shape;1227;p28">
              <a:extLst>
                <a:ext uri="{FF2B5EF4-FFF2-40B4-BE49-F238E27FC236}">
                  <a16:creationId xmlns:a16="http://schemas.microsoft.com/office/drawing/2014/main" id="{F32433ED-B5F5-488C-9547-6B7CCFD465A6}"/>
                </a:ext>
              </a:extLst>
            </p:cNvPr>
            <p:cNvSpPr/>
            <p:nvPr/>
          </p:nvSpPr>
          <p:spPr>
            <a:xfrm>
              <a:off x="6104250" y="2103701"/>
              <a:ext cx="453073" cy="537908"/>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3F3F3F"/>
                </a:solidFill>
                <a:latin typeface="Tahoma"/>
                <a:ea typeface="Tahoma"/>
                <a:cs typeface="Tahoma"/>
                <a:sym typeface="Tahoma"/>
              </a:endParaRPr>
            </a:p>
          </p:txBody>
        </p:sp>
        <p:sp>
          <p:nvSpPr>
            <p:cNvPr id="245" name="Google Shape;1228;p28">
              <a:extLst>
                <a:ext uri="{FF2B5EF4-FFF2-40B4-BE49-F238E27FC236}">
                  <a16:creationId xmlns:a16="http://schemas.microsoft.com/office/drawing/2014/main" id="{565C5FEA-DEE4-4619-83E6-B6C32ABC362C}"/>
                </a:ext>
              </a:extLst>
            </p:cNvPr>
            <p:cNvSpPr/>
            <p:nvPr/>
          </p:nvSpPr>
          <p:spPr>
            <a:xfrm>
              <a:off x="6191651" y="2181456"/>
              <a:ext cx="275131" cy="381945"/>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3F3F3F"/>
                </a:solidFill>
                <a:latin typeface="Tahoma"/>
                <a:ea typeface="Tahoma"/>
                <a:cs typeface="Tahoma"/>
                <a:sym typeface="Tahoma"/>
              </a:endParaRPr>
            </a:p>
          </p:txBody>
        </p:sp>
        <p:cxnSp>
          <p:nvCxnSpPr>
            <p:cNvPr id="246" name="Google Shape;1229;p28">
              <a:extLst>
                <a:ext uri="{FF2B5EF4-FFF2-40B4-BE49-F238E27FC236}">
                  <a16:creationId xmlns:a16="http://schemas.microsoft.com/office/drawing/2014/main" id="{1719C164-B81D-44CB-8AC9-C4E466A5759F}"/>
                </a:ext>
              </a:extLst>
            </p:cNvPr>
            <p:cNvCxnSpPr/>
            <p:nvPr/>
          </p:nvCxnSpPr>
          <p:spPr>
            <a:xfrm>
              <a:off x="6104252" y="2107581"/>
              <a:ext cx="87397" cy="81456"/>
            </a:xfrm>
            <a:prstGeom prst="straightConnector1">
              <a:avLst/>
            </a:prstGeom>
            <a:noFill/>
            <a:ln w="9525" cap="flat" cmpd="sng">
              <a:solidFill>
                <a:schemeClr val="dk1"/>
              </a:solidFill>
              <a:prstDash val="solid"/>
              <a:miter lim="800000"/>
              <a:headEnd type="none" w="sm" len="sm"/>
              <a:tailEnd type="none" w="sm" len="sm"/>
            </a:ln>
          </p:spPr>
        </p:cxnSp>
        <p:cxnSp>
          <p:nvCxnSpPr>
            <p:cNvPr id="247" name="Google Shape;1230;p28">
              <a:extLst>
                <a:ext uri="{FF2B5EF4-FFF2-40B4-BE49-F238E27FC236}">
                  <a16:creationId xmlns:a16="http://schemas.microsoft.com/office/drawing/2014/main" id="{DF2B172B-994E-404A-A728-D0D1120087F9}"/>
                </a:ext>
              </a:extLst>
            </p:cNvPr>
            <p:cNvCxnSpPr/>
            <p:nvPr/>
          </p:nvCxnSpPr>
          <p:spPr>
            <a:xfrm rot="10800000" flipH="1">
              <a:off x="6462992" y="2107581"/>
              <a:ext cx="88647" cy="81456"/>
            </a:xfrm>
            <a:prstGeom prst="straightConnector1">
              <a:avLst/>
            </a:prstGeom>
            <a:noFill/>
            <a:ln w="9525" cap="flat" cmpd="sng">
              <a:solidFill>
                <a:schemeClr val="dk1"/>
              </a:solidFill>
              <a:prstDash val="solid"/>
              <a:miter lim="800000"/>
              <a:headEnd type="none" w="sm" len="sm"/>
              <a:tailEnd type="none" w="sm" len="sm"/>
            </a:ln>
          </p:spPr>
        </p:cxnSp>
        <p:cxnSp>
          <p:nvCxnSpPr>
            <p:cNvPr id="248" name="Google Shape;1231;p28">
              <a:extLst>
                <a:ext uri="{FF2B5EF4-FFF2-40B4-BE49-F238E27FC236}">
                  <a16:creationId xmlns:a16="http://schemas.microsoft.com/office/drawing/2014/main" id="{E59BE0FB-C4B1-4EE3-909C-7214D54CAA24}"/>
                </a:ext>
              </a:extLst>
            </p:cNvPr>
            <p:cNvCxnSpPr/>
            <p:nvPr/>
          </p:nvCxnSpPr>
          <p:spPr>
            <a:xfrm>
              <a:off x="6473269" y="2561099"/>
              <a:ext cx="87332" cy="84348"/>
            </a:xfrm>
            <a:prstGeom prst="straightConnector1">
              <a:avLst/>
            </a:prstGeom>
            <a:noFill/>
            <a:ln w="9525" cap="flat" cmpd="sng">
              <a:solidFill>
                <a:schemeClr val="dk1"/>
              </a:solidFill>
              <a:prstDash val="solid"/>
              <a:miter lim="800000"/>
              <a:headEnd type="none" w="sm" len="sm"/>
              <a:tailEnd type="none" w="sm" len="sm"/>
            </a:ln>
          </p:spPr>
        </p:cxnSp>
        <p:cxnSp>
          <p:nvCxnSpPr>
            <p:cNvPr id="249" name="Google Shape;1232;p28">
              <a:extLst>
                <a:ext uri="{FF2B5EF4-FFF2-40B4-BE49-F238E27FC236}">
                  <a16:creationId xmlns:a16="http://schemas.microsoft.com/office/drawing/2014/main" id="{B845D168-BE88-4AFB-BE2C-355964D1344C}"/>
                </a:ext>
              </a:extLst>
            </p:cNvPr>
            <p:cNvCxnSpPr/>
            <p:nvPr/>
          </p:nvCxnSpPr>
          <p:spPr>
            <a:xfrm rot="10800000" flipH="1">
              <a:off x="6108435" y="2561882"/>
              <a:ext cx="81098" cy="84347"/>
            </a:xfrm>
            <a:prstGeom prst="straightConnector1">
              <a:avLst/>
            </a:prstGeom>
            <a:noFill/>
            <a:ln w="9525" cap="flat" cmpd="sng">
              <a:solidFill>
                <a:schemeClr val="dk1"/>
              </a:solidFill>
              <a:prstDash val="solid"/>
              <a:miter lim="800000"/>
              <a:headEnd type="none" w="sm" len="sm"/>
              <a:tailEnd type="none" w="sm" len="sm"/>
            </a:ln>
          </p:spPr>
        </p:cxnSp>
      </p:grpSp>
      <p:grpSp>
        <p:nvGrpSpPr>
          <p:cNvPr id="250" name="Google Shape;1233;p28">
            <a:extLst>
              <a:ext uri="{FF2B5EF4-FFF2-40B4-BE49-F238E27FC236}">
                <a16:creationId xmlns:a16="http://schemas.microsoft.com/office/drawing/2014/main" id="{38F033C5-1450-4C0C-AA44-D59AE4A92612}"/>
              </a:ext>
            </a:extLst>
          </p:cNvPr>
          <p:cNvGrpSpPr/>
          <p:nvPr/>
        </p:nvGrpSpPr>
        <p:grpSpPr>
          <a:xfrm>
            <a:off x="3969006" y="1999984"/>
            <a:ext cx="192729" cy="408172"/>
            <a:chOff x="8217036" y="1861991"/>
            <a:chExt cx="259556" cy="549702"/>
          </a:xfrm>
        </p:grpSpPr>
        <p:sp>
          <p:nvSpPr>
            <p:cNvPr id="251" name="Google Shape;1234;p28">
              <a:extLst>
                <a:ext uri="{FF2B5EF4-FFF2-40B4-BE49-F238E27FC236}">
                  <a16:creationId xmlns:a16="http://schemas.microsoft.com/office/drawing/2014/main" id="{8F23FA62-700F-4053-AC61-7348641FB6BD}"/>
                </a:ext>
              </a:extLst>
            </p:cNvPr>
            <p:cNvSpPr/>
            <p:nvPr/>
          </p:nvSpPr>
          <p:spPr>
            <a:xfrm>
              <a:off x="8217036" y="1864006"/>
              <a:ext cx="259556" cy="547687"/>
            </a:xfrm>
            <a:custGeom>
              <a:avLst/>
              <a:gdLst/>
              <a:ahLst/>
              <a:cxnLst/>
              <a:rect l="l" t="t" r="r" b="b"/>
              <a:pathLst>
                <a:path w="259556" h="547687" extrusionOk="0">
                  <a:moveTo>
                    <a:pt x="0" y="0"/>
                  </a:moveTo>
                  <a:lnTo>
                    <a:pt x="226219" y="0"/>
                  </a:lnTo>
                  <a:lnTo>
                    <a:pt x="238125" y="30956"/>
                  </a:lnTo>
                  <a:lnTo>
                    <a:pt x="245269" y="71437"/>
                  </a:lnTo>
                  <a:lnTo>
                    <a:pt x="252412" y="107156"/>
                  </a:lnTo>
                  <a:lnTo>
                    <a:pt x="257175" y="161925"/>
                  </a:lnTo>
                  <a:lnTo>
                    <a:pt x="259556" y="202406"/>
                  </a:lnTo>
                  <a:lnTo>
                    <a:pt x="259556" y="238125"/>
                  </a:lnTo>
                  <a:lnTo>
                    <a:pt x="259556" y="276225"/>
                  </a:lnTo>
                  <a:lnTo>
                    <a:pt x="247650" y="309562"/>
                  </a:lnTo>
                  <a:lnTo>
                    <a:pt x="242887" y="347662"/>
                  </a:lnTo>
                  <a:lnTo>
                    <a:pt x="230981" y="392906"/>
                  </a:lnTo>
                  <a:lnTo>
                    <a:pt x="211931" y="435768"/>
                  </a:lnTo>
                  <a:lnTo>
                    <a:pt x="195262" y="483393"/>
                  </a:lnTo>
                  <a:lnTo>
                    <a:pt x="180975" y="514350"/>
                  </a:lnTo>
                  <a:lnTo>
                    <a:pt x="166687" y="538162"/>
                  </a:lnTo>
                  <a:lnTo>
                    <a:pt x="164306" y="547687"/>
                  </a:lnTo>
                  <a:lnTo>
                    <a:pt x="4762" y="547687"/>
                  </a:lnTo>
                  <a:cubicBezTo>
                    <a:pt x="3175" y="365125"/>
                    <a:pt x="1587" y="182562"/>
                    <a:pt x="0" y="0"/>
                  </a:cubicBezTo>
                  <a:close/>
                </a:path>
              </a:pathLst>
            </a:custGeom>
            <a:solidFill>
              <a:srgbClr val="FFC000"/>
            </a:solidFill>
            <a:ln w="12700" cap="flat" cmpd="sng">
              <a:solidFill>
                <a:srgbClr val="6B6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Arial"/>
                <a:ea typeface="Arial"/>
                <a:cs typeface="Arial"/>
                <a:sym typeface="Arial"/>
              </a:endParaRPr>
            </a:p>
          </p:txBody>
        </p:sp>
        <p:sp>
          <p:nvSpPr>
            <p:cNvPr id="252" name="Google Shape;1235;p28">
              <a:extLst>
                <a:ext uri="{FF2B5EF4-FFF2-40B4-BE49-F238E27FC236}">
                  <a16:creationId xmlns:a16="http://schemas.microsoft.com/office/drawing/2014/main" id="{99840ACC-627C-4C2B-9A1B-66F2FBA54FC7}"/>
                </a:ext>
              </a:extLst>
            </p:cNvPr>
            <p:cNvSpPr/>
            <p:nvPr/>
          </p:nvSpPr>
          <p:spPr>
            <a:xfrm>
              <a:off x="8308288" y="1924789"/>
              <a:ext cx="154913" cy="412089"/>
            </a:xfrm>
            <a:custGeom>
              <a:avLst/>
              <a:gdLst/>
              <a:ahLst/>
              <a:cxnLst/>
              <a:rect l="l" t="t" r="r" b="b"/>
              <a:pathLst>
                <a:path w="247650" h="1136650" extrusionOk="0">
                  <a:moveTo>
                    <a:pt x="247650" y="0"/>
                  </a:moveTo>
                  <a:lnTo>
                    <a:pt x="0" y="6350"/>
                  </a:lnTo>
                  <a:cubicBezTo>
                    <a:pt x="2117" y="383117"/>
                    <a:pt x="4233" y="759883"/>
                    <a:pt x="6350" y="1136650"/>
                  </a:cubicBezTo>
                  <a:lnTo>
                    <a:pt x="6350" y="1136650"/>
                  </a:lnTo>
                </a:path>
              </a:pathLst>
            </a:cu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3F3F3F"/>
                </a:solidFill>
                <a:latin typeface="Tahoma"/>
                <a:ea typeface="Tahoma"/>
                <a:cs typeface="Tahoma"/>
                <a:sym typeface="Tahoma"/>
              </a:endParaRPr>
            </a:p>
          </p:txBody>
        </p:sp>
        <p:cxnSp>
          <p:nvCxnSpPr>
            <p:cNvPr id="253" name="Google Shape;1236;p28">
              <a:extLst>
                <a:ext uri="{FF2B5EF4-FFF2-40B4-BE49-F238E27FC236}">
                  <a16:creationId xmlns:a16="http://schemas.microsoft.com/office/drawing/2014/main" id="{24FC156C-4E92-4AE5-B2EA-2037A81863C4}"/>
                </a:ext>
              </a:extLst>
            </p:cNvPr>
            <p:cNvCxnSpPr>
              <a:stCxn id="252" idx="1"/>
            </p:cNvCxnSpPr>
            <p:nvPr/>
          </p:nvCxnSpPr>
          <p:spPr>
            <a:xfrm rot="10800000">
              <a:off x="8224888" y="1861991"/>
              <a:ext cx="83400" cy="65100"/>
            </a:xfrm>
            <a:prstGeom prst="straightConnector1">
              <a:avLst/>
            </a:prstGeom>
            <a:noFill/>
            <a:ln w="9525" cap="flat" cmpd="sng">
              <a:solidFill>
                <a:schemeClr val="dk1"/>
              </a:solidFill>
              <a:prstDash val="solid"/>
              <a:miter lim="800000"/>
              <a:headEnd type="none" w="sm" len="sm"/>
              <a:tailEnd type="none" w="sm" len="sm"/>
            </a:ln>
          </p:spPr>
        </p:cxnSp>
        <p:cxnSp>
          <p:nvCxnSpPr>
            <p:cNvPr id="254" name="Google Shape;1237;p28">
              <a:extLst>
                <a:ext uri="{FF2B5EF4-FFF2-40B4-BE49-F238E27FC236}">
                  <a16:creationId xmlns:a16="http://schemas.microsoft.com/office/drawing/2014/main" id="{78851D5E-5F5A-45EF-B366-71CFFCE81CC7}"/>
                </a:ext>
              </a:extLst>
            </p:cNvPr>
            <p:cNvCxnSpPr>
              <a:stCxn id="252" idx="2"/>
              <a:endCxn id="251" idx="17"/>
            </p:cNvCxnSpPr>
            <p:nvPr/>
          </p:nvCxnSpPr>
          <p:spPr>
            <a:xfrm flipH="1">
              <a:off x="8221660" y="2336878"/>
              <a:ext cx="90600" cy="74700"/>
            </a:xfrm>
            <a:prstGeom prst="straightConnector1">
              <a:avLst/>
            </a:prstGeom>
            <a:noFill/>
            <a:ln w="9525" cap="flat" cmpd="sng">
              <a:solidFill>
                <a:schemeClr val="dk1"/>
              </a:solidFill>
              <a:prstDash val="solid"/>
              <a:miter lim="800000"/>
              <a:headEnd type="none" w="sm" len="sm"/>
              <a:tailEnd type="none" w="sm" len="sm"/>
            </a:ln>
          </p:spPr>
        </p:cxnSp>
      </p:grpSp>
      <p:sp>
        <p:nvSpPr>
          <p:cNvPr id="255" name="Google Shape;1238;p28">
            <a:extLst>
              <a:ext uri="{FF2B5EF4-FFF2-40B4-BE49-F238E27FC236}">
                <a16:creationId xmlns:a16="http://schemas.microsoft.com/office/drawing/2014/main" id="{3C9951BF-A47A-4886-AA64-F35455360A03}"/>
              </a:ext>
            </a:extLst>
          </p:cNvPr>
          <p:cNvSpPr/>
          <p:nvPr/>
        </p:nvSpPr>
        <p:spPr>
          <a:xfrm>
            <a:off x="3008294" y="2212214"/>
            <a:ext cx="1603305" cy="107631"/>
          </a:xfrm>
          <a:custGeom>
            <a:avLst/>
            <a:gdLst/>
            <a:ahLst/>
            <a:cxnLst/>
            <a:rect l="l" t="t" r="r" b="b"/>
            <a:pathLst>
              <a:path w="1621971" h="120363" extrusionOk="0">
                <a:moveTo>
                  <a:pt x="0" y="22209"/>
                </a:moveTo>
                <a:cubicBezTo>
                  <a:pt x="125185" y="73009"/>
                  <a:pt x="250371" y="123809"/>
                  <a:pt x="435428" y="120180"/>
                </a:cubicBezTo>
                <a:cubicBezTo>
                  <a:pt x="620485" y="116551"/>
                  <a:pt x="912586" y="5880"/>
                  <a:pt x="1110343" y="437"/>
                </a:cubicBezTo>
                <a:cubicBezTo>
                  <a:pt x="1308100" y="-5006"/>
                  <a:pt x="1465035" y="41258"/>
                  <a:pt x="1621971" y="87523"/>
                </a:cubicBezTo>
              </a:path>
            </a:pathLst>
          </a:custGeom>
          <a:noFill/>
          <a:ln w="38100" cap="flat" cmpd="sng">
            <a:solidFill>
              <a:srgbClr val="00488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56" name="Rectangle 255">
            <a:extLst>
              <a:ext uri="{FF2B5EF4-FFF2-40B4-BE49-F238E27FC236}">
                <a16:creationId xmlns:a16="http://schemas.microsoft.com/office/drawing/2014/main" id="{707739CC-9E35-415E-838F-47987D32D1F0}"/>
              </a:ext>
            </a:extLst>
          </p:cNvPr>
          <p:cNvSpPr/>
          <p:nvPr/>
        </p:nvSpPr>
        <p:spPr bwMode="auto">
          <a:xfrm>
            <a:off x="6529383" y="1326743"/>
            <a:ext cx="4163268" cy="2112255"/>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257" name="Google Shape;1217;p28" descr="Spilfyter | Spilfyter 13cm x 3m Sock-In-Net Boom | OSW-54S | Liquid Safety  Solutions">
            <a:extLst>
              <a:ext uri="{FF2B5EF4-FFF2-40B4-BE49-F238E27FC236}">
                <a16:creationId xmlns:a16="http://schemas.microsoft.com/office/drawing/2014/main" id="{7D75D365-17AB-49EF-BC55-9E0F73DB27C4}"/>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575270" y="1840605"/>
            <a:ext cx="2032335" cy="1497934"/>
          </a:xfrm>
          <a:prstGeom prst="rect">
            <a:avLst/>
          </a:prstGeom>
          <a:noFill/>
          <a:ln>
            <a:noFill/>
          </a:ln>
        </p:spPr>
      </p:pic>
      <p:sp>
        <p:nvSpPr>
          <p:cNvPr id="258" name="Google Shape;1218;p28">
            <a:extLst>
              <a:ext uri="{FF2B5EF4-FFF2-40B4-BE49-F238E27FC236}">
                <a16:creationId xmlns:a16="http://schemas.microsoft.com/office/drawing/2014/main" id="{728A9DC7-2365-4631-95C5-4F12D11D7FA5}"/>
              </a:ext>
            </a:extLst>
          </p:cNvPr>
          <p:cNvSpPr txBox="1"/>
          <p:nvPr/>
        </p:nvSpPr>
        <p:spPr>
          <a:xfrm>
            <a:off x="7118903" y="1479695"/>
            <a:ext cx="2984228" cy="276959"/>
          </a:xfrm>
          <a:prstGeom prst="rect">
            <a:avLst/>
          </a:prstGeom>
          <a:noFill/>
          <a:ln>
            <a:noFill/>
          </a:ln>
        </p:spPr>
        <p:txBody>
          <a:bodyPr spcFirstLastPara="1" wrap="square" lIns="91425" tIns="45700" rIns="91425" bIns="45700" anchor="t" anchorCtr="0">
            <a:spAutoFit/>
          </a:bodyPr>
          <a:lstStyle>
            <a:defPPr>
              <a:defRPr lang="fi-FI"/>
            </a:defPPr>
            <a:lvl1pPr marR="0" lvl="0" indent="0" algn="ctr">
              <a:spcBef>
                <a:spcPts val="0"/>
              </a:spcBef>
              <a:spcAft>
                <a:spcPts val="0"/>
              </a:spcAft>
              <a:buNone/>
              <a:defRPr sz="1200" b="1">
                <a:solidFill>
                  <a:srgbClr val="002F5F"/>
                </a:solidFill>
                <a:latin typeface="Arial"/>
                <a:ea typeface="Arial"/>
                <a:cs typeface="Arial"/>
              </a:defRPr>
            </a:lvl1pPr>
          </a:lstStyle>
          <a:p>
            <a:r>
              <a:rPr lang="en-US" dirty="0">
                <a:sym typeface="Arial"/>
              </a:rPr>
              <a:t>Absorbent Boom</a:t>
            </a:r>
            <a:endParaRPr dirty="0"/>
          </a:p>
        </p:txBody>
      </p:sp>
      <p:sp>
        <p:nvSpPr>
          <p:cNvPr id="259" name="Rectangle 258">
            <a:extLst>
              <a:ext uri="{FF2B5EF4-FFF2-40B4-BE49-F238E27FC236}">
                <a16:creationId xmlns:a16="http://schemas.microsoft.com/office/drawing/2014/main" id="{2FA7EFCD-5752-4838-B162-7378F90DA417}"/>
              </a:ext>
            </a:extLst>
          </p:cNvPr>
          <p:cNvSpPr/>
          <p:nvPr/>
        </p:nvSpPr>
        <p:spPr bwMode="auto">
          <a:xfrm>
            <a:off x="1499350" y="3729818"/>
            <a:ext cx="4163268" cy="2112255"/>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grpSp>
        <p:nvGrpSpPr>
          <p:cNvPr id="260" name="Google Shape;1068;p28">
            <a:extLst>
              <a:ext uri="{FF2B5EF4-FFF2-40B4-BE49-F238E27FC236}">
                <a16:creationId xmlns:a16="http://schemas.microsoft.com/office/drawing/2014/main" id="{0F39F965-9F65-4EA0-BB46-620F2FC4E98A}"/>
              </a:ext>
            </a:extLst>
          </p:cNvPr>
          <p:cNvGrpSpPr/>
          <p:nvPr/>
        </p:nvGrpSpPr>
        <p:grpSpPr>
          <a:xfrm>
            <a:off x="2533772" y="4281572"/>
            <a:ext cx="1881443" cy="1313444"/>
            <a:chOff x="179512" y="1963196"/>
            <a:chExt cx="2492181" cy="1673893"/>
          </a:xfrm>
        </p:grpSpPr>
        <p:grpSp>
          <p:nvGrpSpPr>
            <p:cNvPr id="261" name="Google Shape;1069;p28">
              <a:extLst>
                <a:ext uri="{FF2B5EF4-FFF2-40B4-BE49-F238E27FC236}">
                  <a16:creationId xmlns:a16="http://schemas.microsoft.com/office/drawing/2014/main" id="{3A81DEC1-B783-4028-9000-AE097DB751BD}"/>
                </a:ext>
              </a:extLst>
            </p:cNvPr>
            <p:cNvGrpSpPr/>
            <p:nvPr/>
          </p:nvGrpSpPr>
          <p:grpSpPr>
            <a:xfrm>
              <a:off x="899119" y="1980905"/>
              <a:ext cx="1772574" cy="1656184"/>
              <a:chOff x="1327035" y="2771780"/>
              <a:chExt cx="2685908" cy="2538576"/>
            </a:xfrm>
          </p:grpSpPr>
          <p:grpSp>
            <p:nvGrpSpPr>
              <p:cNvPr id="267" name="Google Shape;1070;p28">
                <a:extLst>
                  <a:ext uri="{FF2B5EF4-FFF2-40B4-BE49-F238E27FC236}">
                    <a16:creationId xmlns:a16="http://schemas.microsoft.com/office/drawing/2014/main" id="{7554AB7C-3803-4D24-9493-971D21A517E3}"/>
                  </a:ext>
                </a:extLst>
              </p:cNvPr>
              <p:cNvGrpSpPr/>
              <p:nvPr/>
            </p:nvGrpSpPr>
            <p:grpSpPr>
              <a:xfrm>
                <a:off x="1475656" y="2771780"/>
                <a:ext cx="2537287" cy="2538576"/>
                <a:chOff x="1432360" y="2762632"/>
                <a:chExt cx="2537287" cy="2538576"/>
              </a:xfrm>
            </p:grpSpPr>
            <p:grpSp>
              <p:nvGrpSpPr>
                <p:cNvPr id="282" name="Google Shape;1071;p28">
                  <a:extLst>
                    <a:ext uri="{FF2B5EF4-FFF2-40B4-BE49-F238E27FC236}">
                      <a16:creationId xmlns:a16="http://schemas.microsoft.com/office/drawing/2014/main" id="{A41D2CB1-864B-4C9E-BFE0-BC7A0AEA942A}"/>
                    </a:ext>
                  </a:extLst>
                </p:cNvPr>
                <p:cNvGrpSpPr/>
                <p:nvPr/>
              </p:nvGrpSpPr>
              <p:grpSpPr>
                <a:xfrm>
                  <a:off x="3779912" y="2780928"/>
                  <a:ext cx="189735" cy="2520280"/>
                  <a:chOff x="3779912" y="2780928"/>
                  <a:chExt cx="189735" cy="2520280"/>
                </a:xfrm>
              </p:grpSpPr>
              <p:grpSp>
                <p:nvGrpSpPr>
                  <p:cNvPr id="284" name="Google Shape;1072;p28">
                    <a:extLst>
                      <a:ext uri="{FF2B5EF4-FFF2-40B4-BE49-F238E27FC236}">
                        <a16:creationId xmlns:a16="http://schemas.microsoft.com/office/drawing/2014/main" id="{5CB0EFCF-5A83-4442-AB0F-E0840B694AC8}"/>
                      </a:ext>
                    </a:extLst>
                  </p:cNvPr>
                  <p:cNvGrpSpPr/>
                  <p:nvPr/>
                </p:nvGrpSpPr>
                <p:grpSpPr>
                  <a:xfrm>
                    <a:off x="3779912" y="2780928"/>
                    <a:ext cx="144016" cy="2520280"/>
                    <a:chOff x="3779912" y="2708920"/>
                    <a:chExt cx="144016" cy="2520280"/>
                  </a:xfrm>
                </p:grpSpPr>
                <p:sp>
                  <p:nvSpPr>
                    <p:cNvPr id="286" name="Google Shape;1073;p28">
                      <a:extLst>
                        <a:ext uri="{FF2B5EF4-FFF2-40B4-BE49-F238E27FC236}">
                          <a16:creationId xmlns:a16="http://schemas.microsoft.com/office/drawing/2014/main" id="{281F5B95-29D1-4423-99AF-B1542E73AD0B}"/>
                        </a:ext>
                      </a:extLst>
                    </p:cNvPr>
                    <p:cNvSpPr/>
                    <p:nvPr/>
                  </p:nvSpPr>
                  <p:spPr>
                    <a:xfrm>
                      <a:off x="3779912" y="2708920"/>
                      <a:ext cx="144016" cy="252028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87" name="Google Shape;1074;p28">
                      <a:extLst>
                        <a:ext uri="{FF2B5EF4-FFF2-40B4-BE49-F238E27FC236}">
                          <a16:creationId xmlns:a16="http://schemas.microsoft.com/office/drawing/2014/main" id="{7939F2AC-29AC-4E2C-82D9-062F36E041F2}"/>
                        </a:ext>
                      </a:extLst>
                    </p:cNvPr>
                    <p:cNvSpPr/>
                    <p:nvPr/>
                  </p:nvSpPr>
                  <p:spPr>
                    <a:xfrm rot="10800000">
                      <a:off x="3815916" y="3049032"/>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88" name="Google Shape;1075;p28">
                      <a:extLst>
                        <a:ext uri="{FF2B5EF4-FFF2-40B4-BE49-F238E27FC236}">
                          <a16:creationId xmlns:a16="http://schemas.microsoft.com/office/drawing/2014/main" id="{5ED0747E-8925-4254-A7F8-B27FCEFBC3E2}"/>
                        </a:ext>
                      </a:extLst>
                    </p:cNvPr>
                    <p:cNvSpPr/>
                    <p:nvPr/>
                  </p:nvSpPr>
                  <p:spPr>
                    <a:xfrm rot="10800000">
                      <a:off x="3815916" y="360477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nvGrpSpPr>
                    <p:cNvPr id="289" name="Google Shape;1076;p28">
                      <a:extLst>
                        <a:ext uri="{FF2B5EF4-FFF2-40B4-BE49-F238E27FC236}">
                          <a16:creationId xmlns:a16="http://schemas.microsoft.com/office/drawing/2014/main" id="{7B19701A-0130-4ED1-8C1C-BF02EF3ECF30}"/>
                        </a:ext>
                      </a:extLst>
                    </p:cNvPr>
                    <p:cNvGrpSpPr/>
                    <p:nvPr/>
                  </p:nvGrpSpPr>
                  <p:grpSpPr>
                    <a:xfrm>
                      <a:off x="3815916" y="2780928"/>
                      <a:ext cx="72008" cy="2239540"/>
                      <a:chOff x="3815916" y="2780928"/>
                      <a:chExt cx="72008" cy="2239540"/>
                    </a:xfrm>
                  </p:grpSpPr>
                  <p:sp>
                    <p:nvSpPr>
                      <p:cNvPr id="291" name="Google Shape;1077;p28">
                        <a:extLst>
                          <a:ext uri="{FF2B5EF4-FFF2-40B4-BE49-F238E27FC236}">
                            <a16:creationId xmlns:a16="http://schemas.microsoft.com/office/drawing/2014/main" id="{EF60C1EA-990D-4CD6-892D-E79A950B8DA3}"/>
                          </a:ext>
                        </a:extLst>
                      </p:cNvPr>
                      <p:cNvSpPr/>
                      <p:nvPr/>
                    </p:nvSpPr>
                    <p:spPr>
                      <a:xfrm rot="10800000">
                        <a:off x="3815916" y="2780928"/>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92" name="Google Shape;1078;p28">
                        <a:extLst>
                          <a:ext uri="{FF2B5EF4-FFF2-40B4-BE49-F238E27FC236}">
                            <a16:creationId xmlns:a16="http://schemas.microsoft.com/office/drawing/2014/main" id="{7F159875-03E3-494F-AEE9-59D199E85A1C}"/>
                          </a:ext>
                        </a:extLst>
                      </p:cNvPr>
                      <p:cNvSpPr/>
                      <p:nvPr/>
                    </p:nvSpPr>
                    <p:spPr>
                      <a:xfrm rot="10800000">
                        <a:off x="3815916" y="331013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93" name="Google Shape;1079;p28">
                        <a:extLst>
                          <a:ext uri="{FF2B5EF4-FFF2-40B4-BE49-F238E27FC236}">
                            <a16:creationId xmlns:a16="http://schemas.microsoft.com/office/drawing/2014/main" id="{B580BD46-1DC3-448B-AD28-648EE5BE999E}"/>
                          </a:ext>
                        </a:extLst>
                      </p:cNvPr>
                      <p:cNvSpPr/>
                      <p:nvPr/>
                    </p:nvSpPr>
                    <p:spPr>
                      <a:xfrm rot="10800000">
                        <a:off x="3815916" y="393305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94" name="Google Shape;1080;p28">
                        <a:extLst>
                          <a:ext uri="{FF2B5EF4-FFF2-40B4-BE49-F238E27FC236}">
                            <a16:creationId xmlns:a16="http://schemas.microsoft.com/office/drawing/2014/main" id="{BCB8CD0A-BA68-445E-B8A9-6B2EEBFBAF25}"/>
                          </a:ext>
                        </a:extLst>
                      </p:cNvPr>
                      <p:cNvSpPr/>
                      <p:nvPr/>
                    </p:nvSpPr>
                    <p:spPr>
                      <a:xfrm rot="10800000">
                        <a:off x="3815916" y="4948460"/>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95" name="Google Shape;1081;p28">
                        <a:extLst>
                          <a:ext uri="{FF2B5EF4-FFF2-40B4-BE49-F238E27FC236}">
                            <a16:creationId xmlns:a16="http://schemas.microsoft.com/office/drawing/2014/main" id="{F1BE97D8-D208-455B-80D2-2B50D7E5A794}"/>
                          </a:ext>
                        </a:extLst>
                      </p:cNvPr>
                      <p:cNvSpPr/>
                      <p:nvPr/>
                    </p:nvSpPr>
                    <p:spPr>
                      <a:xfrm rot="10800000">
                        <a:off x="3815916" y="454265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90" name="Google Shape;1082;p28">
                      <a:extLst>
                        <a:ext uri="{FF2B5EF4-FFF2-40B4-BE49-F238E27FC236}">
                          <a16:creationId xmlns:a16="http://schemas.microsoft.com/office/drawing/2014/main" id="{A35C90CA-D0DA-4BAC-8F5F-39D114798259}"/>
                        </a:ext>
                      </a:extLst>
                    </p:cNvPr>
                    <p:cNvSpPr/>
                    <p:nvPr/>
                  </p:nvSpPr>
                  <p:spPr>
                    <a:xfrm rot="10800000">
                      <a:off x="3815916" y="4216844"/>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85" name="Google Shape;1083;p28">
                    <a:extLst>
                      <a:ext uri="{FF2B5EF4-FFF2-40B4-BE49-F238E27FC236}">
                        <a16:creationId xmlns:a16="http://schemas.microsoft.com/office/drawing/2014/main" id="{30B8427D-021E-43E0-BF2B-E13E4323C33A}"/>
                      </a:ext>
                    </a:extLst>
                  </p:cNvPr>
                  <p:cNvSpPr/>
                  <p:nvPr/>
                </p:nvSpPr>
                <p:spPr>
                  <a:xfrm>
                    <a:off x="3923928" y="2780928"/>
                    <a:ext cx="45719" cy="2520280"/>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83" name="Google Shape;1084;p28">
                  <a:extLst>
                    <a:ext uri="{FF2B5EF4-FFF2-40B4-BE49-F238E27FC236}">
                      <a16:creationId xmlns:a16="http://schemas.microsoft.com/office/drawing/2014/main" id="{7B523D4B-22E6-4404-90FF-D2ED5895E057}"/>
                    </a:ext>
                  </a:extLst>
                </p:cNvPr>
                <p:cNvSpPr/>
                <p:nvPr/>
              </p:nvSpPr>
              <p:spPr>
                <a:xfrm rot="5400000">
                  <a:off x="1450362" y="2744630"/>
                  <a:ext cx="2311548" cy="2347552"/>
                </a:xfrm>
                <a:prstGeom prst="flowChartDocument">
                  <a:avLst/>
                </a:prstGeom>
                <a:solidFill>
                  <a:srgbClr val="FEF5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68" name="Google Shape;1085;p28">
                <a:extLst>
                  <a:ext uri="{FF2B5EF4-FFF2-40B4-BE49-F238E27FC236}">
                    <a16:creationId xmlns:a16="http://schemas.microsoft.com/office/drawing/2014/main" id="{CD409964-A407-42C2-AA27-83DF44205248}"/>
                  </a:ext>
                </a:extLst>
              </p:cNvPr>
              <p:cNvSpPr/>
              <p:nvPr/>
            </p:nvSpPr>
            <p:spPr>
              <a:xfrm>
                <a:off x="1501138" y="2799793"/>
                <a:ext cx="2265680" cy="1127760"/>
              </a:xfrm>
              <a:custGeom>
                <a:avLst/>
                <a:gdLst/>
                <a:ahLst/>
                <a:cxnLst/>
                <a:rect l="l" t="t" r="r" b="b"/>
                <a:pathLst>
                  <a:path w="2265680" h="1127760" extrusionOk="0">
                    <a:moveTo>
                      <a:pt x="106680" y="0"/>
                    </a:moveTo>
                    <a:lnTo>
                      <a:pt x="1838960" y="10160"/>
                    </a:lnTo>
                    <a:lnTo>
                      <a:pt x="1996440" y="66040"/>
                    </a:lnTo>
                    <a:lnTo>
                      <a:pt x="2072640" y="121920"/>
                    </a:lnTo>
                    <a:lnTo>
                      <a:pt x="2138680" y="187960"/>
                    </a:lnTo>
                    <a:lnTo>
                      <a:pt x="2194560" y="269240"/>
                    </a:lnTo>
                    <a:lnTo>
                      <a:pt x="2245360" y="391160"/>
                    </a:lnTo>
                    <a:lnTo>
                      <a:pt x="2265680" y="533400"/>
                    </a:lnTo>
                    <a:cubicBezTo>
                      <a:pt x="2262293" y="592667"/>
                      <a:pt x="2269067" y="657013"/>
                      <a:pt x="2255520" y="711200"/>
                    </a:cubicBezTo>
                    <a:lnTo>
                      <a:pt x="2214880" y="807720"/>
                    </a:lnTo>
                    <a:lnTo>
                      <a:pt x="2153920" y="914400"/>
                    </a:lnTo>
                    <a:lnTo>
                      <a:pt x="2072640" y="1005840"/>
                    </a:lnTo>
                    <a:lnTo>
                      <a:pt x="1950720" y="1076960"/>
                    </a:lnTo>
                    <a:lnTo>
                      <a:pt x="1838960" y="1112520"/>
                    </a:lnTo>
                    <a:lnTo>
                      <a:pt x="130397" y="1127760"/>
                    </a:lnTo>
                    <a:lnTo>
                      <a:pt x="80269" y="975360"/>
                    </a:lnTo>
                    <a:lnTo>
                      <a:pt x="24390" y="787857"/>
                    </a:lnTo>
                    <a:lnTo>
                      <a:pt x="0" y="629920"/>
                    </a:lnTo>
                    <a:cubicBezTo>
                      <a:pt x="1693" y="535093"/>
                      <a:pt x="8467" y="430107"/>
                      <a:pt x="30480" y="340360"/>
                    </a:cubicBezTo>
                    <a:lnTo>
                      <a:pt x="60960" y="167640"/>
                    </a:lnTo>
                    <a:lnTo>
                      <a:pt x="106680" y="0"/>
                    </a:lnTo>
                    <a:close/>
                  </a:path>
                </a:pathLst>
              </a:custGeom>
              <a:solidFill>
                <a:srgbClr val="FFC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nvGrpSpPr>
              <p:cNvPr id="269" name="Google Shape;1086;p28">
                <a:extLst>
                  <a:ext uri="{FF2B5EF4-FFF2-40B4-BE49-F238E27FC236}">
                    <a16:creationId xmlns:a16="http://schemas.microsoft.com/office/drawing/2014/main" id="{1A3F1C1D-17A7-4B42-B3BE-886A80A5D69B}"/>
                  </a:ext>
                </a:extLst>
              </p:cNvPr>
              <p:cNvGrpSpPr/>
              <p:nvPr/>
            </p:nvGrpSpPr>
            <p:grpSpPr>
              <a:xfrm>
                <a:off x="1327035" y="5092476"/>
                <a:ext cx="2474525" cy="136724"/>
                <a:chOff x="1327035" y="5092476"/>
                <a:chExt cx="2474525" cy="136724"/>
              </a:xfrm>
            </p:grpSpPr>
            <p:sp>
              <p:nvSpPr>
                <p:cNvPr id="270" name="Google Shape;1087;p28">
                  <a:extLst>
                    <a:ext uri="{FF2B5EF4-FFF2-40B4-BE49-F238E27FC236}">
                      <a16:creationId xmlns:a16="http://schemas.microsoft.com/office/drawing/2014/main" id="{3335CEC8-05E6-4713-AFC5-9A9EB209F0DB}"/>
                    </a:ext>
                  </a:extLst>
                </p:cNvPr>
                <p:cNvSpPr/>
                <p:nvPr/>
              </p:nvSpPr>
              <p:spPr>
                <a:xfrm>
                  <a:off x="1959602" y="5092476"/>
                  <a:ext cx="1676294" cy="136724"/>
                </a:xfrm>
                <a:prstGeom prst="rect">
                  <a:avLst/>
                </a:prstGeom>
                <a:solidFill>
                  <a:srgbClr val="FEF5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71" name="Google Shape;1088;p28">
                  <a:extLst>
                    <a:ext uri="{FF2B5EF4-FFF2-40B4-BE49-F238E27FC236}">
                      <a16:creationId xmlns:a16="http://schemas.microsoft.com/office/drawing/2014/main" id="{2C96DA68-FCDA-4003-81BF-4B8F9870D9C1}"/>
                    </a:ext>
                  </a:extLst>
                </p:cNvPr>
                <p:cNvSpPr/>
                <p:nvPr/>
              </p:nvSpPr>
              <p:spPr>
                <a:xfrm>
                  <a:off x="1405935" y="5162004"/>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72" name="Google Shape;1089;p28">
                  <a:extLst>
                    <a:ext uri="{FF2B5EF4-FFF2-40B4-BE49-F238E27FC236}">
                      <a16:creationId xmlns:a16="http://schemas.microsoft.com/office/drawing/2014/main" id="{5DE99080-8132-46A5-A7BB-FCC2ED7BCC12}"/>
                    </a:ext>
                  </a:extLst>
                </p:cNvPr>
                <p:cNvSpPr/>
                <p:nvPr/>
              </p:nvSpPr>
              <p:spPr>
                <a:xfrm>
                  <a:off x="1595670" y="5161718"/>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73" name="Google Shape;1090;p28">
                  <a:extLst>
                    <a:ext uri="{FF2B5EF4-FFF2-40B4-BE49-F238E27FC236}">
                      <a16:creationId xmlns:a16="http://schemas.microsoft.com/office/drawing/2014/main" id="{4F417719-4DA0-4262-BBEF-6AD2C39897E3}"/>
                    </a:ext>
                  </a:extLst>
                </p:cNvPr>
                <p:cNvSpPr/>
                <p:nvPr/>
              </p:nvSpPr>
              <p:spPr>
                <a:xfrm>
                  <a:off x="1777636" y="5159244"/>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74" name="Google Shape;1091;p28">
                  <a:extLst>
                    <a:ext uri="{FF2B5EF4-FFF2-40B4-BE49-F238E27FC236}">
                      <a16:creationId xmlns:a16="http://schemas.microsoft.com/office/drawing/2014/main" id="{F7933C83-5864-42A4-83A4-1D4C5EC37BBD}"/>
                    </a:ext>
                  </a:extLst>
                </p:cNvPr>
                <p:cNvSpPr/>
                <p:nvPr/>
              </p:nvSpPr>
              <p:spPr>
                <a:xfrm>
                  <a:off x="3487498" y="5143736"/>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75" name="Google Shape;1092;p28">
                  <a:extLst>
                    <a:ext uri="{FF2B5EF4-FFF2-40B4-BE49-F238E27FC236}">
                      <a16:creationId xmlns:a16="http://schemas.microsoft.com/office/drawing/2014/main" id="{67026718-A0EE-42D5-A516-8415E1E17154}"/>
                    </a:ext>
                  </a:extLst>
                </p:cNvPr>
                <p:cNvSpPr/>
                <p:nvPr/>
              </p:nvSpPr>
              <p:spPr>
                <a:xfrm>
                  <a:off x="3657544" y="5147324"/>
                  <a:ext cx="144016" cy="45719"/>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cxnSp>
              <p:nvCxnSpPr>
                <p:cNvPr id="276" name="Google Shape;1093;p28">
                  <a:extLst>
                    <a:ext uri="{FF2B5EF4-FFF2-40B4-BE49-F238E27FC236}">
                      <a16:creationId xmlns:a16="http://schemas.microsoft.com/office/drawing/2014/main" id="{AE051032-734B-4413-9A80-44BD2F7F849F}"/>
                    </a:ext>
                  </a:extLst>
                </p:cNvPr>
                <p:cNvCxnSpPr>
                  <a:stCxn id="271" idx="2"/>
                </p:cNvCxnSpPr>
                <p:nvPr/>
              </p:nvCxnSpPr>
              <p:spPr>
                <a:xfrm flipH="1">
                  <a:off x="1327035" y="5184864"/>
                  <a:ext cx="78900" cy="4500"/>
                </a:xfrm>
                <a:prstGeom prst="straightConnector1">
                  <a:avLst/>
                </a:prstGeom>
                <a:noFill/>
                <a:ln w="12700" cap="flat" cmpd="sng">
                  <a:solidFill>
                    <a:schemeClr val="dk1"/>
                  </a:solidFill>
                  <a:prstDash val="solid"/>
                  <a:miter lim="800000"/>
                  <a:headEnd type="none" w="sm" len="sm"/>
                  <a:tailEnd type="none" w="sm" len="sm"/>
                </a:ln>
              </p:spPr>
            </p:cxnSp>
            <p:cxnSp>
              <p:nvCxnSpPr>
                <p:cNvPr id="277" name="Google Shape;1094;p28">
                  <a:extLst>
                    <a:ext uri="{FF2B5EF4-FFF2-40B4-BE49-F238E27FC236}">
                      <a16:creationId xmlns:a16="http://schemas.microsoft.com/office/drawing/2014/main" id="{69CACA54-2D22-420C-AF82-7AFC61B81E59}"/>
                    </a:ext>
                  </a:extLst>
                </p:cNvPr>
                <p:cNvCxnSpPr>
                  <a:stCxn id="272" idx="2"/>
                  <a:endCxn id="271" idx="7"/>
                </p:cNvCxnSpPr>
                <p:nvPr/>
              </p:nvCxnSpPr>
              <p:spPr>
                <a:xfrm rot="10800000">
                  <a:off x="1528770" y="5168678"/>
                  <a:ext cx="66900" cy="15900"/>
                </a:xfrm>
                <a:prstGeom prst="straightConnector1">
                  <a:avLst/>
                </a:prstGeom>
                <a:noFill/>
                <a:ln w="12700" cap="flat" cmpd="sng">
                  <a:solidFill>
                    <a:schemeClr val="dk1"/>
                  </a:solidFill>
                  <a:prstDash val="solid"/>
                  <a:miter lim="800000"/>
                  <a:headEnd type="none" w="sm" len="sm"/>
                  <a:tailEnd type="none" w="sm" len="sm"/>
                </a:ln>
              </p:spPr>
            </p:cxnSp>
            <p:cxnSp>
              <p:nvCxnSpPr>
                <p:cNvPr id="278" name="Google Shape;1095;p28">
                  <a:extLst>
                    <a:ext uri="{FF2B5EF4-FFF2-40B4-BE49-F238E27FC236}">
                      <a16:creationId xmlns:a16="http://schemas.microsoft.com/office/drawing/2014/main" id="{9CA24F74-283E-47B3-B566-C140DEF6FD07}"/>
                    </a:ext>
                  </a:extLst>
                </p:cNvPr>
                <p:cNvCxnSpPr>
                  <a:stCxn id="273" idx="3"/>
                  <a:endCxn id="272" idx="5"/>
                </p:cNvCxnSpPr>
                <p:nvPr/>
              </p:nvCxnSpPr>
              <p:spPr>
                <a:xfrm flipH="1">
                  <a:off x="1718627" y="5198268"/>
                  <a:ext cx="80100" cy="2400"/>
                </a:xfrm>
                <a:prstGeom prst="straightConnector1">
                  <a:avLst/>
                </a:prstGeom>
                <a:noFill/>
                <a:ln w="12700" cap="flat" cmpd="sng">
                  <a:solidFill>
                    <a:schemeClr val="dk1"/>
                  </a:solidFill>
                  <a:prstDash val="solid"/>
                  <a:miter lim="800000"/>
                  <a:headEnd type="none" w="sm" len="sm"/>
                  <a:tailEnd type="none" w="sm" len="sm"/>
                </a:ln>
              </p:spPr>
            </p:cxnSp>
            <p:cxnSp>
              <p:nvCxnSpPr>
                <p:cNvPr id="279" name="Google Shape;1096;p28">
                  <a:extLst>
                    <a:ext uri="{FF2B5EF4-FFF2-40B4-BE49-F238E27FC236}">
                      <a16:creationId xmlns:a16="http://schemas.microsoft.com/office/drawing/2014/main" id="{AD5B425D-9EC5-4BCE-9029-119BB703DA5B}"/>
                    </a:ext>
                  </a:extLst>
                </p:cNvPr>
                <p:cNvCxnSpPr>
                  <a:stCxn id="270" idx="1"/>
                  <a:endCxn id="273" idx="7"/>
                </p:cNvCxnSpPr>
                <p:nvPr/>
              </p:nvCxnSpPr>
              <p:spPr>
                <a:xfrm flipH="1">
                  <a:off x="1900502" y="5160838"/>
                  <a:ext cx="59100" cy="5100"/>
                </a:xfrm>
                <a:prstGeom prst="straightConnector1">
                  <a:avLst/>
                </a:prstGeom>
                <a:noFill/>
                <a:ln w="12700" cap="flat" cmpd="sng">
                  <a:solidFill>
                    <a:schemeClr val="dk1"/>
                  </a:solidFill>
                  <a:prstDash val="solid"/>
                  <a:miter lim="800000"/>
                  <a:headEnd type="none" w="sm" len="sm"/>
                  <a:tailEnd type="none" w="sm" len="sm"/>
                </a:ln>
              </p:spPr>
            </p:cxnSp>
            <p:cxnSp>
              <p:nvCxnSpPr>
                <p:cNvPr id="280" name="Google Shape;1097;p28">
                  <a:extLst>
                    <a:ext uri="{FF2B5EF4-FFF2-40B4-BE49-F238E27FC236}">
                      <a16:creationId xmlns:a16="http://schemas.microsoft.com/office/drawing/2014/main" id="{9A7D9874-08C6-42F7-B0E7-2208068FBB73}"/>
                    </a:ext>
                  </a:extLst>
                </p:cNvPr>
                <p:cNvCxnSpPr>
                  <a:stCxn id="275" idx="3"/>
                  <a:endCxn id="274" idx="6"/>
                </p:cNvCxnSpPr>
                <p:nvPr/>
              </p:nvCxnSpPr>
              <p:spPr>
                <a:xfrm rot="10800000">
                  <a:off x="3631535" y="5166548"/>
                  <a:ext cx="47100" cy="19800"/>
                </a:xfrm>
                <a:prstGeom prst="straightConnector1">
                  <a:avLst/>
                </a:prstGeom>
                <a:noFill/>
                <a:ln w="12700" cap="flat" cmpd="sng">
                  <a:solidFill>
                    <a:schemeClr val="dk1"/>
                  </a:solidFill>
                  <a:prstDash val="solid"/>
                  <a:miter lim="800000"/>
                  <a:headEnd type="none" w="sm" len="sm"/>
                  <a:tailEnd type="none" w="sm" len="sm"/>
                </a:ln>
              </p:spPr>
            </p:cxnSp>
            <p:cxnSp>
              <p:nvCxnSpPr>
                <p:cNvPr id="281" name="Google Shape;1098;p28">
                  <a:extLst>
                    <a:ext uri="{FF2B5EF4-FFF2-40B4-BE49-F238E27FC236}">
                      <a16:creationId xmlns:a16="http://schemas.microsoft.com/office/drawing/2014/main" id="{15173C2A-C8DB-4F7E-A1D8-AF327A374A2B}"/>
                    </a:ext>
                  </a:extLst>
                </p:cNvPr>
                <p:cNvCxnSpPr>
                  <a:stCxn id="274" idx="3"/>
                </p:cNvCxnSpPr>
                <p:nvPr/>
              </p:nvCxnSpPr>
              <p:spPr>
                <a:xfrm rot="10800000">
                  <a:off x="3456689" y="5172560"/>
                  <a:ext cx="51900" cy="10200"/>
                </a:xfrm>
                <a:prstGeom prst="straightConnector1">
                  <a:avLst/>
                </a:prstGeom>
                <a:noFill/>
                <a:ln w="12700" cap="flat" cmpd="sng">
                  <a:solidFill>
                    <a:schemeClr val="dk1"/>
                  </a:solidFill>
                  <a:prstDash val="solid"/>
                  <a:miter lim="800000"/>
                  <a:headEnd type="none" w="sm" len="sm"/>
                  <a:tailEnd type="none" w="sm" len="sm"/>
                </a:ln>
              </p:spPr>
            </p:cxnSp>
          </p:grpSp>
        </p:grpSp>
        <p:cxnSp>
          <p:nvCxnSpPr>
            <p:cNvPr id="262" name="Google Shape;1099;p28">
              <a:extLst>
                <a:ext uri="{FF2B5EF4-FFF2-40B4-BE49-F238E27FC236}">
                  <a16:creationId xmlns:a16="http://schemas.microsoft.com/office/drawing/2014/main" id="{7B75D2F4-7AD6-4511-A76B-CD53F57F9A83}"/>
                </a:ext>
              </a:extLst>
            </p:cNvPr>
            <p:cNvCxnSpPr>
              <a:stCxn id="263" idx="4"/>
              <a:endCxn id="264" idx="0"/>
            </p:cNvCxnSpPr>
            <p:nvPr/>
          </p:nvCxnSpPr>
          <p:spPr>
            <a:xfrm>
              <a:off x="512779" y="2710738"/>
              <a:ext cx="3300" cy="750000"/>
            </a:xfrm>
            <a:prstGeom prst="straightConnector1">
              <a:avLst/>
            </a:prstGeom>
            <a:noFill/>
            <a:ln w="25400" cap="flat" cmpd="sng">
              <a:solidFill>
                <a:schemeClr val="accent2"/>
              </a:solidFill>
              <a:prstDash val="solid"/>
              <a:miter lim="800000"/>
              <a:headEnd type="none" w="sm" len="sm"/>
              <a:tailEnd type="none" w="sm" len="sm"/>
            </a:ln>
          </p:spPr>
        </p:cxnSp>
        <p:sp>
          <p:nvSpPr>
            <p:cNvPr id="263" name="Google Shape;1100;p28">
              <a:extLst>
                <a:ext uri="{FF2B5EF4-FFF2-40B4-BE49-F238E27FC236}">
                  <a16:creationId xmlns:a16="http://schemas.microsoft.com/office/drawing/2014/main" id="{C4AC8983-4FC9-400D-98D0-BB53495B0D7B}"/>
                </a:ext>
              </a:extLst>
            </p:cNvPr>
            <p:cNvSpPr/>
            <p:nvPr/>
          </p:nvSpPr>
          <p:spPr>
            <a:xfrm>
              <a:off x="179512" y="1963196"/>
              <a:ext cx="666534" cy="747542"/>
            </a:xfrm>
            <a:prstGeom prst="ellipse">
              <a:avLst/>
            </a:prstGeom>
            <a:noFill/>
            <a:ln w="381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64" name="Google Shape;1101;p28">
              <a:extLst>
                <a:ext uri="{FF2B5EF4-FFF2-40B4-BE49-F238E27FC236}">
                  <a16:creationId xmlns:a16="http://schemas.microsoft.com/office/drawing/2014/main" id="{9598A21D-5124-4E2D-9D0E-59A4627715C2}"/>
                </a:ext>
              </a:extLst>
            </p:cNvPr>
            <p:cNvSpPr/>
            <p:nvPr/>
          </p:nvSpPr>
          <p:spPr>
            <a:xfrm>
              <a:off x="472377" y="3460790"/>
              <a:ext cx="87436" cy="103584"/>
            </a:xfrm>
            <a:prstGeom prst="ellipse">
              <a:avLst/>
            </a:prstGeom>
            <a:solidFill>
              <a:srgbClr val="7F7F7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cxnSp>
          <p:nvCxnSpPr>
            <p:cNvPr id="265" name="Google Shape;1102;p28">
              <a:extLst>
                <a:ext uri="{FF2B5EF4-FFF2-40B4-BE49-F238E27FC236}">
                  <a16:creationId xmlns:a16="http://schemas.microsoft.com/office/drawing/2014/main" id="{E7748B61-9987-4C03-BF5D-E7ECAC28C032}"/>
                </a:ext>
              </a:extLst>
            </p:cNvPr>
            <p:cNvCxnSpPr>
              <a:stCxn id="263" idx="0"/>
              <a:endCxn id="263" idx="0"/>
            </p:cNvCxnSpPr>
            <p:nvPr/>
          </p:nvCxnSpPr>
          <p:spPr>
            <a:xfrm>
              <a:off x="512779" y="1963196"/>
              <a:ext cx="0" cy="0"/>
            </a:xfrm>
            <a:prstGeom prst="straightConnector1">
              <a:avLst/>
            </a:prstGeom>
            <a:noFill/>
            <a:ln w="25400" cap="flat" cmpd="sng">
              <a:solidFill>
                <a:schemeClr val="accent2"/>
              </a:solidFill>
              <a:prstDash val="solid"/>
              <a:miter lim="800000"/>
              <a:headEnd type="none" w="sm" len="sm"/>
              <a:tailEnd type="none" w="sm" len="sm"/>
            </a:ln>
          </p:spPr>
        </p:cxnSp>
        <p:sp>
          <p:nvSpPr>
            <p:cNvPr id="266" name="Google Shape;1103;p28">
              <a:extLst>
                <a:ext uri="{FF2B5EF4-FFF2-40B4-BE49-F238E27FC236}">
                  <a16:creationId xmlns:a16="http://schemas.microsoft.com/office/drawing/2014/main" id="{31D11557-FAE6-4615-96D5-4C065B4A01DD}"/>
                </a:ext>
              </a:extLst>
            </p:cNvPr>
            <p:cNvSpPr/>
            <p:nvPr/>
          </p:nvSpPr>
          <p:spPr>
            <a:xfrm>
              <a:off x="1982571" y="2097547"/>
              <a:ext cx="216024" cy="144016"/>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sp>
        <p:nvSpPr>
          <p:cNvPr id="296" name="Google Shape;1104;p28">
            <a:extLst>
              <a:ext uri="{FF2B5EF4-FFF2-40B4-BE49-F238E27FC236}">
                <a16:creationId xmlns:a16="http://schemas.microsoft.com/office/drawing/2014/main" id="{E835CC3F-CC7A-4983-90FF-AE2ADAB334A4}"/>
              </a:ext>
            </a:extLst>
          </p:cNvPr>
          <p:cNvSpPr/>
          <p:nvPr/>
        </p:nvSpPr>
        <p:spPr>
          <a:xfrm>
            <a:off x="3046705" y="4608796"/>
            <a:ext cx="129351" cy="35874"/>
          </a:xfrm>
          <a:custGeom>
            <a:avLst/>
            <a:gdLst/>
            <a:ahLst/>
            <a:cxnLst/>
            <a:rect l="l" t="t" r="r" b="b"/>
            <a:pathLst>
              <a:path w="957943" h="76236" extrusionOk="0">
                <a:moveTo>
                  <a:pt x="0" y="76236"/>
                </a:moveTo>
                <a:cubicBezTo>
                  <a:pt x="186871" y="39043"/>
                  <a:pt x="373743" y="1850"/>
                  <a:pt x="533400" y="36"/>
                </a:cubicBezTo>
                <a:cubicBezTo>
                  <a:pt x="693057" y="-1778"/>
                  <a:pt x="957943" y="65350"/>
                  <a:pt x="957943" y="65350"/>
                </a:cubicBezTo>
                <a:lnTo>
                  <a:pt x="957943" y="65350"/>
                </a:lnTo>
              </a:path>
            </a:pathLst>
          </a:custGeom>
          <a:noFill/>
          <a:ln w="38100" cap="flat" cmpd="sng">
            <a:solidFill>
              <a:srgbClr val="0048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97" name="Google Shape;1105;p28">
            <a:extLst>
              <a:ext uri="{FF2B5EF4-FFF2-40B4-BE49-F238E27FC236}">
                <a16:creationId xmlns:a16="http://schemas.microsoft.com/office/drawing/2014/main" id="{C96AED45-8E8A-4C35-B6E2-BF6BB573B15B}"/>
              </a:ext>
            </a:extLst>
          </p:cNvPr>
          <p:cNvSpPr/>
          <p:nvPr/>
        </p:nvSpPr>
        <p:spPr>
          <a:xfrm>
            <a:off x="3178965" y="4619938"/>
            <a:ext cx="1224488" cy="94445"/>
          </a:xfrm>
          <a:custGeom>
            <a:avLst/>
            <a:gdLst/>
            <a:ahLst/>
            <a:cxnLst/>
            <a:rect l="l" t="t" r="r" b="b"/>
            <a:pathLst>
              <a:path w="1621971" h="120363" extrusionOk="0">
                <a:moveTo>
                  <a:pt x="0" y="22209"/>
                </a:moveTo>
                <a:cubicBezTo>
                  <a:pt x="125185" y="73009"/>
                  <a:pt x="250371" y="123809"/>
                  <a:pt x="435428" y="120180"/>
                </a:cubicBezTo>
                <a:cubicBezTo>
                  <a:pt x="620485" y="116551"/>
                  <a:pt x="912586" y="5880"/>
                  <a:pt x="1110343" y="437"/>
                </a:cubicBezTo>
                <a:cubicBezTo>
                  <a:pt x="1308100" y="-5006"/>
                  <a:pt x="1465035" y="41258"/>
                  <a:pt x="1621971" y="87523"/>
                </a:cubicBezTo>
              </a:path>
            </a:pathLst>
          </a:custGeom>
          <a:noFill/>
          <a:ln w="38100" cap="flat" cmpd="sng">
            <a:solidFill>
              <a:srgbClr val="00488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98" name="Google Shape;1106;p28">
            <a:extLst>
              <a:ext uri="{FF2B5EF4-FFF2-40B4-BE49-F238E27FC236}">
                <a16:creationId xmlns:a16="http://schemas.microsoft.com/office/drawing/2014/main" id="{F740895E-3455-4F78-9B4A-3990D3D3015F}"/>
              </a:ext>
            </a:extLst>
          </p:cNvPr>
          <p:cNvSpPr/>
          <p:nvPr/>
        </p:nvSpPr>
        <p:spPr>
          <a:xfrm>
            <a:off x="2521783" y="4619938"/>
            <a:ext cx="517737" cy="85620"/>
          </a:xfrm>
          <a:custGeom>
            <a:avLst/>
            <a:gdLst/>
            <a:ahLst/>
            <a:cxnLst/>
            <a:rect l="l" t="t" r="r" b="b"/>
            <a:pathLst>
              <a:path w="685800" h="109117" extrusionOk="0">
                <a:moveTo>
                  <a:pt x="0" y="0"/>
                </a:moveTo>
                <a:cubicBezTo>
                  <a:pt x="122464" y="51707"/>
                  <a:pt x="244928" y="103414"/>
                  <a:pt x="359228" y="108857"/>
                </a:cubicBezTo>
                <a:cubicBezTo>
                  <a:pt x="473528" y="114300"/>
                  <a:pt x="685800" y="32657"/>
                  <a:pt x="685800" y="32657"/>
                </a:cubicBezTo>
                <a:lnTo>
                  <a:pt x="685800" y="32657"/>
                </a:lnTo>
              </a:path>
            </a:pathLst>
          </a:custGeom>
          <a:noFill/>
          <a:ln w="38100" cap="flat" cmpd="sng">
            <a:solidFill>
              <a:srgbClr val="00488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299" name="Google Shape;1107;p28">
            <a:extLst>
              <a:ext uri="{FF2B5EF4-FFF2-40B4-BE49-F238E27FC236}">
                <a16:creationId xmlns:a16="http://schemas.microsoft.com/office/drawing/2014/main" id="{4C8B06E6-9EC5-4C31-969F-E259FEB7B2D3}"/>
              </a:ext>
            </a:extLst>
          </p:cNvPr>
          <p:cNvSpPr txBox="1"/>
          <p:nvPr/>
        </p:nvSpPr>
        <p:spPr>
          <a:xfrm>
            <a:off x="4481628" y="4291600"/>
            <a:ext cx="1269369"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97B7C"/>
                </a:solidFill>
                <a:latin typeface="Arial"/>
                <a:ea typeface="Arial"/>
                <a:cs typeface="Arial"/>
                <a:sym typeface="Arial"/>
              </a:rPr>
              <a:t>Tension Member</a:t>
            </a:r>
            <a:endParaRPr sz="1200" dirty="0"/>
          </a:p>
        </p:txBody>
      </p:sp>
      <p:sp>
        <p:nvSpPr>
          <p:cNvPr id="300" name="Google Shape;1108;p28">
            <a:extLst>
              <a:ext uri="{FF2B5EF4-FFF2-40B4-BE49-F238E27FC236}">
                <a16:creationId xmlns:a16="http://schemas.microsoft.com/office/drawing/2014/main" id="{D61056EE-ABDD-4083-A3B8-C560A3BA5773}"/>
              </a:ext>
            </a:extLst>
          </p:cNvPr>
          <p:cNvSpPr txBox="1"/>
          <p:nvPr/>
        </p:nvSpPr>
        <p:spPr>
          <a:xfrm>
            <a:off x="4755065" y="4672003"/>
            <a:ext cx="806977"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97B7C"/>
                </a:solidFill>
                <a:latin typeface="Arial"/>
                <a:ea typeface="Arial"/>
                <a:cs typeface="Arial"/>
                <a:sym typeface="Arial"/>
              </a:rPr>
              <a:t>Flotation</a:t>
            </a:r>
            <a:endParaRPr sz="1200" dirty="0"/>
          </a:p>
        </p:txBody>
      </p:sp>
      <p:sp>
        <p:nvSpPr>
          <p:cNvPr id="301" name="Google Shape;1109;p28">
            <a:extLst>
              <a:ext uri="{FF2B5EF4-FFF2-40B4-BE49-F238E27FC236}">
                <a16:creationId xmlns:a16="http://schemas.microsoft.com/office/drawing/2014/main" id="{C5BDFB47-D9A6-4F66-B95D-7185E3FCA1B4}"/>
              </a:ext>
            </a:extLst>
          </p:cNvPr>
          <p:cNvSpPr txBox="1"/>
          <p:nvPr/>
        </p:nvSpPr>
        <p:spPr>
          <a:xfrm>
            <a:off x="4841535" y="5106033"/>
            <a:ext cx="54931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97B7C"/>
                </a:solidFill>
                <a:latin typeface="Arial"/>
                <a:ea typeface="Arial"/>
                <a:cs typeface="Arial"/>
                <a:sym typeface="Arial"/>
              </a:rPr>
              <a:t>skirt</a:t>
            </a:r>
            <a:endParaRPr sz="1200" dirty="0"/>
          </a:p>
        </p:txBody>
      </p:sp>
      <p:sp>
        <p:nvSpPr>
          <p:cNvPr id="302" name="Google Shape;1110;p28">
            <a:extLst>
              <a:ext uri="{FF2B5EF4-FFF2-40B4-BE49-F238E27FC236}">
                <a16:creationId xmlns:a16="http://schemas.microsoft.com/office/drawing/2014/main" id="{C9A74AE2-572B-40A9-A614-3BCB84E5005E}"/>
              </a:ext>
            </a:extLst>
          </p:cNvPr>
          <p:cNvSpPr txBox="1"/>
          <p:nvPr/>
        </p:nvSpPr>
        <p:spPr>
          <a:xfrm>
            <a:off x="4720528" y="5415067"/>
            <a:ext cx="69773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97B7C"/>
                </a:solidFill>
                <a:latin typeface="Arial"/>
                <a:ea typeface="Arial"/>
                <a:cs typeface="Arial"/>
                <a:sym typeface="Arial"/>
              </a:rPr>
              <a:t>Ballast</a:t>
            </a:r>
            <a:endParaRPr sz="1200" dirty="0"/>
          </a:p>
        </p:txBody>
      </p:sp>
      <p:sp>
        <p:nvSpPr>
          <p:cNvPr id="303" name="Google Shape;1111;p28">
            <a:extLst>
              <a:ext uri="{FF2B5EF4-FFF2-40B4-BE49-F238E27FC236}">
                <a16:creationId xmlns:a16="http://schemas.microsoft.com/office/drawing/2014/main" id="{1EC34CC1-7C43-4304-88DA-1C0579AC4AED}"/>
              </a:ext>
            </a:extLst>
          </p:cNvPr>
          <p:cNvSpPr txBox="1"/>
          <p:nvPr/>
        </p:nvSpPr>
        <p:spPr>
          <a:xfrm>
            <a:off x="1794509" y="4946326"/>
            <a:ext cx="49916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97B7C"/>
                </a:solidFill>
                <a:latin typeface="Arial"/>
                <a:ea typeface="Arial"/>
                <a:cs typeface="Arial"/>
                <a:sym typeface="Arial"/>
              </a:rPr>
              <a:t>Draft</a:t>
            </a:r>
            <a:endParaRPr sz="1200" dirty="0"/>
          </a:p>
        </p:txBody>
      </p:sp>
      <p:sp>
        <p:nvSpPr>
          <p:cNvPr id="304" name="Google Shape;1112;p28">
            <a:extLst>
              <a:ext uri="{FF2B5EF4-FFF2-40B4-BE49-F238E27FC236}">
                <a16:creationId xmlns:a16="http://schemas.microsoft.com/office/drawing/2014/main" id="{4B70A757-5A7A-4F95-BFEE-1A2405FD526E}"/>
              </a:ext>
            </a:extLst>
          </p:cNvPr>
          <p:cNvSpPr txBox="1"/>
          <p:nvPr/>
        </p:nvSpPr>
        <p:spPr>
          <a:xfrm>
            <a:off x="1597802" y="4347887"/>
            <a:ext cx="83796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597B7C"/>
                </a:solidFill>
                <a:latin typeface="Arial"/>
                <a:ea typeface="Arial"/>
                <a:cs typeface="Arial"/>
                <a:sym typeface="Arial"/>
              </a:rPr>
              <a:t>Freeboard</a:t>
            </a:r>
            <a:endParaRPr sz="1200" dirty="0"/>
          </a:p>
        </p:txBody>
      </p:sp>
      <p:sp>
        <p:nvSpPr>
          <p:cNvPr id="305" name="Google Shape;1113;p28">
            <a:extLst>
              <a:ext uri="{FF2B5EF4-FFF2-40B4-BE49-F238E27FC236}">
                <a16:creationId xmlns:a16="http://schemas.microsoft.com/office/drawing/2014/main" id="{5889BFE2-6A28-44BD-BEA7-48ED13DEB492}"/>
              </a:ext>
            </a:extLst>
          </p:cNvPr>
          <p:cNvSpPr/>
          <p:nvPr/>
        </p:nvSpPr>
        <p:spPr>
          <a:xfrm>
            <a:off x="1794508" y="4616551"/>
            <a:ext cx="729280" cy="53105"/>
          </a:xfrm>
          <a:custGeom>
            <a:avLst/>
            <a:gdLst/>
            <a:ahLst/>
            <a:cxnLst/>
            <a:rect l="l" t="t" r="r" b="b"/>
            <a:pathLst>
              <a:path w="966012" h="67678" extrusionOk="0">
                <a:moveTo>
                  <a:pt x="966012" y="0"/>
                </a:moveTo>
                <a:cubicBezTo>
                  <a:pt x="832662" y="28121"/>
                  <a:pt x="699312" y="56243"/>
                  <a:pt x="585012" y="65314"/>
                </a:cubicBezTo>
                <a:cubicBezTo>
                  <a:pt x="470712" y="74385"/>
                  <a:pt x="280212" y="54429"/>
                  <a:pt x="280212" y="54429"/>
                </a:cubicBezTo>
                <a:lnTo>
                  <a:pt x="18954" y="43543"/>
                </a:lnTo>
                <a:cubicBezTo>
                  <a:pt x="-20960" y="41729"/>
                  <a:pt x="9883" y="42636"/>
                  <a:pt x="40726" y="43543"/>
                </a:cubicBezTo>
              </a:path>
            </a:pathLst>
          </a:custGeom>
          <a:noFill/>
          <a:ln w="38100" cap="flat" cmpd="sng">
            <a:solidFill>
              <a:srgbClr val="0048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cxnSp>
        <p:nvCxnSpPr>
          <p:cNvPr id="306" name="Google Shape;1114;p28">
            <a:extLst>
              <a:ext uri="{FF2B5EF4-FFF2-40B4-BE49-F238E27FC236}">
                <a16:creationId xmlns:a16="http://schemas.microsoft.com/office/drawing/2014/main" id="{C0B25BB1-A984-42DF-B72B-4D6B65FE5949}"/>
              </a:ext>
            </a:extLst>
          </p:cNvPr>
          <p:cNvCxnSpPr/>
          <p:nvPr/>
        </p:nvCxnSpPr>
        <p:spPr>
          <a:xfrm flipH="1">
            <a:off x="2415518" y="4318582"/>
            <a:ext cx="3948" cy="326088"/>
          </a:xfrm>
          <a:prstGeom prst="straightConnector1">
            <a:avLst/>
          </a:prstGeom>
          <a:noFill/>
          <a:ln w="25400" cap="flat" cmpd="sng">
            <a:solidFill>
              <a:srgbClr val="7F7F7F"/>
            </a:solidFill>
            <a:prstDash val="solid"/>
            <a:miter lim="800000"/>
            <a:headEnd type="triangle" w="med" len="med"/>
            <a:tailEnd type="triangle" w="med" len="med"/>
          </a:ln>
        </p:spPr>
      </p:cxnSp>
      <p:cxnSp>
        <p:nvCxnSpPr>
          <p:cNvPr id="307" name="Google Shape;1115;p28">
            <a:extLst>
              <a:ext uri="{FF2B5EF4-FFF2-40B4-BE49-F238E27FC236}">
                <a16:creationId xmlns:a16="http://schemas.microsoft.com/office/drawing/2014/main" id="{CFC55D5B-6D24-4542-8696-73E47E4382C3}"/>
              </a:ext>
            </a:extLst>
          </p:cNvPr>
          <p:cNvCxnSpPr/>
          <p:nvPr/>
        </p:nvCxnSpPr>
        <p:spPr>
          <a:xfrm flipH="1">
            <a:off x="2419465" y="4669656"/>
            <a:ext cx="1" cy="871104"/>
          </a:xfrm>
          <a:prstGeom prst="straightConnector1">
            <a:avLst/>
          </a:prstGeom>
          <a:noFill/>
          <a:ln w="25400" cap="flat" cmpd="sng">
            <a:solidFill>
              <a:srgbClr val="7F7F7F"/>
            </a:solidFill>
            <a:prstDash val="solid"/>
            <a:miter lim="800000"/>
            <a:headEnd type="triangle" w="med" len="med"/>
            <a:tailEnd type="triangle" w="med" len="med"/>
          </a:ln>
        </p:spPr>
      </p:cxnSp>
      <p:grpSp>
        <p:nvGrpSpPr>
          <p:cNvPr id="308" name="Google Shape;1116;p28">
            <a:extLst>
              <a:ext uri="{FF2B5EF4-FFF2-40B4-BE49-F238E27FC236}">
                <a16:creationId xmlns:a16="http://schemas.microsoft.com/office/drawing/2014/main" id="{C5B5225F-E818-4FC6-AAAB-3F682A27B16D}"/>
              </a:ext>
            </a:extLst>
          </p:cNvPr>
          <p:cNvGrpSpPr/>
          <p:nvPr/>
        </p:nvGrpSpPr>
        <p:grpSpPr>
          <a:xfrm>
            <a:off x="3258458" y="4891978"/>
            <a:ext cx="1168108" cy="184793"/>
            <a:chOff x="2246781" y="2713211"/>
            <a:chExt cx="1547290" cy="235506"/>
          </a:xfrm>
        </p:grpSpPr>
        <p:cxnSp>
          <p:nvCxnSpPr>
            <p:cNvPr id="309" name="Google Shape;1117;p28">
              <a:extLst>
                <a:ext uri="{FF2B5EF4-FFF2-40B4-BE49-F238E27FC236}">
                  <a16:creationId xmlns:a16="http://schemas.microsoft.com/office/drawing/2014/main" id="{005F4794-535D-43E9-8C99-FCD913030401}"/>
                </a:ext>
              </a:extLst>
            </p:cNvPr>
            <p:cNvCxnSpPr/>
            <p:nvPr/>
          </p:nvCxnSpPr>
          <p:spPr>
            <a:xfrm rot="10800000" flipH="1">
              <a:off x="2246781" y="2867785"/>
              <a:ext cx="1383752" cy="16550"/>
            </a:xfrm>
            <a:prstGeom prst="straightConnector1">
              <a:avLst/>
            </a:prstGeom>
            <a:noFill/>
            <a:ln w="9525" cap="flat" cmpd="sng">
              <a:solidFill>
                <a:srgbClr val="808080"/>
              </a:solidFill>
              <a:prstDash val="solid"/>
              <a:miter lim="800000"/>
              <a:headEnd type="none" w="sm" len="sm"/>
              <a:tailEnd type="none" w="sm" len="sm"/>
            </a:ln>
          </p:spPr>
        </p:cxnSp>
        <p:sp>
          <p:nvSpPr>
            <p:cNvPr id="310" name="Google Shape;1118;p28">
              <a:extLst>
                <a:ext uri="{FF2B5EF4-FFF2-40B4-BE49-F238E27FC236}">
                  <a16:creationId xmlns:a16="http://schemas.microsoft.com/office/drawing/2014/main" id="{CDFCC4D3-040A-4CC0-88AC-729EDE1A85FF}"/>
                </a:ext>
              </a:extLst>
            </p:cNvPr>
            <p:cNvSpPr/>
            <p:nvPr/>
          </p:nvSpPr>
          <p:spPr>
            <a:xfrm>
              <a:off x="3419872" y="2841747"/>
              <a:ext cx="190160" cy="106970"/>
            </a:xfrm>
            <a:prstGeom prst="flowChartProcess">
              <a:avLst/>
            </a:prstGeom>
            <a:solidFill>
              <a:srgbClr val="8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sp>
          <p:nvSpPr>
            <p:cNvPr id="311" name="Google Shape;1119;p28">
              <a:extLst>
                <a:ext uri="{FF2B5EF4-FFF2-40B4-BE49-F238E27FC236}">
                  <a16:creationId xmlns:a16="http://schemas.microsoft.com/office/drawing/2014/main" id="{29CA5CD0-3281-4535-8C2D-946D98CBCCB8}"/>
                </a:ext>
              </a:extLst>
            </p:cNvPr>
            <p:cNvSpPr/>
            <p:nvPr/>
          </p:nvSpPr>
          <p:spPr>
            <a:xfrm rot="-1920306">
              <a:off x="3576800" y="2761442"/>
              <a:ext cx="208573" cy="92639"/>
            </a:xfrm>
            <a:prstGeom prst="ellipse">
              <a:avLst/>
            </a:prstGeom>
            <a:noFill/>
            <a:ln w="28575" cap="flat" cmpd="sng">
              <a:solidFill>
                <a:srgbClr val="808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Calibri"/>
                <a:ea typeface="Calibri"/>
                <a:cs typeface="Calibri"/>
                <a:sym typeface="Calibri"/>
              </a:endParaRPr>
            </a:p>
          </p:txBody>
        </p:sp>
      </p:grpSp>
      <p:cxnSp>
        <p:nvCxnSpPr>
          <p:cNvPr id="312" name="Google Shape;1120;p28">
            <a:extLst>
              <a:ext uri="{FF2B5EF4-FFF2-40B4-BE49-F238E27FC236}">
                <a16:creationId xmlns:a16="http://schemas.microsoft.com/office/drawing/2014/main" id="{3316B76A-3D8D-4EF7-B2AE-A6ADC2060ED0}"/>
              </a:ext>
            </a:extLst>
          </p:cNvPr>
          <p:cNvCxnSpPr>
            <a:cxnSpLocks/>
            <a:stCxn id="300" idx="1"/>
            <a:endCxn id="268" idx="10"/>
          </p:cNvCxnSpPr>
          <p:nvPr/>
        </p:nvCxnSpPr>
        <p:spPr>
          <a:xfrm flipH="1" flipV="1">
            <a:off x="4236897" y="4777962"/>
            <a:ext cx="518168" cy="17132"/>
          </a:xfrm>
          <a:prstGeom prst="straightConnector1">
            <a:avLst/>
          </a:prstGeom>
          <a:noFill/>
          <a:ln w="19050" cap="flat" cmpd="sng">
            <a:solidFill>
              <a:srgbClr val="597B7C"/>
            </a:solidFill>
            <a:prstDash val="solid"/>
            <a:miter lim="800000"/>
            <a:headEnd type="none" w="sm" len="sm"/>
            <a:tailEnd type="triangle" w="med" len="med"/>
          </a:ln>
        </p:spPr>
      </p:cxnSp>
      <p:cxnSp>
        <p:nvCxnSpPr>
          <p:cNvPr id="313" name="Google Shape;1121;p28">
            <a:extLst>
              <a:ext uri="{FF2B5EF4-FFF2-40B4-BE49-F238E27FC236}">
                <a16:creationId xmlns:a16="http://schemas.microsoft.com/office/drawing/2014/main" id="{343FD34C-D88D-4694-996E-F9409559F4A8}"/>
              </a:ext>
            </a:extLst>
          </p:cNvPr>
          <p:cNvCxnSpPr>
            <a:cxnSpLocks/>
            <a:stCxn id="301" idx="1"/>
          </p:cNvCxnSpPr>
          <p:nvPr/>
        </p:nvCxnSpPr>
        <p:spPr>
          <a:xfrm flipH="1" flipV="1">
            <a:off x="4248653" y="5205266"/>
            <a:ext cx="592882" cy="23858"/>
          </a:xfrm>
          <a:prstGeom prst="straightConnector1">
            <a:avLst/>
          </a:prstGeom>
          <a:noFill/>
          <a:ln w="19050" cap="flat" cmpd="sng">
            <a:solidFill>
              <a:srgbClr val="597B7C"/>
            </a:solidFill>
            <a:prstDash val="solid"/>
            <a:miter lim="800000"/>
            <a:headEnd type="none" w="sm" len="sm"/>
            <a:tailEnd type="triangle" w="med" len="med"/>
          </a:ln>
        </p:spPr>
      </p:cxnSp>
      <p:cxnSp>
        <p:nvCxnSpPr>
          <p:cNvPr id="314" name="Google Shape;1122;p28">
            <a:extLst>
              <a:ext uri="{FF2B5EF4-FFF2-40B4-BE49-F238E27FC236}">
                <a16:creationId xmlns:a16="http://schemas.microsoft.com/office/drawing/2014/main" id="{0173BDC4-9593-4230-BA23-819D963992B3}"/>
              </a:ext>
            </a:extLst>
          </p:cNvPr>
          <p:cNvCxnSpPr>
            <a:cxnSpLocks/>
            <a:stCxn id="302" idx="1"/>
            <a:endCxn id="275" idx="6"/>
          </p:cNvCxnSpPr>
          <p:nvPr/>
        </p:nvCxnSpPr>
        <p:spPr>
          <a:xfrm flipH="1" flipV="1">
            <a:off x="4309899" y="5523260"/>
            <a:ext cx="410629" cy="14898"/>
          </a:xfrm>
          <a:prstGeom prst="straightConnector1">
            <a:avLst/>
          </a:prstGeom>
          <a:noFill/>
          <a:ln w="19050" cap="flat" cmpd="sng">
            <a:solidFill>
              <a:srgbClr val="597B7C"/>
            </a:solidFill>
            <a:prstDash val="solid"/>
            <a:miter lim="800000"/>
            <a:headEnd type="none" w="sm" len="sm"/>
            <a:tailEnd type="triangle" w="med" len="med"/>
          </a:ln>
        </p:spPr>
      </p:cxnSp>
      <p:sp>
        <p:nvSpPr>
          <p:cNvPr id="315" name="Google Shape;1123;p28">
            <a:extLst>
              <a:ext uri="{FF2B5EF4-FFF2-40B4-BE49-F238E27FC236}">
                <a16:creationId xmlns:a16="http://schemas.microsoft.com/office/drawing/2014/main" id="{4B8CE962-2B7B-461C-A498-CF8CAB4D8AF9}"/>
              </a:ext>
            </a:extLst>
          </p:cNvPr>
          <p:cNvSpPr txBox="1"/>
          <p:nvPr/>
        </p:nvSpPr>
        <p:spPr>
          <a:xfrm>
            <a:off x="2646616" y="4394547"/>
            <a:ext cx="322875" cy="1759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rgbClr val="597B7C"/>
                </a:solidFill>
                <a:latin typeface="Arial"/>
                <a:ea typeface="Arial"/>
                <a:cs typeface="Arial"/>
                <a:sym typeface="Arial"/>
              </a:rPr>
              <a:t>Air</a:t>
            </a:r>
            <a:endParaRPr sz="1200"/>
          </a:p>
        </p:txBody>
      </p:sp>
      <p:sp>
        <p:nvSpPr>
          <p:cNvPr id="316" name="Google Shape;1124;p28">
            <a:extLst>
              <a:ext uri="{FF2B5EF4-FFF2-40B4-BE49-F238E27FC236}">
                <a16:creationId xmlns:a16="http://schemas.microsoft.com/office/drawing/2014/main" id="{8316BBB8-0E10-400E-B265-CFFDDC689BF7}"/>
              </a:ext>
            </a:extLst>
          </p:cNvPr>
          <p:cNvSpPr txBox="1"/>
          <p:nvPr/>
        </p:nvSpPr>
        <p:spPr>
          <a:xfrm>
            <a:off x="2298186" y="3882106"/>
            <a:ext cx="2500699" cy="276959"/>
          </a:xfrm>
          <a:prstGeom prst="rect">
            <a:avLst/>
          </a:prstGeom>
          <a:noFill/>
          <a:ln>
            <a:noFill/>
          </a:ln>
        </p:spPr>
        <p:txBody>
          <a:bodyPr spcFirstLastPara="1" wrap="square" lIns="91425" tIns="45700" rIns="91425" bIns="45700" anchor="t" anchorCtr="0">
            <a:spAutoFit/>
          </a:bodyPr>
          <a:lstStyle>
            <a:defPPr>
              <a:defRPr lang="fi-FI"/>
            </a:defPPr>
            <a:lvl1pPr marR="0" lvl="0" indent="0" algn="ctr">
              <a:spcBef>
                <a:spcPts val="0"/>
              </a:spcBef>
              <a:spcAft>
                <a:spcPts val="0"/>
              </a:spcAft>
              <a:buNone/>
              <a:defRPr sz="1200" b="1">
                <a:solidFill>
                  <a:srgbClr val="002F5F"/>
                </a:solidFill>
                <a:latin typeface="Arial"/>
                <a:ea typeface="Arial"/>
                <a:cs typeface="Arial"/>
              </a:defRPr>
            </a:lvl1pPr>
          </a:lstStyle>
          <a:p>
            <a:r>
              <a:rPr lang="en-US" dirty="0">
                <a:sym typeface="Arial"/>
              </a:rPr>
              <a:t>Air Inflation Curtain Boom</a:t>
            </a:r>
            <a:endParaRPr dirty="0"/>
          </a:p>
        </p:txBody>
      </p:sp>
      <p:sp>
        <p:nvSpPr>
          <p:cNvPr id="317" name="Rectangle 316">
            <a:extLst>
              <a:ext uri="{FF2B5EF4-FFF2-40B4-BE49-F238E27FC236}">
                <a16:creationId xmlns:a16="http://schemas.microsoft.com/office/drawing/2014/main" id="{89A1836F-E056-4774-BB13-ECE3AA31E325}"/>
              </a:ext>
            </a:extLst>
          </p:cNvPr>
          <p:cNvSpPr/>
          <p:nvPr/>
        </p:nvSpPr>
        <p:spPr bwMode="auto">
          <a:xfrm>
            <a:off x="6529383" y="3729818"/>
            <a:ext cx="4163268" cy="2112255"/>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grpSp>
        <p:nvGrpSpPr>
          <p:cNvPr id="318" name="Google Shape;1180;p28">
            <a:extLst>
              <a:ext uri="{FF2B5EF4-FFF2-40B4-BE49-F238E27FC236}">
                <a16:creationId xmlns:a16="http://schemas.microsoft.com/office/drawing/2014/main" id="{C33642ED-79D9-43CF-BD54-48B43F00A277}"/>
              </a:ext>
            </a:extLst>
          </p:cNvPr>
          <p:cNvGrpSpPr/>
          <p:nvPr/>
        </p:nvGrpSpPr>
        <p:grpSpPr>
          <a:xfrm>
            <a:off x="7209507" y="4323322"/>
            <a:ext cx="2778555" cy="1334913"/>
            <a:chOff x="2708910" y="4356459"/>
            <a:chExt cx="3447266" cy="1656185"/>
          </a:xfrm>
        </p:grpSpPr>
        <p:grpSp>
          <p:nvGrpSpPr>
            <p:cNvPr id="319" name="Google Shape;1181;p28">
              <a:extLst>
                <a:ext uri="{FF2B5EF4-FFF2-40B4-BE49-F238E27FC236}">
                  <a16:creationId xmlns:a16="http://schemas.microsoft.com/office/drawing/2014/main" id="{D2CC34F1-1E9F-4045-AA1D-0605FB5A083C}"/>
                </a:ext>
              </a:extLst>
            </p:cNvPr>
            <p:cNvGrpSpPr/>
            <p:nvPr/>
          </p:nvGrpSpPr>
          <p:grpSpPr>
            <a:xfrm>
              <a:off x="2708910" y="4356459"/>
              <a:ext cx="3447266" cy="1656185"/>
              <a:chOff x="781161" y="4373287"/>
              <a:chExt cx="3447266" cy="1656185"/>
            </a:xfrm>
          </p:grpSpPr>
          <p:grpSp>
            <p:nvGrpSpPr>
              <p:cNvPr id="323" name="Google Shape;1182;p28">
                <a:extLst>
                  <a:ext uri="{FF2B5EF4-FFF2-40B4-BE49-F238E27FC236}">
                    <a16:creationId xmlns:a16="http://schemas.microsoft.com/office/drawing/2014/main" id="{548E0F1C-59CF-45E6-A036-AF11D7F22788}"/>
                  </a:ext>
                </a:extLst>
              </p:cNvPr>
              <p:cNvGrpSpPr/>
              <p:nvPr/>
            </p:nvGrpSpPr>
            <p:grpSpPr>
              <a:xfrm>
                <a:off x="997202" y="4373287"/>
                <a:ext cx="3131458" cy="1656185"/>
                <a:chOff x="5851337" y="2055077"/>
                <a:chExt cx="3131458" cy="1656185"/>
              </a:xfrm>
            </p:grpSpPr>
            <p:sp>
              <p:nvSpPr>
                <p:cNvPr id="328" name="Google Shape;1183;p28">
                  <a:extLst>
                    <a:ext uri="{FF2B5EF4-FFF2-40B4-BE49-F238E27FC236}">
                      <a16:creationId xmlns:a16="http://schemas.microsoft.com/office/drawing/2014/main" id="{3F6FD707-1EB9-4749-8B3A-FEFB94737A6B}"/>
                    </a:ext>
                  </a:extLst>
                </p:cNvPr>
                <p:cNvSpPr/>
                <p:nvPr/>
              </p:nvSpPr>
              <p:spPr>
                <a:xfrm>
                  <a:off x="5851337" y="2834127"/>
                  <a:ext cx="691430" cy="734204"/>
                </a:xfrm>
                <a:prstGeom prst="ellipse">
                  <a:avLst/>
                </a:prstGeom>
                <a:solidFill>
                  <a:srgbClr val="FEF5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29" name="Google Shape;1184;p28">
                  <a:extLst>
                    <a:ext uri="{FF2B5EF4-FFF2-40B4-BE49-F238E27FC236}">
                      <a16:creationId xmlns:a16="http://schemas.microsoft.com/office/drawing/2014/main" id="{E283B34E-1490-406D-83D3-E6B02E5902D6}"/>
                    </a:ext>
                  </a:extLst>
                </p:cNvPr>
                <p:cNvSpPr/>
                <p:nvPr/>
              </p:nvSpPr>
              <p:spPr>
                <a:xfrm>
                  <a:off x="6566529" y="2834126"/>
                  <a:ext cx="696416" cy="790942"/>
                </a:xfrm>
                <a:prstGeom prst="ellipse">
                  <a:avLst/>
                </a:prstGeom>
                <a:solidFill>
                  <a:srgbClr val="FEF5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nvGrpSpPr>
                <p:cNvPr id="330" name="Google Shape;1185;p28">
                  <a:extLst>
                    <a:ext uri="{FF2B5EF4-FFF2-40B4-BE49-F238E27FC236}">
                      <a16:creationId xmlns:a16="http://schemas.microsoft.com/office/drawing/2014/main" id="{2B4F2A37-E8FA-4A09-9AFF-3D93995BF0EB}"/>
                    </a:ext>
                  </a:extLst>
                </p:cNvPr>
                <p:cNvGrpSpPr/>
                <p:nvPr/>
              </p:nvGrpSpPr>
              <p:grpSpPr>
                <a:xfrm>
                  <a:off x="7308304" y="2055077"/>
                  <a:ext cx="1674491" cy="1656185"/>
                  <a:chOff x="6980428" y="2055413"/>
                  <a:chExt cx="1674491" cy="1656185"/>
                </a:xfrm>
              </p:grpSpPr>
              <p:grpSp>
                <p:nvGrpSpPr>
                  <p:cNvPr id="334" name="Google Shape;1186;p28">
                    <a:extLst>
                      <a:ext uri="{FF2B5EF4-FFF2-40B4-BE49-F238E27FC236}">
                        <a16:creationId xmlns:a16="http://schemas.microsoft.com/office/drawing/2014/main" id="{FF92D4CF-F17B-40BF-A421-BC7D250067C0}"/>
                      </a:ext>
                    </a:extLst>
                  </p:cNvPr>
                  <p:cNvGrpSpPr/>
                  <p:nvPr/>
                </p:nvGrpSpPr>
                <p:grpSpPr>
                  <a:xfrm>
                    <a:off x="6980428" y="2055413"/>
                    <a:ext cx="1674491" cy="1656185"/>
                    <a:chOff x="1475656" y="2771779"/>
                    <a:chExt cx="2537287" cy="2538577"/>
                  </a:xfrm>
                </p:grpSpPr>
                <p:grpSp>
                  <p:nvGrpSpPr>
                    <p:cNvPr id="338" name="Google Shape;1187;p28">
                      <a:extLst>
                        <a:ext uri="{FF2B5EF4-FFF2-40B4-BE49-F238E27FC236}">
                          <a16:creationId xmlns:a16="http://schemas.microsoft.com/office/drawing/2014/main" id="{71C0B355-055F-440B-A56A-D68E33AC2EB9}"/>
                        </a:ext>
                      </a:extLst>
                    </p:cNvPr>
                    <p:cNvGrpSpPr/>
                    <p:nvPr/>
                  </p:nvGrpSpPr>
                  <p:grpSpPr>
                    <a:xfrm>
                      <a:off x="1475656" y="2771779"/>
                      <a:ext cx="2537287" cy="2538577"/>
                      <a:chOff x="1432360" y="2762631"/>
                      <a:chExt cx="2537287" cy="2538577"/>
                    </a:xfrm>
                  </p:grpSpPr>
                  <p:grpSp>
                    <p:nvGrpSpPr>
                      <p:cNvPr id="340" name="Google Shape;1188;p28">
                        <a:extLst>
                          <a:ext uri="{FF2B5EF4-FFF2-40B4-BE49-F238E27FC236}">
                            <a16:creationId xmlns:a16="http://schemas.microsoft.com/office/drawing/2014/main" id="{3670186C-8EFB-411B-B56A-235D2C97D028}"/>
                          </a:ext>
                        </a:extLst>
                      </p:cNvPr>
                      <p:cNvGrpSpPr/>
                      <p:nvPr/>
                    </p:nvGrpSpPr>
                    <p:grpSpPr>
                      <a:xfrm>
                        <a:off x="3779912" y="2780928"/>
                        <a:ext cx="189735" cy="2520280"/>
                        <a:chOff x="3779912" y="2780928"/>
                        <a:chExt cx="189735" cy="2520280"/>
                      </a:xfrm>
                    </p:grpSpPr>
                    <p:grpSp>
                      <p:nvGrpSpPr>
                        <p:cNvPr id="342" name="Google Shape;1189;p28">
                          <a:extLst>
                            <a:ext uri="{FF2B5EF4-FFF2-40B4-BE49-F238E27FC236}">
                              <a16:creationId xmlns:a16="http://schemas.microsoft.com/office/drawing/2014/main" id="{5DFECBB4-5FA3-4B1D-A062-5EF520CB54E3}"/>
                            </a:ext>
                          </a:extLst>
                        </p:cNvPr>
                        <p:cNvGrpSpPr/>
                        <p:nvPr/>
                      </p:nvGrpSpPr>
                      <p:grpSpPr>
                        <a:xfrm>
                          <a:off x="3779912" y="2780928"/>
                          <a:ext cx="144016" cy="2520280"/>
                          <a:chOff x="3779912" y="2708920"/>
                          <a:chExt cx="144016" cy="2520280"/>
                        </a:xfrm>
                      </p:grpSpPr>
                      <p:sp>
                        <p:nvSpPr>
                          <p:cNvPr id="344" name="Google Shape;1190;p28">
                            <a:extLst>
                              <a:ext uri="{FF2B5EF4-FFF2-40B4-BE49-F238E27FC236}">
                                <a16:creationId xmlns:a16="http://schemas.microsoft.com/office/drawing/2014/main" id="{A150D9C8-A1FD-46C1-96E9-F091C49DBA00}"/>
                              </a:ext>
                            </a:extLst>
                          </p:cNvPr>
                          <p:cNvSpPr/>
                          <p:nvPr/>
                        </p:nvSpPr>
                        <p:spPr>
                          <a:xfrm>
                            <a:off x="3779912" y="2708920"/>
                            <a:ext cx="144016" cy="252028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45" name="Google Shape;1191;p28">
                            <a:extLst>
                              <a:ext uri="{FF2B5EF4-FFF2-40B4-BE49-F238E27FC236}">
                                <a16:creationId xmlns:a16="http://schemas.microsoft.com/office/drawing/2014/main" id="{B612A23E-340E-4843-B789-063DC78F285E}"/>
                              </a:ext>
                            </a:extLst>
                          </p:cNvPr>
                          <p:cNvSpPr/>
                          <p:nvPr/>
                        </p:nvSpPr>
                        <p:spPr>
                          <a:xfrm rot="10800000">
                            <a:off x="3815916" y="3049032"/>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46" name="Google Shape;1192;p28">
                            <a:extLst>
                              <a:ext uri="{FF2B5EF4-FFF2-40B4-BE49-F238E27FC236}">
                                <a16:creationId xmlns:a16="http://schemas.microsoft.com/office/drawing/2014/main" id="{6A4D68CB-5733-4252-AC90-8B3496768EBC}"/>
                              </a:ext>
                            </a:extLst>
                          </p:cNvPr>
                          <p:cNvSpPr/>
                          <p:nvPr/>
                        </p:nvSpPr>
                        <p:spPr>
                          <a:xfrm rot="10800000">
                            <a:off x="3815916" y="360477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nvGrpSpPr>
                          <p:cNvPr id="347" name="Google Shape;1193;p28">
                            <a:extLst>
                              <a:ext uri="{FF2B5EF4-FFF2-40B4-BE49-F238E27FC236}">
                                <a16:creationId xmlns:a16="http://schemas.microsoft.com/office/drawing/2014/main" id="{77B99DD7-AAA7-4CDA-B085-167DD1261A17}"/>
                              </a:ext>
                            </a:extLst>
                          </p:cNvPr>
                          <p:cNvGrpSpPr/>
                          <p:nvPr/>
                        </p:nvGrpSpPr>
                        <p:grpSpPr>
                          <a:xfrm>
                            <a:off x="3815916" y="2780928"/>
                            <a:ext cx="72008" cy="2239540"/>
                            <a:chOff x="3815916" y="2780928"/>
                            <a:chExt cx="72008" cy="2239540"/>
                          </a:xfrm>
                        </p:grpSpPr>
                        <p:sp>
                          <p:nvSpPr>
                            <p:cNvPr id="349" name="Google Shape;1194;p28">
                              <a:extLst>
                                <a:ext uri="{FF2B5EF4-FFF2-40B4-BE49-F238E27FC236}">
                                  <a16:creationId xmlns:a16="http://schemas.microsoft.com/office/drawing/2014/main" id="{1776E785-E59F-4312-8E8B-E60E7FB9906D}"/>
                                </a:ext>
                              </a:extLst>
                            </p:cNvPr>
                            <p:cNvSpPr/>
                            <p:nvPr/>
                          </p:nvSpPr>
                          <p:spPr>
                            <a:xfrm rot="10800000">
                              <a:off x="3815916" y="2780928"/>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50" name="Google Shape;1195;p28">
                              <a:extLst>
                                <a:ext uri="{FF2B5EF4-FFF2-40B4-BE49-F238E27FC236}">
                                  <a16:creationId xmlns:a16="http://schemas.microsoft.com/office/drawing/2014/main" id="{CD0F9E69-0D1E-4434-9062-447FE104E1EE}"/>
                                </a:ext>
                              </a:extLst>
                            </p:cNvPr>
                            <p:cNvSpPr/>
                            <p:nvPr/>
                          </p:nvSpPr>
                          <p:spPr>
                            <a:xfrm rot="10800000">
                              <a:off x="3815916" y="331013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51" name="Google Shape;1196;p28">
                              <a:extLst>
                                <a:ext uri="{FF2B5EF4-FFF2-40B4-BE49-F238E27FC236}">
                                  <a16:creationId xmlns:a16="http://schemas.microsoft.com/office/drawing/2014/main" id="{72B7E73B-A22B-4D6D-B6A7-9F5536A6D48D}"/>
                                </a:ext>
                              </a:extLst>
                            </p:cNvPr>
                            <p:cNvSpPr/>
                            <p:nvPr/>
                          </p:nvSpPr>
                          <p:spPr>
                            <a:xfrm rot="10800000">
                              <a:off x="3815916" y="393305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52" name="Google Shape;1197;p28">
                              <a:extLst>
                                <a:ext uri="{FF2B5EF4-FFF2-40B4-BE49-F238E27FC236}">
                                  <a16:creationId xmlns:a16="http://schemas.microsoft.com/office/drawing/2014/main" id="{7315DB61-F846-4866-AAEF-6E0BF1B5FD1A}"/>
                                </a:ext>
                              </a:extLst>
                            </p:cNvPr>
                            <p:cNvSpPr/>
                            <p:nvPr/>
                          </p:nvSpPr>
                          <p:spPr>
                            <a:xfrm rot="10800000">
                              <a:off x="3815916" y="4948460"/>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53" name="Google Shape;1198;p28">
                              <a:extLst>
                                <a:ext uri="{FF2B5EF4-FFF2-40B4-BE49-F238E27FC236}">
                                  <a16:creationId xmlns:a16="http://schemas.microsoft.com/office/drawing/2014/main" id="{8D335F22-EBA8-49F2-B5E4-10D4A59D7989}"/>
                                </a:ext>
                              </a:extLst>
                            </p:cNvPr>
                            <p:cNvSpPr/>
                            <p:nvPr/>
                          </p:nvSpPr>
                          <p:spPr>
                            <a:xfrm rot="10800000">
                              <a:off x="3815916" y="4542656"/>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sp>
                        <p:nvSpPr>
                          <p:cNvPr id="348" name="Google Shape;1199;p28">
                            <a:extLst>
                              <a:ext uri="{FF2B5EF4-FFF2-40B4-BE49-F238E27FC236}">
                                <a16:creationId xmlns:a16="http://schemas.microsoft.com/office/drawing/2014/main" id="{2B6B49C5-CE18-4C39-9494-A5D851A011D4}"/>
                              </a:ext>
                            </a:extLst>
                          </p:cNvPr>
                          <p:cNvSpPr/>
                          <p:nvPr/>
                        </p:nvSpPr>
                        <p:spPr>
                          <a:xfrm rot="10800000">
                            <a:off x="3815916" y="4216844"/>
                            <a:ext cx="72008" cy="72008"/>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sp>
                      <p:nvSpPr>
                        <p:cNvPr id="343" name="Google Shape;1200;p28">
                          <a:extLst>
                            <a:ext uri="{FF2B5EF4-FFF2-40B4-BE49-F238E27FC236}">
                              <a16:creationId xmlns:a16="http://schemas.microsoft.com/office/drawing/2014/main" id="{B2CC33BD-38F5-47BD-9655-FD26062E37C8}"/>
                            </a:ext>
                          </a:extLst>
                        </p:cNvPr>
                        <p:cNvSpPr/>
                        <p:nvPr/>
                      </p:nvSpPr>
                      <p:spPr>
                        <a:xfrm>
                          <a:off x="3923928" y="2780928"/>
                          <a:ext cx="45719" cy="2520280"/>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sp>
                    <p:nvSpPr>
                      <p:cNvPr id="341" name="Google Shape;1201;p28">
                        <a:extLst>
                          <a:ext uri="{FF2B5EF4-FFF2-40B4-BE49-F238E27FC236}">
                            <a16:creationId xmlns:a16="http://schemas.microsoft.com/office/drawing/2014/main" id="{107302AF-0FD2-4B1F-9B2E-D50816822E9D}"/>
                          </a:ext>
                        </a:extLst>
                      </p:cNvPr>
                      <p:cNvSpPr/>
                      <p:nvPr/>
                    </p:nvSpPr>
                    <p:spPr>
                      <a:xfrm rot="5400000">
                        <a:off x="1346253" y="2848738"/>
                        <a:ext cx="2519766" cy="2347552"/>
                      </a:xfrm>
                      <a:prstGeom prst="flowChartDocument">
                        <a:avLst/>
                      </a:prstGeom>
                      <a:solidFill>
                        <a:srgbClr val="FEF5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sp>
                  <p:nvSpPr>
                    <p:cNvPr id="339" name="Google Shape;1202;p28">
                      <a:extLst>
                        <a:ext uri="{FF2B5EF4-FFF2-40B4-BE49-F238E27FC236}">
                          <a16:creationId xmlns:a16="http://schemas.microsoft.com/office/drawing/2014/main" id="{AD72807A-D047-48CB-9442-05431F667134}"/>
                        </a:ext>
                      </a:extLst>
                    </p:cNvPr>
                    <p:cNvSpPr/>
                    <p:nvPr/>
                  </p:nvSpPr>
                  <p:spPr>
                    <a:xfrm>
                      <a:off x="1501138" y="2799793"/>
                      <a:ext cx="2265680" cy="1127760"/>
                    </a:xfrm>
                    <a:custGeom>
                      <a:avLst/>
                      <a:gdLst/>
                      <a:ahLst/>
                      <a:cxnLst/>
                      <a:rect l="l" t="t" r="r" b="b"/>
                      <a:pathLst>
                        <a:path w="2265680" h="1127760" extrusionOk="0">
                          <a:moveTo>
                            <a:pt x="106680" y="0"/>
                          </a:moveTo>
                          <a:lnTo>
                            <a:pt x="1838960" y="10160"/>
                          </a:lnTo>
                          <a:lnTo>
                            <a:pt x="1996440" y="66040"/>
                          </a:lnTo>
                          <a:lnTo>
                            <a:pt x="2072640" y="121920"/>
                          </a:lnTo>
                          <a:lnTo>
                            <a:pt x="2138680" y="187960"/>
                          </a:lnTo>
                          <a:lnTo>
                            <a:pt x="2194560" y="269240"/>
                          </a:lnTo>
                          <a:lnTo>
                            <a:pt x="2245360" y="391160"/>
                          </a:lnTo>
                          <a:lnTo>
                            <a:pt x="2265680" y="533400"/>
                          </a:lnTo>
                          <a:cubicBezTo>
                            <a:pt x="2262293" y="592667"/>
                            <a:pt x="2269067" y="657013"/>
                            <a:pt x="2255520" y="711200"/>
                          </a:cubicBezTo>
                          <a:lnTo>
                            <a:pt x="2214880" y="807720"/>
                          </a:lnTo>
                          <a:lnTo>
                            <a:pt x="2153920" y="914400"/>
                          </a:lnTo>
                          <a:lnTo>
                            <a:pt x="2072640" y="1005840"/>
                          </a:lnTo>
                          <a:lnTo>
                            <a:pt x="1950720" y="1076960"/>
                          </a:lnTo>
                          <a:lnTo>
                            <a:pt x="1838960" y="1112520"/>
                          </a:lnTo>
                          <a:lnTo>
                            <a:pt x="130397" y="1127760"/>
                          </a:lnTo>
                          <a:lnTo>
                            <a:pt x="80269" y="975360"/>
                          </a:lnTo>
                          <a:lnTo>
                            <a:pt x="24390" y="787857"/>
                          </a:lnTo>
                          <a:lnTo>
                            <a:pt x="0" y="629920"/>
                          </a:lnTo>
                          <a:cubicBezTo>
                            <a:pt x="1693" y="535093"/>
                            <a:pt x="8467" y="430107"/>
                            <a:pt x="30480" y="340360"/>
                          </a:cubicBezTo>
                          <a:lnTo>
                            <a:pt x="60960" y="167640"/>
                          </a:lnTo>
                          <a:lnTo>
                            <a:pt x="106680" y="0"/>
                          </a:lnTo>
                          <a:close/>
                        </a:path>
                      </a:pathLst>
                    </a:custGeom>
                    <a:solidFill>
                      <a:srgbClr val="FFC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sp>
                <p:nvSpPr>
                  <p:cNvPr id="335" name="Google Shape;1203;p28">
                    <a:extLst>
                      <a:ext uri="{FF2B5EF4-FFF2-40B4-BE49-F238E27FC236}">
                        <a16:creationId xmlns:a16="http://schemas.microsoft.com/office/drawing/2014/main" id="{A6057167-A19F-4BA1-8027-7AE3A70B2AEC}"/>
                      </a:ext>
                    </a:extLst>
                  </p:cNvPr>
                  <p:cNvSpPr/>
                  <p:nvPr/>
                </p:nvSpPr>
                <p:spPr>
                  <a:xfrm>
                    <a:off x="7022326" y="2865985"/>
                    <a:ext cx="1495243" cy="803438"/>
                  </a:xfrm>
                  <a:custGeom>
                    <a:avLst/>
                    <a:gdLst/>
                    <a:ahLst/>
                    <a:cxnLst/>
                    <a:rect l="l" t="t" r="r" b="b"/>
                    <a:pathLst>
                      <a:path w="2265680" h="1127760" extrusionOk="0">
                        <a:moveTo>
                          <a:pt x="106680" y="0"/>
                        </a:moveTo>
                        <a:lnTo>
                          <a:pt x="1838960" y="10160"/>
                        </a:lnTo>
                        <a:lnTo>
                          <a:pt x="1996440" y="66040"/>
                        </a:lnTo>
                        <a:lnTo>
                          <a:pt x="2072640" y="121920"/>
                        </a:lnTo>
                        <a:lnTo>
                          <a:pt x="2138680" y="187960"/>
                        </a:lnTo>
                        <a:lnTo>
                          <a:pt x="2194560" y="269240"/>
                        </a:lnTo>
                        <a:lnTo>
                          <a:pt x="2245360" y="391160"/>
                        </a:lnTo>
                        <a:lnTo>
                          <a:pt x="2265680" y="533400"/>
                        </a:lnTo>
                        <a:cubicBezTo>
                          <a:pt x="2262293" y="592667"/>
                          <a:pt x="2269067" y="657013"/>
                          <a:pt x="2255520" y="711200"/>
                        </a:cubicBezTo>
                        <a:lnTo>
                          <a:pt x="2214880" y="807720"/>
                        </a:lnTo>
                        <a:lnTo>
                          <a:pt x="2153920" y="914400"/>
                        </a:lnTo>
                        <a:lnTo>
                          <a:pt x="2072640" y="1005840"/>
                        </a:lnTo>
                        <a:lnTo>
                          <a:pt x="1950720" y="1076960"/>
                        </a:lnTo>
                        <a:lnTo>
                          <a:pt x="1838960" y="1112520"/>
                        </a:lnTo>
                        <a:lnTo>
                          <a:pt x="130397" y="1127760"/>
                        </a:lnTo>
                        <a:lnTo>
                          <a:pt x="80269" y="975360"/>
                        </a:lnTo>
                        <a:lnTo>
                          <a:pt x="24390" y="787857"/>
                        </a:lnTo>
                        <a:lnTo>
                          <a:pt x="0" y="629920"/>
                        </a:lnTo>
                        <a:cubicBezTo>
                          <a:pt x="1693" y="535093"/>
                          <a:pt x="8467" y="430107"/>
                          <a:pt x="30480" y="340360"/>
                        </a:cubicBezTo>
                        <a:lnTo>
                          <a:pt x="60960" y="167640"/>
                        </a:lnTo>
                        <a:lnTo>
                          <a:pt x="106680" y="0"/>
                        </a:lnTo>
                        <a:close/>
                      </a:path>
                    </a:pathLst>
                  </a:custGeom>
                  <a:solidFill>
                    <a:srgbClr val="FFC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36" name="Google Shape;1204;p28">
                    <a:extLst>
                      <a:ext uri="{FF2B5EF4-FFF2-40B4-BE49-F238E27FC236}">
                        <a16:creationId xmlns:a16="http://schemas.microsoft.com/office/drawing/2014/main" id="{B47BF017-4159-4450-A905-AECCC35B9655}"/>
                      </a:ext>
                    </a:extLst>
                  </p:cNvPr>
                  <p:cNvSpPr/>
                  <p:nvPr/>
                </p:nvSpPr>
                <p:spPr>
                  <a:xfrm>
                    <a:off x="7956376" y="2153112"/>
                    <a:ext cx="216024" cy="144016"/>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37" name="Google Shape;1205;p28">
                    <a:extLst>
                      <a:ext uri="{FF2B5EF4-FFF2-40B4-BE49-F238E27FC236}">
                        <a16:creationId xmlns:a16="http://schemas.microsoft.com/office/drawing/2014/main" id="{53AA276C-994A-4BD4-8EE0-2B0DD9186415}"/>
                      </a:ext>
                    </a:extLst>
                  </p:cNvPr>
                  <p:cNvSpPr/>
                  <p:nvPr/>
                </p:nvSpPr>
                <p:spPr>
                  <a:xfrm>
                    <a:off x="7956376" y="2954093"/>
                    <a:ext cx="216024" cy="144016"/>
                  </a:xfrm>
                  <a:prstGeom prst="ellipse">
                    <a:avLst/>
                  </a:prstGeom>
                  <a:solidFill>
                    <a:srgbClr val="00B0F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sp>
              <p:nvSpPr>
                <p:cNvPr id="331" name="Google Shape;1206;p28">
                  <a:extLst>
                    <a:ext uri="{FF2B5EF4-FFF2-40B4-BE49-F238E27FC236}">
                      <a16:creationId xmlns:a16="http://schemas.microsoft.com/office/drawing/2014/main" id="{648B3024-0E7F-4AFA-A7C0-8BDC8110DDF9}"/>
                    </a:ext>
                  </a:extLst>
                </p:cNvPr>
                <p:cNvSpPr/>
                <p:nvPr/>
              </p:nvSpPr>
              <p:spPr>
                <a:xfrm>
                  <a:off x="6224337" y="2141357"/>
                  <a:ext cx="666534" cy="747542"/>
                </a:xfrm>
                <a:prstGeom prst="ellipse">
                  <a:avLst/>
                </a:prstGeom>
                <a:noFill/>
                <a:ln w="381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32" name="Google Shape;1207;p28">
                  <a:extLst>
                    <a:ext uri="{FF2B5EF4-FFF2-40B4-BE49-F238E27FC236}">
                      <a16:creationId xmlns:a16="http://schemas.microsoft.com/office/drawing/2014/main" id="{B8206447-1E2E-4A7A-9751-D769B8D2B56B}"/>
                    </a:ext>
                  </a:extLst>
                </p:cNvPr>
                <p:cNvSpPr/>
                <p:nvPr/>
              </p:nvSpPr>
              <p:spPr>
                <a:xfrm>
                  <a:off x="5858385" y="2823464"/>
                  <a:ext cx="690006" cy="781263"/>
                </a:xfrm>
                <a:prstGeom prst="ellipse">
                  <a:avLst/>
                </a:prstGeom>
                <a:noFill/>
                <a:ln w="381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33" name="Google Shape;1208;p28">
                  <a:extLst>
                    <a:ext uri="{FF2B5EF4-FFF2-40B4-BE49-F238E27FC236}">
                      <a16:creationId xmlns:a16="http://schemas.microsoft.com/office/drawing/2014/main" id="{622672DF-BC09-4CF3-8FAE-8B838778A600}"/>
                    </a:ext>
                  </a:extLst>
                </p:cNvPr>
                <p:cNvSpPr/>
                <p:nvPr/>
              </p:nvSpPr>
              <p:spPr>
                <a:xfrm>
                  <a:off x="6572939" y="2834126"/>
                  <a:ext cx="690006" cy="781263"/>
                </a:xfrm>
                <a:prstGeom prst="ellipse">
                  <a:avLst/>
                </a:prstGeom>
                <a:noFill/>
                <a:ln w="381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sp>
            <p:nvSpPr>
              <p:cNvPr id="324" name="Google Shape;1209;p28">
                <a:extLst>
                  <a:ext uri="{FF2B5EF4-FFF2-40B4-BE49-F238E27FC236}">
                    <a16:creationId xmlns:a16="http://schemas.microsoft.com/office/drawing/2014/main" id="{6738101F-325A-4C6F-B4DE-F84F1CCA6606}"/>
                  </a:ext>
                </a:extLst>
              </p:cNvPr>
              <p:cNvSpPr/>
              <p:nvPr/>
            </p:nvSpPr>
            <p:spPr>
              <a:xfrm>
                <a:off x="781161" y="5080142"/>
                <a:ext cx="553474" cy="45719"/>
              </a:xfrm>
              <a:custGeom>
                <a:avLst/>
                <a:gdLst/>
                <a:ahLst/>
                <a:cxnLst/>
                <a:rect l="l" t="t" r="r" b="b"/>
                <a:pathLst>
                  <a:path w="957943" h="76236" extrusionOk="0">
                    <a:moveTo>
                      <a:pt x="0" y="76236"/>
                    </a:moveTo>
                    <a:cubicBezTo>
                      <a:pt x="186871" y="39043"/>
                      <a:pt x="373743" y="1850"/>
                      <a:pt x="533400" y="36"/>
                    </a:cubicBezTo>
                    <a:cubicBezTo>
                      <a:pt x="693057" y="-1778"/>
                      <a:pt x="957943" y="65350"/>
                      <a:pt x="957943" y="65350"/>
                    </a:cubicBezTo>
                    <a:lnTo>
                      <a:pt x="957943" y="65350"/>
                    </a:lnTo>
                  </a:path>
                </a:pathLst>
              </a:custGeom>
              <a:noFill/>
              <a:ln w="38100" cap="flat" cmpd="sng">
                <a:solidFill>
                  <a:srgbClr val="0048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25" name="Google Shape;1210;p28">
                <a:extLst>
                  <a:ext uri="{FF2B5EF4-FFF2-40B4-BE49-F238E27FC236}">
                    <a16:creationId xmlns:a16="http://schemas.microsoft.com/office/drawing/2014/main" id="{2E97BA66-C9FD-43C0-96CA-9364FCB05EAC}"/>
                  </a:ext>
                </a:extLst>
              </p:cNvPr>
              <p:cNvSpPr/>
              <p:nvPr/>
            </p:nvSpPr>
            <p:spPr>
              <a:xfrm>
                <a:off x="2077734" y="5081855"/>
                <a:ext cx="424954" cy="56698"/>
              </a:xfrm>
              <a:custGeom>
                <a:avLst/>
                <a:gdLst/>
                <a:ahLst/>
                <a:cxnLst/>
                <a:rect l="l" t="t" r="r" b="b"/>
                <a:pathLst>
                  <a:path w="957943" h="76236" extrusionOk="0">
                    <a:moveTo>
                      <a:pt x="0" y="76236"/>
                    </a:moveTo>
                    <a:cubicBezTo>
                      <a:pt x="186871" y="39043"/>
                      <a:pt x="373743" y="1850"/>
                      <a:pt x="533400" y="36"/>
                    </a:cubicBezTo>
                    <a:cubicBezTo>
                      <a:pt x="693057" y="-1778"/>
                      <a:pt x="957943" y="65350"/>
                      <a:pt x="957943" y="65350"/>
                    </a:cubicBezTo>
                    <a:lnTo>
                      <a:pt x="957943" y="65350"/>
                    </a:lnTo>
                  </a:path>
                </a:pathLst>
              </a:custGeom>
              <a:noFill/>
              <a:ln w="38100" cap="flat" cmpd="sng">
                <a:solidFill>
                  <a:srgbClr val="0048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26" name="Google Shape;1211;p28">
                <a:extLst>
                  <a:ext uri="{FF2B5EF4-FFF2-40B4-BE49-F238E27FC236}">
                    <a16:creationId xmlns:a16="http://schemas.microsoft.com/office/drawing/2014/main" id="{02A400C2-E9DA-4238-A8EC-0451371F9572}"/>
                  </a:ext>
                </a:extLst>
              </p:cNvPr>
              <p:cNvSpPr/>
              <p:nvPr/>
            </p:nvSpPr>
            <p:spPr>
              <a:xfrm>
                <a:off x="2459873" y="5096692"/>
                <a:ext cx="1768554" cy="85557"/>
              </a:xfrm>
              <a:custGeom>
                <a:avLst/>
                <a:gdLst/>
                <a:ahLst/>
                <a:cxnLst/>
                <a:rect l="l" t="t" r="r" b="b"/>
                <a:pathLst>
                  <a:path w="1621971" h="120363" extrusionOk="0">
                    <a:moveTo>
                      <a:pt x="0" y="22209"/>
                    </a:moveTo>
                    <a:cubicBezTo>
                      <a:pt x="125185" y="73009"/>
                      <a:pt x="250371" y="123809"/>
                      <a:pt x="435428" y="120180"/>
                    </a:cubicBezTo>
                    <a:cubicBezTo>
                      <a:pt x="620485" y="116551"/>
                      <a:pt x="912586" y="5880"/>
                      <a:pt x="1110343" y="437"/>
                    </a:cubicBezTo>
                    <a:cubicBezTo>
                      <a:pt x="1308100" y="-5006"/>
                      <a:pt x="1465035" y="41258"/>
                      <a:pt x="1621971" y="87523"/>
                    </a:cubicBezTo>
                  </a:path>
                </a:pathLst>
              </a:custGeom>
              <a:noFill/>
              <a:ln w="38100" cap="flat" cmpd="sng">
                <a:solidFill>
                  <a:srgbClr val="00488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327" name="Google Shape;1212;p28">
                <a:extLst>
                  <a:ext uri="{FF2B5EF4-FFF2-40B4-BE49-F238E27FC236}">
                    <a16:creationId xmlns:a16="http://schemas.microsoft.com/office/drawing/2014/main" id="{63816A72-EBAE-4934-9F03-F608FE3917F5}"/>
                  </a:ext>
                </a:extLst>
              </p:cNvPr>
              <p:cNvSpPr/>
              <p:nvPr/>
            </p:nvSpPr>
            <p:spPr>
              <a:xfrm>
                <a:off x="1368173" y="5114350"/>
                <a:ext cx="685800" cy="109117"/>
              </a:xfrm>
              <a:custGeom>
                <a:avLst/>
                <a:gdLst/>
                <a:ahLst/>
                <a:cxnLst/>
                <a:rect l="l" t="t" r="r" b="b"/>
                <a:pathLst>
                  <a:path w="685800" h="109117" extrusionOk="0">
                    <a:moveTo>
                      <a:pt x="0" y="0"/>
                    </a:moveTo>
                    <a:cubicBezTo>
                      <a:pt x="122464" y="51707"/>
                      <a:pt x="244928" y="103414"/>
                      <a:pt x="359228" y="108857"/>
                    </a:cubicBezTo>
                    <a:cubicBezTo>
                      <a:pt x="473528" y="114300"/>
                      <a:pt x="685800" y="32657"/>
                      <a:pt x="685800" y="32657"/>
                    </a:cubicBezTo>
                    <a:lnTo>
                      <a:pt x="685800" y="32657"/>
                    </a:lnTo>
                  </a:path>
                </a:pathLst>
              </a:custGeom>
              <a:noFill/>
              <a:ln w="38100" cap="flat" cmpd="sng">
                <a:solidFill>
                  <a:srgbClr val="00488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grpSp>
        <p:sp>
          <p:nvSpPr>
            <p:cNvPr id="320" name="Google Shape;1213;p28">
              <a:extLst>
                <a:ext uri="{FF2B5EF4-FFF2-40B4-BE49-F238E27FC236}">
                  <a16:creationId xmlns:a16="http://schemas.microsoft.com/office/drawing/2014/main" id="{999A2DE4-3CEF-42C5-A179-3675C0767939}"/>
                </a:ext>
              </a:extLst>
            </p:cNvPr>
            <p:cNvSpPr txBox="1"/>
            <p:nvPr/>
          </p:nvSpPr>
          <p:spPr>
            <a:xfrm>
              <a:off x="3292078" y="4624151"/>
              <a:ext cx="668048" cy="3149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50" dirty="0">
                  <a:solidFill>
                    <a:srgbClr val="597B7C"/>
                  </a:solidFill>
                  <a:latin typeface="Arial"/>
                  <a:ea typeface="Arial"/>
                  <a:cs typeface="Arial"/>
                  <a:sym typeface="Arial"/>
                </a:rPr>
                <a:t>Air</a:t>
              </a:r>
              <a:endParaRPr sz="1400" dirty="0"/>
            </a:p>
          </p:txBody>
        </p:sp>
        <p:sp>
          <p:nvSpPr>
            <p:cNvPr id="321" name="Google Shape;1214;p28">
              <a:extLst>
                <a:ext uri="{FF2B5EF4-FFF2-40B4-BE49-F238E27FC236}">
                  <a16:creationId xmlns:a16="http://schemas.microsoft.com/office/drawing/2014/main" id="{859DEF06-C8D1-4D3F-B616-FCB410178F77}"/>
                </a:ext>
              </a:extLst>
            </p:cNvPr>
            <p:cNvSpPr txBox="1"/>
            <p:nvPr/>
          </p:nvSpPr>
          <p:spPr>
            <a:xfrm>
              <a:off x="3685975" y="5339496"/>
              <a:ext cx="719092" cy="31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a:solidFill>
                    <a:srgbClr val="597B7C"/>
                  </a:solidFill>
                  <a:latin typeface="Arial"/>
                  <a:ea typeface="Arial"/>
                  <a:cs typeface="Arial"/>
                  <a:sym typeface="Arial"/>
                </a:rPr>
                <a:t>Water</a:t>
              </a:r>
              <a:endParaRPr sz="1400" dirty="0"/>
            </a:p>
          </p:txBody>
        </p:sp>
        <p:sp>
          <p:nvSpPr>
            <p:cNvPr id="322" name="Google Shape;1215;p28">
              <a:extLst>
                <a:ext uri="{FF2B5EF4-FFF2-40B4-BE49-F238E27FC236}">
                  <a16:creationId xmlns:a16="http://schemas.microsoft.com/office/drawing/2014/main" id="{EB076AE0-CABA-460D-AB49-13E83BAAD1F9}"/>
                </a:ext>
              </a:extLst>
            </p:cNvPr>
            <p:cNvSpPr txBox="1"/>
            <p:nvPr/>
          </p:nvSpPr>
          <p:spPr>
            <a:xfrm>
              <a:off x="2944286" y="5355415"/>
              <a:ext cx="719092" cy="31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597B7C"/>
                  </a:solidFill>
                  <a:latin typeface="Arial"/>
                  <a:ea typeface="Arial"/>
                  <a:cs typeface="Arial"/>
                  <a:sym typeface="Arial"/>
                </a:rPr>
                <a:t>Water</a:t>
              </a:r>
              <a:endParaRPr sz="1400"/>
            </a:p>
          </p:txBody>
        </p:sp>
      </p:grpSp>
      <p:sp>
        <p:nvSpPr>
          <p:cNvPr id="354" name="Google Shape;1216;p28">
            <a:extLst>
              <a:ext uri="{FF2B5EF4-FFF2-40B4-BE49-F238E27FC236}">
                <a16:creationId xmlns:a16="http://schemas.microsoft.com/office/drawing/2014/main" id="{A08DB66D-51CB-4D85-A325-856EEC1D665C}"/>
              </a:ext>
            </a:extLst>
          </p:cNvPr>
          <p:cNvSpPr txBox="1"/>
          <p:nvPr/>
        </p:nvSpPr>
        <p:spPr>
          <a:xfrm>
            <a:off x="7408348" y="3882106"/>
            <a:ext cx="2405339" cy="276959"/>
          </a:xfrm>
          <a:prstGeom prst="rect">
            <a:avLst/>
          </a:prstGeom>
          <a:noFill/>
          <a:ln>
            <a:noFill/>
          </a:ln>
        </p:spPr>
        <p:txBody>
          <a:bodyPr spcFirstLastPara="1" wrap="square" lIns="91425" tIns="45700" rIns="91425" bIns="45700" anchor="t" anchorCtr="0">
            <a:spAutoFit/>
          </a:bodyPr>
          <a:lstStyle>
            <a:defPPr>
              <a:defRPr lang="fi-FI"/>
            </a:defPPr>
            <a:lvl1pPr marR="0" lvl="0" indent="0" algn="ctr">
              <a:spcBef>
                <a:spcPts val="0"/>
              </a:spcBef>
              <a:spcAft>
                <a:spcPts val="0"/>
              </a:spcAft>
              <a:buNone/>
              <a:defRPr sz="1200" b="1">
                <a:solidFill>
                  <a:srgbClr val="002F5F"/>
                </a:solidFill>
                <a:latin typeface="Arial"/>
                <a:ea typeface="Arial"/>
                <a:cs typeface="Arial"/>
              </a:defRPr>
            </a:lvl1pPr>
          </a:lstStyle>
          <a:p>
            <a:r>
              <a:rPr lang="en-US" dirty="0">
                <a:sym typeface="Arial"/>
              </a:rPr>
              <a:t>Shore Sealing Boom</a:t>
            </a:r>
            <a:endParaRPr dirty="0"/>
          </a:p>
        </p:txBody>
      </p:sp>
    </p:spTree>
    <p:extLst>
      <p:ext uri="{BB962C8B-B14F-4D97-AF65-F5344CB8AC3E}">
        <p14:creationId xmlns:p14="http://schemas.microsoft.com/office/powerpoint/2010/main" val="36398895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A0A1D-90F7-471C-ADE4-361300B9255B}"/>
              </a:ext>
            </a:extLst>
          </p:cNvPr>
          <p:cNvSpPr>
            <a:spLocks noGrp="1"/>
          </p:cNvSpPr>
          <p:nvPr>
            <p:ph type="title"/>
          </p:nvPr>
        </p:nvSpPr>
        <p:spPr>
          <a:xfrm>
            <a:off x="407989" y="476672"/>
            <a:ext cx="11376024" cy="1008112"/>
          </a:xfrm>
        </p:spPr>
        <p:txBody>
          <a:bodyPr/>
          <a:lstStyle/>
          <a:p>
            <a:r>
              <a:rPr lang="en-US" dirty="0">
                <a:solidFill>
                  <a:schemeClr val="bg1"/>
                </a:solidFill>
              </a:rPr>
              <a:t>Nearshore Protection / Deflection</a:t>
            </a:r>
            <a:endParaRPr lang="en-US" dirty="0"/>
          </a:p>
        </p:txBody>
      </p:sp>
      <p:sp>
        <p:nvSpPr>
          <p:cNvPr id="3" name="Slide Number Placeholder 2">
            <a:extLst>
              <a:ext uri="{FF2B5EF4-FFF2-40B4-BE49-F238E27FC236}">
                <a16:creationId xmlns:a16="http://schemas.microsoft.com/office/drawing/2014/main" id="{624C02FE-205D-4998-A4B3-3948CF18ACC1}"/>
              </a:ext>
            </a:extLst>
          </p:cNvPr>
          <p:cNvSpPr>
            <a:spLocks noGrp="1"/>
          </p:cNvSpPr>
          <p:nvPr>
            <p:ph type="sldNum" sz="quarter" idx="10"/>
          </p:nvPr>
        </p:nvSpPr>
        <p:spPr/>
        <p:txBody>
          <a:bodyPr/>
          <a:lstStyle/>
          <a:p>
            <a:fld id="{5B16D1FE-3A35-41BA-8EBE-413702045235}" type="slidenum">
              <a:rPr lang="en-US" smtClean="0"/>
              <a:pPr/>
              <a:t>31</a:t>
            </a:fld>
            <a:endParaRPr lang="en-US" dirty="0"/>
          </a:p>
        </p:txBody>
      </p:sp>
      <p:sp>
        <p:nvSpPr>
          <p:cNvPr id="4" name="Date Placeholder 3">
            <a:extLst>
              <a:ext uri="{FF2B5EF4-FFF2-40B4-BE49-F238E27FC236}">
                <a16:creationId xmlns:a16="http://schemas.microsoft.com/office/drawing/2014/main" id="{4DF2BEE4-E058-4DDD-9971-06675BCFBE8E}"/>
              </a:ext>
            </a:extLst>
          </p:cNvPr>
          <p:cNvSpPr>
            <a:spLocks noGrp="1"/>
          </p:cNvSpPr>
          <p:nvPr>
            <p:ph type="dt" sz="half" idx="11"/>
          </p:nvPr>
        </p:nvSpPr>
        <p:spPr/>
        <p:txBody>
          <a:bodyPr/>
          <a:lstStyle/>
          <a:p>
            <a:fld id="{07146E88-7547-413C-92A8-02673B838C07}" type="datetime3">
              <a:rPr lang="en-US" smtClean="0"/>
              <a:t>1 October 2026</a:t>
            </a:fld>
            <a:endParaRPr lang="en-US" dirty="0"/>
          </a:p>
        </p:txBody>
      </p:sp>
      <p:sp>
        <p:nvSpPr>
          <p:cNvPr id="5" name="Footer Placeholder 4">
            <a:extLst>
              <a:ext uri="{FF2B5EF4-FFF2-40B4-BE49-F238E27FC236}">
                <a16:creationId xmlns:a16="http://schemas.microsoft.com/office/drawing/2014/main" id="{389A6CA2-FEA1-4213-9569-C5B2793517D7}"/>
              </a:ext>
            </a:extLst>
          </p:cNvPr>
          <p:cNvSpPr>
            <a:spLocks noGrp="1"/>
          </p:cNvSpPr>
          <p:nvPr>
            <p:ph type="ftr" sz="quarter" idx="12"/>
          </p:nvPr>
        </p:nvSpPr>
        <p:spPr/>
        <p:txBody>
          <a:bodyPr/>
          <a:lstStyle/>
          <a:p>
            <a:endParaRPr lang="en-US" dirty="0"/>
          </a:p>
        </p:txBody>
      </p:sp>
      <p:sp>
        <p:nvSpPr>
          <p:cNvPr id="16" name="Picture Placeholder 15">
            <a:extLst>
              <a:ext uri="{FF2B5EF4-FFF2-40B4-BE49-F238E27FC236}">
                <a16:creationId xmlns:a16="http://schemas.microsoft.com/office/drawing/2014/main" id="{3846C2F0-752F-4B17-B919-30ADE0968B5B}"/>
              </a:ext>
            </a:extLst>
          </p:cNvPr>
          <p:cNvSpPr>
            <a:spLocks noGrp="1"/>
          </p:cNvSpPr>
          <p:nvPr>
            <p:ph type="pic" sz="quarter" idx="14"/>
          </p:nvPr>
        </p:nvSpPr>
        <p:spPr/>
        <p:txBody>
          <a:bodyPr/>
          <a:lstStyle/>
          <a:p>
            <a:endParaRPr lang="en-US"/>
          </a:p>
        </p:txBody>
      </p:sp>
      <p:pic>
        <p:nvPicPr>
          <p:cNvPr id="19" name="Google Shape;1245;p29">
            <a:extLst>
              <a:ext uri="{FF2B5EF4-FFF2-40B4-BE49-F238E27FC236}">
                <a16:creationId xmlns:a16="http://schemas.microsoft.com/office/drawing/2014/main" id="{D5624B17-BA7E-4BFA-8B6F-356EFAEF2BCB}"/>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207569" y="1418198"/>
            <a:ext cx="4573712" cy="1980962"/>
          </a:xfrm>
          <a:prstGeom prst="rect">
            <a:avLst/>
          </a:prstGeom>
          <a:noFill/>
          <a:ln>
            <a:noFill/>
          </a:ln>
        </p:spPr>
      </p:pic>
      <p:pic>
        <p:nvPicPr>
          <p:cNvPr id="20" name="Google Shape;1247;p29">
            <a:extLst>
              <a:ext uri="{FF2B5EF4-FFF2-40B4-BE49-F238E27FC236}">
                <a16:creationId xmlns:a16="http://schemas.microsoft.com/office/drawing/2014/main" id="{2F7E89F5-881B-48AC-852A-E42818C0BDB0}"/>
              </a:ext>
            </a:extLst>
          </p:cNvPr>
          <p:cNvPicPr preferRelativeResize="0">
            <a:picLocks noGrp="1"/>
          </p:cNvPicPr>
          <p:nvPr>
            <p:ph type="pic" sz="quarter" idx="15"/>
          </p:nvPr>
        </p:nvPicPr>
        <p:blipFill rotWithShape="1">
          <a:blip r:embed="rId4" cstate="email">
            <a:alphaModFix/>
            <a:extLst>
              <a:ext uri="{28A0092B-C50C-407E-A947-70E740481C1C}">
                <a14:useLocalDpi xmlns:a14="http://schemas.microsoft.com/office/drawing/2010/main"/>
              </a:ext>
            </a:extLst>
          </a:blip>
          <a:srcRect/>
          <a:stretch/>
        </p:blipFill>
        <p:spPr>
          <a:xfrm>
            <a:off x="7375525" y="1430338"/>
            <a:ext cx="2625725" cy="1981200"/>
          </a:xfrm>
          <a:prstGeom prst="rect">
            <a:avLst/>
          </a:prstGeom>
          <a:noFill/>
          <a:ln>
            <a:noFill/>
          </a:ln>
        </p:spPr>
      </p:pic>
      <p:pic>
        <p:nvPicPr>
          <p:cNvPr id="21" name="Google Shape;1248;p29">
            <a:extLst>
              <a:ext uri="{FF2B5EF4-FFF2-40B4-BE49-F238E27FC236}">
                <a16:creationId xmlns:a16="http://schemas.microsoft.com/office/drawing/2014/main" id="{4560E096-DF61-4FB2-9219-3B1CB85B442C}"/>
              </a:ext>
            </a:extLst>
          </p:cNvPr>
          <p:cNvPicPr preferRelativeResize="0">
            <a:picLocks noGrp="1"/>
          </p:cNvPicPr>
          <p:nvPr>
            <p:ph type="pic" sz="quarter" idx="16"/>
          </p:nvPr>
        </p:nvPicPr>
        <p:blipFill rotWithShape="1">
          <a:blip r:embed="rId5" cstate="email">
            <a:alphaModFix/>
            <a:extLst>
              <a:ext uri="{28A0092B-C50C-407E-A947-70E740481C1C}">
                <a14:useLocalDpi xmlns:a14="http://schemas.microsoft.com/office/drawing/2010/main"/>
              </a:ext>
            </a:extLst>
          </a:blip>
          <a:srcRect/>
          <a:stretch/>
        </p:blipFill>
        <p:spPr>
          <a:xfrm>
            <a:off x="7375525" y="3951288"/>
            <a:ext cx="2625725" cy="1979612"/>
          </a:xfrm>
          <a:prstGeom prst="rect">
            <a:avLst/>
          </a:prstGeom>
          <a:noFill/>
          <a:ln>
            <a:noFill/>
          </a:ln>
        </p:spPr>
      </p:pic>
      <p:pic>
        <p:nvPicPr>
          <p:cNvPr id="22" name="Google Shape;1246;p29" descr="F:\Photos\Photos\DaveOland\Prestige 19-11\P1010015.JPG">
            <a:extLst>
              <a:ext uri="{FF2B5EF4-FFF2-40B4-BE49-F238E27FC236}">
                <a16:creationId xmlns:a16="http://schemas.microsoft.com/office/drawing/2014/main" id="{E09955DE-0A4C-4714-A838-4E3514510A97}"/>
              </a:ext>
            </a:extLst>
          </p:cNvPr>
          <p:cNvPicPr preferRelativeResize="0">
            <a:picLocks noGrp="1"/>
          </p:cNvPicPr>
          <p:nvPr>
            <p:ph type="pic" sz="quarter" idx="13"/>
          </p:nvPr>
        </p:nvPicPr>
        <p:blipFill rotWithShape="1">
          <a:blip r:embed="rId6" cstate="email">
            <a:alphaModFix/>
            <a:extLst>
              <a:ext uri="{28A0092B-C50C-407E-A947-70E740481C1C}">
                <a14:useLocalDpi xmlns:a14="http://schemas.microsoft.com/office/drawing/2010/main"/>
              </a:ext>
            </a:extLst>
          </a:blip>
          <a:srcRect/>
          <a:stretch/>
        </p:blipFill>
        <p:spPr>
          <a:xfrm>
            <a:off x="2193925" y="3951288"/>
            <a:ext cx="4575175" cy="1979612"/>
          </a:xfrm>
          <a:prstGeom prst="rect">
            <a:avLst/>
          </a:prstGeom>
          <a:noFill/>
          <a:ln>
            <a:noFill/>
          </a:ln>
        </p:spPr>
      </p:pic>
    </p:spTree>
    <p:extLst>
      <p:ext uri="{BB962C8B-B14F-4D97-AF65-F5344CB8AC3E}">
        <p14:creationId xmlns:p14="http://schemas.microsoft.com/office/powerpoint/2010/main" val="11549743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9DB3789-B6FB-4A48-B86C-180DAFDC519C}"/>
              </a:ext>
            </a:extLst>
          </p:cNvPr>
          <p:cNvSpPr/>
          <p:nvPr/>
        </p:nvSpPr>
        <p:spPr bwMode="auto">
          <a:xfrm rot="19842947">
            <a:off x="10306404" y="-1167016"/>
            <a:ext cx="2959384" cy="6936623"/>
          </a:xfrm>
          <a:custGeom>
            <a:avLst/>
            <a:gdLst>
              <a:gd name="connsiteX0" fmla="*/ 0 w 2959384"/>
              <a:gd name="connsiteY0" fmla="*/ 0 h 6936623"/>
              <a:gd name="connsiteX1" fmla="*/ 2959384 w 2959384"/>
              <a:gd name="connsiteY1" fmla="*/ 1659657 h 6936623"/>
              <a:gd name="connsiteX2" fmla="*/ 0 w 2959384"/>
              <a:gd name="connsiteY2" fmla="*/ 6936623 h 6936623"/>
            </a:gdLst>
            <a:ahLst/>
            <a:cxnLst>
              <a:cxn ang="0">
                <a:pos x="connsiteX0" y="connsiteY0"/>
              </a:cxn>
              <a:cxn ang="0">
                <a:pos x="connsiteX1" y="connsiteY1"/>
              </a:cxn>
              <a:cxn ang="0">
                <a:pos x="connsiteX2" y="connsiteY2"/>
              </a:cxn>
            </a:cxnLst>
            <a:rect l="l" t="t" r="r" b="b"/>
            <a:pathLst>
              <a:path w="2959384" h="6936623">
                <a:moveTo>
                  <a:pt x="0" y="0"/>
                </a:moveTo>
                <a:lnTo>
                  <a:pt x="2959384" y="1659657"/>
                </a:lnTo>
                <a:lnTo>
                  <a:pt x="0" y="6936623"/>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p>
            <a:pPr algn="ctr"/>
            <a:endParaRPr lang="en-US" dirty="0"/>
          </a:p>
        </p:txBody>
      </p:sp>
      <p:sp>
        <p:nvSpPr>
          <p:cNvPr id="3" name="Date Placeholder 2">
            <a:extLst>
              <a:ext uri="{FF2B5EF4-FFF2-40B4-BE49-F238E27FC236}">
                <a16:creationId xmlns:a16="http://schemas.microsoft.com/office/drawing/2014/main" id="{5DAB189F-EEDD-4201-826F-C47B183DAA72}"/>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1FD10AF1-0D6F-43B3-BB60-917075D123D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CA4D8EA-CBA0-43E9-9FE4-9D70A17C17E6}"/>
              </a:ext>
            </a:extLst>
          </p:cNvPr>
          <p:cNvSpPr>
            <a:spLocks noGrp="1"/>
          </p:cNvSpPr>
          <p:nvPr>
            <p:ph type="sldNum" sz="quarter" idx="12"/>
          </p:nvPr>
        </p:nvSpPr>
        <p:spPr/>
        <p:txBody>
          <a:bodyPr/>
          <a:lstStyle/>
          <a:p>
            <a:fld id="{5B16D1FE-3A35-41BA-8EBE-413702045235}" type="slidenum">
              <a:rPr lang="en-US" smtClean="0"/>
              <a:pPr/>
              <a:t>32</a:t>
            </a:fld>
            <a:endParaRPr lang="en-US" dirty="0"/>
          </a:p>
        </p:txBody>
      </p:sp>
      <p:sp>
        <p:nvSpPr>
          <p:cNvPr id="7" name="Rectangle 6">
            <a:extLst>
              <a:ext uri="{FF2B5EF4-FFF2-40B4-BE49-F238E27FC236}">
                <a16:creationId xmlns:a16="http://schemas.microsoft.com/office/drawing/2014/main" id="{BB801CEC-AA0B-4CE9-8D79-89C4A02B3EBB}"/>
              </a:ext>
            </a:extLst>
          </p:cNvPr>
          <p:cNvSpPr/>
          <p:nvPr/>
        </p:nvSpPr>
        <p:spPr bwMode="auto">
          <a:xfrm>
            <a:off x="3723311" y="1168630"/>
            <a:ext cx="7776864" cy="4636634"/>
          </a:xfrm>
          <a:prstGeom prst="rect">
            <a:avLst/>
          </a:prstGeom>
          <a:solidFill>
            <a:schemeClr val="bg1"/>
          </a:solidFill>
          <a:ln>
            <a:noFill/>
          </a:ln>
          <a:effectLst>
            <a:outerShdw blurRad="254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8" name="Google Shape;1254;p30">
            <a:extLst>
              <a:ext uri="{FF2B5EF4-FFF2-40B4-BE49-F238E27FC236}">
                <a16:creationId xmlns:a16="http://schemas.microsoft.com/office/drawing/2014/main" id="{D10A6BC5-2C96-4FA4-B06D-6BAEC9B30854}"/>
              </a:ext>
            </a:extLst>
          </p:cNvPr>
          <p:cNvSpPr txBox="1">
            <a:spLocks noGrp="1"/>
          </p:cNvSpPr>
          <p:nvPr>
            <p:ph type="title"/>
          </p:nvPr>
        </p:nvSpPr>
        <p:spPr>
          <a:xfrm>
            <a:off x="408436" y="2767281"/>
            <a:ext cx="3022572" cy="1323439"/>
          </a:xfrm>
          <a:prstGeom prst="rect">
            <a:avLst/>
          </a:prstGeom>
          <a:noFill/>
          <a:ln>
            <a:noFill/>
          </a:ln>
        </p:spPr>
        <p:txBody>
          <a:bodyPr spcFirstLastPara="1" wrap="square" lIns="91440" tIns="45720" rIns="91440" bIns="45720" anchor="t" anchorCtr="0">
            <a:spAutoFit/>
          </a:bodyPr>
          <a:lstStyle/>
          <a:p>
            <a:pPr marL="0" lvl="0" indent="0" algn="ctr" rtl="0">
              <a:lnSpc>
                <a:spcPct val="100000"/>
              </a:lnSpc>
              <a:spcBef>
                <a:spcPts val="0"/>
              </a:spcBef>
              <a:spcAft>
                <a:spcPts val="0"/>
              </a:spcAft>
              <a:buClr>
                <a:schemeClr val="accent2"/>
              </a:buClr>
              <a:buSzPts val="3200"/>
              <a:buFont typeface="Arial"/>
              <a:buNone/>
            </a:pPr>
            <a:r>
              <a:rPr lang="en-US" sz="4000" dirty="0"/>
              <a:t>Points of Failure</a:t>
            </a:r>
            <a:endParaRPr sz="4000" dirty="0"/>
          </a:p>
        </p:txBody>
      </p:sp>
      <p:pic>
        <p:nvPicPr>
          <p:cNvPr id="9" name="Google Shape;1255;p30" descr="A picture containing text&#10;&#10;Description automatically generated">
            <a:extLst>
              <a:ext uri="{FF2B5EF4-FFF2-40B4-BE49-F238E27FC236}">
                <a16:creationId xmlns:a16="http://schemas.microsoft.com/office/drawing/2014/main" id="{A9A43ED1-C823-4BD7-B144-01D38F165480}"/>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3984602" y="1330733"/>
            <a:ext cx="7254283" cy="4358637"/>
          </a:xfrm>
          <a:prstGeom prst="rect">
            <a:avLst/>
          </a:prstGeom>
          <a:noFill/>
          <a:ln>
            <a:noFill/>
          </a:ln>
        </p:spPr>
      </p:pic>
      <p:sp>
        <p:nvSpPr>
          <p:cNvPr id="2" name="Freeform: Shape 1">
            <a:extLst>
              <a:ext uri="{FF2B5EF4-FFF2-40B4-BE49-F238E27FC236}">
                <a16:creationId xmlns:a16="http://schemas.microsoft.com/office/drawing/2014/main" id="{1F6890B2-A269-43E9-9F5D-07AE1760F475}"/>
              </a:ext>
            </a:extLst>
          </p:cNvPr>
          <p:cNvSpPr/>
          <p:nvPr/>
        </p:nvSpPr>
        <p:spPr bwMode="auto">
          <a:xfrm>
            <a:off x="5094417" y="1765986"/>
            <a:ext cx="5649858" cy="2891739"/>
          </a:xfrm>
          <a:custGeom>
            <a:avLst/>
            <a:gdLst>
              <a:gd name="connsiteX0" fmla="*/ 1458 w 5649858"/>
              <a:gd name="connsiteY0" fmla="*/ 15189 h 2891739"/>
              <a:gd name="connsiteX1" fmla="*/ 20508 w 5649858"/>
              <a:gd name="connsiteY1" fmla="*/ 243789 h 2891739"/>
              <a:gd name="connsiteX2" fmla="*/ 58608 w 5649858"/>
              <a:gd name="connsiteY2" fmla="*/ 1205814 h 2891739"/>
              <a:gd name="connsiteX3" fmla="*/ 382458 w 5649858"/>
              <a:gd name="connsiteY3" fmla="*/ 1891614 h 2891739"/>
              <a:gd name="connsiteX4" fmla="*/ 630108 w 5649858"/>
              <a:gd name="connsiteY4" fmla="*/ 2005914 h 2891739"/>
              <a:gd name="connsiteX5" fmla="*/ 868233 w 5649858"/>
              <a:gd name="connsiteY5" fmla="*/ 2177364 h 2891739"/>
              <a:gd name="connsiteX6" fmla="*/ 1201608 w 5649858"/>
              <a:gd name="connsiteY6" fmla="*/ 2301189 h 2891739"/>
              <a:gd name="connsiteX7" fmla="*/ 1392108 w 5649858"/>
              <a:gd name="connsiteY7" fmla="*/ 2358339 h 2891739"/>
              <a:gd name="connsiteX8" fmla="*/ 1525458 w 5649858"/>
              <a:gd name="connsiteY8" fmla="*/ 2415489 h 2891739"/>
              <a:gd name="connsiteX9" fmla="*/ 1744533 w 5649858"/>
              <a:gd name="connsiteY9" fmla="*/ 2472639 h 2891739"/>
              <a:gd name="connsiteX10" fmla="*/ 1982658 w 5649858"/>
              <a:gd name="connsiteY10" fmla="*/ 2539314 h 2891739"/>
              <a:gd name="connsiteX11" fmla="*/ 2296983 w 5649858"/>
              <a:gd name="connsiteY11" fmla="*/ 2625039 h 2891739"/>
              <a:gd name="connsiteX12" fmla="*/ 2458908 w 5649858"/>
              <a:gd name="connsiteY12" fmla="*/ 2653614 h 2891739"/>
              <a:gd name="connsiteX13" fmla="*/ 3001833 w 5649858"/>
              <a:gd name="connsiteY13" fmla="*/ 2739339 h 2891739"/>
              <a:gd name="connsiteX14" fmla="*/ 3201858 w 5649858"/>
              <a:gd name="connsiteY14" fmla="*/ 2758389 h 2891739"/>
              <a:gd name="connsiteX15" fmla="*/ 4373433 w 5649858"/>
              <a:gd name="connsiteY15" fmla="*/ 2853639 h 2891739"/>
              <a:gd name="connsiteX16" fmla="*/ 5221158 w 5649858"/>
              <a:gd name="connsiteY16" fmla="*/ 2891739 h 2891739"/>
              <a:gd name="connsiteX17" fmla="*/ 5649783 w 5649858"/>
              <a:gd name="connsiteY17" fmla="*/ 2853639 h 2891739"/>
              <a:gd name="connsiteX18" fmla="*/ 5192583 w 5649858"/>
              <a:gd name="connsiteY18" fmla="*/ 2720289 h 2891739"/>
              <a:gd name="connsiteX19" fmla="*/ 4535358 w 5649858"/>
              <a:gd name="connsiteY19" fmla="*/ 2510739 h 2891739"/>
              <a:gd name="connsiteX20" fmla="*/ 3801933 w 5649858"/>
              <a:gd name="connsiteY20" fmla="*/ 2453589 h 2891739"/>
              <a:gd name="connsiteX21" fmla="*/ 2992308 w 5649858"/>
              <a:gd name="connsiteY21" fmla="*/ 2425014 h 2891739"/>
              <a:gd name="connsiteX22" fmla="*/ 2220783 w 5649858"/>
              <a:gd name="connsiteY22" fmla="*/ 2329764 h 2891739"/>
              <a:gd name="connsiteX23" fmla="*/ 1668333 w 5649858"/>
              <a:gd name="connsiteY23" fmla="*/ 2139264 h 2891739"/>
              <a:gd name="connsiteX24" fmla="*/ 1115883 w 5649858"/>
              <a:gd name="connsiteY24" fmla="*/ 1967814 h 2891739"/>
              <a:gd name="connsiteX25" fmla="*/ 820608 w 5649858"/>
              <a:gd name="connsiteY25" fmla="*/ 1729689 h 2891739"/>
              <a:gd name="connsiteX26" fmla="*/ 649158 w 5649858"/>
              <a:gd name="connsiteY26" fmla="*/ 958164 h 2891739"/>
              <a:gd name="connsiteX27" fmla="*/ 468183 w 5649858"/>
              <a:gd name="connsiteY27" fmla="*/ 272364 h 2891739"/>
              <a:gd name="connsiteX28" fmla="*/ 58608 w 5649858"/>
              <a:gd name="connsiteY28" fmla="*/ 43764 h 2891739"/>
              <a:gd name="connsiteX29" fmla="*/ 1458 w 5649858"/>
              <a:gd name="connsiteY29" fmla="*/ 15189 h 289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9858" h="2891739">
                <a:moveTo>
                  <a:pt x="1458" y="15189"/>
                </a:moveTo>
                <a:cubicBezTo>
                  <a:pt x="-4892" y="48527"/>
                  <a:pt x="10983" y="45352"/>
                  <a:pt x="20508" y="243789"/>
                </a:cubicBezTo>
                <a:cubicBezTo>
                  <a:pt x="30033" y="442226"/>
                  <a:pt x="-1717" y="931177"/>
                  <a:pt x="58608" y="1205814"/>
                </a:cubicBezTo>
                <a:cubicBezTo>
                  <a:pt x="118933" y="1480451"/>
                  <a:pt x="287208" y="1758264"/>
                  <a:pt x="382458" y="1891614"/>
                </a:cubicBezTo>
                <a:cubicBezTo>
                  <a:pt x="477708" y="2024964"/>
                  <a:pt x="549146" y="1958289"/>
                  <a:pt x="630108" y="2005914"/>
                </a:cubicBezTo>
                <a:cubicBezTo>
                  <a:pt x="711071" y="2053539"/>
                  <a:pt x="772983" y="2128152"/>
                  <a:pt x="868233" y="2177364"/>
                </a:cubicBezTo>
                <a:cubicBezTo>
                  <a:pt x="963483" y="2226576"/>
                  <a:pt x="1114296" y="2271027"/>
                  <a:pt x="1201608" y="2301189"/>
                </a:cubicBezTo>
                <a:cubicBezTo>
                  <a:pt x="1288920" y="2331351"/>
                  <a:pt x="1338133" y="2339289"/>
                  <a:pt x="1392108" y="2358339"/>
                </a:cubicBezTo>
                <a:cubicBezTo>
                  <a:pt x="1446083" y="2377389"/>
                  <a:pt x="1466721" y="2396439"/>
                  <a:pt x="1525458" y="2415489"/>
                </a:cubicBezTo>
                <a:cubicBezTo>
                  <a:pt x="1584195" y="2434539"/>
                  <a:pt x="1668333" y="2452002"/>
                  <a:pt x="1744533" y="2472639"/>
                </a:cubicBezTo>
                <a:lnTo>
                  <a:pt x="1982658" y="2539314"/>
                </a:lnTo>
                <a:cubicBezTo>
                  <a:pt x="2074733" y="2564714"/>
                  <a:pt x="2217608" y="2605989"/>
                  <a:pt x="2296983" y="2625039"/>
                </a:cubicBezTo>
                <a:cubicBezTo>
                  <a:pt x="2376358" y="2644089"/>
                  <a:pt x="2458908" y="2653614"/>
                  <a:pt x="2458908" y="2653614"/>
                </a:cubicBezTo>
                <a:lnTo>
                  <a:pt x="3001833" y="2739339"/>
                </a:lnTo>
                <a:cubicBezTo>
                  <a:pt x="3125658" y="2756802"/>
                  <a:pt x="3201858" y="2758389"/>
                  <a:pt x="3201858" y="2758389"/>
                </a:cubicBezTo>
                <a:lnTo>
                  <a:pt x="4373433" y="2853639"/>
                </a:lnTo>
                <a:cubicBezTo>
                  <a:pt x="4709983" y="2875864"/>
                  <a:pt x="5008433" y="2891739"/>
                  <a:pt x="5221158" y="2891739"/>
                </a:cubicBezTo>
                <a:cubicBezTo>
                  <a:pt x="5433883" y="2891739"/>
                  <a:pt x="5654545" y="2882214"/>
                  <a:pt x="5649783" y="2853639"/>
                </a:cubicBezTo>
                <a:cubicBezTo>
                  <a:pt x="5645021" y="2825064"/>
                  <a:pt x="5378320" y="2777439"/>
                  <a:pt x="5192583" y="2720289"/>
                </a:cubicBezTo>
                <a:cubicBezTo>
                  <a:pt x="5006846" y="2663139"/>
                  <a:pt x="4767133" y="2555189"/>
                  <a:pt x="4535358" y="2510739"/>
                </a:cubicBezTo>
                <a:cubicBezTo>
                  <a:pt x="4303583" y="2466289"/>
                  <a:pt x="4059108" y="2467876"/>
                  <a:pt x="3801933" y="2453589"/>
                </a:cubicBezTo>
                <a:cubicBezTo>
                  <a:pt x="3544758" y="2439302"/>
                  <a:pt x="3255833" y="2445651"/>
                  <a:pt x="2992308" y="2425014"/>
                </a:cubicBezTo>
                <a:cubicBezTo>
                  <a:pt x="2728783" y="2404377"/>
                  <a:pt x="2441445" y="2377389"/>
                  <a:pt x="2220783" y="2329764"/>
                </a:cubicBezTo>
                <a:cubicBezTo>
                  <a:pt x="2000121" y="2282139"/>
                  <a:pt x="1852483" y="2199589"/>
                  <a:pt x="1668333" y="2139264"/>
                </a:cubicBezTo>
                <a:cubicBezTo>
                  <a:pt x="1484183" y="2078939"/>
                  <a:pt x="1257170" y="2036076"/>
                  <a:pt x="1115883" y="1967814"/>
                </a:cubicBezTo>
                <a:cubicBezTo>
                  <a:pt x="974596" y="1899552"/>
                  <a:pt x="898395" y="1897964"/>
                  <a:pt x="820608" y="1729689"/>
                </a:cubicBezTo>
                <a:cubicBezTo>
                  <a:pt x="742821" y="1561414"/>
                  <a:pt x="707896" y="1201052"/>
                  <a:pt x="649158" y="958164"/>
                </a:cubicBezTo>
                <a:cubicBezTo>
                  <a:pt x="590420" y="715276"/>
                  <a:pt x="566608" y="424764"/>
                  <a:pt x="468183" y="272364"/>
                </a:cubicBezTo>
                <a:cubicBezTo>
                  <a:pt x="369758" y="119964"/>
                  <a:pt x="137983" y="78689"/>
                  <a:pt x="58608" y="43764"/>
                </a:cubicBezTo>
                <a:cubicBezTo>
                  <a:pt x="-20767" y="8839"/>
                  <a:pt x="7808" y="-18149"/>
                  <a:pt x="1458" y="15189"/>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Freeform: Shape 11">
            <a:extLst>
              <a:ext uri="{FF2B5EF4-FFF2-40B4-BE49-F238E27FC236}">
                <a16:creationId xmlns:a16="http://schemas.microsoft.com/office/drawing/2014/main" id="{00600711-17C4-4E85-B3AD-D43CB0E2F69B}"/>
              </a:ext>
            </a:extLst>
          </p:cNvPr>
          <p:cNvSpPr/>
          <p:nvPr/>
        </p:nvSpPr>
        <p:spPr bwMode="auto">
          <a:xfrm>
            <a:off x="5219700" y="1965960"/>
            <a:ext cx="5029200" cy="2689860"/>
          </a:xfrm>
          <a:custGeom>
            <a:avLst/>
            <a:gdLst>
              <a:gd name="connsiteX0" fmla="*/ 0 w 5029200"/>
              <a:gd name="connsiteY0" fmla="*/ 0 h 2689860"/>
              <a:gd name="connsiteX1" fmla="*/ 937260 w 5029200"/>
              <a:gd name="connsiteY1" fmla="*/ 1943100 h 2689860"/>
              <a:gd name="connsiteX2" fmla="*/ 5029200 w 5029200"/>
              <a:gd name="connsiteY2" fmla="*/ 2689860 h 2689860"/>
            </a:gdLst>
            <a:ahLst/>
            <a:cxnLst>
              <a:cxn ang="0">
                <a:pos x="connsiteX0" y="connsiteY0"/>
              </a:cxn>
              <a:cxn ang="0">
                <a:pos x="connsiteX1" y="connsiteY1"/>
              </a:cxn>
              <a:cxn ang="0">
                <a:pos x="connsiteX2" y="connsiteY2"/>
              </a:cxn>
            </a:cxnLst>
            <a:rect l="l" t="t" r="r" b="b"/>
            <a:pathLst>
              <a:path w="5029200" h="2689860">
                <a:moveTo>
                  <a:pt x="0" y="0"/>
                </a:moveTo>
                <a:cubicBezTo>
                  <a:pt x="49530" y="747395"/>
                  <a:pt x="99060" y="1494790"/>
                  <a:pt x="937260" y="1943100"/>
                </a:cubicBezTo>
                <a:cubicBezTo>
                  <a:pt x="1775460" y="2391410"/>
                  <a:pt x="3402330" y="2540635"/>
                  <a:pt x="5029200" y="2689860"/>
                </a:cubicBezTo>
              </a:path>
            </a:pathLst>
          </a:custGeom>
          <a:noFill/>
          <a:ln w="38100">
            <a:solidFill>
              <a:srgbClr val="002F5F"/>
            </a:solidFill>
          </a:ln>
        </p:spPr>
        <p:txBody>
          <a:bodyPr rtlCol="0" anchor="ctr"/>
          <a:lstStyle/>
          <a:p>
            <a:pPr algn="ctr"/>
            <a:endParaRPr lang="en-US"/>
          </a:p>
        </p:txBody>
      </p:sp>
      <p:sp>
        <p:nvSpPr>
          <p:cNvPr id="26" name="Freeform: Shape 25">
            <a:extLst>
              <a:ext uri="{FF2B5EF4-FFF2-40B4-BE49-F238E27FC236}">
                <a16:creationId xmlns:a16="http://schemas.microsoft.com/office/drawing/2014/main" id="{4F068260-D480-40F6-A714-E173ED210C3E}"/>
              </a:ext>
            </a:extLst>
          </p:cNvPr>
          <p:cNvSpPr/>
          <p:nvPr/>
        </p:nvSpPr>
        <p:spPr bwMode="auto">
          <a:xfrm>
            <a:off x="9519515" y="2141895"/>
            <a:ext cx="1238962" cy="840996"/>
          </a:xfrm>
          <a:custGeom>
            <a:avLst/>
            <a:gdLst>
              <a:gd name="connsiteX0" fmla="*/ 34215 w 1238962"/>
              <a:gd name="connsiteY0" fmla="*/ 87294 h 840996"/>
              <a:gd name="connsiteX1" fmla="*/ 310440 w 1238962"/>
              <a:gd name="connsiteY1" fmla="*/ 274619 h 840996"/>
              <a:gd name="connsiteX2" fmla="*/ 710490 w 1238962"/>
              <a:gd name="connsiteY2" fmla="*/ 538144 h 840996"/>
              <a:gd name="connsiteX3" fmla="*/ 948615 w 1238962"/>
              <a:gd name="connsiteY3" fmla="*/ 706419 h 840996"/>
              <a:gd name="connsiteX4" fmla="*/ 1145465 w 1238962"/>
              <a:gd name="connsiteY4" fmla="*/ 830244 h 840996"/>
              <a:gd name="connsiteX5" fmla="*/ 1161340 w 1238962"/>
              <a:gd name="connsiteY5" fmla="*/ 830244 h 840996"/>
              <a:gd name="connsiteX6" fmla="*/ 1218490 w 1238962"/>
              <a:gd name="connsiteY6" fmla="*/ 792144 h 840996"/>
              <a:gd name="connsiteX7" fmla="*/ 1224840 w 1238962"/>
              <a:gd name="connsiteY7" fmla="*/ 763569 h 840996"/>
              <a:gd name="connsiteX8" fmla="*/ 1037515 w 1238962"/>
              <a:gd name="connsiteY8" fmla="*/ 623869 h 840996"/>
              <a:gd name="connsiteX9" fmla="*/ 783515 w 1238962"/>
              <a:gd name="connsiteY9" fmla="*/ 420669 h 840996"/>
              <a:gd name="connsiteX10" fmla="*/ 418390 w 1238962"/>
              <a:gd name="connsiteY10" fmla="*/ 268269 h 840996"/>
              <a:gd name="connsiteX11" fmla="*/ 342190 w 1238962"/>
              <a:gd name="connsiteY11" fmla="*/ 99994 h 840996"/>
              <a:gd name="connsiteX12" fmla="*/ 158040 w 1238962"/>
              <a:gd name="connsiteY12" fmla="*/ 65069 h 840996"/>
              <a:gd name="connsiteX13" fmla="*/ 104065 w 1238962"/>
              <a:gd name="connsiteY13" fmla="*/ 14269 h 840996"/>
              <a:gd name="connsiteX14" fmla="*/ 11990 w 1238962"/>
              <a:gd name="connsiteY14" fmla="*/ 4744 h 840996"/>
              <a:gd name="connsiteX15" fmla="*/ 34215 w 1238962"/>
              <a:gd name="connsiteY15" fmla="*/ 87294 h 84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38962" h="840996">
                <a:moveTo>
                  <a:pt x="34215" y="87294"/>
                </a:moveTo>
                <a:lnTo>
                  <a:pt x="310440" y="274619"/>
                </a:lnTo>
                <a:lnTo>
                  <a:pt x="710490" y="538144"/>
                </a:lnTo>
                <a:cubicBezTo>
                  <a:pt x="816852" y="610111"/>
                  <a:pt x="876119" y="657736"/>
                  <a:pt x="948615" y="706419"/>
                </a:cubicBezTo>
                <a:cubicBezTo>
                  <a:pt x="1021111" y="755102"/>
                  <a:pt x="1110011" y="809606"/>
                  <a:pt x="1145465" y="830244"/>
                </a:cubicBezTo>
                <a:cubicBezTo>
                  <a:pt x="1180919" y="850882"/>
                  <a:pt x="1149169" y="836594"/>
                  <a:pt x="1161340" y="830244"/>
                </a:cubicBezTo>
                <a:cubicBezTo>
                  <a:pt x="1173511" y="823894"/>
                  <a:pt x="1207907" y="803256"/>
                  <a:pt x="1218490" y="792144"/>
                </a:cubicBezTo>
                <a:cubicBezTo>
                  <a:pt x="1229073" y="781032"/>
                  <a:pt x="1255002" y="791615"/>
                  <a:pt x="1224840" y="763569"/>
                </a:cubicBezTo>
                <a:cubicBezTo>
                  <a:pt x="1194678" y="735523"/>
                  <a:pt x="1111069" y="681019"/>
                  <a:pt x="1037515" y="623869"/>
                </a:cubicBezTo>
                <a:cubicBezTo>
                  <a:pt x="963961" y="566719"/>
                  <a:pt x="886703" y="479936"/>
                  <a:pt x="783515" y="420669"/>
                </a:cubicBezTo>
                <a:cubicBezTo>
                  <a:pt x="680328" y="361402"/>
                  <a:pt x="491944" y="321715"/>
                  <a:pt x="418390" y="268269"/>
                </a:cubicBezTo>
                <a:cubicBezTo>
                  <a:pt x="344836" y="214823"/>
                  <a:pt x="385582" y="133861"/>
                  <a:pt x="342190" y="99994"/>
                </a:cubicBezTo>
                <a:cubicBezTo>
                  <a:pt x="298798" y="66127"/>
                  <a:pt x="197727" y="79356"/>
                  <a:pt x="158040" y="65069"/>
                </a:cubicBezTo>
                <a:cubicBezTo>
                  <a:pt x="118353" y="50782"/>
                  <a:pt x="128407" y="24323"/>
                  <a:pt x="104065" y="14269"/>
                </a:cubicBezTo>
                <a:cubicBezTo>
                  <a:pt x="79723" y="4215"/>
                  <a:pt x="30511" y="-6369"/>
                  <a:pt x="11990" y="4744"/>
                </a:cubicBezTo>
                <a:cubicBezTo>
                  <a:pt x="-6531" y="15856"/>
                  <a:pt x="-6796" y="48400"/>
                  <a:pt x="34215" y="87294"/>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cxnSp>
        <p:nvCxnSpPr>
          <p:cNvPr id="13" name="Straight Connector 12">
            <a:extLst>
              <a:ext uri="{FF2B5EF4-FFF2-40B4-BE49-F238E27FC236}">
                <a16:creationId xmlns:a16="http://schemas.microsoft.com/office/drawing/2014/main" id="{5446D94B-4C28-44DA-90AD-8025647B973F}"/>
              </a:ext>
            </a:extLst>
          </p:cNvPr>
          <p:cNvCxnSpPr>
            <a:cxnSpLocks/>
          </p:cNvCxnSpPr>
          <p:nvPr/>
        </p:nvCxnSpPr>
        <p:spPr>
          <a:xfrm>
            <a:off x="9408368" y="2106851"/>
            <a:ext cx="1296144" cy="864096"/>
          </a:xfrm>
          <a:prstGeom prst="line">
            <a:avLst/>
          </a:prstGeom>
          <a:ln w="38100">
            <a:solidFill>
              <a:srgbClr val="002F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375047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07B801-3D21-4A46-8628-F312A6AFF8AD}"/>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66735D0A-2033-45D5-8E57-FC15154F8D1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9F0C5C7-55D5-4667-9D92-D1E075F31AB5}"/>
              </a:ext>
            </a:extLst>
          </p:cNvPr>
          <p:cNvSpPr>
            <a:spLocks noGrp="1"/>
          </p:cNvSpPr>
          <p:nvPr>
            <p:ph type="sldNum" sz="quarter" idx="12"/>
          </p:nvPr>
        </p:nvSpPr>
        <p:spPr/>
        <p:txBody>
          <a:bodyPr/>
          <a:lstStyle/>
          <a:p>
            <a:fld id="{5B16D1FE-3A35-41BA-8EBE-413702045235}" type="slidenum">
              <a:rPr lang="en-US" smtClean="0"/>
              <a:pPr/>
              <a:t>33</a:t>
            </a:fld>
            <a:endParaRPr lang="en-US" dirty="0"/>
          </a:p>
        </p:txBody>
      </p:sp>
      <p:sp>
        <p:nvSpPr>
          <p:cNvPr id="6" name="Picture Placeholder 5">
            <a:extLst>
              <a:ext uri="{FF2B5EF4-FFF2-40B4-BE49-F238E27FC236}">
                <a16:creationId xmlns:a16="http://schemas.microsoft.com/office/drawing/2014/main" id="{2A3356DF-FC4D-4DA7-9BFC-FFA034B092AA}"/>
              </a:ext>
            </a:extLst>
          </p:cNvPr>
          <p:cNvSpPr>
            <a:spLocks noGrp="1"/>
          </p:cNvSpPr>
          <p:nvPr>
            <p:ph type="pic" sz="quarter" idx="14"/>
          </p:nvPr>
        </p:nvSpPr>
        <p:spPr>
          <a:xfrm>
            <a:off x="5922088" y="1449856"/>
            <a:ext cx="4074033" cy="2071999"/>
          </a:xfrm>
        </p:spPr>
        <p:txBody>
          <a:bodyPr/>
          <a:lstStyle/>
          <a:p>
            <a:endParaRPr lang="en-US"/>
          </a:p>
        </p:txBody>
      </p:sp>
      <p:sp>
        <p:nvSpPr>
          <p:cNvPr id="7" name="Picture Placeholder 6">
            <a:extLst>
              <a:ext uri="{FF2B5EF4-FFF2-40B4-BE49-F238E27FC236}">
                <a16:creationId xmlns:a16="http://schemas.microsoft.com/office/drawing/2014/main" id="{0E36391D-8D6D-4682-9B3E-4E22944147D8}"/>
              </a:ext>
            </a:extLst>
          </p:cNvPr>
          <p:cNvSpPr>
            <a:spLocks noGrp="1"/>
          </p:cNvSpPr>
          <p:nvPr>
            <p:ph type="pic" sz="quarter" idx="15"/>
          </p:nvPr>
        </p:nvSpPr>
        <p:spPr>
          <a:xfrm>
            <a:off x="1403350" y="4006850"/>
            <a:ext cx="4073525" cy="2071688"/>
          </a:xfrm>
        </p:spPr>
        <p:txBody>
          <a:bodyPr/>
          <a:lstStyle/>
          <a:p>
            <a:endParaRPr lang="en-US"/>
          </a:p>
        </p:txBody>
      </p:sp>
      <p:sp>
        <p:nvSpPr>
          <p:cNvPr id="8" name="Picture Placeholder 7">
            <a:extLst>
              <a:ext uri="{FF2B5EF4-FFF2-40B4-BE49-F238E27FC236}">
                <a16:creationId xmlns:a16="http://schemas.microsoft.com/office/drawing/2014/main" id="{2FC7B91A-1378-4A1F-994A-39B2A84E27AA}"/>
              </a:ext>
            </a:extLst>
          </p:cNvPr>
          <p:cNvSpPr>
            <a:spLocks noGrp="1"/>
          </p:cNvSpPr>
          <p:nvPr>
            <p:ph type="pic" sz="quarter" idx="16"/>
          </p:nvPr>
        </p:nvSpPr>
        <p:spPr>
          <a:xfrm>
            <a:off x="5921375" y="4006850"/>
            <a:ext cx="4075113" cy="2071688"/>
          </a:xfrm>
        </p:spPr>
        <p:txBody>
          <a:bodyPr/>
          <a:lstStyle/>
          <a:p>
            <a:endParaRPr lang="en-US"/>
          </a:p>
        </p:txBody>
      </p:sp>
      <p:sp>
        <p:nvSpPr>
          <p:cNvPr id="11" name="Picture Placeholder 10">
            <a:extLst>
              <a:ext uri="{FF2B5EF4-FFF2-40B4-BE49-F238E27FC236}">
                <a16:creationId xmlns:a16="http://schemas.microsoft.com/office/drawing/2014/main" id="{FBE49825-81D5-4BDC-94A1-000B943FBEE3}"/>
              </a:ext>
            </a:extLst>
          </p:cNvPr>
          <p:cNvSpPr>
            <a:spLocks noGrp="1"/>
          </p:cNvSpPr>
          <p:nvPr>
            <p:ph type="pic" sz="quarter" idx="13"/>
          </p:nvPr>
        </p:nvSpPr>
        <p:spPr>
          <a:xfrm>
            <a:off x="1403294" y="1449855"/>
            <a:ext cx="4074033" cy="2071999"/>
          </a:xfrm>
        </p:spPr>
        <p:txBody>
          <a:bodyPr/>
          <a:lstStyle/>
          <a:p>
            <a:endParaRPr lang="en-US"/>
          </a:p>
        </p:txBody>
      </p:sp>
      <p:pic>
        <p:nvPicPr>
          <p:cNvPr id="15" name="Google Shape;1263;p31">
            <a:extLst>
              <a:ext uri="{FF2B5EF4-FFF2-40B4-BE49-F238E27FC236}">
                <a16:creationId xmlns:a16="http://schemas.microsoft.com/office/drawing/2014/main" id="{5DE2AC69-35D1-4E7F-B69F-A51601AD97FE}"/>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403294" y="1449855"/>
            <a:ext cx="4074033" cy="2071999"/>
          </a:xfrm>
          <a:prstGeom prst="rect">
            <a:avLst/>
          </a:prstGeom>
          <a:noFill/>
          <a:ln>
            <a:noFill/>
          </a:ln>
        </p:spPr>
      </p:pic>
      <p:pic>
        <p:nvPicPr>
          <p:cNvPr id="17" name="Google Shape;1261;p31">
            <a:extLst>
              <a:ext uri="{FF2B5EF4-FFF2-40B4-BE49-F238E27FC236}">
                <a16:creationId xmlns:a16="http://schemas.microsoft.com/office/drawing/2014/main" id="{2117A7B2-84B7-4A19-A032-11C68CB18C0D}"/>
              </a:ext>
            </a:extLst>
          </p:cNvPr>
          <p:cNvPicPr preferRelativeResize="0">
            <a:picLocks/>
          </p:cNvPicPr>
          <p:nvPr/>
        </p:nvPicPr>
        <p:blipFill rotWithShape="1">
          <a:blip r:embed="rId4" cstate="email">
            <a:alphaModFix/>
            <a:extLst>
              <a:ext uri="{28A0092B-C50C-407E-A947-70E740481C1C}">
                <a14:useLocalDpi xmlns:a14="http://schemas.microsoft.com/office/drawing/2010/main"/>
              </a:ext>
            </a:extLst>
          </a:blip>
          <a:srcRect/>
          <a:stretch/>
        </p:blipFill>
        <p:spPr>
          <a:xfrm>
            <a:off x="5922088" y="1449856"/>
            <a:ext cx="4074033" cy="2071999"/>
          </a:xfrm>
          <a:prstGeom prst="rect">
            <a:avLst/>
          </a:prstGeom>
          <a:noFill/>
          <a:ln>
            <a:noFill/>
          </a:ln>
        </p:spPr>
      </p:pic>
      <p:pic>
        <p:nvPicPr>
          <p:cNvPr id="18" name="Google Shape;1264;p31">
            <a:extLst>
              <a:ext uri="{FF2B5EF4-FFF2-40B4-BE49-F238E27FC236}">
                <a16:creationId xmlns:a16="http://schemas.microsoft.com/office/drawing/2014/main" id="{CDF6C215-6122-4750-8005-69A0BD22186A}"/>
              </a:ext>
            </a:extLst>
          </p:cNvPr>
          <p:cNvPicPr preferRelativeResize="0">
            <a:picLocks/>
          </p:cNvPicPr>
          <p:nvPr/>
        </p:nvPicPr>
        <p:blipFill rotWithShape="1">
          <a:blip r:embed="rId5" cstate="email">
            <a:alphaModFix/>
            <a:extLst>
              <a:ext uri="{28A0092B-C50C-407E-A947-70E740481C1C}">
                <a14:useLocalDpi xmlns:a14="http://schemas.microsoft.com/office/drawing/2010/main"/>
              </a:ext>
            </a:extLst>
          </a:blip>
          <a:srcRect/>
          <a:stretch/>
        </p:blipFill>
        <p:spPr>
          <a:xfrm>
            <a:off x="1403350" y="4006850"/>
            <a:ext cx="4073525" cy="2071688"/>
          </a:xfrm>
          <a:prstGeom prst="rect">
            <a:avLst/>
          </a:prstGeom>
          <a:noFill/>
          <a:ln>
            <a:noFill/>
          </a:ln>
        </p:spPr>
      </p:pic>
      <p:pic>
        <p:nvPicPr>
          <p:cNvPr id="19" name="Google Shape;1265;p31">
            <a:extLst>
              <a:ext uri="{FF2B5EF4-FFF2-40B4-BE49-F238E27FC236}">
                <a16:creationId xmlns:a16="http://schemas.microsoft.com/office/drawing/2014/main" id="{1F9DFDD6-604C-448A-854F-E25079061CAE}"/>
              </a:ext>
            </a:extLst>
          </p:cNvPr>
          <p:cNvPicPr preferRelativeResize="0">
            <a:picLocks/>
          </p:cNvPicPr>
          <p:nvPr/>
        </p:nvPicPr>
        <p:blipFill rotWithShape="1">
          <a:blip r:embed="rId6" cstate="email">
            <a:alphaModFix/>
            <a:extLst>
              <a:ext uri="{28A0092B-C50C-407E-A947-70E740481C1C}">
                <a14:useLocalDpi xmlns:a14="http://schemas.microsoft.com/office/drawing/2010/main"/>
              </a:ext>
            </a:extLst>
          </a:blip>
          <a:srcRect/>
          <a:stretch/>
        </p:blipFill>
        <p:spPr>
          <a:xfrm>
            <a:off x="5921375" y="4006850"/>
            <a:ext cx="4075113" cy="2071688"/>
          </a:xfrm>
          <a:prstGeom prst="rect">
            <a:avLst/>
          </a:prstGeom>
          <a:noFill/>
          <a:ln>
            <a:noFill/>
          </a:ln>
        </p:spPr>
      </p:pic>
      <p:sp>
        <p:nvSpPr>
          <p:cNvPr id="21" name="Google Shape;1262;p31">
            <a:extLst>
              <a:ext uri="{FF2B5EF4-FFF2-40B4-BE49-F238E27FC236}">
                <a16:creationId xmlns:a16="http://schemas.microsoft.com/office/drawing/2014/main" id="{E247CEB6-E15D-45E5-AE21-891D4926B5B7}"/>
              </a:ext>
            </a:extLst>
          </p:cNvPr>
          <p:cNvSpPr txBox="1">
            <a:spLocks/>
          </p:cNvSpPr>
          <p:nvPr/>
        </p:nvSpPr>
        <p:spPr>
          <a:xfrm>
            <a:off x="407988" y="395288"/>
            <a:ext cx="11376025" cy="585787"/>
          </a:xfrm>
          <a:prstGeom prst="rect">
            <a:avLst/>
          </a:prstGeom>
          <a:noFill/>
          <a:ln>
            <a:noFill/>
          </a:ln>
        </p:spPr>
        <p:txBody>
          <a:bodyPr spcFirstLastPara="1" vert="horz" wrap="square" lIns="91440" tIns="45720" rIns="91440" bIns="45720" rtlCol="0" anchor="t" anchorCtr="0">
            <a:spAutoFit/>
          </a:bodyPr>
          <a:lst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pPr algn="ctr">
              <a:spcBef>
                <a:spcPts val="0"/>
              </a:spcBef>
              <a:buClr>
                <a:schemeClr val="accent2"/>
              </a:buClr>
              <a:buSzPts val="3200"/>
              <a:buFont typeface="Arial"/>
              <a:buNone/>
            </a:pPr>
            <a:r>
              <a:rPr lang="en-US" dirty="0"/>
              <a:t>Boom Angle of Deployment</a:t>
            </a:r>
          </a:p>
        </p:txBody>
      </p:sp>
    </p:spTree>
    <p:extLst>
      <p:ext uri="{BB962C8B-B14F-4D97-AF65-F5344CB8AC3E}">
        <p14:creationId xmlns:p14="http://schemas.microsoft.com/office/powerpoint/2010/main" val="387914794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3B63-8C64-4509-85F2-F2E97B40C514}"/>
              </a:ext>
            </a:extLst>
          </p:cNvPr>
          <p:cNvSpPr>
            <a:spLocks noGrp="1"/>
          </p:cNvSpPr>
          <p:nvPr>
            <p:ph type="title"/>
          </p:nvPr>
        </p:nvSpPr>
        <p:spPr/>
        <p:txBody>
          <a:bodyPr/>
          <a:lstStyle/>
          <a:p>
            <a:r>
              <a:rPr lang="en-US" dirty="0">
                <a:solidFill>
                  <a:srgbClr val="002F5F"/>
                </a:solidFill>
              </a:rPr>
              <a:t>Absorbent Boom</a:t>
            </a:r>
            <a:endParaRPr lang="en-US" dirty="0"/>
          </a:p>
        </p:txBody>
      </p:sp>
      <p:sp>
        <p:nvSpPr>
          <p:cNvPr id="3" name="Date Placeholder 2">
            <a:extLst>
              <a:ext uri="{FF2B5EF4-FFF2-40B4-BE49-F238E27FC236}">
                <a16:creationId xmlns:a16="http://schemas.microsoft.com/office/drawing/2014/main" id="{F1E49D18-5568-4AF0-B310-484974404B7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3990E5FB-74F6-4C98-9CC5-6E0A02D11A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73385F-92F7-4B8B-AAAB-4D0E968DE659}"/>
              </a:ext>
            </a:extLst>
          </p:cNvPr>
          <p:cNvSpPr>
            <a:spLocks noGrp="1"/>
          </p:cNvSpPr>
          <p:nvPr>
            <p:ph type="sldNum" sz="quarter" idx="12"/>
          </p:nvPr>
        </p:nvSpPr>
        <p:spPr/>
        <p:txBody>
          <a:bodyPr/>
          <a:lstStyle/>
          <a:p>
            <a:fld id="{5B16D1FE-3A35-41BA-8EBE-413702045235}" type="slidenum">
              <a:rPr lang="en-US" smtClean="0"/>
              <a:pPr/>
              <a:t>34</a:t>
            </a:fld>
            <a:endParaRPr lang="en-US"/>
          </a:p>
        </p:txBody>
      </p:sp>
      <p:pic>
        <p:nvPicPr>
          <p:cNvPr id="14" name="Google Shape;1273;p32" descr="Oil Only Absorbent Boom-8&quot;x10' (4/Case) - Santie Oil Company">
            <a:extLst>
              <a:ext uri="{FF2B5EF4-FFF2-40B4-BE49-F238E27FC236}">
                <a16:creationId xmlns:a16="http://schemas.microsoft.com/office/drawing/2014/main" id="{1CA424A2-0279-4934-BE27-43D5236A948C}"/>
              </a:ext>
            </a:extLst>
          </p:cNvPr>
          <p:cNvPicPr preferRelativeResize="0">
            <a:picLocks noGrp="1"/>
          </p:cNvPicPr>
          <p:nvPr>
            <p:ph type="pic" sz="quarter" idx="14"/>
          </p:nvPr>
        </p:nvPicPr>
        <p:blipFill rotWithShape="1">
          <a:blip r:embed="rId3" cstate="email">
            <a:alphaModFix/>
            <a:extLst>
              <a:ext uri="{28A0092B-C50C-407E-A947-70E740481C1C}">
                <a14:useLocalDpi xmlns:a14="http://schemas.microsoft.com/office/drawing/2010/main"/>
              </a:ext>
            </a:extLst>
          </a:blip>
          <a:srcRect/>
          <a:stretch/>
        </p:blipFill>
        <p:spPr>
          <a:xfrm>
            <a:off x="6345238" y="1430338"/>
            <a:ext cx="3494087" cy="2095500"/>
          </a:xfrm>
          <a:prstGeom prst="rect">
            <a:avLst/>
          </a:prstGeom>
          <a:noFill/>
          <a:ln>
            <a:noFill/>
          </a:ln>
        </p:spPr>
      </p:pic>
      <p:pic>
        <p:nvPicPr>
          <p:cNvPr id="15" name="Google Shape;1275;p32" descr="Oil Marine Sorbent (Sorbent Booms &amp; Contaiment Booms ) for Industrial at  best price in Vadodara">
            <a:extLst>
              <a:ext uri="{FF2B5EF4-FFF2-40B4-BE49-F238E27FC236}">
                <a16:creationId xmlns:a16="http://schemas.microsoft.com/office/drawing/2014/main" id="{E4857FA0-0B08-4539-BB85-DB6CB95EE8E4}"/>
              </a:ext>
            </a:extLst>
          </p:cNvPr>
          <p:cNvPicPr preferRelativeResize="0">
            <a:picLocks noGrp="1"/>
          </p:cNvPicPr>
          <p:nvPr>
            <p:ph type="pic" sz="quarter" idx="13"/>
          </p:nvPr>
        </p:nvPicPr>
        <p:blipFill rotWithShape="1">
          <a:blip r:embed="rId4" cstate="email">
            <a:alphaModFix/>
            <a:extLst>
              <a:ext uri="{28A0092B-C50C-407E-A947-70E740481C1C}">
                <a14:useLocalDpi xmlns:a14="http://schemas.microsoft.com/office/drawing/2010/main"/>
              </a:ext>
            </a:extLst>
          </a:blip>
          <a:srcRect/>
          <a:stretch/>
        </p:blipFill>
        <p:spPr>
          <a:xfrm>
            <a:off x="2239963" y="1430338"/>
            <a:ext cx="3494087" cy="2095500"/>
          </a:xfrm>
          <a:prstGeom prst="rect">
            <a:avLst/>
          </a:prstGeom>
          <a:noFill/>
          <a:ln>
            <a:noFill/>
          </a:ln>
        </p:spPr>
      </p:pic>
      <p:pic>
        <p:nvPicPr>
          <p:cNvPr id="16" name="Google Shape;1274;p32">
            <a:extLst>
              <a:ext uri="{FF2B5EF4-FFF2-40B4-BE49-F238E27FC236}">
                <a16:creationId xmlns:a16="http://schemas.microsoft.com/office/drawing/2014/main" id="{9815933C-DA9D-4139-8ADE-F93165C86749}"/>
              </a:ext>
            </a:extLst>
          </p:cNvPr>
          <p:cNvPicPr preferRelativeResize="0">
            <a:picLocks noGrp="1"/>
          </p:cNvPicPr>
          <p:nvPr>
            <p:ph type="pic" sz="quarter" idx="15"/>
          </p:nvPr>
        </p:nvPicPr>
        <p:blipFill rotWithShape="1">
          <a:blip r:embed="rId5" cstate="email">
            <a:alphaModFix/>
            <a:extLst>
              <a:ext uri="{28A0092B-C50C-407E-A947-70E740481C1C}">
                <a14:useLocalDpi xmlns:a14="http://schemas.microsoft.com/office/drawing/2010/main"/>
              </a:ext>
            </a:extLst>
          </a:blip>
          <a:srcRect/>
          <a:stretch/>
        </p:blipFill>
        <p:spPr>
          <a:xfrm>
            <a:off x="2247900" y="4049713"/>
            <a:ext cx="3494088" cy="2095500"/>
          </a:xfrm>
          <a:prstGeom prst="rect">
            <a:avLst/>
          </a:prstGeom>
          <a:noFill/>
          <a:ln>
            <a:noFill/>
          </a:ln>
        </p:spPr>
      </p:pic>
      <p:pic>
        <p:nvPicPr>
          <p:cNvPr id="17" name="Google Shape;1276;p32" descr="5 years after BP spill: What's changed in offshore drilling">
            <a:extLst>
              <a:ext uri="{FF2B5EF4-FFF2-40B4-BE49-F238E27FC236}">
                <a16:creationId xmlns:a16="http://schemas.microsoft.com/office/drawing/2014/main" id="{9AC3DC2D-E404-4D5F-AA38-6748EDAFA240}"/>
              </a:ext>
            </a:extLst>
          </p:cNvPr>
          <p:cNvPicPr preferRelativeResize="0">
            <a:picLocks noGrp="1"/>
          </p:cNvPicPr>
          <p:nvPr>
            <p:ph type="pic" sz="quarter" idx="16"/>
          </p:nvPr>
        </p:nvPicPr>
        <p:blipFill rotWithShape="1">
          <a:blip r:embed="rId6" cstate="email">
            <a:alphaModFix/>
            <a:extLst>
              <a:ext uri="{28A0092B-C50C-407E-A947-70E740481C1C}">
                <a14:useLocalDpi xmlns:a14="http://schemas.microsoft.com/office/drawing/2010/main"/>
              </a:ext>
            </a:extLst>
          </a:blip>
          <a:srcRect/>
          <a:stretch/>
        </p:blipFill>
        <p:spPr>
          <a:xfrm>
            <a:off x="6345238" y="4049713"/>
            <a:ext cx="3494087" cy="2095500"/>
          </a:xfrm>
          <a:prstGeom prst="rect">
            <a:avLst/>
          </a:prstGeom>
          <a:noFill/>
          <a:ln>
            <a:noFill/>
          </a:ln>
        </p:spPr>
      </p:pic>
    </p:spTree>
    <p:extLst>
      <p:ext uri="{BB962C8B-B14F-4D97-AF65-F5344CB8AC3E}">
        <p14:creationId xmlns:p14="http://schemas.microsoft.com/office/powerpoint/2010/main" val="25548349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98BBD-0A8D-4F35-AA6F-6F6E11D4AEA7}"/>
              </a:ext>
            </a:extLst>
          </p:cNvPr>
          <p:cNvSpPr>
            <a:spLocks noGrp="1"/>
          </p:cNvSpPr>
          <p:nvPr>
            <p:ph type="dt" sz="half" idx="10"/>
          </p:nvPr>
        </p:nvSpPr>
        <p:spPr/>
        <p:txBody>
          <a:bodyPr/>
          <a:lstStyle/>
          <a:p>
            <a:fld id="{084C4DB8-9623-4224-BA86-5DE662FF7DC6}" type="datetime3">
              <a:rPr lang="en-US" smtClean="0"/>
              <a:pPr/>
              <a:t>1 October 2026</a:t>
            </a:fld>
            <a:endParaRPr lang="en-US" dirty="0"/>
          </a:p>
        </p:txBody>
      </p:sp>
      <p:sp>
        <p:nvSpPr>
          <p:cNvPr id="3" name="Footer Placeholder 2">
            <a:extLst>
              <a:ext uri="{FF2B5EF4-FFF2-40B4-BE49-F238E27FC236}">
                <a16:creationId xmlns:a16="http://schemas.microsoft.com/office/drawing/2014/main" id="{573563B7-A584-4C55-8310-A333B764BBF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FA4D4-C5F3-444E-9438-C3BEEC8D6862}"/>
              </a:ext>
            </a:extLst>
          </p:cNvPr>
          <p:cNvSpPr>
            <a:spLocks noGrp="1"/>
          </p:cNvSpPr>
          <p:nvPr>
            <p:ph type="sldNum" sz="quarter" idx="12"/>
          </p:nvPr>
        </p:nvSpPr>
        <p:spPr/>
        <p:txBody>
          <a:bodyPr/>
          <a:lstStyle/>
          <a:p>
            <a:fld id="{5B16D1FE-3A35-41BA-8EBE-413702045235}" type="slidenum">
              <a:rPr lang="en-US" smtClean="0"/>
              <a:pPr/>
              <a:t>35</a:t>
            </a:fld>
            <a:endParaRPr lang="en-US" dirty="0"/>
          </a:p>
        </p:txBody>
      </p:sp>
      <p:sp>
        <p:nvSpPr>
          <p:cNvPr id="10" name="Title 9">
            <a:extLst>
              <a:ext uri="{FF2B5EF4-FFF2-40B4-BE49-F238E27FC236}">
                <a16:creationId xmlns:a16="http://schemas.microsoft.com/office/drawing/2014/main" id="{9A75DFF6-55B3-49A4-A6EE-3D38B904FC14}"/>
              </a:ext>
            </a:extLst>
          </p:cNvPr>
          <p:cNvSpPr>
            <a:spLocks noGrp="1"/>
          </p:cNvSpPr>
          <p:nvPr>
            <p:ph type="ctrTitle"/>
          </p:nvPr>
        </p:nvSpPr>
        <p:spPr>
          <a:xfrm>
            <a:off x="1847116" y="482130"/>
            <a:ext cx="8497768" cy="498598"/>
          </a:xfrm>
        </p:spPr>
        <p:txBody>
          <a:bodyPr/>
          <a:lstStyle/>
          <a:p>
            <a:r>
              <a:rPr lang="en-US" sz="3600" dirty="0"/>
              <a:t>Boom Ancillaries (Fixings)</a:t>
            </a:r>
            <a:endParaRPr lang="en-US" dirty="0"/>
          </a:p>
        </p:txBody>
      </p:sp>
      <p:pic>
        <p:nvPicPr>
          <p:cNvPr id="11" name="Google Shape;1282;p33" descr="Terra Twist | Containment Boom Anchor | Elastec">
            <a:extLst>
              <a:ext uri="{FF2B5EF4-FFF2-40B4-BE49-F238E27FC236}">
                <a16:creationId xmlns:a16="http://schemas.microsoft.com/office/drawing/2014/main" id="{160C38EA-30FB-4D6E-B0D6-ECAC8FB63DDB}"/>
              </a:ext>
            </a:extLst>
          </p:cNvPr>
          <p:cNvPicPr preferRelativeResize="0">
            <a:picLocks noGrp="1"/>
          </p:cNvPicPr>
          <p:nvPr>
            <p:ph type="pic" sz="quarter" idx="14"/>
          </p:nvPr>
        </p:nvPicPr>
        <p:blipFill rotWithShape="1">
          <a:blip r:embed="rId3">
            <a:alphaModFix/>
          </a:blip>
          <a:srcRect/>
          <a:stretch/>
        </p:blipFill>
        <p:spPr>
          <a:xfrm>
            <a:off x="1423988" y="1557338"/>
            <a:ext cx="3584575" cy="1792287"/>
          </a:xfrm>
          <a:prstGeom prst="rect">
            <a:avLst/>
          </a:prstGeom>
          <a:noFill/>
          <a:ln>
            <a:noFill/>
          </a:ln>
        </p:spPr>
      </p:pic>
      <p:pic>
        <p:nvPicPr>
          <p:cNvPr id="12" name="Google Shape;1286;p33" descr="Boom Accessories">
            <a:extLst>
              <a:ext uri="{FF2B5EF4-FFF2-40B4-BE49-F238E27FC236}">
                <a16:creationId xmlns:a16="http://schemas.microsoft.com/office/drawing/2014/main" id="{80D0C2F9-B3A1-4F19-9DA9-9FF4D943E4B7}"/>
              </a:ext>
            </a:extLst>
          </p:cNvPr>
          <p:cNvPicPr preferRelativeResize="0">
            <a:picLocks noGrp="1"/>
          </p:cNvPicPr>
          <p:nvPr>
            <p:ph type="pic" sz="quarter" idx="13"/>
          </p:nvPr>
        </p:nvPicPr>
        <p:blipFill rotWithShape="1">
          <a:blip r:embed="rId4" cstate="email">
            <a:alphaModFix/>
            <a:extLst>
              <a:ext uri="{28A0092B-C50C-407E-A947-70E740481C1C}">
                <a14:useLocalDpi xmlns:a14="http://schemas.microsoft.com/office/drawing/2010/main"/>
              </a:ext>
            </a:extLst>
          </a:blip>
          <a:srcRect/>
          <a:stretch/>
        </p:blipFill>
        <p:spPr>
          <a:xfrm>
            <a:off x="5497513" y="1506538"/>
            <a:ext cx="1412875" cy="1892300"/>
          </a:xfrm>
          <a:prstGeom prst="rect">
            <a:avLst/>
          </a:prstGeom>
          <a:noFill/>
          <a:ln>
            <a:noFill/>
          </a:ln>
        </p:spPr>
      </p:pic>
      <p:pic>
        <p:nvPicPr>
          <p:cNvPr id="13" name="Google Shape;1285;p33" descr="Land Anchor Systems by Enviro-USA">
            <a:extLst>
              <a:ext uri="{FF2B5EF4-FFF2-40B4-BE49-F238E27FC236}">
                <a16:creationId xmlns:a16="http://schemas.microsoft.com/office/drawing/2014/main" id="{D8B775EF-A22F-421E-B635-97C9DAE866B6}"/>
              </a:ext>
            </a:extLst>
          </p:cNvPr>
          <p:cNvPicPr preferRelativeResize="0">
            <a:picLocks noGrp="1"/>
          </p:cNvPicPr>
          <p:nvPr>
            <p:ph type="pic" sz="quarter" idx="15"/>
          </p:nvPr>
        </p:nvPicPr>
        <p:blipFill rotWithShape="1">
          <a:blip r:embed="rId5" cstate="email">
            <a:alphaModFix/>
            <a:extLst>
              <a:ext uri="{28A0092B-C50C-407E-A947-70E740481C1C}">
                <a14:useLocalDpi xmlns:a14="http://schemas.microsoft.com/office/drawing/2010/main"/>
              </a:ext>
            </a:extLst>
          </a:blip>
          <a:srcRect/>
          <a:stretch/>
        </p:blipFill>
        <p:spPr>
          <a:xfrm>
            <a:off x="7391400" y="1506538"/>
            <a:ext cx="3384550" cy="1858962"/>
          </a:xfrm>
          <a:prstGeom prst="rect">
            <a:avLst/>
          </a:prstGeom>
          <a:noFill/>
          <a:ln>
            <a:noFill/>
          </a:ln>
        </p:spPr>
      </p:pic>
      <p:pic>
        <p:nvPicPr>
          <p:cNvPr id="14" name="Google Shape;1284;p33" descr="Oil Spill Boom - Beach Staking Technique - Texas Boom Latest News - Texas  Boom Company | Oil Spill Containment Booms">
            <a:extLst>
              <a:ext uri="{FF2B5EF4-FFF2-40B4-BE49-F238E27FC236}">
                <a16:creationId xmlns:a16="http://schemas.microsoft.com/office/drawing/2014/main" id="{A399B4AA-C7E9-46A6-A790-6EDE5320D47E}"/>
              </a:ext>
            </a:extLst>
          </p:cNvPr>
          <p:cNvPicPr preferRelativeResize="0">
            <a:picLocks noGrp="1"/>
          </p:cNvPicPr>
          <p:nvPr>
            <p:ph type="pic" sz="quarter" idx="16"/>
          </p:nvPr>
        </p:nvPicPr>
        <p:blipFill rotWithShape="1">
          <a:blip r:embed="rId6" cstate="email">
            <a:alphaModFix/>
            <a:extLst>
              <a:ext uri="{28A0092B-C50C-407E-A947-70E740481C1C}">
                <a14:useLocalDpi xmlns:a14="http://schemas.microsoft.com/office/drawing/2010/main"/>
              </a:ext>
            </a:extLst>
          </a:blip>
          <a:srcRect/>
          <a:stretch/>
        </p:blipFill>
        <p:spPr>
          <a:xfrm>
            <a:off x="1825625" y="3835400"/>
            <a:ext cx="3973513" cy="2263775"/>
          </a:xfrm>
          <a:prstGeom prst="rect">
            <a:avLst/>
          </a:prstGeom>
          <a:noFill/>
          <a:ln>
            <a:noFill/>
          </a:ln>
        </p:spPr>
      </p:pic>
      <p:pic>
        <p:nvPicPr>
          <p:cNvPr id="15" name="Google Shape;1283;p33">
            <a:extLst>
              <a:ext uri="{FF2B5EF4-FFF2-40B4-BE49-F238E27FC236}">
                <a16:creationId xmlns:a16="http://schemas.microsoft.com/office/drawing/2014/main" id="{F5013660-8A5C-4316-80CF-F91D39831C97}"/>
              </a:ext>
            </a:extLst>
          </p:cNvPr>
          <p:cNvPicPr preferRelativeResize="0">
            <a:picLocks noGrp="1"/>
          </p:cNvPicPr>
          <p:nvPr>
            <p:ph type="pic" sz="quarter" idx="17"/>
          </p:nvPr>
        </p:nvPicPr>
        <p:blipFill rotWithShape="1">
          <a:blip r:embed="rId7" cstate="email">
            <a:alphaModFix/>
            <a:extLst>
              <a:ext uri="{28A0092B-C50C-407E-A947-70E740481C1C}">
                <a14:useLocalDpi xmlns:a14="http://schemas.microsoft.com/office/drawing/2010/main"/>
              </a:ext>
            </a:extLst>
          </a:blip>
          <a:srcRect/>
          <a:stretch/>
        </p:blipFill>
        <p:spPr>
          <a:xfrm>
            <a:off x="6396038" y="3838575"/>
            <a:ext cx="3968750" cy="2262188"/>
          </a:xfrm>
          <a:prstGeom prst="rect">
            <a:avLst/>
          </a:prstGeom>
          <a:noFill/>
          <a:ln>
            <a:noFill/>
          </a:ln>
        </p:spPr>
      </p:pic>
      <p:sp>
        <p:nvSpPr>
          <p:cNvPr id="16" name="Rectangle 15">
            <a:extLst>
              <a:ext uri="{FF2B5EF4-FFF2-40B4-BE49-F238E27FC236}">
                <a16:creationId xmlns:a16="http://schemas.microsoft.com/office/drawing/2014/main" id="{E13578C7-F810-4F4E-AD20-C96EEF3FC7A5}"/>
              </a:ext>
            </a:extLst>
          </p:cNvPr>
          <p:cNvSpPr/>
          <p:nvPr/>
        </p:nvSpPr>
        <p:spPr bwMode="auto">
          <a:xfrm>
            <a:off x="10823066" y="3725986"/>
            <a:ext cx="1368934" cy="2481976"/>
          </a:xfrm>
          <a:prstGeom prst="rect">
            <a:avLst/>
          </a:prstGeom>
          <a:solidFill>
            <a:schemeClr val="bg1">
              <a:alpha val="5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7" name="Rectangle 16">
            <a:extLst>
              <a:ext uri="{FF2B5EF4-FFF2-40B4-BE49-F238E27FC236}">
                <a16:creationId xmlns:a16="http://schemas.microsoft.com/office/drawing/2014/main" id="{81D9B7BD-97DF-4DF4-AD3A-4F94E9C3EE41}"/>
              </a:ext>
            </a:extLst>
          </p:cNvPr>
          <p:cNvSpPr/>
          <p:nvPr/>
        </p:nvSpPr>
        <p:spPr bwMode="auto">
          <a:xfrm>
            <a:off x="0" y="3725986"/>
            <a:ext cx="1368934" cy="2481976"/>
          </a:xfrm>
          <a:prstGeom prst="rect">
            <a:avLst/>
          </a:prstGeom>
          <a:solidFill>
            <a:schemeClr val="bg1">
              <a:alpha val="5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Tree>
    <p:extLst>
      <p:ext uri="{BB962C8B-B14F-4D97-AF65-F5344CB8AC3E}">
        <p14:creationId xmlns:p14="http://schemas.microsoft.com/office/powerpoint/2010/main" val="118909078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6B14-1854-4754-8C1A-C99A4DF46874}"/>
              </a:ext>
            </a:extLst>
          </p:cNvPr>
          <p:cNvSpPr>
            <a:spLocks noGrp="1"/>
          </p:cNvSpPr>
          <p:nvPr>
            <p:ph type="title"/>
          </p:nvPr>
        </p:nvSpPr>
        <p:spPr>
          <a:xfrm>
            <a:off x="407989" y="611977"/>
            <a:ext cx="11376024" cy="646331"/>
          </a:xfrm>
        </p:spPr>
        <p:txBody>
          <a:bodyPr/>
          <a:lstStyle/>
          <a:p>
            <a:r>
              <a:rPr lang="en-US" sz="3600" b="1" dirty="0">
                <a:solidFill>
                  <a:srgbClr val="002F5F"/>
                </a:solidFill>
              </a:rPr>
              <a:t>Boom Anchoring</a:t>
            </a:r>
            <a:endParaRPr lang="en-US" sz="3600" dirty="0"/>
          </a:p>
        </p:txBody>
      </p:sp>
      <p:sp>
        <p:nvSpPr>
          <p:cNvPr id="3" name="Slide Number Placeholder 2">
            <a:extLst>
              <a:ext uri="{FF2B5EF4-FFF2-40B4-BE49-F238E27FC236}">
                <a16:creationId xmlns:a16="http://schemas.microsoft.com/office/drawing/2014/main" id="{3DBD3DBD-4525-4C57-969B-6436EAA1BABC}"/>
              </a:ext>
            </a:extLst>
          </p:cNvPr>
          <p:cNvSpPr>
            <a:spLocks noGrp="1"/>
          </p:cNvSpPr>
          <p:nvPr>
            <p:ph type="sldNum" sz="quarter" idx="10"/>
          </p:nvPr>
        </p:nvSpPr>
        <p:spPr/>
        <p:txBody>
          <a:bodyPr/>
          <a:lstStyle/>
          <a:p>
            <a:fld id="{5B16D1FE-3A35-41BA-8EBE-413702045235}" type="slidenum">
              <a:rPr lang="en-US" smtClean="0"/>
              <a:pPr/>
              <a:t>36</a:t>
            </a:fld>
            <a:endParaRPr lang="en-US" dirty="0"/>
          </a:p>
        </p:txBody>
      </p:sp>
      <p:sp>
        <p:nvSpPr>
          <p:cNvPr id="4" name="Date Placeholder 3">
            <a:extLst>
              <a:ext uri="{FF2B5EF4-FFF2-40B4-BE49-F238E27FC236}">
                <a16:creationId xmlns:a16="http://schemas.microsoft.com/office/drawing/2014/main" id="{6D0E3685-F2B9-4DA5-830D-D174299FE91E}"/>
              </a:ext>
            </a:extLst>
          </p:cNvPr>
          <p:cNvSpPr>
            <a:spLocks noGrp="1"/>
          </p:cNvSpPr>
          <p:nvPr>
            <p:ph type="dt" sz="half" idx="11"/>
          </p:nvPr>
        </p:nvSpPr>
        <p:spPr/>
        <p:txBody>
          <a:bodyPr/>
          <a:lstStyle/>
          <a:p>
            <a:endParaRPr lang="en-US" dirty="0"/>
          </a:p>
        </p:txBody>
      </p:sp>
      <p:sp>
        <p:nvSpPr>
          <p:cNvPr id="5" name="Footer Placeholder 4">
            <a:extLst>
              <a:ext uri="{FF2B5EF4-FFF2-40B4-BE49-F238E27FC236}">
                <a16:creationId xmlns:a16="http://schemas.microsoft.com/office/drawing/2014/main" id="{E958F26C-9F25-4D56-B8E3-5C95837E39A2}"/>
              </a:ext>
            </a:extLst>
          </p:cNvPr>
          <p:cNvSpPr>
            <a:spLocks noGrp="1"/>
          </p:cNvSpPr>
          <p:nvPr>
            <p:ph type="ftr" sz="quarter" idx="12"/>
          </p:nvPr>
        </p:nvSpPr>
        <p:spPr/>
        <p:txBody>
          <a:bodyPr/>
          <a:lstStyle/>
          <a:p>
            <a:endParaRPr lang="en-US" dirty="0"/>
          </a:p>
        </p:txBody>
      </p:sp>
      <p:pic>
        <p:nvPicPr>
          <p:cNvPr id="9" name="Google Shape;1298;p34" descr="near shore anchoring">
            <a:extLst>
              <a:ext uri="{FF2B5EF4-FFF2-40B4-BE49-F238E27FC236}">
                <a16:creationId xmlns:a16="http://schemas.microsoft.com/office/drawing/2014/main" id="{E17F8ADD-FB23-4815-9268-4A73F7BEA49E}"/>
              </a:ext>
            </a:extLst>
          </p:cNvPr>
          <p:cNvPicPr preferRelativeResize="0">
            <a:picLocks noGrp="1"/>
          </p:cNvPicPr>
          <p:nvPr>
            <p:ph type="pic" sz="quarter" idx="13"/>
          </p:nvPr>
        </p:nvPicPr>
        <p:blipFill rotWithShape="1">
          <a:blip r:embed="rId3" cstate="email">
            <a:alphaModFix/>
            <a:extLst>
              <a:ext uri="{28A0092B-C50C-407E-A947-70E740481C1C}">
                <a14:useLocalDpi xmlns:a14="http://schemas.microsoft.com/office/drawing/2010/main"/>
              </a:ext>
            </a:extLst>
          </a:blip>
          <a:srcRect l="20860" t="26790" r="14462" b="17230"/>
          <a:stretch/>
        </p:blipFill>
        <p:spPr>
          <a:xfrm>
            <a:off x="7752184" y="2144688"/>
            <a:ext cx="3451975" cy="2987674"/>
          </a:xfrm>
          <a:prstGeom prst="rect">
            <a:avLst/>
          </a:prstGeom>
          <a:noFill/>
          <a:ln>
            <a:noFill/>
          </a:ln>
        </p:spPr>
      </p:pic>
      <p:pic>
        <p:nvPicPr>
          <p:cNvPr id="12" name="Google Shape;1293;p34">
            <a:extLst>
              <a:ext uri="{FF2B5EF4-FFF2-40B4-BE49-F238E27FC236}">
                <a16:creationId xmlns:a16="http://schemas.microsoft.com/office/drawing/2014/main" id="{BBB08886-3DBC-4963-BB88-1C79D3870DE2}"/>
              </a:ext>
            </a:extLst>
          </p:cNvPr>
          <p:cNvPicPr preferRelativeResize="0">
            <a:picLocks noGrp="1"/>
          </p:cNvPicPr>
          <p:nvPr>
            <p:ph type="pic" sz="quarter" idx="14"/>
          </p:nvPr>
        </p:nvPicPr>
        <p:blipFill rotWithShape="1">
          <a:blip r:embed="rId4" cstate="email">
            <a:alphaModFix/>
            <a:extLst>
              <a:ext uri="{28A0092B-C50C-407E-A947-70E740481C1C}">
                <a14:useLocalDpi xmlns:a14="http://schemas.microsoft.com/office/drawing/2010/main"/>
              </a:ext>
            </a:extLst>
          </a:blip>
          <a:srcRect l="8771" r="8771"/>
          <a:stretch/>
        </p:blipFill>
        <p:spPr>
          <a:xfrm>
            <a:off x="731838" y="2241525"/>
            <a:ext cx="5759450" cy="2987675"/>
          </a:xfrm>
          <a:prstGeom prst="rect">
            <a:avLst/>
          </a:prstGeom>
          <a:noFill/>
          <a:ln>
            <a:noFill/>
          </a:ln>
        </p:spPr>
      </p:pic>
    </p:spTree>
    <p:extLst>
      <p:ext uri="{BB962C8B-B14F-4D97-AF65-F5344CB8AC3E}">
        <p14:creationId xmlns:p14="http://schemas.microsoft.com/office/powerpoint/2010/main" val="4041124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308DD38-962A-4789-8FC1-BCAB43E062D5}"/>
              </a:ext>
            </a:extLst>
          </p:cNvPr>
          <p:cNvSpPr/>
          <p:nvPr/>
        </p:nvSpPr>
        <p:spPr bwMode="auto">
          <a:xfrm>
            <a:off x="0" y="1396511"/>
            <a:ext cx="12192000" cy="4523642"/>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3" name="Date Placeholder 2">
            <a:extLst>
              <a:ext uri="{FF2B5EF4-FFF2-40B4-BE49-F238E27FC236}">
                <a16:creationId xmlns:a16="http://schemas.microsoft.com/office/drawing/2014/main" id="{9B14CC37-63FB-4ACD-AA8A-C3AAF930846B}"/>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F0BFED2E-B17E-449A-A526-572D406A31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2CE3AB-F125-4030-A75D-203E87919E87}"/>
              </a:ext>
            </a:extLst>
          </p:cNvPr>
          <p:cNvSpPr>
            <a:spLocks noGrp="1"/>
          </p:cNvSpPr>
          <p:nvPr>
            <p:ph type="sldNum" sz="quarter" idx="12"/>
          </p:nvPr>
        </p:nvSpPr>
        <p:spPr/>
        <p:txBody>
          <a:bodyPr/>
          <a:lstStyle/>
          <a:p>
            <a:fld id="{5B16D1FE-3A35-41BA-8EBE-413702045235}" type="slidenum">
              <a:rPr lang="en-US" smtClean="0"/>
              <a:pPr/>
              <a:t>37</a:t>
            </a:fld>
            <a:endParaRPr lang="en-US" dirty="0"/>
          </a:p>
        </p:txBody>
      </p:sp>
      <p:sp>
        <p:nvSpPr>
          <p:cNvPr id="12" name="Rectangle 11">
            <a:extLst>
              <a:ext uri="{FF2B5EF4-FFF2-40B4-BE49-F238E27FC236}">
                <a16:creationId xmlns:a16="http://schemas.microsoft.com/office/drawing/2014/main" id="{7D005B2F-A177-4683-9AA4-6F5B4ED88617}"/>
              </a:ext>
            </a:extLst>
          </p:cNvPr>
          <p:cNvSpPr/>
          <p:nvPr/>
        </p:nvSpPr>
        <p:spPr bwMode="auto">
          <a:xfrm>
            <a:off x="2495600" y="1396511"/>
            <a:ext cx="7128792" cy="4523642"/>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13" name="Google Shape;1304;p35" descr="running mooring">
            <a:extLst>
              <a:ext uri="{FF2B5EF4-FFF2-40B4-BE49-F238E27FC236}">
                <a16:creationId xmlns:a16="http://schemas.microsoft.com/office/drawing/2014/main" id="{963D958F-7B96-4C7E-AAAD-14E14237750E}"/>
              </a:ext>
            </a:extLst>
          </p:cNvPr>
          <p:cNvPicPr preferRelativeResize="0"/>
          <p:nvPr/>
        </p:nvPicPr>
        <p:blipFill rotWithShape="1">
          <a:blip r:embed="rId3" cstate="email">
            <a:alphaModFix/>
            <a:extLst>
              <a:ext uri="{28A0092B-C50C-407E-A947-70E740481C1C}">
                <a14:useLocalDpi xmlns:a14="http://schemas.microsoft.com/office/drawing/2010/main"/>
              </a:ext>
            </a:extLst>
          </a:blip>
          <a:srcRect l="17502" t="3458" r="51446" b="64926"/>
          <a:stretch/>
        </p:blipFill>
        <p:spPr>
          <a:xfrm>
            <a:off x="2788423" y="1498705"/>
            <a:ext cx="6543146" cy="4220186"/>
          </a:xfrm>
          <a:prstGeom prst="rect">
            <a:avLst/>
          </a:prstGeom>
          <a:noFill/>
          <a:ln>
            <a:noFill/>
          </a:ln>
        </p:spPr>
      </p:pic>
      <p:sp>
        <p:nvSpPr>
          <p:cNvPr id="14" name="Title 1">
            <a:extLst>
              <a:ext uri="{FF2B5EF4-FFF2-40B4-BE49-F238E27FC236}">
                <a16:creationId xmlns:a16="http://schemas.microsoft.com/office/drawing/2014/main" id="{E98C114D-7F2B-4551-B469-3128B05B29F0}"/>
              </a:ext>
            </a:extLst>
          </p:cNvPr>
          <p:cNvSpPr txBox="1">
            <a:spLocks/>
          </p:cNvSpPr>
          <p:nvPr/>
        </p:nvSpPr>
        <p:spPr>
          <a:xfrm>
            <a:off x="407989" y="395953"/>
            <a:ext cx="11376024" cy="584775"/>
          </a:xfrm>
          <a:prstGeom prst="rect">
            <a:avLst/>
          </a:prstGeom>
        </p:spPr>
        <p:txBody>
          <a:bodyPr lIns="91440" tIns="45720" rIns="91440" bIns="45720">
            <a:spAutoFit/>
          </a:bodyPr>
          <a:lstStyle>
            <a:lvl1pPr algn="ctr"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r>
              <a:rPr lang="en-US" dirty="0"/>
              <a:t>Boom Connections – Tidal Compensator</a:t>
            </a:r>
          </a:p>
        </p:txBody>
      </p:sp>
    </p:spTree>
    <p:extLst>
      <p:ext uri="{BB962C8B-B14F-4D97-AF65-F5344CB8AC3E}">
        <p14:creationId xmlns:p14="http://schemas.microsoft.com/office/powerpoint/2010/main" val="290007624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CAF1924-E827-46A1-8427-52BDD9B74F5D}"/>
              </a:ext>
            </a:extLst>
          </p:cNvPr>
          <p:cNvSpPr/>
          <p:nvPr/>
        </p:nvSpPr>
        <p:spPr bwMode="auto">
          <a:xfrm>
            <a:off x="6023992" y="0"/>
            <a:ext cx="6168008" cy="6858000"/>
          </a:xfrm>
          <a:custGeom>
            <a:avLst/>
            <a:gdLst>
              <a:gd name="connsiteX0" fmla="*/ 0 w 6168008"/>
              <a:gd name="connsiteY0" fmla="*/ 0 h 6858000"/>
              <a:gd name="connsiteX1" fmla="*/ 6168008 w 6168008"/>
              <a:gd name="connsiteY1" fmla="*/ 0 h 6858000"/>
              <a:gd name="connsiteX2" fmla="*/ 6168008 w 6168008"/>
              <a:gd name="connsiteY2" fmla="*/ 6858000 h 6858000"/>
              <a:gd name="connsiteX3" fmla="*/ 3708421 w 6168008"/>
              <a:gd name="connsiteY3" fmla="*/ 6858000 h 6858000"/>
              <a:gd name="connsiteX4" fmla="*/ 3244555 w 6168008"/>
              <a:gd name="connsiteY4" fmla="*/ 5999657 h 6858000"/>
              <a:gd name="connsiteX5" fmla="*/ 2780688 w 6168008"/>
              <a:gd name="connsiteY5" fmla="*/ 5142904 h 6858000"/>
              <a:gd name="connsiteX6" fmla="*/ 2316821 w 6168008"/>
              <a:gd name="connsiteY6" fmla="*/ 4286151 h 6858000"/>
              <a:gd name="connsiteX7" fmla="*/ 1853792 w 6168008"/>
              <a:gd name="connsiteY7" fmla="*/ 3428603 h 6858000"/>
              <a:gd name="connsiteX8" fmla="*/ 1389926 w 6168008"/>
              <a:gd name="connsiteY8" fmla="*/ 2570260 h 6858000"/>
              <a:gd name="connsiteX9" fmla="*/ 926059 w 6168008"/>
              <a:gd name="connsiteY9" fmla="*/ 1713507 h 6858000"/>
              <a:gd name="connsiteX10" fmla="*/ 462192 w 6168008"/>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68008" h="6858000">
                <a:moveTo>
                  <a:pt x="0" y="0"/>
                </a:moveTo>
                <a:lnTo>
                  <a:pt x="6168008" y="0"/>
                </a:lnTo>
                <a:lnTo>
                  <a:pt x="6168008" y="6858000"/>
                </a:lnTo>
                <a:lnTo>
                  <a:pt x="3708421" y="6858000"/>
                </a:lnTo>
                <a:lnTo>
                  <a:pt x="3244555" y="5999657"/>
                </a:lnTo>
                <a:lnTo>
                  <a:pt x="2780688" y="5142904"/>
                </a:lnTo>
                <a:lnTo>
                  <a:pt x="2316821" y="4286151"/>
                </a:lnTo>
                <a:lnTo>
                  <a:pt x="1853792" y="3428603"/>
                </a:lnTo>
                <a:lnTo>
                  <a:pt x="1389926" y="2570260"/>
                </a:lnTo>
                <a:lnTo>
                  <a:pt x="926059" y="1713507"/>
                </a:lnTo>
                <a:lnTo>
                  <a:pt x="462192" y="856753"/>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6" name="Date Placeholder 5">
            <a:extLst>
              <a:ext uri="{FF2B5EF4-FFF2-40B4-BE49-F238E27FC236}">
                <a16:creationId xmlns:a16="http://schemas.microsoft.com/office/drawing/2014/main" id="{9F6C1A47-F4FA-416B-9587-70CB4CD4555E}"/>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70FFB4D4-D923-4255-9C8F-C05ABE03086C}"/>
              </a:ext>
            </a:extLst>
          </p:cNvPr>
          <p:cNvSpPr>
            <a:spLocks noGrp="1"/>
          </p:cNvSpPr>
          <p:nvPr>
            <p:ph type="sldNum" sz="quarter" idx="12"/>
          </p:nvPr>
        </p:nvSpPr>
        <p:spPr/>
        <p:txBody>
          <a:bodyPr/>
          <a:lstStyle/>
          <a:p>
            <a:fld id="{5B16D1FE-3A35-41BA-8EBE-413702045235}" type="slidenum">
              <a:rPr lang="en-US" smtClean="0"/>
              <a:pPr/>
              <a:t>38</a:t>
            </a:fld>
            <a:endParaRPr lang="en-US" dirty="0"/>
          </a:p>
        </p:txBody>
      </p:sp>
      <p:pic>
        <p:nvPicPr>
          <p:cNvPr id="5" name="Picture Placeholder 4">
            <a:extLst>
              <a:ext uri="{FF2B5EF4-FFF2-40B4-BE49-F238E27FC236}">
                <a16:creationId xmlns:a16="http://schemas.microsoft.com/office/drawing/2014/main" id="{A82359D3-468A-43BE-BE8B-8483FABB3408}"/>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6870" y="0"/>
            <a:ext cx="5985131" cy="6858000"/>
          </a:xfrm>
        </p:spPr>
      </p:pic>
      <p:sp>
        <p:nvSpPr>
          <p:cNvPr id="7" name="Title 6">
            <a:extLst>
              <a:ext uri="{FF2B5EF4-FFF2-40B4-BE49-F238E27FC236}">
                <a16:creationId xmlns:a16="http://schemas.microsoft.com/office/drawing/2014/main" id="{8FDC6E0C-D340-FB2B-8B9B-89159F1D730F}"/>
              </a:ext>
            </a:extLst>
          </p:cNvPr>
          <p:cNvSpPr>
            <a:spLocks noGrp="1"/>
          </p:cNvSpPr>
          <p:nvPr>
            <p:ph type="ctrTitle"/>
          </p:nvPr>
        </p:nvSpPr>
        <p:spPr/>
        <p:txBody>
          <a:bodyPr/>
          <a:lstStyle/>
          <a:p>
            <a:endParaRPr lang="en-GB"/>
          </a:p>
        </p:txBody>
      </p:sp>
      <p:sp>
        <p:nvSpPr>
          <p:cNvPr id="12" name="Subtitle 11">
            <a:extLst>
              <a:ext uri="{FF2B5EF4-FFF2-40B4-BE49-F238E27FC236}">
                <a16:creationId xmlns:a16="http://schemas.microsoft.com/office/drawing/2014/main" id="{7D02422E-0472-E483-5564-D03A7FA33364}"/>
              </a:ext>
            </a:extLst>
          </p:cNvPr>
          <p:cNvSpPr>
            <a:spLocks noGrp="1"/>
          </p:cNvSpPr>
          <p:nvPr>
            <p:ph type="subTitle" idx="1"/>
          </p:nvPr>
        </p:nvSpPr>
        <p:spPr/>
        <p:txBody>
          <a:bodyPr/>
          <a:lstStyle/>
          <a:p>
            <a:endParaRPr lang="en-GB"/>
          </a:p>
        </p:txBody>
      </p:sp>
      <p:sp>
        <p:nvSpPr>
          <p:cNvPr id="14" name="TextBox 13">
            <a:extLst>
              <a:ext uri="{FF2B5EF4-FFF2-40B4-BE49-F238E27FC236}">
                <a16:creationId xmlns:a16="http://schemas.microsoft.com/office/drawing/2014/main" id="{56BC98A8-1E21-9B84-AD5B-514016A7F407}"/>
              </a:ext>
            </a:extLst>
          </p:cNvPr>
          <p:cNvSpPr txBox="1"/>
          <p:nvPr/>
        </p:nvSpPr>
        <p:spPr>
          <a:xfrm>
            <a:off x="2925493" y="2189256"/>
            <a:ext cx="6125028" cy="923330"/>
          </a:xfrm>
          <a:prstGeom prst="rect">
            <a:avLst/>
          </a:prstGeom>
          <a:noFill/>
        </p:spPr>
        <p:txBody>
          <a:bodyPr wrap="square">
            <a:spAutoFit/>
          </a:bodyPr>
          <a:lstStyle/>
          <a:p>
            <a:endParaRPr lang="en-GB" dirty="0">
              <a:solidFill>
                <a:schemeClr val="bg1"/>
              </a:solidFill>
            </a:endParaRPr>
          </a:p>
          <a:p>
            <a:r>
              <a:rPr lang="en-GB" dirty="0">
                <a:solidFill>
                  <a:srgbClr val="002F5F"/>
                </a:solidFill>
                <a:hlinkClick r:id="rId4">
                  <a:extLst>
                    <a:ext uri="{A12FA001-AC4F-418D-AE19-62706E023703}">
                      <ahyp:hlinkClr xmlns:ahyp="http://schemas.microsoft.com/office/drawing/2018/hyperlinkcolor" val="tx"/>
                    </a:ext>
                  </a:extLst>
                </a:hlinkClick>
              </a:rPr>
              <a:t>https</a:t>
            </a:r>
            <a:r>
              <a:rPr lang="en-GB" dirty="0">
                <a:solidFill>
                  <a:schemeClr val="bg1"/>
                </a:solidFill>
                <a:hlinkClick r:id="rId4">
                  <a:extLst>
                    <a:ext uri="{A12FA001-AC4F-418D-AE19-62706E023703}">
                      <ahyp:hlinkClr xmlns:ahyp="http://schemas.microsoft.com/office/drawing/2018/hyperlinkcolor" val="tx"/>
                    </a:ext>
                  </a:extLst>
                </a:hlinkClick>
              </a:rPr>
              <a:t>://vimeo.com/97120695?fl=pl</a:t>
            </a:r>
            <a:r>
              <a:rPr lang="en-GB" dirty="0">
                <a:solidFill>
                  <a:srgbClr val="002F5F"/>
                </a:solidFill>
                <a:hlinkClick r:id="rId4">
                  <a:extLst>
                    <a:ext uri="{A12FA001-AC4F-418D-AE19-62706E023703}">
                      <ahyp:hlinkClr xmlns:ahyp="http://schemas.microsoft.com/office/drawing/2018/hyperlinkcolor" val="tx"/>
                    </a:ext>
                  </a:extLst>
                </a:hlinkClick>
              </a:rPr>
              <a:t>&amp;fe=cm</a:t>
            </a:r>
            <a:endParaRPr lang="en-GB" dirty="0">
              <a:solidFill>
                <a:schemeClr val="bg1"/>
              </a:solidFill>
            </a:endParaRPr>
          </a:p>
          <a:p>
            <a:endParaRPr lang="en-GB" dirty="0">
              <a:solidFill>
                <a:schemeClr val="bg1"/>
              </a:solidFill>
            </a:endParaRPr>
          </a:p>
        </p:txBody>
      </p:sp>
    </p:spTree>
    <p:extLst>
      <p:ext uri="{BB962C8B-B14F-4D97-AF65-F5344CB8AC3E}">
        <p14:creationId xmlns:p14="http://schemas.microsoft.com/office/powerpoint/2010/main" val="25163142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1CD7D-22D1-FAEC-92F8-C2E0817DB232}"/>
            </a:ext>
          </a:extLst>
        </p:cNvPr>
        <p:cNvGrpSpPr/>
        <p:nvPr/>
      </p:nvGrpSpPr>
      <p:grpSpPr>
        <a:xfrm>
          <a:off x="0" y="0"/>
          <a:ext cx="0" cy="0"/>
          <a:chOff x="0" y="0"/>
          <a:chExt cx="0" cy="0"/>
        </a:xfrm>
      </p:grpSpPr>
      <p:sp>
        <p:nvSpPr>
          <p:cNvPr id="16" name="Freeform: Shape 15">
            <a:extLst>
              <a:ext uri="{FF2B5EF4-FFF2-40B4-BE49-F238E27FC236}">
                <a16:creationId xmlns:a16="http://schemas.microsoft.com/office/drawing/2014/main" id="{9FDF1559-58EB-E739-793A-7B2689B514D1}"/>
              </a:ext>
            </a:extLst>
          </p:cNvPr>
          <p:cNvSpPr/>
          <p:nvPr/>
        </p:nvSpPr>
        <p:spPr bwMode="auto">
          <a:xfrm>
            <a:off x="6023992" y="0"/>
            <a:ext cx="6168008" cy="6858000"/>
          </a:xfrm>
          <a:custGeom>
            <a:avLst/>
            <a:gdLst>
              <a:gd name="connsiteX0" fmla="*/ 0 w 6168008"/>
              <a:gd name="connsiteY0" fmla="*/ 0 h 6858000"/>
              <a:gd name="connsiteX1" fmla="*/ 6168008 w 6168008"/>
              <a:gd name="connsiteY1" fmla="*/ 0 h 6858000"/>
              <a:gd name="connsiteX2" fmla="*/ 6168008 w 6168008"/>
              <a:gd name="connsiteY2" fmla="*/ 6858000 h 6858000"/>
              <a:gd name="connsiteX3" fmla="*/ 3708421 w 6168008"/>
              <a:gd name="connsiteY3" fmla="*/ 6858000 h 6858000"/>
              <a:gd name="connsiteX4" fmla="*/ 3244555 w 6168008"/>
              <a:gd name="connsiteY4" fmla="*/ 5999657 h 6858000"/>
              <a:gd name="connsiteX5" fmla="*/ 2780688 w 6168008"/>
              <a:gd name="connsiteY5" fmla="*/ 5142904 h 6858000"/>
              <a:gd name="connsiteX6" fmla="*/ 2316821 w 6168008"/>
              <a:gd name="connsiteY6" fmla="*/ 4286151 h 6858000"/>
              <a:gd name="connsiteX7" fmla="*/ 1853792 w 6168008"/>
              <a:gd name="connsiteY7" fmla="*/ 3428603 h 6858000"/>
              <a:gd name="connsiteX8" fmla="*/ 1389926 w 6168008"/>
              <a:gd name="connsiteY8" fmla="*/ 2570260 h 6858000"/>
              <a:gd name="connsiteX9" fmla="*/ 926059 w 6168008"/>
              <a:gd name="connsiteY9" fmla="*/ 1713507 h 6858000"/>
              <a:gd name="connsiteX10" fmla="*/ 462192 w 6168008"/>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68008" h="6858000">
                <a:moveTo>
                  <a:pt x="0" y="0"/>
                </a:moveTo>
                <a:lnTo>
                  <a:pt x="6168008" y="0"/>
                </a:lnTo>
                <a:lnTo>
                  <a:pt x="6168008" y="6858000"/>
                </a:lnTo>
                <a:lnTo>
                  <a:pt x="3708421" y="6858000"/>
                </a:lnTo>
                <a:lnTo>
                  <a:pt x="3244555" y="5999657"/>
                </a:lnTo>
                <a:lnTo>
                  <a:pt x="2780688" y="5142904"/>
                </a:lnTo>
                <a:lnTo>
                  <a:pt x="2316821" y="4286151"/>
                </a:lnTo>
                <a:lnTo>
                  <a:pt x="1853792" y="3428603"/>
                </a:lnTo>
                <a:lnTo>
                  <a:pt x="1389926" y="2570260"/>
                </a:lnTo>
                <a:lnTo>
                  <a:pt x="926059" y="1713507"/>
                </a:lnTo>
                <a:lnTo>
                  <a:pt x="462192" y="856753"/>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6" name="Date Placeholder 5">
            <a:extLst>
              <a:ext uri="{FF2B5EF4-FFF2-40B4-BE49-F238E27FC236}">
                <a16:creationId xmlns:a16="http://schemas.microsoft.com/office/drawing/2014/main" id="{6F6C5F24-EA04-3EF1-4201-353344D115FC}"/>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B529A6C-E278-4B02-BF71-118E45103F9D}"/>
              </a:ext>
            </a:extLst>
          </p:cNvPr>
          <p:cNvSpPr>
            <a:spLocks noGrp="1"/>
          </p:cNvSpPr>
          <p:nvPr>
            <p:ph type="sldNum" sz="quarter" idx="12"/>
          </p:nvPr>
        </p:nvSpPr>
        <p:spPr/>
        <p:txBody>
          <a:bodyPr/>
          <a:lstStyle/>
          <a:p>
            <a:fld id="{5B16D1FE-3A35-41BA-8EBE-413702045235}" type="slidenum">
              <a:rPr lang="en-US" smtClean="0"/>
              <a:pPr/>
              <a:t>39</a:t>
            </a:fld>
            <a:endParaRPr lang="en-US" dirty="0"/>
          </a:p>
        </p:txBody>
      </p:sp>
      <p:sp>
        <p:nvSpPr>
          <p:cNvPr id="9" name="Title 8">
            <a:extLst>
              <a:ext uri="{FF2B5EF4-FFF2-40B4-BE49-F238E27FC236}">
                <a16:creationId xmlns:a16="http://schemas.microsoft.com/office/drawing/2014/main" id="{E7F97C62-1782-0CD4-9684-27D9E8D614FD}"/>
              </a:ext>
            </a:extLst>
          </p:cNvPr>
          <p:cNvSpPr>
            <a:spLocks noGrp="1"/>
          </p:cNvSpPr>
          <p:nvPr>
            <p:ph type="ctrTitle"/>
          </p:nvPr>
        </p:nvSpPr>
        <p:spPr>
          <a:xfrm>
            <a:off x="407988" y="3890217"/>
            <a:ext cx="6408092" cy="830997"/>
          </a:xfrm>
        </p:spPr>
        <p:txBody>
          <a:bodyPr wrap="square">
            <a:spAutoFit/>
          </a:bodyPr>
          <a:lstStyle/>
          <a:p>
            <a:r>
              <a:rPr lang="en-US" dirty="0"/>
              <a:t>Your Shorelines</a:t>
            </a:r>
          </a:p>
        </p:txBody>
      </p:sp>
      <p:sp>
        <p:nvSpPr>
          <p:cNvPr id="10" name="Subtitle 9">
            <a:extLst>
              <a:ext uri="{FF2B5EF4-FFF2-40B4-BE49-F238E27FC236}">
                <a16:creationId xmlns:a16="http://schemas.microsoft.com/office/drawing/2014/main" id="{CFC3325E-3F1D-6112-33E6-9687F4CAA626}"/>
              </a:ext>
            </a:extLst>
          </p:cNvPr>
          <p:cNvSpPr>
            <a:spLocks noGrp="1"/>
          </p:cNvSpPr>
          <p:nvPr>
            <p:ph type="subTitle" idx="1"/>
          </p:nvPr>
        </p:nvSpPr>
        <p:spPr>
          <a:xfrm>
            <a:off x="458031" y="4896271"/>
            <a:ext cx="5526845" cy="615553"/>
          </a:xfrm>
        </p:spPr>
        <p:txBody>
          <a:bodyPr wrap="square">
            <a:spAutoFit/>
          </a:bodyPr>
          <a:lstStyle/>
          <a:p>
            <a:r>
              <a:rPr lang="en-US" sz="2000" dirty="0"/>
              <a:t>What shoreline treatment would you use for their local shoreline? </a:t>
            </a:r>
          </a:p>
        </p:txBody>
      </p:sp>
      <p:pic>
        <p:nvPicPr>
          <p:cNvPr id="5" name="Picture Placeholder 4">
            <a:extLst>
              <a:ext uri="{FF2B5EF4-FFF2-40B4-BE49-F238E27FC236}">
                <a16:creationId xmlns:a16="http://schemas.microsoft.com/office/drawing/2014/main" id="{7F16149F-9B12-5E76-149E-40435F417E17}"/>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6870" y="0"/>
            <a:ext cx="5985131" cy="6858000"/>
          </a:xfrm>
        </p:spPr>
      </p:pic>
    </p:spTree>
    <p:extLst>
      <p:ext uri="{BB962C8B-B14F-4D97-AF65-F5344CB8AC3E}">
        <p14:creationId xmlns:p14="http://schemas.microsoft.com/office/powerpoint/2010/main" val="33072279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lamor">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solidFill>
        <a:ln>
          <a:noFill/>
        </a:ln>
      </a:spPr>
      <a:bodyPr vert="horz" wrap="square" lIns="91440" tIns="45720" rIns="91440" bIns="45720" numCol="1" rtlCol="0" anchor="t" anchorCtr="0" compatLnSpc="1">
        <a:prstTxWarp prst="textNoShape">
          <a:avLst/>
        </a:prstTxWarp>
      </a:bodyPr>
      <a:lstStyle>
        <a:defPPr algn="ctr">
          <a:defRPr/>
        </a:defPPr>
      </a:lst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solidFill>
              <a:schemeClr val="accent2"/>
            </a:solidFill>
          </a:defRPr>
        </a:defPPr>
      </a:lstStyle>
    </a:txDef>
  </a:objectDefaults>
  <a:extraClrSchemeLst/>
  <a:extLst>
    <a:ext uri="{05A4C25C-085E-4340-85A3-A5531E510DB2}">
      <thm15:themeFamily xmlns:thm15="http://schemas.microsoft.com/office/thememl/2012/main" name="lamor_sample.potx" id="{0866E240-CAF8-4C92-8E7B-1EC790D68361}" vid="{AF030CEB-CB20-44A5-94FC-316307E112C5}"/>
    </a:ext>
  </a:extLst>
</a:theme>
</file>

<file path=ppt/theme/theme2.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dc8e53c-ea3d-41cd-8c60-25d5239dfb64" xsi:nil="true"/>
    <lcf76f155ced4ddcb4097134ff3c332f xmlns="f0436948-a84c-4eca-b610-55dcc70f19ac">
      <Terms xmlns="http://schemas.microsoft.com/office/infopath/2007/PartnerControls"/>
    </lcf76f155ced4ddcb4097134ff3c332f>
    <MigrationWizIdVersion xmlns="f0436948-a84c-4eca-b610-55dcc70f19ac" xsi:nil="true"/>
    <MigrationWizIdPermissions xmlns="f0436948-a84c-4eca-b610-55dcc70f19ac" xsi:nil="true"/>
    <MigrationWizId xmlns="f0436948-a84c-4eca-b610-55dcc70f19a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CF62CD321841A42A9E7421C52D774D4" ma:contentTypeVersion="18" ma:contentTypeDescription="Create a new document." ma:contentTypeScope="" ma:versionID="3e43966c63210ab09c9b558ee6cd8d05">
  <xsd:schema xmlns:xsd="http://www.w3.org/2001/XMLSchema" xmlns:xs="http://www.w3.org/2001/XMLSchema" xmlns:p="http://schemas.microsoft.com/office/2006/metadata/properties" xmlns:ns2="f0436948-a84c-4eca-b610-55dcc70f19ac" xmlns:ns3="9dc8e53c-ea3d-41cd-8c60-25d5239dfb64" targetNamespace="http://schemas.microsoft.com/office/2006/metadata/properties" ma:root="true" ma:fieldsID="e35ea1581cfccd9461f237ead91bca45" ns2:_="" ns3:_="">
    <xsd:import namespace="f0436948-a84c-4eca-b610-55dcc70f19ac"/>
    <xsd:import namespace="9dc8e53c-ea3d-41cd-8c60-25d5239dfb64"/>
    <xsd:element name="properties">
      <xsd:complexType>
        <xsd:sequence>
          <xsd:element name="documentManagement">
            <xsd:complexType>
              <xsd:all>
                <xsd:element ref="ns2:MigrationWizId" minOccurs="0"/>
                <xsd:element ref="ns2:MigrationWizIdPermissions" minOccurs="0"/>
                <xsd:element ref="ns2:MigrationWizIdVersion" minOccurs="0"/>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36948-a84c-4eca-b610-55dcc70f19a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73844e6-26ab-4283-9ac6-416b1f24dba7"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c8e53c-ea3d-41cd-8c60-25d5239dfb6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d703df-f07d-4cc1-bd71-ce67e06ab0d8}" ma:internalName="TaxCatchAll" ma:showField="CatchAllData" ma:web="9dc8e53c-ea3d-41cd-8c60-25d5239dfb64">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86B585C-57F7-4F3A-87D1-541AC39487FA}">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terms/"/>
    <ds:schemaRef ds:uri="http://purl.org/dc/elements/1.1/"/>
    <ds:schemaRef ds:uri="http://schemas.microsoft.com/office/2006/metadata/properties"/>
    <ds:schemaRef ds:uri="9dc8e53c-ea3d-41cd-8c60-25d5239dfb64"/>
    <ds:schemaRef ds:uri="ba5010ef-ae1a-4af1-8e9b-a12178645b61"/>
    <ds:schemaRef ds:uri="http://www.w3.org/XML/1998/namespace"/>
    <ds:schemaRef ds:uri="f0436948-a84c-4eca-b610-55dcc70f19ac"/>
  </ds:schemaRefs>
</ds:datastoreItem>
</file>

<file path=customXml/itemProps2.xml><?xml version="1.0" encoding="utf-8"?>
<ds:datastoreItem xmlns:ds="http://schemas.openxmlformats.org/officeDocument/2006/customXml" ds:itemID="{B5508846-E97E-42D9-8A41-751C7C9F11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436948-a84c-4eca-b610-55dcc70f19ac"/>
    <ds:schemaRef ds:uri="9dc8e53c-ea3d-41cd-8c60-25d5239dfb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572B84-74A4-4065-91F7-DAC5816A0FA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lamor_sample</Template>
  <TotalTime>1421</TotalTime>
  <Words>3691</Words>
  <Application>Microsoft Macintosh PowerPoint</Application>
  <PresentationFormat>Widescreen</PresentationFormat>
  <Paragraphs>384</Paragraphs>
  <Slides>39</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Times New Roman</vt:lpstr>
      <vt:lpstr>Tahoma</vt:lpstr>
      <vt:lpstr>Arial</vt:lpstr>
      <vt:lpstr>Poppins</vt:lpstr>
      <vt:lpstr>Calibri</vt:lpstr>
      <vt:lpstr>lamor</vt:lpstr>
      <vt:lpstr>Response Strategies - Shoreline</vt:lpstr>
      <vt:lpstr>Response Strategies - Shoreline</vt:lpstr>
      <vt:lpstr>Shoreline Types</vt:lpstr>
      <vt:lpstr>Shoreline Types</vt:lpstr>
      <vt:lpstr>PowerPoint Presentation</vt:lpstr>
      <vt:lpstr>Shoreline Types</vt:lpstr>
      <vt:lpstr>Beaches are classified based on grain size</vt:lpstr>
      <vt:lpstr>Oil and Sediment Size</vt:lpstr>
      <vt:lpstr>PowerPoint Presentation</vt:lpstr>
      <vt:lpstr>Wind and Waves</vt:lpstr>
      <vt:lpstr>Types of Waves</vt:lpstr>
      <vt:lpstr>Winter Vs Summer Profile</vt:lpstr>
      <vt:lpstr>PowerPoint Presentation</vt:lpstr>
      <vt:lpstr>Tides</vt:lpstr>
      <vt:lpstr>PowerPoint Presentation</vt:lpstr>
      <vt:lpstr>When is the best time to survey a shoreline?</vt:lpstr>
      <vt:lpstr>Three Stages of Clean-up</vt:lpstr>
      <vt:lpstr>What Shoreline Treatments do you know?</vt:lpstr>
      <vt:lpstr>Shoreline Clean-up Techniques</vt:lpstr>
      <vt:lpstr>Debris Removal</vt:lpstr>
      <vt:lpstr>High Pressure Washing</vt:lpstr>
      <vt:lpstr>Mechanical Removal</vt:lpstr>
      <vt:lpstr>Surf Washing</vt:lpstr>
      <vt:lpstr>Tilling, Harrowing and Ploughing</vt:lpstr>
      <vt:lpstr>Site Set Up</vt:lpstr>
      <vt:lpstr>Shoreline Site Set Up - Zones</vt:lpstr>
      <vt:lpstr>Shoreline Treatment Recommendation Form</vt:lpstr>
      <vt:lpstr>Segment Inspection Form</vt:lpstr>
      <vt:lpstr>Shoreline Booming</vt:lpstr>
      <vt:lpstr>PowerPoint Presentation</vt:lpstr>
      <vt:lpstr>Nearshore Protection / Deflection</vt:lpstr>
      <vt:lpstr>Points of Failure</vt:lpstr>
      <vt:lpstr>PowerPoint Presentation</vt:lpstr>
      <vt:lpstr>Absorbent Boom</vt:lpstr>
      <vt:lpstr>Boom Ancillaries (Fixings)</vt:lpstr>
      <vt:lpstr>Boom Anchoring</vt:lpstr>
      <vt:lpstr>PowerPoint Presentation</vt:lpstr>
      <vt:lpstr>PowerPoint Presentation</vt:lpstr>
      <vt:lpstr>Your Shorelines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heading Arial bold 60pt</dc:title>
  <dc:creator>Pia Hoffren</dc:creator>
  <cp:lastModifiedBy>pekka Eskelinen</cp:lastModifiedBy>
  <cp:revision>110</cp:revision>
  <dcterms:created xsi:type="dcterms:W3CDTF">2023-01-17T08:01:00Z</dcterms:created>
  <dcterms:modified xsi:type="dcterms:W3CDTF">2026-10-01T09:43:37Z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0x0101006533BD2AE748184E95213713DC51845A</vt:lpwstr>
  </property>
  <property fmtid="{D5CDD505-2E9C-101B-9397-08002B2CF9AE}" pid="3" name="MediaServiceImageTags">
    <vt:lpwstr/>
  </property>
</Properties>
</file>