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44" r:id="rId5"/>
  </p:sldMasterIdLst>
  <p:notesMasterIdLst>
    <p:notesMasterId r:id="rId45"/>
  </p:notesMasterIdLst>
  <p:handoutMasterIdLst>
    <p:handoutMasterId r:id="rId46"/>
  </p:handoutMasterIdLst>
  <p:sldIdLst>
    <p:sldId id="1270" r:id="rId6"/>
    <p:sldId id="1268" r:id="rId7"/>
    <p:sldId id="342" r:id="rId8"/>
    <p:sldId id="344" r:id="rId9"/>
    <p:sldId id="383" r:id="rId10"/>
    <p:sldId id="260" r:id="rId11"/>
    <p:sldId id="345" r:id="rId12"/>
    <p:sldId id="346" r:id="rId13"/>
    <p:sldId id="347" r:id="rId14"/>
    <p:sldId id="348" r:id="rId15"/>
    <p:sldId id="349" r:id="rId16"/>
    <p:sldId id="302" r:id="rId17"/>
    <p:sldId id="370" r:id="rId18"/>
    <p:sldId id="390" r:id="rId19"/>
    <p:sldId id="412" r:id="rId20"/>
    <p:sldId id="1038" r:id="rId21"/>
    <p:sldId id="1039" r:id="rId22"/>
    <p:sldId id="357" r:id="rId23"/>
    <p:sldId id="382" r:id="rId24"/>
    <p:sldId id="1024" r:id="rId25"/>
    <p:sldId id="1025" r:id="rId26"/>
    <p:sldId id="373" r:id="rId27"/>
    <p:sldId id="356" r:id="rId28"/>
    <p:sldId id="1023" r:id="rId29"/>
    <p:sldId id="392" r:id="rId30"/>
    <p:sldId id="1034" r:id="rId31"/>
    <p:sldId id="1033" r:id="rId32"/>
    <p:sldId id="1035" r:id="rId33"/>
    <p:sldId id="1036" r:id="rId34"/>
    <p:sldId id="1031" r:id="rId35"/>
    <p:sldId id="381" r:id="rId36"/>
    <p:sldId id="385" r:id="rId37"/>
    <p:sldId id="321" r:id="rId38"/>
    <p:sldId id="326" r:id="rId39"/>
    <p:sldId id="386" r:id="rId40"/>
    <p:sldId id="387" r:id="rId41"/>
    <p:sldId id="388" r:id="rId42"/>
    <p:sldId id="265" r:id="rId43"/>
    <p:sldId id="1040" r:id="rId44"/>
  </p:sldIdLst>
  <p:sldSz cx="10440988" cy="6121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 Sims" initials="RS" lastIdx="2" clrIdx="0">
    <p:extLst>
      <p:ext uri="{19B8F6BF-5375-455C-9EA6-DF929625EA0E}">
        <p15:presenceInfo xmlns:p15="http://schemas.microsoft.com/office/powerpoint/2012/main" userId="Richard Sim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9EFB2-851D-6E35-78EE-26A734E42294}" v="1" dt="2026-09-08T17:20:35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872" autoAdjust="0"/>
  </p:normalViewPr>
  <p:slideViewPr>
    <p:cSldViewPr snapToGrid="0">
      <p:cViewPr varScale="1">
        <p:scale>
          <a:sx n="100" d="100"/>
          <a:sy n="100" d="100"/>
        </p:scale>
        <p:origin x="136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49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150E13-89C0-45A9-9318-79CFE007F238}" type="doc">
      <dgm:prSet loTypeId="urn:microsoft.com/office/officeart/2005/8/layout/vList5" loCatId="list" qsTypeId="urn:microsoft.com/office/officeart/2005/8/quickstyle/simple1#2" qsCatId="simple" csTypeId="urn:microsoft.com/office/officeart/2005/8/colors/colorful3#1" csCatId="colorful" phldr="1"/>
      <dgm:spPr/>
      <dgm:t>
        <a:bodyPr/>
        <a:lstStyle/>
        <a:p>
          <a:endParaRPr lang="en-US"/>
        </a:p>
      </dgm:t>
    </dgm:pt>
    <dgm:pt modelId="{272C9B1B-504A-49B4-92AD-EF12375D9A78}">
      <dgm:prSet phldrT="[Text]" custT="1"/>
      <dgm:spPr/>
      <dgm:t>
        <a:bodyPr/>
        <a:lstStyle/>
        <a:p>
          <a:r>
            <a:rPr lang="en-US" sz="2800" b="1" dirty="0"/>
            <a:t>Safety Briefing</a:t>
          </a:r>
        </a:p>
      </dgm:t>
    </dgm:pt>
    <dgm:pt modelId="{A7DFC51E-9C0A-4B23-9692-77572872B48D}" type="parTrans" cxnId="{24262B88-C60D-4197-BF59-9ADCDFE0C506}">
      <dgm:prSet/>
      <dgm:spPr/>
      <dgm:t>
        <a:bodyPr/>
        <a:lstStyle/>
        <a:p>
          <a:endParaRPr lang="en-US" sz="1600"/>
        </a:p>
      </dgm:t>
    </dgm:pt>
    <dgm:pt modelId="{5C2DC78C-7DBC-4A81-8999-AB9D46391057}" type="sibTrans" cxnId="{24262B88-C60D-4197-BF59-9ADCDFE0C506}">
      <dgm:prSet/>
      <dgm:spPr/>
      <dgm:t>
        <a:bodyPr/>
        <a:lstStyle/>
        <a:p>
          <a:endParaRPr lang="en-US" sz="1600"/>
        </a:p>
      </dgm:t>
    </dgm:pt>
    <dgm:pt modelId="{EED5E584-EBDB-424D-928C-5C35BB2B15F9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Hazards on site</a:t>
          </a:r>
        </a:p>
      </dgm:t>
    </dgm:pt>
    <dgm:pt modelId="{851F961A-4305-4643-BE08-AF4CC9A3B18A}" type="parTrans" cxnId="{5A7D2220-BC38-4A1D-B5B1-9DA96BB7989C}">
      <dgm:prSet/>
      <dgm:spPr/>
      <dgm:t>
        <a:bodyPr/>
        <a:lstStyle/>
        <a:p>
          <a:endParaRPr lang="en-US" sz="1600"/>
        </a:p>
      </dgm:t>
    </dgm:pt>
    <dgm:pt modelId="{148C516F-D679-4620-90F8-BE2F2DCAB586}" type="sibTrans" cxnId="{5A7D2220-BC38-4A1D-B5B1-9DA96BB7989C}">
      <dgm:prSet/>
      <dgm:spPr/>
      <dgm:t>
        <a:bodyPr/>
        <a:lstStyle/>
        <a:p>
          <a:endParaRPr lang="en-US" sz="1600"/>
        </a:p>
      </dgm:t>
    </dgm:pt>
    <dgm:pt modelId="{929B4B61-F7CD-4323-85D3-69E1CF608DE3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MSDS</a:t>
          </a:r>
        </a:p>
      </dgm:t>
    </dgm:pt>
    <dgm:pt modelId="{FF632FFD-A15C-4D50-B6BE-7451440D647B}" type="parTrans" cxnId="{465119F6-9817-4C6C-95F6-F40E511254B2}">
      <dgm:prSet/>
      <dgm:spPr/>
      <dgm:t>
        <a:bodyPr/>
        <a:lstStyle/>
        <a:p>
          <a:endParaRPr lang="en-US" sz="1600"/>
        </a:p>
      </dgm:t>
    </dgm:pt>
    <dgm:pt modelId="{9F6654AB-2E70-4CB3-BB1A-9D0DE0F17C7F}" type="sibTrans" cxnId="{465119F6-9817-4C6C-95F6-F40E511254B2}">
      <dgm:prSet/>
      <dgm:spPr/>
      <dgm:t>
        <a:bodyPr/>
        <a:lstStyle/>
        <a:p>
          <a:endParaRPr lang="en-US" sz="1600"/>
        </a:p>
      </dgm:t>
    </dgm:pt>
    <dgm:pt modelId="{EAAFC28A-41F1-4B80-A981-4733BDBCA503}">
      <dgm:prSet phldrT="[Text]" custT="1"/>
      <dgm:spPr/>
      <dgm:t>
        <a:bodyPr/>
        <a:lstStyle/>
        <a:p>
          <a:r>
            <a:rPr lang="en-US" sz="2800" b="1" dirty="0"/>
            <a:t>Site Control</a:t>
          </a:r>
        </a:p>
      </dgm:t>
    </dgm:pt>
    <dgm:pt modelId="{2E1E91E8-B974-4D9B-A27A-2025FC46F28A}" type="parTrans" cxnId="{3E459CEF-1E01-46AB-B881-4DDE22BC8DAA}">
      <dgm:prSet/>
      <dgm:spPr/>
      <dgm:t>
        <a:bodyPr/>
        <a:lstStyle/>
        <a:p>
          <a:endParaRPr lang="en-US" sz="1600"/>
        </a:p>
      </dgm:t>
    </dgm:pt>
    <dgm:pt modelId="{012572A3-9470-492D-823F-E4F8614F7519}" type="sibTrans" cxnId="{3E459CEF-1E01-46AB-B881-4DDE22BC8DAA}">
      <dgm:prSet/>
      <dgm:spPr/>
      <dgm:t>
        <a:bodyPr/>
        <a:lstStyle/>
        <a:p>
          <a:endParaRPr lang="en-US" sz="1600"/>
        </a:p>
      </dgm:t>
    </dgm:pt>
    <dgm:pt modelId="{E6CBEBD6-39E6-4705-A1B4-C6A73FCDF7C7}">
      <dgm:prSet phldrT="[Text]" custT="1"/>
      <dgm:spPr/>
      <dgm:t>
        <a:bodyPr/>
        <a:lstStyle/>
        <a:p>
          <a:r>
            <a:rPr lang="en-US" sz="2800" b="1" dirty="0"/>
            <a:t>Medical Plan</a:t>
          </a:r>
        </a:p>
      </dgm:t>
    </dgm:pt>
    <dgm:pt modelId="{7F7AA21A-6762-4C32-BCC3-E2F661880A96}" type="parTrans" cxnId="{BCEA7A1B-9F9B-4567-8829-1A41D38E635B}">
      <dgm:prSet/>
      <dgm:spPr/>
      <dgm:t>
        <a:bodyPr/>
        <a:lstStyle/>
        <a:p>
          <a:endParaRPr lang="en-US" sz="1600"/>
        </a:p>
      </dgm:t>
    </dgm:pt>
    <dgm:pt modelId="{C87EE56B-19F0-421A-9728-C165374D4849}" type="sibTrans" cxnId="{BCEA7A1B-9F9B-4567-8829-1A41D38E635B}">
      <dgm:prSet/>
      <dgm:spPr/>
      <dgm:t>
        <a:bodyPr/>
        <a:lstStyle/>
        <a:p>
          <a:endParaRPr lang="en-US" sz="1600"/>
        </a:p>
      </dgm:t>
    </dgm:pt>
    <dgm:pt modelId="{A6B975D8-4BBC-45FB-8A9C-EC2F914E87A3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First aid</a:t>
          </a:r>
        </a:p>
      </dgm:t>
    </dgm:pt>
    <dgm:pt modelId="{12F7E32E-530A-4154-919B-F2E91587C568}" type="parTrans" cxnId="{AB9D0CC9-77E6-45A9-A496-E613519F055F}">
      <dgm:prSet/>
      <dgm:spPr/>
      <dgm:t>
        <a:bodyPr/>
        <a:lstStyle/>
        <a:p>
          <a:endParaRPr lang="en-US" sz="1600"/>
        </a:p>
      </dgm:t>
    </dgm:pt>
    <dgm:pt modelId="{0B20E3B9-2F7A-469B-BB61-EE1DD4F3311D}" type="sibTrans" cxnId="{AB9D0CC9-77E6-45A9-A496-E613519F055F}">
      <dgm:prSet/>
      <dgm:spPr/>
      <dgm:t>
        <a:bodyPr/>
        <a:lstStyle/>
        <a:p>
          <a:endParaRPr lang="en-US" sz="1600"/>
        </a:p>
      </dgm:t>
    </dgm:pt>
    <dgm:pt modelId="{7962DB9C-C036-4BCF-B34A-3E9C8705E22C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Medi-vac</a:t>
          </a: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, emergency contact etc.</a:t>
          </a:r>
        </a:p>
      </dgm:t>
    </dgm:pt>
    <dgm:pt modelId="{EF6EA3B7-4988-4F46-936F-774FD05F886C}" type="parTrans" cxnId="{BFF6FD70-4DD7-4840-8106-9A29D01DA9E9}">
      <dgm:prSet/>
      <dgm:spPr/>
      <dgm:t>
        <a:bodyPr/>
        <a:lstStyle/>
        <a:p>
          <a:endParaRPr lang="en-US" sz="1600"/>
        </a:p>
      </dgm:t>
    </dgm:pt>
    <dgm:pt modelId="{DF8DFFED-6BE3-45D0-8B3A-704232FB761C}" type="sibTrans" cxnId="{BFF6FD70-4DD7-4840-8106-9A29D01DA9E9}">
      <dgm:prSet/>
      <dgm:spPr/>
      <dgm:t>
        <a:bodyPr/>
        <a:lstStyle/>
        <a:p>
          <a:endParaRPr lang="en-US" sz="1600"/>
        </a:p>
      </dgm:t>
    </dgm:pt>
    <dgm:pt modelId="{F45B1895-89E7-4732-9AF8-9D96889A7AD3}">
      <dgm:prSet custT="1"/>
      <dgm:spPr/>
      <dgm:t>
        <a:bodyPr/>
        <a:lstStyle/>
        <a:p>
          <a:r>
            <a:rPr lang="en-US" sz="2800" b="1" dirty="0"/>
            <a:t>Risk Assessment</a:t>
          </a:r>
        </a:p>
      </dgm:t>
    </dgm:pt>
    <dgm:pt modelId="{C1A698C6-5923-4661-8EF4-85D9391FDA76}" type="parTrans" cxnId="{C923E584-062D-4B50-8D55-C05D6D02ED78}">
      <dgm:prSet/>
      <dgm:spPr/>
      <dgm:t>
        <a:bodyPr/>
        <a:lstStyle/>
        <a:p>
          <a:endParaRPr lang="en-US" sz="1600"/>
        </a:p>
      </dgm:t>
    </dgm:pt>
    <dgm:pt modelId="{3E4876F1-A8CF-4555-B646-07D520953706}" type="sibTrans" cxnId="{C923E584-062D-4B50-8D55-C05D6D02ED78}">
      <dgm:prSet/>
      <dgm:spPr/>
      <dgm:t>
        <a:bodyPr/>
        <a:lstStyle/>
        <a:p>
          <a:endParaRPr lang="en-US" sz="1600"/>
        </a:p>
      </dgm:t>
    </dgm:pt>
    <dgm:pt modelId="{5A26CDD5-E0B6-4433-8CF0-C6E26C9282C6}">
      <dgm:prSet custT="1"/>
      <dgm:spPr/>
      <dgm:t>
        <a:bodyPr/>
        <a:lstStyle/>
        <a:p>
          <a:r>
            <a:rPr lang="en-US" sz="1600" dirty="0"/>
            <a:t>Hazards for task</a:t>
          </a:r>
        </a:p>
      </dgm:t>
    </dgm:pt>
    <dgm:pt modelId="{073B07E5-998C-40F4-A8FA-C0E265B60386}" type="parTrans" cxnId="{EFE8EA5F-C653-4CD1-8DA9-F620DC7474A0}">
      <dgm:prSet/>
      <dgm:spPr/>
      <dgm:t>
        <a:bodyPr/>
        <a:lstStyle/>
        <a:p>
          <a:endParaRPr lang="en-US" sz="1600"/>
        </a:p>
      </dgm:t>
    </dgm:pt>
    <dgm:pt modelId="{953D7A4F-987D-4173-B3D4-677AE8CB4C45}" type="sibTrans" cxnId="{EFE8EA5F-C653-4CD1-8DA9-F620DC7474A0}">
      <dgm:prSet/>
      <dgm:spPr/>
      <dgm:t>
        <a:bodyPr/>
        <a:lstStyle/>
        <a:p>
          <a:endParaRPr lang="en-US" sz="1600"/>
        </a:p>
      </dgm:t>
    </dgm:pt>
    <dgm:pt modelId="{174E7E66-4455-4E83-AEA1-5223B694D68F}">
      <dgm:prSet custT="1"/>
      <dgm:spPr/>
      <dgm:t>
        <a:bodyPr/>
        <a:lstStyle/>
        <a:p>
          <a:r>
            <a:rPr lang="en-US" sz="1600" dirty="0"/>
            <a:t>Control measures</a:t>
          </a:r>
        </a:p>
      </dgm:t>
    </dgm:pt>
    <dgm:pt modelId="{31148827-F805-4FA9-9A63-5333EFF4E708}" type="parTrans" cxnId="{37A157E8-C40E-4217-B4EF-D52ECAF70B24}">
      <dgm:prSet/>
      <dgm:spPr/>
      <dgm:t>
        <a:bodyPr/>
        <a:lstStyle/>
        <a:p>
          <a:endParaRPr lang="en-US" sz="1600"/>
        </a:p>
      </dgm:t>
    </dgm:pt>
    <dgm:pt modelId="{4759AF34-AD0E-4483-9984-76D6DC8357A7}" type="sibTrans" cxnId="{37A157E8-C40E-4217-B4EF-D52ECAF70B24}">
      <dgm:prSet/>
      <dgm:spPr/>
      <dgm:t>
        <a:bodyPr/>
        <a:lstStyle/>
        <a:p>
          <a:endParaRPr lang="en-US" sz="1600"/>
        </a:p>
      </dgm:t>
    </dgm:pt>
    <dgm:pt modelId="{8C780161-89B5-4229-BE15-E33F45CAE402}">
      <dgm:prSet custT="1"/>
      <dgm:spPr/>
      <dgm:t>
        <a:bodyPr/>
        <a:lstStyle/>
        <a:p>
          <a:r>
            <a:rPr lang="en-US" sz="2800" b="1" dirty="0"/>
            <a:t>PPE</a:t>
          </a:r>
        </a:p>
      </dgm:t>
    </dgm:pt>
    <dgm:pt modelId="{A259D787-F39F-4290-B8C1-986E308DFB87}" type="parTrans" cxnId="{E0C211C5-AC56-49BF-AAC7-9FFC8058F9F1}">
      <dgm:prSet/>
      <dgm:spPr/>
      <dgm:t>
        <a:bodyPr/>
        <a:lstStyle/>
        <a:p>
          <a:endParaRPr lang="en-US"/>
        </a:p>
      </dgm:t>
    </dgm:pt>
    <dgm:pt modelId="{C085D179-8B48-4FC8-B5F8-80ECBD870000}" type="sibTrans" cxnId="{E0C211C5-AC56-49BF-AAC7-9FFC8058F9F1}">
      <dgm:prSet/>
      <dgm:spPr/>
      <dgm:t>
        <a:bodyPr/>
        <a:lstStyle/>
        <a:p>
          <a:endParaRPr lang="en-US"/>
        </a:p>
      </dgm:t>
    </dgm:pt>
    <dgm:pt modelId="{3E9FA927-E92E-409D-BFA8-F5E5C94BCD67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Correct PPE for different tasks/hazards</a:t>
          </a:r>
        </a:p>
      </dgm:t>
    </dgm:pt>
    <dgm:pt modelId="{E2933C09-9695-4069-B8AD-3EC2F2B053F1}" type="parTrans" cxnId="{6B648C5E-AF4A-488D-AD53-D101F7090B07}">
      <dgm:prSet/>
      <dgm:spPr/>
      <dgm:t>
        <a:bodyPr/>
        <a:lstStyle/>
        <a:p>
          <a:endParaRPr lang="en-US"/>
        </a:p>
      </dgm:t>
    </dgm:pt>
    <dgm:pt modelId="{297A65D9-930C-4A75-814B-0120F03B86DD}" type="sibTrans" cxnId="{6B648C5E-AF4A-488D-AD53-D101F7090B07}">
      <dgm:prSet/>
      <dgm:spPr/>
      <dgm:t>
        <a:bodyPr/>
        <a:lstStyle/>
        <a:p>
          <a:endParaRPr lang="en-US"/>
        </a:p>
      </dgm:t>
    </dgm:pt>
    <dgm:pt modelId="{3135099B-7634-42B7-8DD2-A0CE370FA5EC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Compatibility</a:t>
          </a:r>
        </a:p>
      </dgm:t>
    </dgm:pt>
    <dgm:pt modelId="{E843504A-5645-415C-BD19-BF8FECBC294A}" type="parTrans" cxnId="{DC9C3FC8-9369-47F2-96E2-77B3F1FEDA46}">
      <dgm:prSet/>
      <dgm:spPr/>
      <dgm:t>
        <a:bodyPr/>
        <a:lstStyle/>
        <a:p>
          <a:endParaRPr lang="en-US"/>
        </a:p>
      </dgm:t>
    </dgm:pt>
    <dgm:pt modelId="{D66C118F-4A43-4317-A44F-1124CD7789E5}" type="sibTrans" cxnId="{DC9C3FC8-9369-47F2-96E2-77B3F1FEDA46}">
      <dgm:prSet/>
      <dgm:spPr/>
      <dgm:t>
        <a:bodyPr/>
        <a:lstStyle/>
        <a:p>
          <a:endParaRPr lang="en-US"/>
        </a:p>
      </dgm:t>
    </dgm:pt>
    <dgm:pt modelId="{BDED69DF-AE70-47F0-99FD-E8C9B66827E3}">
      <dgm:prSet custT="1"/>
      <dgm:spPr/>
      <dgm:t>
        <a:bodyPr/>
        <a:lstStyle/>
        <a:p>
          <a:r>
            <a:rPr lang="en-US" sz="1600" dirty="0"/>
            <a:t>Site Survey</a:t>
          </a:r>
        </a:p>
      </dgm:t>
    </dgm:pt>
    <dgm:pt modelId="{6B64FA41-1A8C-46A6-91FD-D8163915C352}" type="parTrans" cxnId="{790910B4-E6AE-49B5-A011-50976640923C}">
      <dgm:prSet/>
      <dgm:spPr/>
      <dgm:t>
        <a:bodyPr/>
        <a:lstStyle/>
        <a:p>
          <a:endParaRPr lang="en-US"/>
        </a:p>
      </dgm:t>
    </dgm:pt>
    <dgm:pt modelId="{C12CBAA0-9EFA-418C-ABEB-353313EB0DE3}" type="sibTrans" cxnId="{790910B4-E6AE-49B5-A011-50976640923C}">
      <dgm:prSet/>
      <dgm:spPr/>
      <dgm:t>
        <a:bodyPr/>
        <a:lstStyle/>
        <a:p>
          <a:endParaRPr lang="en-US"/>
        </a:p>
      </dgm:t>
    </dgm:pt>
    <dgm:pt modelId="{ED1B6372-3007-46B7-92E9-7922EAB3DC88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Supervision</a:t>
          </a:r>
        </a:p>
      </dgm:t>
    </dgm:pt>
    <dgm:pt modelId="{B02CAA94-474A-4139-B3D1-30A2E1CA5979}" type="sibTrans" cxnId="{24673C9F-D256-436D-9674-3FF2A9D2858D}">
      <dgm:prSet/>
      <dgm:spPr/>
      <dgm:t>
        <a:bodyPr/>
        <a:lstStyle/>
        <a:p>
          <a:endParaRPr lang="en-US" sz="1600"/>
        </a:p>
      </dgm:t>
    </dgm:pt>
    <dgm:pt modelId="{59B49281-0037-4B99-8A57-AA457BAE6750}" type="parTrans" cxnId="{24673C9F-D256-436D-9674-3FF2A9D2858D}">
      <dgm:prSet/>
      <dgm:spPr/>
      <dgm:t>
        <a:bodyPr/>
        <a:lstStyle/>
        <a:p>
          <a:endParaRPr lang="en-US" sz="1600"/>
        </a:p>
      </dgm:t>
    </dgm:pt>
    <dgm:pt modelId="{9F5F834C-5521-43E6-9101-DE510C50CF8A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Zoning and site setup</a:t>
          </a:r>
        </a:p>
      </dgm:t>
    </dgm:pt>
    <dgm:pt modelId="{310E8E39-A1CC-49F0-83F8-5A1E34DC424B}" type="sibTrans" cxnId="{57207D66-E6E9-4AAB-98B8-77B684C45BC0}">
      <dgm:prSet/>
      <dgm:spPr/>
      <dgm:t>
        <a:bodyPr/>
        <a:lstStyle/>
        <a:p>
          <a:endParaRPr lang="en-US" sz="1600"/>
        </a:p>
      </dgm:t>
    </dgm:pt>
    <dgm:pt modelId="{45056B11-2671-44C7-ACA4-04ABF9F04F9A}" type="parTrans" cxnId="{57207D66-E6E9-4AAB-98B8-77B684C45BC0}">
      <dgm:prSet/>
      <dgm:spPr/>
      <dgm:t>
        <a:bodyPr/>
        <a:lstStyle/>
        <a:p>
          <a:endParaRPr lang="en-US" sz="1600"/>
        </a:p>
      </dgm:t>
    </dgm:pt>
    <dgm:pt modelId="{956928CF-025D-4FE6-A4AC-4924C8D14DAA}" type="pres">
      <dgm:prSet presAssocID="{F0150E13-89C0-45A9-9318-79CFE007F238}" presName="Name0" presStyleCnt="0">
        <dgm:presLayoutVars>
          <dgm:dir/>
          <dgm:animLvl val="lvl"/>
          <dgm:resizeHandles val="exact"/>
        </dgm:presLayoutVars>
      </dgm:prSet>
      <dgm:spPr/>
    </dgm:pt>
    <dgm:pt modelId="{A59F00C0-C17B-4F79-8981-26326171EE0B}" type="pres">
      <dgm:prSet presAssocID="{F45B1895-89E7-4732-9AF8-9D96889A7AD3}" presName="linNode" presStyleCnt="0"/>
      <dgm:spPr/>
    </dgm:pt>
    <dgm:pt modelId="{BE16B76D-68CB-4362-A506-7F67BE5FECAC}" type="pres">
      <dgm:prSet presAssocID="{F45B1895-89E7-4732-9AF8-9D96889A7AD3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3F22AF05-3F5E-49D9-9845-F4452E80B2AC}" type="pres">
      <dgm:prSet presAssocID="{F45B1895-89E7-4732-9AF8-9D96889A7AD3}" presName="descendantText" presStyleLbl="alignAccFollowNode1" presStyleIdx="0" presStyleCnt="5">
        <dgm:presLayoutVars>
          <dgm:bulletEnabled val="1"/>
        </dgm:presLayoutVars>
      </dgm:prSet>
      <dgm:spPr/>
    </dgm:pt>
    <dgm:pt modelId="{81FF2451-2E44-4CE5-88B2-112EDCC5664B}" type="pres">
      <dgm:prSet presAssocID="{3E4876F1-A8CF-4555-B646-07D520953706}" presName="sp" presStyleCnt="0"/>
      <dgm:spPr/>
    </dgm:pt>
    <dgm:pt modelId="{BDACA9B8-D22D-47FD-A266-96344FFF4CA2}" type="pres">
      <dgm:prSet presAssocID="{272C9B1B-504A-49B4-92AD-EF12375D9A78}" presName="linNode" presStyleCnt="0"/>
      <dgm:spPr/>
    </dgm:pt>
    <dgm:pt modelId="{3BC132DB-7544-408C-B909-28302A012006}" type="pres">
      <dgm:prSet presAssocID="{272C9B1B-504A-49B4-92AD-EF12375D9A7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C15D08F0-CE03-4AFF-B802-5C959670AD7A}" type="pres">
      <dgm:prSet presAssocID="{272C9B1B-504A-49B4-92AD-EF12375D9A78}" presName="descendantText" presStyleLbl="alignAccFollowNode1" presStyleIdx="1" presStyleCnt="5">
        <dgm:presLayoutVars>
          <dgm:bulletEnabled val="1"/>
        </dgm:presLayoutVars>
      </dgm:prSet>
      <dgm:spPr/>
    </dgm:pt>
    <dgm:pt modelId="{313AD052-D907-434C-B583-702F31FCA96F}" type="pres">
      <dgm:prSet presAssocID="{5C2DC78C-7DBC-4A81-8999-AB9D46391057}" presName="sp" presStyleCnt="0"/>
      <dgm:spPr/>
    </dgm:pt>
    <dgm:pt modelId="{4681B706-F6BA-448A-932B-1019C4A05BB4}" type="pres">
      <dgm:prSet presAssocID="{EAAFC28A-41F1-4B80-A981-4733BDBCA503}" presName="linNode" presStyleCnt="0"/>
      <dgm:spPr/>
    </dgm:pt>
    <dgm:pt modelId="{4E9B0221-4F03-490B-B59B-85B122A96189}" type="pres">
      <dgm:prSet presAssocID="{EAAFC28A-41F1-4B80-A981-4733BDBCA503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D1C9C3F-685A-444B-8069-6F134347522D}" type="pres">
      <dgm:prSet presAssocID="{EAAFC28A-41F1-4B80-A981-4733BDBCA503}" presName="descendantText" presStyleLbl="alignAccFollowNode1" presStyleIdx="2" presStyleCnt="5">
        <dgm:presLayoutVars>
          <dgm:bulletEnabled val="1"/>
        </dgm:presLayoutVars>
      </dgm:prSet>
      <dgm:spPr/>
    </dgm:pt>
    <dgm:pt modelId="{BAFE186B-E704-4C44-9680-3C9A723FA04A}" type="pres">
      <dgm:prSet presAssocID="{012572A3-9470-492D-823F-E4F8614F7519}" presName="sp" presStyleCnt="0"/>
      <dgm:spPr/>
    </dgm:pt>
    <dgm:pt modelId="{050CED36-7F55-4763-AEEF-84C7B7EEA146}" type="pres">
      <dgm:prSet presAssocID="{E6CBEBD6-39E6-4705-A1B4-C6A73FCDF7C7}" presName="linNode" presStyleCnt="0"/>
      <dgm:spPr/>
    </dgm:pt>
    <dgm:pt modelId="{6A2A1D78-CA77-4804-8A21-2376896E445D}" type="pres">
      <dgm:prSet presAssocID="{E6CBEBD6-39E6-4705-A1B4-C6A73FCDF7C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900883AC-FE5F-43B3-92C3-94EFEA2959EA}" type="pres">
      <dgm:prSet presAssocID="{E6CBEBD6-39E6-4705-A1B4-C6A73FCDF7C7}" presName="descendantText" presStyleLbl="alignAccFollowNode1" presStyleIdx="3" presStyleCnt="5">
        <dgm:presLayoutVars>
          <dgm:bulletEnabled val="1"/>
        </dgm:presLayoutVars>
      </dgm:prSet>
      <dgm:spPr/>
    </dgm:pt>
    <dgm:pt modelId="{C51C85FE-6B33-4093-A544-DC557D23EBD2}" type="pres">
      <dgm:prSet presAssocID="{C87EE56B-19F0-421A-9728-C165374D4849}" presName="sp" presStyleCnt="0"/>
      <dgm:spPr/>
    </dgm:pt>
    <dgm:pt modelId="{8127446D-7A77-4E11-B25D-8BC138EE074B}" type="pres">
      <dgm:prSet presAssocID="{8C780161-89B5-4229-BE15-E33F45CAE402}" presName="linNode" presStyleCnt="0"/>
      <dgm:spPr/>
    </dgm:pt>
    <dgm:pt modelId="{A49E058F-15F3-4FCB-8DAC-AFCF78A014B2}" type="pres">
      <dgm:prSet presAssocID="{8C780161-89B5-4229-BE15-E33F45CAE402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FEF0547F-5C6D-4BF0-85BE-8C58EBA9E75E}" type="pres">
      <dgm:prSet presAssocID="{8C780161-89B5-4229-BE15-E33F45CAE402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B7CBB19-B14A-4CA3-9D67-5807465FE3C5}" type="presOf" srcId="{EAAFC28A-41F1-4B80-A981-4733BDBCA503}" destId="{4E9B0221-4F03-490B-B59B-85B122A96189}" srcOrd="0" destOrd="0" presId="urn:microsoft.com/office/officeart/2005/8/layout/vList5"/>
    <dgm:cxn modelId="{BCEA7A1B-9F9B-4567-8829-1A41D38E635B}" srcId="{F0150E13-89C0-45A9-9318-79CFE007F238}" destId="{E6CBEBD6-39E6-4705-A1B4-C6A73FCDF7C7}" srcOrd="3" destOrd="0" parTransId="{7F7AA21A-6762-4C32-BCC3-E2F661880A96}" sibTransId="{C87EE56B-19F0-421A-9728-C165374D4849}"/>
    <dgm:cxn modelId="{5A7D2220-BC38-4A1D-B5B1-9DA96BB7989C}" srcId="{272C9B1B-504A-49B4-92AD-EF12375D9A78}" destId="{EED5E584-EBDB-424D-928C-5C35BB2B15F9}" srcOrd="0" destOrd="0" parTransId="{851F961A-4305-4643-BE08-AF4CC9A3B18A}" sibTransId="{148C516F-D679-4620-90F8-BE2F2DCAB586}"/>
    <dgm:cxn modelId="{E7E20531-54F9-4B94-9ED0-B1D7725C5447}" type="presOf" srcId="{929B4B61-F7CD-4323-85D3-69E1CF608DE3}" destId="{C15D08F0-CE03-4AFF-B802-5C959670AD7A}" srcOrd="0" destOrd="1" presId="urn:microsoft.com/office/officeart/2005/8/layout/vList5"/>
    <dgm:cxn modelId="{2B54FD3C-567F-48FA-8CD2-A3B7266E7D14}" type="presOf" srcId="{3E9FA927-E92E-409D-BFA8-F5E5C94BCD67}" destId="{FEF0547F-5C6D-4BF0-85BE-8C58EBA9E75E}" srcOrd="0" destOrd="0" presId="urn:microsoft.com/office/officeart/2005/8/layout/vList5"/>
    <dgm:cxn modelId="{D9F95153-F3DC-4B53-A873-2829C5C84746}" type="presOf" srcId="{A6B975D8-4BBC-45FB-8A9C-EC2F914E87A3}" destId="{900883AC-FE5F-43B3-92C3-94EFEA2959EA}" srcOrd="0" destOrd="0" presId="urn:microsoft.com/office/officeart/2005/8/layout/vList5"/>
    <dgm:cxn modelId="{6B648C5E-AF4A-488D-AD53-D101F7090B07}" srcId="{8C780161-89B5-4229-BE15-E33F45CAE402}" destId="{3E9FA927-E92E-409D-BFA8-F5E5C94BCD67}" srcOrd="0" destOrd="0" parTransId="{E2933C09-9695-4069-B8AD-3EC2F2B053F1}" sibTransId="{297A65D9-930C-4A75-814B-0120F03B86DD}"/>
    <dgm:cxn modelId="{EFE8EA5F-C653-4CD1-8DA9-F620DC7474A0}" srcId="{F45B1895-89E7-4732-9AF8-9D96889A7AD3}" destId="{5A26CDD5-E0B6-4433-8CF0-C6E26C9282C6}" srcOrd="1" destOrd="0" parTransId="{073B07E5-998C-40F4-A8FA-C0E265B60386}" sibTransId="{953D7A4F-987D-4173-B3D4-677AE8CB4C45}"/>
    <dgm:cxn modelId="{57207D66-E6E9-4AAB-98B8-77B684C45BC0}" srcId="{EAAFC28A-41F1-4B80-A981-4733BDBCA503}" destId="{9F5F834C-5521-43E6-9101-DE510C50CF8A}" srcOrd="0" destOrd="0" parTransId="{45056B11-2671-44C7-ACA4-04ABF9F04F9A}" sibTransId="{310E8E39-A1CC-49F0-83F8-5A1E34DC424B}"/>
    <dgm:cxn modelId="{BFF6FD70-4DD7-4840-8106-9A29D01DA9E9}" srcId="{E6CBEBD6-39E6-4705-A1B4-C6A73FCDF7C7}" destId="{7962DB9C-C036-4BCF-B34A-3E9C8705E22C}" srcOrd="1" destOrd="0" parTransId="{EF6EA3B7-4988-4F46-936F-774FD05F886C}" sibTransId="{DF8DFFED-6BE3-45D0-8B3A-704232FB761C}"/>
    <dgm:cxn modelId="{C923E584-062D-4B50-8D55-C05D6D02ED78}" srcId="{F0150E13-89C0-45A9-9318-79CFE007F238}" destId="{F45B1895-89E7-4732-9AF8-9D96889A7AD3}" srcOrd="0" destOrd="0" parTransId="{C1A698C6-5923-4661-8EF4-85D9391FDA76}" sibTransId="{3E4876F1-A8CF-4555-B646-07D520953706}"/>
    <dgm:cxn modelId="{F5C51487-7639-48A5-9C91-D4F7DFEE4C7F}" type="presOf" srcId="{F45B1895-89E7-4732-9AF8-9D96889A7AD3}" destId="{BE16B76D-68CB-4362-A506-7F67BE5FECAC}" srcOrd="0" destOrd="0" presId="urn:microsoft.com/office/officeart/2005/8/layout/vList5"/>
    <dgm:cxn modelId="{47E22087-E97C-4110-B166-A9938936E7F8}" type="presOf" srcId="{EED5E584-EBDB-424D-928C-5C35BB2B15F9}" destId="{C15D08F0-CE03-4AFF-B802-5C959670AD7A}" srcOrd="0" destOrd="0" presId="urn:microsoft.com/office/officeart/2005/8/layout/vList5"/>
    <dgm:cxn modelId="{24262B88-C60D-4197-BF59-9ADCDFE0C506}" srcId="{F0150E13-89C0-45A9-9318-79CFE007F238}" destId="{272C9B1B-504A-49B4-92AD-EF12375D9A78}" srcOrd="1" destOrd="0" parTransId="{A7DFC51E-9C0A-4B23-9692-77572872B48D}" sibTransId="{5C2DC78C-7DBC-4A81-8999-AB9D46391057}"/>
    <dgm:cxn modelId="{AE8C578F-E2C6-46AD-B040-313FEC6057DD}" type="presOf" srcId="{BDED69DF-AE70-47F0-99FD-E8C9B66827E3}" destId="{3F22AF05-3F5E-49D9-9845-F4452E80B2AC}" srcOrd="0" destOrd="0" presId="urn:microsoft.com/office/officeart/2005/8/layout/vList5"/>
    <dgm:cxn modelId="{68006F9C-2DAE-431F-9ADC-8C2F5F1E66C5}" type="presOf" srcId="{F0150E13-89C0-45A9-9318-79CFE007F238}" destId="{956928CF-025D-4FE6-A4AC-4924C8D14DAA}" srcOrd="0" destOrd="0" presId="urn:microsoft.com/office/officeart/2005/8/layout/vList5"/>
    <dgm:cxn modelId="{24673C9F-D256-436D-9674-3FF2A9D2858D}" srcId="{EAAFC28A-41F1-4B80-A981-4733BDBCA503}" destId="{ED1B6372-3007-46B7-92E9-7922EAB3DC88}" srcOrd="1" destOrd="0" parTransId="{59B49281-0037-4B99-8A57-AA457BAE6750}" sibTransId="{B02CAA94-474A-4139-B3D1-30A2E1CA5979}"/>
    <dgm:cxn modelId="{790910B4-E6AE-49B5-A011-50976640923C}" srcId="{F45B1895-89E7-4732-9AF8-9D96889A7AD3}" destId="{BDED69DF-AE70-47F0-99FD-E8C9B66827E3}" srcOrd="0" destOrd="0" parTransId="{6B64FA41-1A8C-46A6-91FD-D8163915C352}" sibTransId="{C12CBAA0-9EFA-418C-ABEB-353313EB0DE3}"/>
    <dgm:cxn modelId="{844B5EBB-CE92-4043-BADD-434070F2F359}" type="presOf" srcId="{ED1B6372-3007-46B7-92E9-7922EAB3DC88}" destId="{9D1C9C3F-685A-444B-8069-6F134347522D}" srcOrd="0" destOrd="1" presId="urn:microsoft.com/office/officeart/2005/8/layout/vList5"/>
    <dgm:cxn modelId="{E20A1CC2-172B-4EC6-97E0-CD676E603D32}" type="presOf" srcId="{8C780161-89B5-4229-BE15-E33F45CAE402}" destId="{A49E058F-15F3-4FCB-8DAC-AFCF78A014B2}" srcOrd="0" destOrd="0" presId="urn:microsoft.com/office/officeart/2005/8/layout/vList5"/>
    <dgm:cxn modelId="{E0C211C5-AC56-49BF-AAC7-9FFC8058F9F1}" srcId="{F0150E13-89C0-45A9-9318-79CFE007F238}" destId="{8C780161-89B5-4229-BE15-E33F45CAE402}" srcOrd="4" destOrd="0" parTransId="{A259D787-F39F-4290-B8C1-986E308DFB87}" sibTransId="{C085D179-8B48-4FC8-B5F8-80ECBD870000}"/>
    <dgm:cxn modelId="{DC9C3FC8-9369-47F2-96E2-77B3F1FEDA46}" srcId="{8C780161-89B5-4229-BE15-E33F45CAE402}" destId="{3135099B-7634-42B7-8DD2-A0CE370FA5EC}" srcOrd="1" destOrd="0" parTransId="{E843504A-5645-415C-BD19-BF8FECBC294A}" sibTransId="{D66C118F-4A43-4317-A44F-1124CD7789E5}"/>
    <dgm:cxn modelId="{AB9D0CC9-77E6-45A9-A496-E613519F055F}" srcId="{E6CBEBD6-39E6-4705-A1B4-C6A73FCDF7C7}" destId="{A6B975D8-4BBC-45FB-8A9C-EC2F914E87A3}" srcOrd="0" destOrd="0" parTransId="{12F7E32E-530A-4154-919B-F2E91587C568}" sibTransId="{0B20E3B9-2F7A-469B-BB61-EE1DD4F3311D}"/>
    <dgm:cxn modelId="{CA9863D6-362F-41CA-B77C-D3F4A58C7A26}" type="presOf" srcId="{174E7E66-4455-4E83-AEA1-5223B694D68F}" destId="{3F22AF05-3F5E-49D9-9845-F4452E80B2AC}" srcOrd="0" destOrd="2" presId="urn:microsoft.com/office/officeart/2005/8/layout/vList5"/>
    <dgm:cxn modelId="{2A3E39DD-4196-4B5E-843A-D987CDC2EFA8}" type="presOf" srcId="{3135099B-7634-42B7-8DD2-A0CE370FA5EC}" destId="{FEF0547F-5C6D-4BF0-85BE-8C58EBA9E75E}" srcOrd="0" destOrd="1" presId="urn:microsoft.com/office/officeart/2005/8/layout/vList5"/>
    <dgm:cxn modelId="{37A157E8-C40E-4217-B4EF-D52ECAF70B24}" srcId="{F45B1895-89E7-4732-9AF8-9D96889A7AD3}" destId="{174E7E66-4455-4E83-AEA1-5223B694D68F}" srcOrd="2" destOrd="0" parTransId="{31148827-F805-4FA9-9A63-5333EFF4E708}" sibTransId="{4759AF34-AD0E-4483-9984-76D6DC8357A7}"/>
    <dgm:cxn modelId="{B6A159E9-D669-4886-8177-A0F42C065E13}" type="presOf" srcId="{9F5F834C-5521-43E6-9101-DE510C50CF8A}" destId="{9D1C9C3F-685A-444B-8069-6F134347522D}" srcOrd="0" destOrd="0" presId="urn:microsoft.com/office/officeart/2005/8/layout/vList5"/>
    <dgm:cxn modelId="{3E459CEF-1E01-46AB-B881-4DDE22BC8DAA}" srcId="{F0150E13-89C0-45A9-9318-79CFE007F238}" destId="{EAAFC28A-41F1-4B80-A981-4733BDBCA503}" srcOrd="2" destOrd="0" parTransId="{2E1E91E8-B974-4D9B-A27A-2025FC46F28A}" sibTransId="{012572A3-9470-492D-823F-E4F8614F7519}"/>
    <dgm:cxn modelId="{A6A0B4F1-5716-4E1E-B3BD-AD973755E2CD}" type="presOf" srcId="{E6CBEBD6-39E6-4705-A1B4-C6A73FCDF7C7}" destId="{6A2A1D78-CA77-4804-8A21-2376896E445D}" srcOrd="0" destOrd="0" presId="urn:microsoft.com/office/officeart/2005/8/layout/vList5"/>
    <dgm:cxn modelId="{A80AD3F2-43CE-4237-9B0D-A2AACF760B14}" type="presOf" srcId="{5A26CDD5-E0B6-4433-8CF0-C6E26C9282C6}" destId="{3F22AF05-3F5E-49D9-9845-F4452E80B2AC}" srcOrd="0" destOrd="1" presId="urn:microsoft.com/office/officeart/2005/8/layout/vList5"/>
    <dgm:cxn modelId="{465119F6-9817-4C6C-95F6-F40E511254B2}" srcId="{272C9B1B-504A-49B4-92AD-EF12375D9A78}" destId="{929B4B61-F7CD-4323-85D3-69E1CF608DE3}" srcOrd="1" destOrd="0" parTransId="{FF632FFD-A15C-4D50-B6BE-7451440D647B}" sibTransId="{9F6654AB-2E70-4CB3-BB1A-9D0DE0F17C7F}"/>
    <dgm:cxn modelId="{4D9400FB-16E6-4D93-A730-E1366F6ECB8E}" type="presOf" srcId="{272C9B1B-504A-49B4-92AD-EF12375D9A78}" destId="{3BC132DB-7544-408C-B909-28302A012006}" srcOrd="0" destOrd="0" presId="urn:microsoft.com/office/officeart/2005/8/layout/vList5"/>
    <dgm:cxn modelId="{7E7255FD-2865-4E37-80E6-9ED4D3081023}" type="presOf" srcId="{7962DB9C-C036-4BCF-B34A-3E9C8705E22C}" destId="{900883AC-FE5F-43B3-92C3-94EFEA2959EA}" srcOrd="0" destOrd="1" presId="urn:microsoft.com/office/officeart/2005/8/layout/vList5"/>
    <dgm:cxn modelId="{C95EFFEC-34AC-46BE-874B-E19D35B6C670}" type="presParOf" srcId="{956928CF-025D-4FE6-A4AC-4924C8D14DAA}" destId="{A59F00C0-C17B-4F79-8981-26326171EE0B}" srcOrd="0" destOrd="0" presId="urn:microsoft.com/office/officeart/2005/8/layout/vList5"/>
    <dgm:cxn modelId="{60792424-DBB3-4C86-A435-AC9B920106AD}" type="presParOf" srcId="{A59F00C0-C17B-4F79-8981-26326171EE0B}" destId="{BE16B76D-68CB-4362-A506-7F67BE5FECAC}" srcOrd="0" destOrd="0" presId="urn:microsoft.com/office/officeart/2005/8/layout/vList5"/>
    <dgm:cxn modelId="{1461D2AC-A76A-4509-9AB5-F87AB3AF0E6D}" type="presParOf" srcId="{A59F00C0-C17B-4F79-8981-26326171EE0B}" destId="{3F22AF05-3F5E-49D9-9845-F4452E80B2AC}" srcOrd="1" destOrd="0" presId="urn:microsoft.com/office/officeart/2005/8/layout/vList5"/>
    <dgm:cxn modelId="{782CB92A-68DC-4BC6-995B-AD40BEA3AB41}" type="presParOf" srcId="{956928CF-025D-4FE6-A4AC-4924C8D14DAA}" destId="{81FF2451-2E44-4CE5-88B2-112EDCC5664B}" srcOrd="1" destOrd="0" presId="urn:microsoft.com/office/officeart/2005/8/layout/vList5"/>
    <dgm:cxn modelId="{4E3FD2B6-1613-4181-AFF9-BC10692BCB77}" type="presParOf" srcId="{956928CF-025D-4FE6-A4AC-4924C8D14DAA}" destId="{BDACA9B8-D22D-47FD-A266-96344FFF4CA2}" srcOrd="2" destOrd="0" presId="urn:microsoft.com/office/officeart/2005/8/layout/vList5"/>
    <dgm:cxn modelId="{67C2768F-2339-4472-942C-394A524B9CB7}" type="presParOf" srcId="{BDACA9B8-D22D-47FD-A266-96344FFF4CA2}" destId="{3BC132DB-7544-408C-B909-28302A012006}" srcOrd="0" destOrd="0" presId="urn:microsoft.com/office/officeart/2005/8/layout/vList5"/>
    <dgm:cxn modelId="{1EA7B7F0-789D-4865-B3EB-08FA58FC9F4B}" type="presParOf" srcId="{BDACA9B8-D22D-47FD-A266-96344FFF4CA2}" destId="{C15D08F0-CE03-4AFF-B802-5C959670AD7A}" srcOrd="1" destOrd="0" presId="urn:microsoft.com/office/officeart/2005/8/layout/vList5"/>
    <dgm:cxn modelId="{3BC1920D-766D-450F-90F6-72320C718C05}" type="presParOf" srcId="{956928CF-025D-4FE6-A4AC-4924C8D14DAA}" destId="{313AD052-D907-434C-B583-702F31FCA96F}" srcOrd="3" destOrd="0" presId="urn:microsoft.com/office/officeart/2005/8/layout/vList5"/>
    <dgm:cxn modelId="{F0DB0E91-3800-4F53-B873-989AB5A31BFF}" type="presParOf" srcId="{956928CF-025D-4FE6-A4AC-4924C8D14DAA}" destId="{4681B706-F6BA-448A-932B-1019C4A05BB4}" srcOrd="4" destOrd="0" presId="urn:microsoft.com/office/officeart/2005/8/layout/vList5"/>
    <dgm:cxn modelId="{49474623-2FBB-4B43-A156-B98481CB5E44}" type="presParOf" srcId="{4681B706-F6BA-448A-932B-1019C4A05BB4}" destId="{4E9B0221-4F03-490B-B59B-85B122A96189}" srcOrd="0" destOrd="0" presId="urn:microsoft.com/office/officeart/2005/8/layout/vList5"/>
    <dgm:cxn modelId="{6B50D5DD-6C36-42BE-A227-273390521CF8}" type="presParOf" srcId="{4681B706-F6BA-448A-932B-1019C4A05BB4}" destId="{9D1C9C3F-685A-444B-8069-6F134347522D}" srcOrd="1" destOrd="0" presId="urn:microsoft.com/office/officeart/2005/8/layout/vList5"/>
    <dgm:cxn modelId="{ADAC9413-3185-47C2-BDF8-28C9538F71FF}" type="presParOf" srcId="{956928CF-025D-4FE6-A4AC-4924C8D14DAA}" destId="{BAFE186B-E704-4C44-9680-3C9A723FA04A}" srcOrd="5" destOrd="0" presId="urn:microsoft.com/office/officeart/2005/8/layout/vList5"/>
    <dgm:cxn modelId="{F8875706-11C5-41D3-A6F4-DFEBDB4D4075}" type="presParOf" srcId="{956928CF-025D-4FE6-A4AC-4924C8D14DAA}" destId="{050CED36-7F55-4763-AEEF-84C7B7EEA146}" srcOrd="6" destOrd="0" presId="urn:microsoft.com/office/officeart/2005/8/layout/vList5"/>
    <dgm:cxn modelId="{C5D0829C-2BF4-4387-8AC6-521D0DFFF6B1}" type="presParOf" srcId="{050CED36-7F55-4763-AEEF-84C7B7EEA146}" destId="{6A2A1D78-CA77-4804-8A21-2376896E445D}" srcOrd="0" destOrd="0" presId="urn:microsoft.com/office/officeart/2005/8/layout/vList5"/>
    <dgm:cxn modelId="{1E04B63D-1A37-405B-910D-8578DBD3A735}" type="presParOf" srcId="{050CED36-7F55-4763-AEEF-84C7B7EEA146}" destId="{900883AC-FE5F-43B3-92C3-94EFEA2959EA}" srcOrd="1" destOrd="0" presId="urn:microsoft.com/office/officeart/2005/8/layout/vList5"/>
    <dgm:cxn modelId="{D4E2D225-910F-4F0A-B78F-4820E39E034D}" type="presParOf" srcId="{956928CF-025D-4FE6-A4AC-4924C8D14DAA}" destId="{C51C85FE-6B33-4093-A544-DC557D23EBD2}" srcOrd="7" destOrd="0" presId="urn:microsoft.com/office/officeart/2005/8/layout/vList5"/>
    <dgm:cxn modelId="{15F3D8F7-BA91-46D3-AB9C-5ED8EBE0113F}" type="presParOf" srcId="{956928CF-025D-4FE6-A4AC-4924C8D14DAA}" destId="{8127446D-7A77-4E11-B25D-8BC138EE074B}" srcOrd="8" destOrd="0" presId="urn:microsoft.com/office/officeart/2005/8/layout/vList5"/>
    <dgm:cxn modelId="{A89A58C0-FAC0-4FC5-BAB1-73EF82B44883}" type="presParOf" srcId="{8127446D-7A77-4E11-B25D-8BC138EE074B}" destId="{A49E058F-15F3-4FCB-8DAC-AFCF78A014B2}" srcOrd="0" destOrd="0" presId="urn:microsoft.com/office/officeart/2005/8/layout/vList5"/>
    <dgm:cxn modelId="{BE13DB0C-8D7D-4914-896A-DA6082BF49A6}" type="presParOf" srcId="{8127446D-7A77-4E11-B25D-8BC138EE074B}" destId="{FEF0547F-5C6D-4BF0-85BE-8C58EBA9E75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2AF05-3F5E-49D9-9845-F4452E80B2AC}">
      <dsp:nvSpPr>
        <dsp:cNvPr id="0" name=""/>
        <dsp:cNvSpPr/>
      </dsp:nvSpPr>
      <dsp:spPr>
        <a:xfrm rot="5400000">
          <a:off x="5542073" y="-2323740"/>
          <a:ext cx="724196" cy="555686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Site Survey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Hazards for task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Control measures</a:t>
          </a:r>
        </a:p>
      </dsp:txBody>
      <dsp:txXfrm rot="-5400000">
        <a:off x="3125738" y="127947"/>
        <a:ext cx="5521515" cy="653492"/>
      </dsp:txXfrm>
    </dsp:sp>
    <dsp:sp modelId="{BE16B76D-68CB-4362-A506-7F67BE5FECAC}">
      <dsp:nvSpPr>
        <dsp:cNvPr id="0" name=""/>
        <dsp:cNvSpPr/>
      </dsp:nvSpPr>
      <dsp:spPr>
        <a:xfrm>
          <a:off x="0" y="2070"/>
          <a:ext cx="3125737" cy="9052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Risk Assessment</a:t>
          </a:r>
        </a:p>
      </dsp:txBody>
      <dsp:txXfrm>
        <a:off x="44190" y="46260"/>
        <a:ext cx="3037357" cy="816865"/>
      </dsp:txXfrm>
    </dsp:sp>
    <dsp:sp modelId="{C15D08F0-CE03-4AFF-B802-5C959670AD7A}">
      <dsp:nvSpPr>
        <dsp:cNvPr id="0" name=""/>
        <dsp:cNvSpPr/>
      </dsp:nvSpPr>
      <dsp:spPr>
        <a:xfrm rot="5400000">
          <a:off x="5542073" y="-1373232"/>
          <a:ext cx="724196" cy="5556867"/>
        </a:xfrm>
        <a:prstGeom prst="round2SameRect">
          <a:avLst/>
        </a:prstGeom>
        <a:solidFill>
          <a:schemeClr val="accent3">
            <a:tint val="40000"/>
            <a:alpha val="90000"/>
            <a:hueOff val="-2138707"/>
            <a:satOff val="10526"/>
            <a:lumOff val="40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2138707"/>
              <a:satOff val="10526"/>
              <a:lumOff val="4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Hazards on site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MSDS</a:t>
          </a:r>
        </a:p>
      </dsp:txBody>
      <dsp:txXfrm rot="-5400000">
        <a:off x="3125738" y="1078455"/>
        <a:ext cx="5521515" cy="653492"/>
      </dsp:txXfrm>
    </dsp:sp>
    <dsp:sp modelId="{3BC132DB-7544-408C-B909-28302A012006}">
      <dsp:nvSpPr>
        <dsp:cNvPr id="0" name=""/>
        <dsp:cNvSpPr/>
      </dsp:nvSpPr>
      <dsp:spPr>
        <a:xfrm>
          <a:off x="0" y="952578"/>
          <a:ext cx="3125737" cy="905245"/>
        </a:xfrm>
        <a:prstGeom prst="roundRect">
          <a:avLst/>
        </a:prstGeom>
        <a:solidFill>
          <a:schemeClr val="accent3">
            <a:hueOff val="-2113032"/>
            <a:satOff val="10544"/>
            <a:lumOff val="-3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Safety Briefing</a:t>
          </a:r>
        </a:p>
      </dsp:txBody>
      <dsp:txXfrm>
        <a:off x="44190" y="996768"/>
        <a:ext cx="3037357" cy="816865"/>
      </dsp:txXfrm>
    </dsp:sp>
    <dsp:sp modelId="{9D1C9C3F-685A-444B-8069-6F134347522D}">
      <dsp:nvSpPr>
        <dsp:cNvPr id="0" name=""/>
        <dsp:cNvSpPr/>
      </dsp:nvSpPr>
      <dsp:spPr>
        <a:xfrm rot="5400000">
          <a:off x="5542073" y="-422724"/>
          <a:ext cx="724196" cy="5556867"/>
        </a:xfrm>
        <a:prstGeom prst="round2SameRect">
          <a:avLst/>
        </a:prstGeom>
        <a:solidFill>
          <a:schemeClr val="accent3">
            <a:tint val="40000"/>
            <a:alpha val="90000"/>
            <a:hueOff val="-4277415"/>
            <a:satOff val="21052"/>
            <a:lumOff val="808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4277415"/>
              <a:satOff val="21052"/>
              <a:lumOff val="8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Zoning and site setup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Supervision</a:t>
          </a:r>
        </a:p>
      </dsp:txBody>
      <dsp:txXfrm rot="-5400000">
        <a:off x="3125738" y="2028963"/>
        <a:ext cx="5521515" cy="653492"/>
      </dsp:txXfrm>
    </dsp:sp>
    <dsp:sp modelId="{4E9B0221-4F03-490B-B59B-85B122A96189}">
      <dsp:nvSpPr>
        <dsp:cNvPr id="0" name=""/>
        <dsp:cNvSpPr/>
      </dsp:nvSpPr>
      <dsp:spPr>
        <a:xfrm>
          <a:off x="0" y="1903086"/>
          <a:ext cx="3125737" cy="905245"/>
        </a:xfrm>
        <a:prstGeom prst="roundRect">
          <a:avLst/>
        </a:prstGeom>
        <a:solidFill>
          <a:schemeClr val="accent3">
            <a:hueOff val="-4226065"/>
            <a:satOff val="21089"/>
            <a:lumOff val="-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Site Control</a:t>
          </a:r>
        </a:p>
      </dsp:txBody>
      <dsp:txXfrm>
        <a:off x="44190" y="1947276"/>
        <a:ext cx="3037357" cy="816865"/>
      </dsp:txXfrm>
    </dsp:sp>
    <dsp:sp modelId="{900883AC-FE5F-43B3-92C3-94EFEA2959EA}">
      <dsp:nvSpPr>
        <dsp:cNvPr id="0" name=""/>
        <dsp:cNvSpPr/>
      </dsp:nvSpPr>
      <dsp:spPr>
        <a:xfrm rot="5400000">
          <a:off x="5542073" y="527783"/>
          <a:ext cx="724196" cy="5556867"/>
        </a:xfrm>
        <a:prstGeom prst="round2SameRect">
          <a:avLst/>
        </a:prstGeom>
        <a:solidFill>
          <a:schemeClr val="accent3">
            <a:tint val="40000"/>
            <a:alpha val="90000"/>
            <a:hueOff val="-6416122"/>
            <a:satOff val="31579"/>
            <a:lumOff val="121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6416122"/>
              <a:satOff val="31579"/>
              <a:lumOff val="12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First aid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Medi-vac</a:t>
          </a: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, emergency contact etc.</a:t>
          </a:r>
        </a:p>
      </dsp:txBody>
      <dsp:txXfrm rot="-5400000">
        <a:off x="3125738" y="2979470"/>
        <a:ext cx="5521515" cy="653492"/>
      </dsp:txXfrm>
    </dsp:sp>
    <dsp:sp modelId="{6A2A1D78-CA77-4804-8A21-2376896E445D}">
      <dsp:nvSpPr>
        <dsp:cNvPr id="0" name=""/>
        <dsp:cNvSpPr/>
      </dsp:nvSpPr>
      <dsp:spPr>
        <a:xfrm>
          <a:off x="0" y="2853594"/>
          <a:ext cx="3125737" cy="905245"/>
        </a:xfrm>
        <a:prstGeom prst="roundRect">
          <a:avLst/>
        </a:prstGeom>
        <a:solidFill>
          <a:schemeClr val="accent3">
            <a:hueOff val="-6339097"/>
            <a:satOff val="31633"/>
            <a:lumOff val="-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Medical Plan</a:t>
          </a:r>
        </a:p>
      </dsp:txBody>
      <dsp:txXfrm>
        <a:off x="44190" y="2897784"/>
        <a:ext cx="3037357" cy="816865"/>
      </dsp:txXfrm>
    </dsp:sp>
    <dsp:sp modelId="{FEF0547F-5C6D-4BF0-85BE-8C58EBA9E75E}">
      <dsp:nvSpPr>
        <dsp:cNvPr id="0" name=""/>
        <dsp:cNvSpPr/>
      </dsp:nvSpPr>
      <dsp:spPr>
        <a:xfrm rot="5400000">
          <a:off x="5542073" y="1478291"/>
          <a:ext cx="724196" cy="5556867"/>
        </a:xfrm>
        <a:prstGeom prst="round2SameRect">
          <a:avLst/>
        </a:prstGeom>
        <a:solidFill>
          <a:schemeClr val="accent3">
            <a:tint val="40000"/>
            <a:alpha val="90000"/>
            <a:hueOff val="-8554829"/>
            <a:satOff val="42105"/>
            <a:lumOff val="161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-8554829"/>
              <a:satOff val="42105"/>
              <a:lumOff val="16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Correct PPE for different tasks/hazards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031F3B">
                  <a:hueOff val="0"/>
                  <a:satOff val="0"/>
                  <a:lumOff val="0"/>
                  <a:alphaOff val="0"/>
                </a:srgbClr>
              </a:solidFill>
              <a:latin typeface="Cabin"/>
              <a:ea typeface="+mn-ea"/>
              <a:cs typeface="+mn-cs"/>
            </a:rPr>
            <a:t>Compatibility</a:t>
          </a:r>
        </a:p>
      </dsp:txBody>
      <dsp:txXfrm rot="-5400000">
        <a:off x="3125738" y="3929978"/>
        <a:ext cx="5521515" cy="653492"/>
      </dsp:txXfrm>
    </dsp:sp>
    <dsp:sp modelId="{A49E058F-15F3-4FCB-8DAC-AFCF78A014B2}">
      <dsp:nvSpPr>
        <dsp:cNvPr id="0" name=""/>
        <dsp:cNvSpPr/>
      </dsp:nvSpPr>
      <dsp:spPr>
        <a:xfrm>
          <a:off x="0" y="3804101"/>
          <a:ext cx="3125737" cy="905245"/>
        </a:xfrm>
        <a:prstGeom prst="roundRect">
          <a:avLst/>
        </a:prstGeom>
        <a:solidFill>
          <a:schemeClr val="accent3">
            <a:hueOff val="-8452129"/>
            <a:satOff val="42177"/>
            <a:lumOff val="-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PPE</a:t>
          </a:r>
        </a:p>
      </dsp:txBody>
      <dsp:txXfrm>
        <a:off x="44190" y="3848291"/>
        <a:ext cx="3037357" cy="816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9FB8FB-4937-4381-ABF1-B7A5705743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28600" y="0"/>
            <a:ext cx="683895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r"/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/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MCA 1P Introduction to Oil Spill Response (Operations)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242E5-1C8C-4FAF-9D00-3715712BCE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FFF69-3774-4FF2-9E48-A5BA5A7D04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4"/>
            <a:ext cx="2733861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067E8-2281-446D-8610-43CCA723DAD7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Imagem 1" descr="qw.png">
            <a:extLst>
              <a:ext uri="{FF2B5EF4-FFF2-40B4-BE49-F238E27FC236}">
                <a16:creationId xmlns:a16="http://schemas.microsoft.com/office/drawing/2014/main" id="{3150E1D3-E72C-4C33-93C0-3298BAC4022D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901" y="160556"/>
            <a:ext cx="948925" cy="273180"/>
          </a:xfrm>
          <a:prstGeom prst="rect">
            <a:avLst/>
          </a:prstGeom>
        </p:spPr>
      </p:pic>
      <p:pic>
        <p:nvPicPr>
          <p:cNvPr id="7" name="Imagem 4" descr="Cartao_SuatransIngles.png">
            <a:extLst>
              <a:ext uri="{FF2B5EF4-FFF2-40B4-BE49-F238E27FC236}">
                <a16:creationId xmlns:a16="http://schemas.microsoft.com/office/drawing/2014/main" id="{CDA72183-C91A-4C73-9924-8303C517E7D5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901" y="9062376"/>
            <a:ext cx="572910" cy="3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14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05A61-2CA5-403C-89B1-6AE41974F6E8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3763" y="1200150"/>
            <a:ext cx="55276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97DD2-C0C8-4700-A75A-5437543803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32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490075" y="4330700"/>
            <a:ext cx="20789900" cy="116951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1:notes"/>
          <p:cNvSpPr txBox="1">
            <a:spLocks noGrp="1"/>
          </p:cNvSpPr>
          <p:nvPr>
            <p:ph type="body" idx="1"/>
          </p:nvPr>
        </p:nvSpPr>
        <p:spPr>
          <a:xfrm>
            <a:off x="180975" y="16675768"/>
            <a:ext cx="1447800" cy="1364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Introduce responder safety as the highest priority during spill response. Explain that all operations must be planned and executed to protect personnel, the public and the environment.</a:t>
            </a:r>
          </a:p>
        </p:txBody>
      </p:sp>
      <p:sp>
        <p:nvSpPr>
          <p:cNvPr id="540" name="Google Shape;540;p1:notes"/>
          <p:cNvSpPr txBox="1">
            <a:spLocks noGrp="1"/>
          </p:cNvSpPr>
          <p:nvPr>
            <p:ph type="sldNum" idx="12"/>
          </p:nvPr>
        </p:nvSpPr>
        <p:spPr>
          <a:xfrm>
            <a:off x="1025106" y="32912392"/>
            <a:ext cx="784225" cy="1738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the learning objectives and explain how hazard identification, risk assessment, PPE selection and site control all work together to reduce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1782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01C46BE9-C165-49A7-8470-16E4D2AC9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7DCCEBDC-B603-4415-B3FD-8096B746A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Ask participants why safety management during a spill may differ from routine operations. Discuss unfamiliar locations, changing conditions, extended shifts and exposure to contaminants.</a:t>
            </a: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37DC01D9-973B-411C-B826-BD5C32A94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A68F344B-B9FA-4BCE-B273-2E0000337C7B}" type="slidenum">
              <a:rPr lang="en-GB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B7E02EE-5B69-4EEF-A9FB-72580738E9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699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699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B0020092-7474-4604-A734-68BB3517E7CC}" type="slidenum">
              <a:rPr lang="en-GB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4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83A32EF6-007C-4538-BF68-A73DD78923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81AF5EF0-86E3-4CA0-A50B-EAD6EFF28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Facilitate a hazard identification exercise. Encourage participants to identify all hazards shown and discuss controls for each one.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9550" y="733425"/>
            <a:ext cx="6249988" cy="3665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Use the operational image to identify hazards associated with lifting operations, vehicle movements, vessels, weather, working near water and personnel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2955A-BAAA-4B6B-A6C2-9204F92B9F88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4494C090-F499-4DB9-A5BE-CC02896DB6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B210C4E-ED16-4CB5-898C-CC80403F97F2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7783A6B-2681-4EC4-8510-AF435A622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596CF38-96FB-4257-9599-F82C02C8B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t>Ask the question: who is responsible for safety? Lead participants to the conclusion that safety is everyone’s responsibility, from management to individual responders.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72393AF5-1D2A-4AD6-83C1-36ACC861A8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834B01EE-C601-48E6-9178-F10B47F4D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the properties of oil that may create hazards including flammability, toxicity, explosive vapours, oxygen displacement and hydrogen sulphide exposure. Explain weathering effects.</a:t>
            </a: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9A6159D3-9198-4E88-9B13-41555D425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C4E46F7C-E0A8-4712-87DA-96BFE4947947}" type="slidenum">
              <a:rPr lang="en-GB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3B1856D2-9F68-498B-9EDB-41B2599DDF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F1FB169A-9670-4226-A6A1-6B0F699C4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Explain that every spill environment is different. Discuss offshore, shoreline, inland and urban environments and the hazards that may be unique to each.</a:t>
            </a: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51E1E5FA-56C7-44A6-BD78-7F32EF197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CF8AB938-11A5-4909-AEB2-994EEA888AF9}" type="slidenum">
              <a:rPr lang="en-GB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environmental factors affecting safety including temperature, precipitation, exposure routes and changing product characteristics.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manual handling risks. Explain correct lifting techniques, use of mechanical aids, team lifts and workforce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DCC5D44-99CF-4159-B393-F14D5189D0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FE87E435-CEE9-4713-93C4-69C9C67E13C8}" type="slidenum">
              <a:rPr lang="en-GB" altLang="en-US" sz="1200">
                <a:latin typeface="Times New Roman" panose="02020603050405020304" pitchFamily="18" charset="0"/>
              </a:rPr>
              <a:pPr/>
              <a:t>11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6330936B-F068-4613-9855-2A6AB655F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C0100FF5-ABF1-4329-B535-9413D95D4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equipment-related hazards shown in each image and discuss safe lifting, isolation procedures, moving parts and hose safety.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51E9A17E-0705-41B5-BFAB-ACDCBF06FA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C619CE8D-2D22-4740-9763-2A34608D6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Discuss human factors. Fatigue, communication failures, inexperience and poor supervision are frequently involved in incidents.</a:t>
            </a: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BBFA925F-6EF6-4D80-8921-192389839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196B6105-A6CF-4A07-9A4F-F5BCD47D909B}" type="slidenum">
              <a:rPr lang="en-GB" altLang="en-US" sz="1200">
                <a:latin typeface="Times New Roman" panose="02020603050405020304" pitchFamily="18" charset="0"/>
              </a:rPr>
              <a:pPr/>
              <a:t>12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09550" y="733425"/>
            <a:ext cx="6249988" cy="3665538"/>
          </a:xfrm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wildlife hazards and explain the importance of local knowledge. Discuss insects, reptiles, large animals and marine life as location-specific hazards.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1pPr>
            <a:lvl2pPr marL="704759" indent="-271061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2pPr>
            <a:lvl3pPr marL="1084245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3pPr>
            <a:lvl4pPr marL="1517943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4pPr>
            <a:lvl5pPr marL="1951640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5pPr>
            <a:lvl6pPr marL="2385338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6pPr>
            <a:lvl7pPr marL="2819036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7pPr>
            <a:lvl8pPr marL="3252734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8pPr>
            <a:lvl9pPr marL="3686431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9pPr>
          </a:lstStyle>
          <a:p>
            <a:fld id="{F518E03C-CABC-486F-A7AF-6BEC81BE29E4}" type="slidenum">
              <a:rPr lang="en-GB" sz="1100">
                <a:latin typeface="Times New Roman" panose="02020603050405020304" pitchFamily="18" charset="0"/>
              </a:rPr>
              <a:pPr/>
              <a:t>13</a:t>
            </a:fld>
            <a:endParaRPr lang="en-GB" sz="1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25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Facilitate a group discussion on risk mitigation. Record participant suggestions and relate them to the hierarchy of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2955A-BAAA-4B6B-A6C2-9204F92B9F88}" type="slidenum">
              <a:rPr lang="en-GB" smtClean="0"/>
              <a:pPr/>
              <a:t>14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09550" y="733425"/>
            <a:ext cx="6249988" cy="366553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t>Explain the key elements of a safe operation: risk assessment, briefing, site control, medical planning and PPE.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9D17BF-A9BC-48F4-9273-0D5FD3986946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strategic risk assessment undertaken by management. Consider worst-case scenarios including evacuation, gas release and secondary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site-specific risk assessments. Clarify the difference between a hazard and a risk and how formal assessments are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F3117640-B0C4-4422-B009-4E1261479F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BE56FE3D-9197-4168-9C35-A06BB913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the purpose of safety briefings. Emphasise communication of hazards, controls, emergency procedures and changes to conditions.</a:t>
            </a: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384C2494-1B07-4E04-BBA3-09CE82259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A89B1055-2454-44D9-B38C-58078E492DA8}" type="slidenum">
              <a:rPr lang="en-GB" altLang="en-US" sz="1200">
                <a:latin typeface="Times New Roman" panose="02020603050405020304" pitchFamily="18" charset="0"/>
              </a:rPr>
              <a:pPr/>
              <a:t>18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9550" y="733425"/>
            <a:ext cx="6249988" cy="3665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Discuss site entry requirements including gas monitoring, site surveys, emergency plans and understanding shoreline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2955A-BAAA-4B6B-A6C2-9204F92B9F88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7670828D-8FC8-4D19-A5B2-50853E040A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F0D265B4-9898-4B13-B189-679E1B77B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Explain acute and chronic exposure hazards. Review hydrocarbon gases, oxygen deficiency, hydrogen sulphide and VOC exposure risks.</a:t>
            </a: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6E6A8655-677C-44F9-B49D-10E77AB17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7C817DEB-C0B6-4EB9-9973-DB6513E32AFD}" type="slidenum">
              <a:rPr lang="en-GB" altLang="en-US" sz="1200">
                <a:latin typeface="Times New Roman" panose="02020603050405020304" pitchFamily="18" charset="0"/>
              </a:rPr>
              <a:pPr/>
              <a:t>20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94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>
            <a:extLst>
              <a:ext uri="{FF2B5EF4-FFF2-40B4-BE49-F238E27FC236}">
                <a16:creationId xmlns:a16="http://schemas.microsoft.com/office/drawing/2014/main" id="{7670828D-8FC8-4D19-A5B2-50853E040A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>
            <a:extLst>
              <a:ext uri="{FF2B5EF4-FFF2-40B4-BE49-F238E27FC236}">
                <a16:creationId xmlns:a16="http://schemas.microsoft.com/office/drawing/2014/main" id="{F0D265B4-9898-4B13-B189-679E1B77B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exposure limit examples and explain why occupational exposure standards must be monitored and respected.</a:t>
            </a:r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6E6A8655-677C-44F9-B49D-10E77AB17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7C817DEB-C0B6-4EB9-9973-DB6513E32AFD}" type="slidenum">
              <a:rPr lang="en-GB" altLang="en-US" sz="1200">
                <a:latin typeface="Times New Roman" panose="02020603050405020304" pitchFamily="18" charset="0"/>
              </a:rPr>
              <a:pPr/>
              <a:t>21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72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09550" y="733425"/>
            <a:ext cx="6249988" cy="3665538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Discuss PPE selection principles. Explain that PPE is the final layer of protection after other controls have been implemented.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1pPr>
            <a:lvl2pPr marL="704759" indent="-271061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2pPr>
            <a:lvl3pPr marL="1084245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3pPr>
            <a:lvl4pPr marL="1517943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4pPr>
            <a:lvl5pPr marL="1951640" indent="-216849" defTabSz="897514">
              <a:defRPr sz="2300">
                <a:solidFill>
                  <a:schemeClr val="tx1"/>
                </a:solidFill>
                <a:latin typeface="Franklin Gothic Demi Cond" pitchFamily="34" charset="0"/>
              </a:defRPr>
            </a:lvl5pPr>
            <a:lvl6pPr marL="2385338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6pPr>
            <a:lvl7pPr marL="2819036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7pPr>
            <a:lvl8pPr marL="3252734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8pPr>
            <a:lvl9pPr marL="3686431" indent="-216849" defTabSz="897514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Franklin Gothic Demi Cond" pitchFamily="34" charset="0"/>
              </a:defRPr>
            </a:lvl9pPr>
          </a:lstStyle>
          <a:p>
            <a:fld id="{9D644936-5211-462D-9F82-F297F3712399}" type="slidenum">
              <a:rPr lang="en-GB" sz="1100">
                <a:latin typeface="Times New Roman" panose="02020603050405020304" pitchFamily="18" charset="0"/>
              </a:rPr>
              <a:pPr/>
              <a:t>22</a:t>
            </a:fld>
            <a:endParaRPr lang="en-GB" sz="1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766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BF2B6BC2-81B7-4936-9742-B4D9BF639F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63E0515A-8A20-4314-A4F4-5EE00D224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t>Review common PPE used during spill response and discuss minimum standards and task-specific requirements.</a:t>
            </a: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65E1062A-191D-4DC2-B288-D2CF3726F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fld id="{19D83F7C-7EC4-4651-8655-E471206DBD0C}" type="slidenum">
              <a:rPr lang="en-GB" altLang="en-US" sz="1200">
                <a:latin typeface="Times New Roman" panose="02020603050405020304" pitchFamily="18" charset="0"/>
              </a:rPr>
              <a:pPr/>
              <a:t>23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situations where specialised PPE may be required, including respiratory protection, chemical suits and immersion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Review site zoning. Explain the purpose of hot, warm and cold zones and the functions of decontamination, welfare and command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2955A-BAAA-4B6B-A6C2-9204F92B9F88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access control measures. Explain barriers, defined routes, signage, security and movement control within the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decontamination prevents the spread of contamination and protects responders, equipment and the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resources that may require decontamination including tools, vehicles, PPE, personnel and public access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a warm zone should operate, including supervision, water supply, waste management and contamination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examples to show a fully developed decontamination system and discuss advantages over basic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9550" y="733425"/>
            <a:ext cx="6249988" cy="3665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Facilitate the exercise. Ask participants to prepare and deliver a short safety briefing covering hazards, controls and PPE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2955A-BAAA-4B6B-A6C2-9204F92B9F88}" type="slidenum">
              <a:rPr lang="en-GB" smtClean="0"/>
              <a:pPr/>
              <a:t>31</a:t>
            </a:fld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Debrief exercise findings. Discuss strengths and any hazards that may have been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Continue review of hazard identification and reinforce key learning points from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mitigation measures for the hazards shown and challenge participants to identify additional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operational planning considerations and how safety requirements should influence work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lessons learned from previous incidents and the importance of continuous monitoring and supervision.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major safety themes including planning, communication, leadership and individual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80C05C4-623D-4113-B6BF-8E6AAF8C54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E8E8FF7-6F9D-45E7-8553-C8238AEB6F0A}" type="slidenum">
              <a:rPr lang="en-GB" altLang="en-US"/>
              <a:pPr/>
              <a:t>38</a:t>
            </a:fld>
            <a:endParaRPr lang="en-GB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EA9354-AB22-4CBF-820D-C509E1DB4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1EB5118-8E83-410C-B411-B54198493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t>Use the image to identify marine response hazards such as slips, trips, falls, sinking risk, collision and seasickness.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Review the learning outcomes and confirm participants can identify hazards, implement controls, conduct safety assessments and explain site control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073E37-28B6-45BB-8BC7-DAB37045298D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21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94" y="1132177"/>
            <a:ext cx="7560711" cy="624817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A86FC-4745-4C7D-B81B-1CD5258F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86A4-6416-4283-BDD4-15C21460E6CC}" type="datetime1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E2B329-E901-4621-9C38-20E18D11A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594" y="2892000"/>
            <a:ext cx="4071236" cy="1641146"/>
          </a:xfrm>
          <a:noFill/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3768" cap="all" baseline="0"/>
            </a:lvl1pPr>
            <a:lvl2pPr marL="391546" indent="0" algn="l">
              <a:buFontTx/>
              <a:buNone/>
              <a:defRPr/>
            </a:lvl2pPr>
            <a:lvl3pPr marL="783092" indent="0" algn="l">
              <a:buFontTx/>
              <a:buNone/>
              <a:defRPr/>
            </a:lvl3pPr>
            <a:lvl4pPr marL="1174638" indent="0" algn="l">
              <a:buFontTx/>
              <a:buNone/>
              <a:defRPr/>
            </a:lvl4pPr>
            <a:lvl5pPr marL="1566184" indent="0" algn="l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048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94" y="1132177"/>
            <a:ext cx="7560711" cy="62481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E2B329-E901-4621-9C38-20E18D11A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594" y="2892000"/>
            <a:ext cx="4071236" cy="1641146"/>
          </a:xfrm>
          <a:noFill/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3768" cap="all" baseline="0">
                <a:solidFill>
                  <a:schemeClr val="tx1"/>
                </a:solidFill>
              </a:defRPr>
            </a:lvl1pPr>
            <a:lvl2pPr marL="391546" indent="0" algn="l">
              <a:buFontTx/>
              <a:buNone/>
              <a:defRPr/>
            </a:lvl2pPr>
            <a:lvl3pPr marL="783092" indent="0" algn="l">
              <a:buFontTx/>
              <a:buNone/>
              <a:defRPr/>
            </a:lvl3pPr>
            <a:lvl4pPr marL="1174638" indent="0" algn="l">
              <a:buFontTx/>
              <a:buNone/>
              <a:defRPr/>
            </a:lvl4pPr>
            <a:lvl5pPr marL="1566184" indent="0" algn="l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8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ligh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532" y="507359"/>
            <a:ext cx="5268733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89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dark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BB9449-7D51-4579-B64D-A89E6BB256D9}"/>
              </a:ext>
            </a:extLst>
          </p:cNvPr>
          <p:cNvSpPr/>
          <p:nvPr userDrawn="1"/>
        </p:nvSpPr>
        <p:spPr>
          <a:xfrm>
            <a:off x="0" y="5800951"/>
            <a:ext cx="10440988" cy="328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1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90" y="507359"/>
            <a:ext cx="6931376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92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dark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94" y="1132177"/>
            <a:ext cx="5558505" cy="624817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E2B329-E901-4621-9C38-20E18D11A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22763" y="2892000"/>
            <a:ext cx="5210054" cy="1641146"/>
          </a:xfrm>
          <a:noFill/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3768" cap="all" baseline="0"/>
            </a:lvl1pPr>
            <a:lvl2pPr marL="391546" indent="0" algn="l">
              <a:buFontTx/>
              <a:buNone/>
              <a:defRPr/>
            </a:lvl2pPr>
            <a:lvl3pPr marL="783092" indent="0" algn="l">
              <a:buFontTx/>
              <a:buNone/>
              <a:defRPr/>
            </a:lvl3pPr>
            <a:lvl4pPr marL="1174638" indent="0" algn="l">
              <a:buFontTx/>
              <a:buNone/>
              <a:defRPr/>
            </a:lvl4pPr>
            <a:lvl5pPr marL="1566184" indent="0" algn="l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D5F30643-B49A-48A8-B4B6-08C128492C7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0433" y="0"/>
            <a:ext cx="4800476" cy="6129814"/>
          </a:xfrm>
          <a:custGeom>
            <a:avLst/>
            <a:gdLst>
              <a:gd name="connsiteX0" fmla="*/ 0 w 7588250"/>
              <a:gd name="connsiteY0" fmla="*/ 0 h 6858000"/>
              <a:gd name="connsiteX1" fmla="*/ 7588250 w 7588250"/>
              <a:gd name="connsiteY1" fmla="*/ 0 h 6858000"/>
              <a:gd name="connsiteX2" fmla="*/ 7588250 w 7588250"/>
              <a:gd name="connsiteY2" fmla="*/ 6858000 h 6858000"/>
              <a:gd name="connsiteX3" fmla="*/ 0 w 7588250"/>
              <a:gd name="connsiteY3" fmla="*/ 6858000 h 6858000"/>
              <a:gd name="connsiteX4" fmla="*/ 0 w 7588250"/>
              <a:gd name="connsiteY4" fmla="*/ 0 h 6858000"/>
              <a:gd name="connsiteX0" fmla="*/ 0 w 7588250"/>
              <a:gd name="connsiteY0" fmla="*/ 0 h 6867426"/>
              <a:gd name="connsiteX1" fmla="*/ 7588250 w 7588250"/>
              <a:gd name="connsiteY1" fmla="*/ 0 h 6867426"/>
              <a:gd name="connsiteX2" fmla="*/ 7588250 w 7588250"/>
              <a:gd name="connsiteY2" fmla="*/ 6858000 h 6867426"/>
              <a:gd name="connsiteX3" fmla="*/ 3327662 w 7588250"/>
              <a:gd name="connsiteY3" fmla="*/ 6867426 h 6867426"/>
              <a:gd name="connsiteX4" fmla="*/ 0 w 7588250"/>
              <a:gd name="connsiteY4" fmla="*/ 0 h 6867426"/>
              <a:gd name="connsiteX0" fmla="*/ 0 w 5605542"/>
              <a:gd name="connsiteY0" fmla="*/ 0 h 6876479"/>
              <a:gd name="connsiteX1" fmla="*/ 5605542 w 5605542"/>
              <a:gd name="connsiteY1" fmla="*/ 9053 h 6876479"/>
              <a:gd name="connsiteX2" fmla="*/ 5605542 w 5605542"/>
              <a:gd name="connsiteY2" fmla="*/ 6867053 h 6876479"/>
              <a:gd name="connsiteX3" fmla="*/ 1344954 w 5605542"/>
              <a:gd name="connsiteY3" fmla="*/ 6876479 h 6876479"/>
              <a:gd name="connsiteX4" fmla="*/ 0 w 5605542"/>
              <a:gd name="connsiteY4" fmla="*/ 0 h 6876479"/>
              <a:gd name="connsiteX0" fmla="*/ 0 w 5605542"/>
              <a:gd name="connsiteY0" fmla="*/ 0 h 6867426"/>
              <a:gd name="connsiteX1" fmla="*/ 5605542 w 5605542"/>
              <a:gd name="connsiteY1" fmla="*/ 9053 h 6867426"/>
              <a:gd name="connsiteX2" fmla="*/ 5605542 w 5605542"/>
              <a:gd name="connsiteY2" fmla="*/ 6867053 h 6867426"/>
              <a:gd name="connsiteX3" fmla="*/ 3273341 w 5605542"/>
              <a:gd name="connsiteY3" fmla="*/ 6867426 h 6867426"/>
              <a:gd name="connsiteX4" fmla="*/ 0 w 5605542"/>
              <a:gd name="connsiteY4" fmla="*/ 0 h 68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05542" h="6867426">
                <a:moveTo>
                  <a:pt x="0" y="0"/>
                </a:moveTo>
                <a:lnTo>
                  <a:pt x="5605542" y="9053"/>
                </a:lnTo>
                <a:lnTo>
                  <a:pt x="5605542" y="6867053"/>
                </a:lnTo>
                <a:lnTo>
                  <a:pt x="3273341" y="6867426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       Click icon to add picture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13080" y="5792659"/>
            <a:ext cx="2240536" cy="328742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19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ligh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5">
            <a:extLst>
              <a:ext uri="{FF2B5EF4-FFF2-40B4-BE49-F238E27FC236}">
                <a16:creationId xmlns:a16="http://schemas.microsoft.com/office/drawing/2014/main" id="{E94AA719-84FF-43C5-A4C6-6A17DF8393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95106" y="-3"/>
            <a:ext cx="4936223" cy="4711157"/>
          </a:xfrm>
          <a:custGeom>
            <a:avLst/>
            <a:gdLst>
              <a:gd name="connsiteX0" fmla="*/ 0 w 3849687"/>
              <a:gd name="connsiteY0" fmla="*/ 0 h 5530851"/>
              <a:gd name="connsiteX1" fmla="*/ 3849687 w 3849687"/>
              <a:gd name="connsiteY1" fmla="*/ 0 h 5530851"/>
              <a:gd name="connsiteX2" fmla="*/ 3849687 w 3849687"/>
              <a:gd name="connsiteY2" fmla="*/ 5530851 h 5530851"/>
              <a:gd name="connsiteX3" fmla="*/ 0 w 3849687"/>
              <a:gd name="connsiteY3" fmla="*/ 5530851 h 5530851"/>
              <a:gd name="connsiteX4" fmla="*/ 0 w 3849687"/>
              <a:gd name="connsiteY4" fmla="*/ 0 h 5530851"/>
              <a:gd name="connsiteX0" fmla="*/ 1494264 w 3849687"/>
              <a:gd name="connsiteY0" fmla="*/ 0 h 5530851"/>
              <a:gd name="connsiteX1" fmla="*/ 3849687 w 3849687"/>
              <a:gd name="connsiteY1" fmla="*/ 0 h 5530851"/>
              <a:gd name="connsiteX2" fmla="*/ 3849687 w 3849687"/>
              <a:gd name="connsiteY2" fmla="*/ 5530851 h 5530851"/>
              <a:gd name="connsiteX3" fmla="*/ 0 w 3849687"/>
              <a:gd name="connsiteY3" fmla="*/ 5530851 h 5530851"/>
              <a:gd name="connsiteX4" fmla="*/ 1494264 w 3849687"/>
              <a:gd name="connsiteY4" fmla="*/ 0 h 5530851"/>
              <a:gd name="connsiteX0" fmla="*/ 2442117 w 4797540"/>
              <a:gd name="connsiteY0" fmla="*/ 0 h 5530851"/>
              <a:gd name="connsiteX1" fmla="*/ 4797540 w 4797540"/>
              <a:gd name="connsiteY1" fmla="*/ 0 h 5530851"/>
              <a:gd name="connsiteX2" fmla="*/ 4797540 w 4797540"/>
              <a:gd name="connsiteY2" fmla="*/ 5530851 h 5530851"/>
              <a:gd name="connsiteX3" fmla="*/ 0 w 4797540"/>
              <a:gd name="connsiteY3" fmla="*/ 5274373 h 5530851"/>
              <a:gd name="connsiteX4" fmla="*/ 2442117 w 4797540"/>
              <a:gd name="connsiteY4" fmla="*/ 0 h 5530851"/>
              <a:gd name="connsiteX0" fmla="*/ 2442117 w 4797540"/>
              <a:gd name="connsiteY0" fmla="*/ 0 h 5274373"/>
              <a:gd name="connsiteX1" fmla="*/ 4797540 w 4797540"/>
              <a:gd name="connsiteY1" fmla="*/ 0 h 5274373"/>
              <a:gd name="connsiteX2" fmla="*/ 3303277 w 4797540"/>
              <a:gd name="connsiteY2" fmla="*/ 5118256 h 5274373"/>
              <a:gd name="connsiteX3" fmla="*/ 0 w 4797540"/>
              <a:gd name="connsiteY3" fmla="*/ 5274373 h 5274373"/>
              <a:gd name="connsiteX4" fmla="*/ 2442117 w 4797540"/>
              <a:gd name="connsiteY4" fmla="*/ 0 h 5274373"/>
              <a:gd name="connsiteX0" fmla="*/ 2442117 w 5555823"/>
              <a:gd name="connsiteY0" fmla="*/ 0 h 5274373"/>
              <a:gd name="connsiteX1" fmla="*/ 5555823 w 5555823"/>
              <a:gd name="connsiteY1" fmla="*/ 0 h 5274373"/>
              <a:gd name="connsiteX2" fmla="*/ 3303277 w 5555823"/>
              <a:gd name="connsiteY2" fmla="*/ 5118256 h 5274373"/>
              <a:gd name="connsiteX3" fmla="*/ 0 w 5555823"/>
              <a:gd name="connsiteY3" fmla="*/ 5274373 h 5274373"/>
              <a:gd name="connsiteX4" fmla="*/ 2442117 w 5555823"/>
              <a:gd name="connsiteY4" fmla="*/ 0 h 5274373"/>
              <a:gd name="connsiteX0" fmla="*/ 2442117 w 5555823"/>
              <a:gd name="connsiteY0" fmla="*/ 0 h 5307827"/>
              <a:gd name="connsiteX1" fmla="*/ 5555823 w 5555823"/>
              <a:gd name="connsiteY1" fmla="*/ 0 h 5307827"/>
              <a:gd name="connsiteX2" fmla="*/ 3303277 w 5555823"/>
              <a:gd name="connsiteY2" fmla="*/ 5307827 h 5307827"/>
              <a:gd name="connsiteX3" fmla="*/ 0 w 5555823"/>
              <a:gd name="connsiteY3" fmla="*/ 5274373 h 5307827"/>
              <a:gd name="connsiteX4" fmla="*/ 2442117 w 5555823"/>
              <a:gd name="connsiteY4" fmla="*/ 0 h 5307827"/>
              <a:gd name="connsiteX0" fmla="*/ 2442117 w 5745394"/>
              <a:gd name="connsiteY0" fmla="*/ 0 h 5307827"/>
              <a:gd name="connsiteX1" fmla="*/ 5745394 w 5745394"/>
              <a:gd name="connsiteY1" fmla="*/ 22302 h 5307827"/>
              <a:gd name="connsiteX2" fmla="*/ 3303277 w 5745394"/>
              <a:gd name="connsiteY2" fmla="*/ 5307827 h 5307827"/>
              <a:gd name="connsiteX3" fmla="*/ 0 w 5745394"/>
              <a:gd name="connsiteY3" fmla="*/ 5274373 h 5307827"/>
              <a:gd name="connsiteX4" fmla="*/ 2442117 w 5745394"/>
              <a:gd name="connsiteY4" fmla="*/ 0 h 5307827"/>
              <a:gd name="connsiteX0" fmla="*/ 2442117 w 5745394"/>
              <a:gd name="connsiteY0" fmla="*/ 0 h 5311559"/>
              <a:gd name="connsiteX1" fmla="*/ 5745394 w 5745394"/>
              <a:gd name="connsiteY1" fmla="*/ 22302 h 5311559"/>
              <a:gd name="connsiteX2" fmla="*/ 3299544 w 5745394"/>
              <a:gd name="connsiteY2" fmla="*/ 5311559 h 5311559"/>
              <a:gd name="connsiteX3" fmla="*/ 0 w 5745394"/>
              <a:gd name="connsiteY3" fmla="*/ 5274373 h 5311559"/>
              <a:gd name="connsiteX4" fmla="*/ 2442117 w 5745394"/>
              <a:gd name="connsiteY4" fmla="*/ 0 h 5311559"/>
              <a:gd name="connsiteX0" fmla="*/ 2442117 w 5745394"/>
              <a:gd name="connsiteY0" fmla="*/ 0 h 5296630"/>
              <a:gd name="connsiteX1" fmla="*/ 5745394 w 5745394"/>
              <a:gd name="connsiteY1" fmla="*/ 22302 h 5296630"/>
              <a:gd name="connsiteX2" fmla="*/ 3307008 w 5745394"/>
              <a:gd name="connsiteY2" fmla="*/ 5296630 h 5296630"/>
              <a:gd name="connsiteX3" fmla="*/ 0 w 5745394"/>
              <a:gd name="connsiteY3" fmla="*/ 5274373 h 5296630"/>
              <a:gd name="connsiteX4" fmla="*/ 2442117 w 5745394"/>
              <a:gd name="connsiteY4" fmla="*/ 0 h 5296630"/>
              <a:gd name="connsiteX0" fmla="*/ 2427188 w 5730465"/>
              <a:gd name="connsiteY0" fmla="*/ 0 h 5296630"/>
              <a:gd name="connsiteX1" fmla="*/ 5730465 w 5730465"/>
              <a:gd name="connsiteY1" fmla="*/ 22302 h 5296630"/>
              <a:gd name="connsiteX2" fmla="*/ 3292079 w 5730465"/>
              <a:gd name="connsiteY2" fmla="*/ 5296630 h 5296630"/>
              <a:gd name="connsiteX3" fmla="*/ 0 w 5730465"/>
              <a:gd name="connsiteY3" fmla="*/ 5293034 h 5296630"/>
              <a:gd name="connsiteX4" fmla="*/ 2427188 w 5730465"/>
              <a:gd name="connsiteY4" fmla="*/ 0 h 5296630"/>
              <a:gd name="connsiteX0" fmla="*/ 2438385 w 5730465"/>
              <a:gd name="connsiteY0" fmla="*/ 91 h 5274328"/>
              <a:gd name="connsiteX1" fmla="*/ 5730465 w 5730465"/>
              <a:gd name="connsiteY1" fmla="*/ 0 h 5274328"/>
              <a:gd name="connsiteX2" fmla="*/ 3292079 w 5730465"/>
              <a:gd name="connsiteY2" fmla="*/ 5274328 h 5274328"/>
              <a:gd name="connsiteX3" fmla="*/ 0 w 5730465"/>
              <a:gd name="connsiteY3" fmla="*/ 5270732 h 5274328"/>
              <a:gd name="connsiteX4" fmla="*/ 2438385 w 5730465"/>
              <a:gd name="connsiteY4" fmla="*/ 91 h 5274328"/>
              <a:gd name="connsiteX0" fmla="*/ 2438385 w 5752859"/>
              <a:gd name="connsiteY0" fmla="*/ 91 h 5274328"/>
              <a:gd name="connsiteX1" fmla="*/ 5752859 w 5752859"/>
              <a:gd name="connsiteY1" fmla="*/ 0 h 5274328"/>
              <a:gd name="connsiteX2" fmla="*/ 3292079 w 5752859"/>
              <a:gd name="connsiteY2" fmla="*/ 5274328 h 5274328"/>
              <a:gd name="connsiteX3" fmla="*/ 0 w 5752859"/>
              <a:gd name="connsiteY3" fmla="*/ 5270732 h 5274328"/>
              <a:gd name="connsiteX4" fmla="*/ 2438385 w 5752859"/>
              <a:gd name="connsiteY4" fmla="*/ 91 h 5274328"/>
              <a:gd name="connsiteX0" fmla="*/ 2438385 w 5764055"/>
              <a:gd name="connsiteY0" fmla="*/ 3823 h 5278060"/>
              <a:gd name="connsiteX1" fmla="*/ 5764055 w 5764055"/>
              <a:gd name="connsiteY1" fmla="*/ 0 h 5278060"/>
              <a:gd name="connsiteX2" fmla="*/ 3292079 w 5764055"/>
              <a:gd name="connsiteY2" fmla="*/ 5278060 h 5278060"/>
              <a:gd name="connsiteX3" fmla="*/ 0 w 5764055"/>
              <a:gd name="connsiteY3" fmla="*/ 5274464 h 5278060"/>
              <a:gd name="connsiteX4" fmla="*/ 2438385 w 5764055"/>
              <a:gd name="connsiteY4" fmla="*/ 3823 h 527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4055" h="5278060">
                <a:moveTo>
                  <a:pt x="2438385" y="3823"/>
                </a:moveTo>
                <a:lnTo>
                  <a:pt x="5764055" y="0"/>
                </a:lnTo>
                <a:lnTo>
                  <a:pt x="3292079" y="5278060"/>
                </a:lnTo>
                <a:lnTo>
                  <a:pt x="0" y="5274464"/>
                </a:lnTo>
                <a:lnTo>
                  <a:pt x="2438385" y="3823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  Click icon to add picture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B9449-7D51-4579-B64D-A89E6BB256D9}"/>
              </a:ext>
            </a:extLst>
          </p:cNvPr>
          <p:cNvSpPr/>
          <p:nvPr userDrawn="1"/>
        </p:nvSpPr>
        <p:spPr>
          <a:xfrm>
            <a:off x="0" y="5800951"/>
            <a:ext cx="10440988" cy="328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1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90" y="507359"/>
            <a:ext cx="6931376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9FA06B72-55AF-48F0-A44F-F029893ACA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7875" y="1"/>
            <a:ext cx="3797588" cy="5084806"/>
          </a:xfrm>
          <a:custGeom>
            <a:avLst/>
            <a:gdLst>
              <a:gd name="connsiteX0" fmla="*/ 0 w 1793155"/>
              <a:gd name="connsiteY0" fmla="*/ 0 h 5719763"/>
              <a:gd name="connsiteX1" fmla="*/ 1793155 w 1793155"/>
              <a:gd name="connsiteY1" fmla="*/ 0 h 5719763"/>
              <a:gd name="connsiteX2" fmla="*/ 1793155 w 1793155"/>
              <a:gd name="connsiteY2" fmla="*/ 5719763 h 5719763"/>
              <a:gd name="connsiteX3" fmla="*/ 0 w 1793155"/>
              <a:gd name="connsiteY3" fmla="*/ 5719763 h 5719763"/>
              <a:gd name="connsiteX4" fmla="*/ 0 w 1793155"/>
              <a:gd name="connsiteY4" fmla="*/ 0 h 5719763"/>
              <a:gd name="connsiteX0" fmla="*/ 2639505 w 4432660"/>
              <a:gd name="connsiteY0" fmla="*/ 0 h 5719763"/>
              <a:gd name="connsiteX1" fmla="*/ 4432660 w 4432660"/>
              <a:gd name="connsiteY1" fmla="*/ 0 h 5719763"/>
              <a:gd name="connsiteX2" fmla="*/ 4432660 w 4432660"/>
              <a:gd name="connsiteY2" fmla="*/ 5719763 h 5719763"/>
              <a:gd name="connsiteX3" fmla="*/ 0 w 4432660"/>
              <a:gd name="connsiteY3" fmla="*/ 5700909 h 5719763"/>
              <a:gd name="connsiteX4" fmla="*/ 2639505 w 4432660"/>
              <a:gd name="connsiteY4" fmla="*/ 0 h 5719763"/>
              <a:gd name="connsiteX0" fmla="*/ 2639505 w 4432660"/>
              <a:gd name="connsiteY0" fmla="*/ 0 h 5710337"/>
              <a:gd name="connsiteX1" fmla="*/ 4432660 w 4432660"/>
              <a:gd name="connsiteY1" fmla="*/ 0 h 5710337"/>
              <a:gd name="connsiteX2" fmla="*/ 1764874 w 4432660"/>
              <a:gd name="connsiteY2" fmla="*/ 5710337 h 5710337"/>
              <a:gd name="connsiteX3" fmla="*/ 0 w 4432660"/>
              <a:gd name="connsiteY3" fmla="*/ 5700909 h 5710337"/>
              <a:gd name="connsiteX4" fmla="*/ 2639505 w 4432660"/>
              <a:gd name="connsiteY4" fmla="*/ 0 h 5710337"/>
              <a:gd name="connsiteX0" fmla="*/ 2639505 w 4432660"/>
              <a:gd name="connsiteY0" fmla="*/ 0 h 5710337"/>
              <a:gd name="connsiteX1" fmla="*/ 4432660 w 4432660"/>
              <a:gd name="connsiteY1" fmla="*/ 0 h 5710337"/>
              <a:gd name="connsiteX2" fmla="*/ 1783727 w 4432660"/>
              <a:gd name="connsiteY2" fmla="*/ 5710337 h 5710337"/>
              <a:gd name="connsiteX3" fmla="*/ 0 w 4432660"/>
              <a:gd name="connsiteY3" fmla="*/ 5700909 h 5710337"/>
              <a:gd name="connsiteX4" fmla="*/ 2639505 w 4432660"/>
              <a:gd name="connsiteY4" fmla="*/ 0 h 5710337"/>
              <a:gd name="connsiteX0" fmla="*/ 2432116 w 4225271"/>
              <a:gd name="connsiteY0" fmla="*/ 0 h 5710337"/>
              <a:gd name="connsiteX1" fmla="*/ 4225271 w 4225271"/>
              <a:gd name="connsiteY1" fmla="*/ 0 h 5710337"/>
              <a:gd name="connsiteX2" fmla="*/ 1576338 w 4225271"/>
              <a:gd name="connsiteY2" fmla="*/ 5710337 h 5710337"/>
              <a:gd name="connsiteX3" fmla="*/ 0 w 4225271"/>
              <a:gd name="connsiteY3" fmla="*/ 5670259 h 5710337"/>
              <a:gd name="connsiteX4" fmla="*/ 2432116 w 4225271"/>
              <a:gd name="connsiteY4" fmla="*/ 0 h 5710337"/>
              <a:gd name="connsiteX0" fmla="*/ 2432116 w 4225271"/>
              <a:gd name="connsiteY0" fmla="*/ 0 h 5689903"/>
              <a:gd name="connsiteX1" fmla="*/ 4225271 w 4225271"/>
              <a:gd name="connsiteY1" fmla="*/ 0 h 5689903"/>
              <a:gd name="connsiteX2" fmla="*/ 3301443 w 4225271"/>
              <a:gd name="connsiteY2" fmla="*/ 5689903 h 5689903"/>
              <a:gd name="connsiteX3" fmla="*/ 0 w 4225271"/>
              <a:gd name="connsiteY3" fmla="*/ 5670259 h 5689903"/>
              <a:gd name="connsiteX4" fmla="*/ 2432116 w 4225271"/>
              <a:gd name="connsiteY4" fmla="*/ 0 h 5689903"/>
              <a:gd name="connsiteX0" fmla="*/ 2441543 w 4234698"/>
              <a:gd name="connsiteY0" fmla="*/ 0 h 5689903"/>
              <a:gd name="connsiteX1" fmla="*/ 4234698 w 4234698"/>
              <a:gd name="connsiteY1" fmla="*/ 0 h 5689903"/>
              <a:gd name="connsiteX2" fmla="*/ 3310870 w 4234698"/>
              <a:gd name="connsiteY2" fmla="*/ 5689903 h 5689903"/>
              <a:gd name="connsiteX3" fmla="*/ 0 w 4234698"/>
              <a:gd name="connsiteY3" fmla="*/ 5649827 h 5689903"/>
              <a:gd name="connsiteX4" fmla="*/ 2441543 w 4234698"/>
              <a:gd name="connsiteY4" fmla="*/ 0 h 5689903"/>
              <a:gd name="connsiteX0" fmla="*/ 2431815 w 4224970"/>
              <a:gd name="connsiteY0" fmla="*/ 0 h 5702540"/>
              <a:gd name="connsiteX1" fmla="*/ 4224970 w 4224970"/>
              <a:gd name="connsiteY1" fmla="*/ 0 h 5702540"/>
              <a:gd name="connsiteX2" fmla="*/ 3301142 w 4224970"/>
              <a:gd name="connsiteY2" fmla="*/ 5689903 h 5702540"/>
              <a:gd name="connsiteX3" fmla="*/ 0 w 4224970"/>
              <a:gd name="connsiteY3" fmla="*/ 5702540 h 5702540"/>
              <a:gd name="connsiteX4" fmla="*/ 2431815 w 4224970"/>
              <a:gd name="connsiteY4" fmla="*/ 0 h 5702540"/>
              <a:gd name="connsiteX0" fmla="*/ 2431815 w 4224970"/>
              <a:gd name="connsiteY0" fmla="*/ 0 h 5705717"/>
              <a:gd name="connsiteX1" fmla="*/ 4224970 w 4224970"/>
              <a:gd name="connsiteY1" fmla="*/ 0 h 5705717"/>
              <a:gd name="connsiteX2" fmla="*/ 3306006 w 4224970"/>
              <a:gd name="connsiteY2" fmla="*/ 5705717 h 5705717"/>
              <a:gd name="connsiteX3" fmla="*/ 0 w 4224970"/>
              <a:gd name="connsiteY3" fmla="*/ 5702540 h 5705717"/>
              <a:gd name="connsiteX4" fmla="*/ 2431815 w 4224970"/>
              <a:gd name="connsiteY4" fmla="*/ 0 h 5705717"/>
              <a:gd name="connsiteX0" fmla="*/ 2451271 w 4224970"/>
              <a:gd name="connsiteY0" fmla="*/ 0 h 5721530"/>
              <a:gd name="connsiteX1" fmla="*/ 4224970 w 4224970"/>
              <a:gd name="connsiteY1" fmla="*/ 15813 h 5721530"/>
              <a:gd name="connsiteX2" fmla="*/ 3306006 w 4224970"/>
              <a:gd name="connsiteY2" fmla="*/ 5721530 h 5721530"/>
              <a:gd name="connsiteX3" fmla="*/ 0 w 4224970"/>
              <a:gd name="connsiteY3" fmla="*/ 5718353 h 5721530"/>
              <a:gd name="connsiteX4" fmla="*/ 2451271 w 4224970"/>
              <a:gd name="connsiteY4" fmla="*/ 0 h 5721530"/>
              <a:gd name="connsiteX0" fmla="*/ 2446408 w 4224970"/>
              <a:gd name="connsiteY0" fmla="*/ 0 h 5721530"/>
              <a:gd name="connsiteX1" fmla="*/ 4224970 w 4224970"/>
              <a:gd name="connsiteY1" fmla="*/ 15813 h 5721530"/>
              <a:gd name="connsiteX2" fmla="*/ 3306006 w 4224970"/>
              <a:gd name="connsiteY2" fmla="*/ 5721530 h 5721530"/>
              <a:gd name="connsiteX3" fmla="*/ 0 w 4224970"/>
              <a:gd name="connsiteY3" fmla="*/ 5718353 h 5721530"/>
              <a:gd name="connsiteX4" fmla="*/ 2446408 w 4224970"/>
              <a:gd name="connsiteY4" fmla="*/ 0 h 5721530"/>
              <a:gd name="connsiteX0" fmla="*/ 2446408 w 4224970"/>
              <a:gd name="connsiteY0" fmla="*/ 0 h 5721530"/>
              <a:gd name="connsiteX1" fmla="*/ 4224970 w 4224970"/>
              <a:gd name="connsiteY1" fmla="*/ 0 h 5721530"/>
              <a:gd name="connsiteX2" fmla="*/ 3306006 w 4224970"/>
              <a:gd name="connsiteY2" fmla="*/ 5721530 h 5721530"/>
              <a:gd name="connsiteX3" fmla="*/ 0 w 4224970"/>
              <a:gd name="connsiteY3" fmla="*/ 5718353 h 5721530"/>
              <a:gd name="connsiteX4" fmla="*/ 2446408 w 4224970"/>
              <a:gd name="connsiteY4" fmla="*/ 0 h 5721530"/>
              <a:gd name="connsiteX0" fmla="*/ 2446408 w 4224970"/>
              <a:gd name="connsiteY0" fmla="*/ 0 h 5718950"/>
              <a:gd name="connsiteX1" fmla="*/ 4224970 w 4224970"/>
              <a:gd name="connsiteY1" fmla="*/ 0 h 5718950"/>
              <a:gd name="connsiteX2" fmla="*/ 3296481 w 4224970"/>
              <a:gd name="connsiteY2" fmla="*/ 5718950 h 5718950"/>
              <a:gd name="connsiteX3" fmla="*/ 0 w 4224970"/>
              <a:gd name="connsiteY3" fmla="*/ 5718353 h 5718950"/>
              <a:gd name="connsiteX4" fmla="*/ 2446408 w 4224970"/>
              <a:gd name="connsiteY4" fmla="*/ 0 h 5718950"/>
              <a:gd name="connsiteX0" fmla="*/ 2446408 w 5473003"/>
              <a:gd name="connsiteY0" fmla="*/ 174096 h 5893046"/>
              <a:gd name="connsiteX1" fmla="*/ 5473003 w 5473003"/>
              <a:gd name="connsiteY1" fmla="*/ 0 h 5893046"/>
              <a:gd name="connsiteX2" fmla="*/ 3296481 w 5473003"/>
              <a:gd name="connsiteY2" fmla="*/ 5893046 h 5893046"/>
              <a:gd name="connsiteX3" fmla="*/ 0 w 5473003"/>
              <a:gd name="connsiteY3" fmla="*/ 5892449 h 5893046"/>
              <a:gd name="connsiteX4" fmla="*/ 2446408 w 5473003"/>
              <a:gd name="connsiteY4" fmla="*/ 174096 h 5893046"/>
              <a:gd name="connsiteX0" fmla="*/ 2446408 w 5732495"/>
              <a:gd name="connsiteY0" fmla="*/ 0 h 5718950"/>
              <a:gd name="connsiteX1" fmla="*/ 5732495 w 5732495"/>
              <a:gd name="connsiteY1" fmla="*/ 40176 h 5718950"/>
              <a:gd name="connsiteX2" fmla="*/ 3296481 w 5732495"/>
              <a:gd name="connsiteY2" fmla="*/ 5718950 h 5718950"/>
              <a:gd name="connsiteX3" fmla="*/ 0 w 5732495"/>
              <a:gd name="connsiteY3" fmla="*/ 5718353 h 5718950"/>
              <a:gd name="connsiteX4" fmla="*/ 2446408 w 5732495"/>
              <a:gd name="connsiteY4" fmla="*/ 0 h 5718950"/>
              <a:gd name="connsiteX0" fmla="*/ 2446408 w 5720138"/>
              <a:gd name="connsiteY0" fmla="*/ 0 h 5718950"/>
              <a:gd name="connsiteX1" fmla="*/ 5720138 w 5720138"/>
              <a:gd name="connsiteY1" fmla="*/ 26783 h 5718950"/>
              <a:gd name="connsiteX2" fmla="*/ 3296481 w 5720138"/>
              <a:gd name="connsiteY2" fmla="*/ 5718950 h 5718950"/>
              <a:gd name="connsiteX3" fmla="*/ 0 w 5720138"/>
              <a:gd name="connsiteY3" fmla="*/ 5718353 h 5718950"/>
              <a:gd name="connsiteX4" fmla="*/ 2446408 w 5720138"/>
              <a:gd name="connsiteY4" fmla="*/ 0 h 5718950"/>
              <a:gd name="connsiteX0" fmla="*/ 2656473 w 5930203"/>
              <a:gd name="connsiteY0" fmla="*/ 0 h 6173681"/>
              <a:gd name="connsiteX1" fmla="*/ 5930203 w 5930203"/>
              <a:gd name="connsiteY1" fmla="*/ 26783 h 6173681"/>
              <a:gd name="connsiteX2" fmla="*/ 3506546 w 5930203"/>
              <a:gd name="connsiteY2" fmla="*/ 5718950 h 6173681"/>
              <a:gd name="connsiteX3" fmla="*/ 0 w 5930203"/>
              <a:gd name="connsiteY3" fmla="*/ 6173681 h 6173681"/>
              <a:gd name="connsiteX4" fmla="*/ 2656473 w 5930203"/>
              <a:gd name="connsiteY4" fmla="*/ 0 h 6173681"/>
              <a:gd name="connsiteX0" fmla="*/ 2656473 w 5930203"/>
              <a:gd name="connsiteY0" fmla="*/ 0 h 6173681"/>
              <a:gd name="connsiteX1" fmla="*/ 5930203 w 5930203"/>
              <a:gd name="connsiteY1" fmla="*/ 26783 h 6173681"/>
              <a:gd name="connsiteX2" fmla="*/ 1702460 w 5930203"/>
              <a:gd name="connsiteY2" fmla="*/ 6134101 h 6173681"/>
              <a:gd name="connsiteX3" fmla="*/ 0 w 5930203"/>
              <a:gd name="connsiteY3" fmla="*/ 6173681 h 6173681"/>
              <a:gd name="connsiteX4" fmla="*/ 2656473 w 5930203"/>
              <a:gd name="connsiteY4" fmla="*/ 0 h 6173681"/>
              <a:gd name="connsiteX0" fmla="*/ 2656473 w 4410322"/>
              <a:gd name="connsiteY0" fmla="*/ 0 h 6173681"/>
              <a:gd name="connsiteX1" fmla="*/ 4410322 w 4410322"/>
              <a:gd name="connsiteY1" fmla="*/ 26783 h 6173681"/>
              <a:gd name="connsiteX2" fmla="*/ 1702460 w 4410322"/>
              <a:gd name="connsiteY2" fmla="*/ 6134101 h 6173681"/>
              <a:gd name="connsiteX3" fmla="*/ 0 w 4410322"/>
              <a:gd name="connsiteY3" fmla="*/ 6173681 h 6173681"/>
              <a:gd name="connsiteX4" fmla="*/ 2656473 w 4410322"/>
              <a:gd name="connsiteY4" fmla="*/ 0 h 6173681"/>
              <a:gd name="connsiteX0" fmla="*/ 2656473 w 4410322"/>
              <a:gd name="connsiteY0" fmla="*/ 0 h 6192396"/>
              <a:gd name="connsiteX1" fmla="*/ 4410322 w 4410322"/>
              <a:gd name="connsiteY1" fmla="*/ 26783 h 6192396"/>
              <a:gd name="connsiteX2" fmla="*/ 1729354 w 4410322"/>
              <a:gd name="connsiteY2" fmla="*/ 6192396 h 6192396"/>
              <a:gd name="connsiteX3" fmla="*/ 0 w 4410322"/>
              <a:gd name="connsiteY3" fmla="*/ 6173681 h 6192396"/>
              <a:gd name="connsiteX4" fmla="*/ 2656473 w 4410322"/>
              <a:gd name="connsiteY4" fmla="*/ 0 h 6192396"/>
              <a:gd name="connsiteX0" fmla="*/ 2656473 w 4410322"/>
              <a:gd name="connsiteY0" fmla="*/ 0 h 6177822"/>
              <a:gd name="connsiteX1" fmla="*/ 4410322 w 4410322"/>
              <a:gd name="connsiteY1" fmla="*/ 26783 h 6177822"/>
              <a:gd name="connsiteX2" fmla="*/ 1729354 w 4410322"/>
              <a:gd name="connsiteY2" fmla="*/ 6177822 h 6177822"/>
              <a:gd name="connsiteX3" fmla="*/ 0 w 4410322"/>
              <a:gd name="connsiteY3" fmla="*/ 6173681 h 6177822"/>
              <a:gd name="connsiteX4" fmla="*/ 2656473 w 4410322"/>
              <a:gd name="connsiteY4" fmla="*/ 0 h 6177822"/>
              <a:gd name="connsiteX0" fmla="*/ 2656473 w 4410322"/>
              <a:gd name="connsiteY0" fmla="*/ 0 h 6181093"/>
              <a:gd name="connsiteX1" fmla="*/ 4410322 w 4410322"/>
              <a:gd name="connsiteY1" fmla="*/ 26783 h 6181093"/>
              <a:gd name="connsiteX2" fmla="*/ 1744443 w 4410322"/>
              <a:gd name="connsiteY2" fmla="*/ 6181093 h 6181093"/>
              <a:gd name="connsiteX3" fmla="*/ 0 w 4410322"/>
              <a:gd name="connsiteY3" fmla="*/ 6173681 h 6181093"/>
              <a:gd name="connsiteX4" fmla="*/ 2656473 w 4410322"/>
              <a:gd name="connsiteY4" fmla="*/ 0 h 6181093"/>
              <a:gd name="connsiteX0" fmla="*/ 2656473 w 4410322"/>
              <a:gd name="connsiteY0" fmla="*/ 0 h 6174551"/>
              <a:gd name="connsiteX1" fmla="*/ 4410322 w 4410322"/>
              <a:gd name="connsiteY1" fmla="*/ 26783 h 6174551"/>
              <a:gd name="connsiteX2" fmla="*/ 1741425 w 4410322"/>
              <a:gd name="connsiteY2" fmla="*/ 6174551 h 6174551"/>
              <a:gd name="connsiteX3" fmla="*/ 0 w 4410322"/>
              <a:gd name="connsiteY3" fmla="*/ 6173681 h 6174551"/>
              <a:gd name="connsiteX4" fmla="*/ 2656473 w 4410322"/>
              <a:gd name="connsiteY4" fmla="*/ 0 h 6174551"/>
              <a:gd name="connsiteX0" fmla="*/ 2650437 w 4404286"/>
              <a:gd name="connsiteY0" fmla="*/ 0 h 6174551"/>
              <a:gd name="connsiteX1" fmla="*/ 4404286 w 4404286"/>
              <a:gd name="connsiteY1" fmla="*/ 26783 h 6174551"/>
              <a:gd name="connsiteX2" fmla="*/ 1735389 w 4404286"/>
              <a:gd name="connsiteY2" fmla="*/ 6174551 h 6174551"/>
              <a:gd name="connsiteX3" fmla="*/ 0 w 4404286"/>
              <a:gd name="connsiteY3" fmla="*/ 6170411 h 6174551"/>
              <a:gd name="connsiteX4" fmla="*/ 2650437 w 4404286"/>
              <a:gd name="connsiteY4" fmla="*/ 0 h 6174551"/>
              <a:gd name="connsiteX0" fmla="*/ 2644402 w 4398251"/>
              <a:gd name="connsiteY0" fmla="*/ 0 h 6174551"/>
              <a:gd name="connsiteX1" fmla="*/ 4398251 w 4398251"/>
              <a:gd name="connsiteY1" fmla="*/ 26783 h 6174551"/>
              <a:gd name="connsiteX2" fmla="*/ 1729354 w 4398251"/>
              <a:gd name="connsiteY2" fmla="*/ 6174551 h 6174551"/>
              <a:gd name="connsiteX3" fmla="*/ 0 w 4398251"/>
              <a:gd name="connsiteY3" fmla="*/ 6167141 h 6174551"/>
              <a:gd name="connsiteX4" fmla="*/ 2644402 w 4398251"/>
              <a:gd name="connsiteY4" fmla="*/ 0 h 6174551"/>
              <a:gd name="connsiteX0" fmla="*/ 2644402 w 4434465"/>
              <a:gd name="connsiteY0" fmla="*/ 0 h 6174551"/>
              <a:gd name="connsiteX1" fmla="*/ 4434465 w 4434465"/>
              <a:gd name="connsiteY1" fmla="*/ 618 h 6174551"/>
              <a:gd name="connsiteX2" fmla="*/ 1729354 w 4434465"/>
              <a:gd name="connsiteY2" fmla="*/ 6174551 h 6174551"/>
              <a:gd name="connsiteX3" fmla="*/ 0 w 4434465"/>
              <a:gd name="connsiteY3" fmla="*/ 6167141 h 6174551"/>
              <a:gd name="connsiteX4" fmla="*/ 2644402 w 4434465"/>
              <a:gd name="connsiteY4" fmla="*/ 0 h 6174551"/>
              <a:gd name="connsiteX0" fmla="*/ 2644402 w 4434465"/>
              <a:gd name="connsiteY0" fmla="*/ 0 h 6174551"/>
              <a:gd name="connsiteX1" fmla="*/ 4434465 w 4434465"/>
              <a:gd name="connsiteY1" fmla="*/ 618 h 6174551"/>
              <a:gd name="connsiteX2" fmla="*/ 1729354 w 4434465"/>
              <a:gd name="connsiteY2" fmla="*/ 6174551 h 6174551"/>
              <a:gd name="connsiteX3" fmla="*/ 0 w 4434465"/>
              <a:gd name="connsiteY3" fmla="*/ 6167141 h 6174551"/>
              <a:gd name="connsiteX4" fmla="*/ 2644402 w 4434465"/>
              <a:gd name="connsiteY4" fmla="*/ 0 h 6174551"/>
              <a:gd name="connsiteX0" fmla="*/ 2629313 w 4434465"/>
              <a:gd name="connsiteY0" fmla="*/ 12464 h 6173933"/>
              <a:gd name="connsiteX1" fmla="*/ 4434465 w 4434465"/>
              <a:gd name="connsiteY1" fmla="*/ 0 h 6173933"/>
              <a:gd name="connsiteX2" fmla="*/ 1729354 w 4434465"/>
              <a:gd name="connsiteY2" fmla="*/ 6173933 h 6173933"/>
              <a:gd name="connsiteX3" fmla="*/ 0 w 4434465"/>
              <a:gd name="connsiteY3" fmla="*/ 6166523 h 6173933"/>
              <a:gd name="connsiteX4" fmla="*/ 2629313 w 4434465"/>
              <a:gd name="connsiteY4" fmla="*/ 12464 h 6173933"/>
              <a:gd name="connsiteX0" fmla="*/ 2626295 w 4434465"/>
              <a:gd name="connsiteY0" fmla="*/ 9194 h 6173933"/>
              <a:gd name="connsiteX1" fmla="*/ 4434465 w 4434465"/>
              <a:gd name="connsiteY1" fmla="*/ 0 h 6173933"/>
              <a:gd name="connsiteX2" fmla="*/ 1729354 w 4434465"/>
              <a:gd name="connsiteY2" fmla="*/ 6173933 h 6173933"/>
              <a:gd name="connsiteX3" fmla="*/ 0 w 4434465"/>
              <a:gd name="connsiteY3" fmla="*/ 6166523 h 6173933"/>
              <a:gd name="connsiteX4" fmla="*/ 2626295 w 4434465"/>
              <a:gd name="connsiteY4" fmla="*/ 9194 h 6173933"/>
              <a:gd name="connsiteX0" fmla="*/ 2638366 w 4434465"/>
              <a:gd name="connsiteY0" fmla="*/ 2652 h 6173933"/>
              <a:gd name="connsiteX1" fmla="*/ 4434465 w 4434465"/>
              <a:gd name="connsiteY1" fmla="*/ 0 h 6173933"/>
              <a:gd name="connsiteX2" fmla="*/ 1729354 w 4434465"/>
              <a:gd name="connsiteY2" fmla="*/ 6173933 h 6173933"/>
              <a:gd name="connsiteX3" fmla="*/ 0 w 4434465"/>
              <a:gd name="connsiteY3" fmla="*/ 6166523 h 6173933"/>
              <a:gd name="connsiteX4" fmla="*/ 2638366 w 4434465"/>
              <a:gd name="connsiteY4" fmla="*/ 2652 h 617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4465" h="6173933">
                <a:moveTo>
                  <a:pt x="2638366" y="2652"/>
                </a:moveTo>
                <a:lnTo>
                  <a:pt x="4434465" y="0"/>
                </a:lnTo>
                <a:lnTo>
                  <a:pt x="1729354" y="6173933"/>
                </a:lnTo>
                <a:lnTo>
                  <a:pt x="0" y="6166523"/>
                </a:lnTo>
                <a:lnTo>
                  <a:pt x="2638366" y="2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876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light with botto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BB9449-7D51-4579-B64D-A89E6BB256D9}"/>
              </a:ext>
            </a:extLst>
          </p:cNvPr>
          <p:cNvSpPr/>
          <p:nvPr userDrawn="1"/>
        </p:nvSpPr>
        <p:spPr>
          <a:xfrm>
            <a:off x="0" y="5800951"/>
            <a:ext cx="10440988" cy="328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1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90" y="507359"/>
            <a:ext cx="6931376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07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no stripes botto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BB9449-7D51-4579-B64D-A89E6BB256D9}"/>
              </a:ext>
            </a:extLst>
          </p:cNvPr>
          <p:cNvSpPr/>
          <p:nvPr userDrawn="1"/>
        </p:nvSpPr>
        <p:spPr>
          <a:xfrm>
            <a:off x="0" y="5800951"/>
            <a:ext cx="10440988" cy="328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15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63" y="507359"/>
            <a:ext cx="7966804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512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all dark top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90" y="507359"/>
            <a:ext cx="6931376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36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all dark botto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5866-FDC3-4F47-AA1C-0F4363A1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890" y="507359"/>
            <a:ext cx="8523243" cy="47734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408F3-66CB-4EF6-9CB4-A98DBDDD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6594" y="5792659"/>
            <a:ext cx="2240536" cy="3287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9FA2-A483-4942-956D-D10B2830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B285BA-4781-4F8C-B1F9-E566D9363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3282" y="1453832"/>
            <a:ext cx="9590852" cy="4177289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070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129D-CE64-4A1D-8583-D7F5B9E7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5429C-E88D-4C16-AE40-1F21B08E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5B75-0443-4BA1-BB6C-A2439D18ED0B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7016F-21E7-4D68-92DB-9D2C92F9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462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45697-88F2-4C91-B0F1-503D3E36E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0210E-5D22-48D1-8D23-5B7CE8D08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557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220499" y="3604824"/>
            <a:ext cx="4493469" cy="2176498"/>
          </a:xfrm>
          <a:prstGeom prst="rect">
            <a:avLst/>
          </a:prstGeom>
        </p:spPr>
        <p:txBody>
          <a:bodyPr vert="horz" lIns="0" tIns="0" rIns="0" bIns="0" numCol="1" spcCol="0"/>
          <a:lstStyle>
            <a:lvl1pPr marL="0" indent="0">
              <a:lnSpc>
                <a:spcPts val="1643"/>
              </a:lnSpc>
              <a:spcBef>
                <a:spcPts val="896"/>
              </a:spcBef>
              <a:spcAft>
                <a:spcPts val="896"/>
              </a:spcAft>
              <a:buNone/>
              <a:defRPr sz="1494" b="1" i="0">
                <a:solidFill>
                  <a:srgbClr val="597B7C"/>
                </a:solidFill>
                <a:latin typeface="Helvetica"/>
                <a:cs typeface="Helvetica"/>
              </a:defRPr>
            </a:lvl1pPr>
            <a:lvl2pPr marL="0" indent="0">
              <a:lnSpc>
                <a:spcPts val="1494"/>
              </a:lnSpc>
              <a:spcBef>
                <a:spcPts val="449"/>
              </a:spcBef>
              <a:spcAft>
                <a:spcPts val="0"/>
              </a:spcAft>
              <a:buNone/>
              <a:defRPr sz="1046" b="0" i="0">
                <a:solidFill>
                  <a:srgbClr val="597B7C"/>
                </a:solidFill>
                <a:latin typeface="Helvetica Light"/>
                <a:cs typeface="Helvetica Light"/>
              </a:defRPr>
            </a:lvl2pPr>
            <a:lvl3pPr marL="201610" indent="-201610">
              <a:lnSpc>
                <a:spcPts val="1494"/>
              </a:lnSpc>
              <a:spcBef>
                <a:spcPts val="449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charset="2"/>
              <a:buChar char="§"/>
              <a:defRPr sz="1046" b="0" i="0">
                <a:solidFill>
                  <a:srgbClr val="597B7C"/>
                </a:solidFill>
                <a:latin typeface="Helvetica Light"/>
                <a:cs typeface="Helvetica Light"/>
              </a:defRPr>
            </a:lvl3pPr>
            <a:lvl4pPr marL="399478" indent="-196775">
              <a:lnSpc>
                <a:spcPts val="1494"/>
              </a:lnSpc>
              <a:spcBef>
                <a:spcPts val="224"/>
              </a:spcBef>
              <a:spcAft>
                <a:spcPts val="0"/>
              </a:spcAft>
              <a:buFont typeface="Lucida Grande"/>
              <a:buChar char="–"/>
              <a:defRPr sz="1046" b="0" i="0">
                <a:solidFill>
                  <a:srgbClr val="597B7C"/>
                </a:solidFill>
                <a:latin typeface="Helvetica Light"/>
                <a:cs typeface="Helvetica Light"/>
              </a:defRPr>
            </a:lvl4pPr>
            <a:lvl5pPr marL="0" indent="0">
              <a:lnSpc>
                <a:spcPts val="1494"/>
              </a:lnSpc>
              <a:spcBef>
                <a:spcPts val="449"/>
              </a:spcBef>
              <a:spcAft>
                <a:spcPts val="0"/>
              </a:spcAft>
              <a:buNone/>
              <a:defRPr sz="1046" b="0" i="1">
                <a:solidFill>
                  <a:srgbClr val="597B7C"/>
                </a:solidFill>
                <a:latin typeface="Helvetica Light"/>
                <a:cs typeface="Helvetica Light"/>
              </a:defRPr>
            </a:lvl5pPr>
            <a:lvl6pPr marL="0" indent="0">
              <a:lnSpc>
                <a:spcPts val="1494"/>
              </a:lnSpc>
              <a:spcBef>
                <a:spcPts val="449"/>
              </a:spcBef>
              <a:buNone/>
              <a:defRPr sz="1046" b="1" i="0">
                <a:solidFill>
                  <a:srgbClr val="597B7C"/>
                </a:solidFill>
                <a:latin typeface="Helvetica"/>
                <a:cs typeface="Helvetica"/>
              </a:defRPr>
            </a:lvl6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45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6F6E-8675-4C27-A0A9-80792536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30EE-4ED8-4901-A8EC-2F4163CF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F036-4BE4-495D-B068-443F2064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5B75-0443-4BA1-BB6C-A2439D18ED0B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347D-1930-4F4F-A2B5-1C4F007F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462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298AB-7A9B-4AE9-813B-0780FD47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0210E-5D22-48D1-8D23-5B7CE8D08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773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1C214-2D3F-4630-88E5-03572288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5B75-0443-4BA1-BB6C-A2439D18ED0B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F6111-AD3F-4F27-BE6D-FD1580C5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462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1CC3C-A04E-409C-AF93-7F394868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0210E-5D22-48D1-8D23-5B7CE8D08F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4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BA72-7BA6-4AEF-B36D-33F86A92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DAF2F-22F4-4F80-A714-4C553791C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080" y="1628775"/>
            <a:ext cx="4417546" cy="38846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53DC5-C501-4800-9626-BB95AE2B3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4601" y="1628775"/>
            <a:ext cx="4419317" cy="38846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38B0F-BF56-4C49-833D-01EA3027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5B75-0443-4BA1-BB6C-A2439D18ED0B}" type="datetimeFigureOut">
              <a:rPr lang="en-GB" smtClean="0"/>
              <a:t>01/10/2026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51C2E-6D7A-4B1A-B001-ADBFBA61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462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62430-3A6D-4E0E-ADBB-DF3639A0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0210E-5D22-48D1-8D23-5B7CE8D08F6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9258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8DF74-D9E7-464C-8059-1AB977C62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903" y="1001715"/>
            <a:ext cx="7831184" cy="2132010"/>
          </a:xfrm>
        </p:spPr>
        <p:txBody>
          <a:bodyPr anchor="b"/>
          <a:lstStyle>
            <a:lvl1pPr algn="ctr">
              <a:defRPr sz="6692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3F55B-E5AF-4FE6-ADCF-3F0511A37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4903" y="3214686"/>
            <a:ext cx="7831184" cy="1477963"/>
          </a:xfrm>
        </p:spPr>
        <p:txBody>
          <a:bodyPr/>
          <a:lstStyle>
            <a:lvl1pPr marL="0" indent="0" algn="ctr">
              <a:buNone/>
              <a:defRPr sz="2677"/>
            </a:lvl1pPr>
            <a:lvl2pPr marL="509915" indent="0" algn="ctr">
              <a:buNone/>
              <a:defRPr sz="2231"/>
            </a:lvl2pPr>
            <a:lvl3pPr marL="1019830" indent="0" algn="ctr">
              <a:buNone/>
              <a:defRPr sz="2008"/>
            </a:lvl3pPr>
            <a:lvl4pPr marL="1529745" indent="0" algn="ctr">
              <a:buNone/>
              <a:defRPr sz="1784"/>
            </a:lvl4pPr>
            <a:lvl5pPr marL="2039661" indent="0" algn="ctr">
              <a:buNone/>
              <a:defRPr sz="1784"/>
            </a:lvl5pPr>
            <a:lvl6pPr marL="2549576" indent="0" algn="ctr">
              <a:buNone/>
              <a:defRPr sz="1784"/>
            </a:lvl6pPr>
            <a:lvl7pPr marL="3059491" indent="0" algn="ctr">
              <a:buNone/>
              <a:defRPr sz="1784"/>
            </a:lvl7pPr>
            <a:lvl8pPr marL="3569406" indent="0" algn="ctr">
              <a:buNone/>
              <a:defRPr sz="1784"/>
            </a:lvl8pPr>
            <a:lvl9pPr marL="4079321" indent="0" algn="ctr">
              <a:buNone/>
              <a:defRPr sz="1784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60BCA-B14E-4910-B68F-B17F61D5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9CE8E-FB75-4F87-BC58-B9AFD6F0866F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49C72-1CD8-48E3-9576-707BFF3E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462" y="5792659"/>
            <a:ext cx="2240536" cy="32874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2A14-7FEE-4C9A-B059-8ECA7C7E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915-F712-495A-824D-F9B7A96FCB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019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st Title ">
  <p:cSld name="Just Title 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9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Blue ">
  <p:cSld name="Title Slide Picture Blue ">
    <p:bg>
      <p:bgPr>
        <a:solidFill>
          <a:schemeClr val="accen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9" name="Google Shape;59;p16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349393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172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" type="title">
  <p:cSld name="Title Slide 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Arial"/>
              <a:buNone/>
              <a:defRPr sz="5138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8" name="Google Shape;68;p17"/>
          <p:cNvSpPr/>
          <p:nvPr/>
        </p:nvSpPr>
        <p:spPr>
          <a:xfrm>
            <a:off x="349393" y="514133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150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Blue">
  <p:cSld name="Title Slide Blue">
    <p:bg>
      <p:bgPr>
        <a:solidFill>
          <a:schemeClr val="accen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349393" y="512950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44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Light Blue">
  <p:cSld name="Title Slide Light Blue">
    <p:bg>
      <p:bgPr>
        <a:solidFill>
          <a:schemeClr val="accent6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79" name="Google Shape;79;p19"/>
          <p:cNvSpPr/>
          <p:nvPr/>
        </p:nvSpPr>
        <p:spPr>
          <a:xfrm>
            <a:off x="349393" y="512950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>
  <p:cSld name="Title Slide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349393" y="512950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0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49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">
  <p:cSld name="Title Slide Picture">
    <p:bg>
      <p:bgPr>
        <a:solidFill>
          <a:schemeClr val="lt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>
            <a:spLocks noGrp="1"/>
          </p:cNvSpPr>
          <p:nvPr>
            <p:ph type="pic" idx="2"/>
          </p:nvPr>
        </p:nvSpPr>
        <p:spPr>
          <a:xfrm>
            <a:off x="0" y="1"/>
            <a:ext cx="10440988" cy="6121400"/>
          </a:xfrm>
          <a:prstGeom prst="rect">
            <a:avLst/>
          </a:prstGeom>
          <a:solidFill>
            <a:srgbClr val="C9D4DC"/>
          </a:solidFill>
          <a:ln>
            <a:noFill/>
          </a:ln>
        </p:spPr>
      </p:sp>
      <p:sp>
        <p:nvSpPr>
          <p:cNvPr id="92" name="Google Shape;92;p21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3"/>
          </p:nvPr>
        </p:nvSpPr>
        <p:spPr>
          <a:xfrm>
            <a:off x="349393" y="514133"/>
            <a:ext cx="968052" cy="257067"/>
          </a:xfrm>
          <a:prstGeom prst="rect">
            <a:avLst/>
          </a:prstGeom>
          <a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SzPts val="100"/>
              <a:buFont typeface="Arial"/>
              <a:buNone/>
              <a:defRPr sz="100"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547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Yellow ">
  <p:cSld name="Title Slide Picture Yellow 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2" name="Google Shape;102;p22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Arial"/>
              <a:buNone/>
              <a:defRPr sz="5138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04" name="Google Shape;104;p22"/>
          <p:cNvSpPr/>
          <p:nvPr/>
        </p:nvSpPr>
        <p:spPr>
          <a:xfrm>
            <a:off x="349393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002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Light Blue ">
  <p:cSld name="Title Slide Picture Light Blue ">
    <p:bg>
      <p:bgPr>
        <a:solidFill>
          <a:schemeClr val="accent6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8" name="Google Shape;108;p23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1" name="Google Shape;111;p23"/>
          <p:cNvSpPr txBox="1">
            <a:spLocks noGrp="1"/>
          </p:cNvSpPr>
          <p:nvPr>
            <p:ph type="ctrTitle"/>
          </p:nvPr>
        </p:nvSpPr>
        <p:spPr>
          <a:xfrm>
            <a:off x="349393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subTitle" idx="1"/>
          </p:nvPr>
        </p:nvSpPr>
        <p:spPr>
          <a:xfrm>
            <a:off x="349393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349393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179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Yellow 2">
  <p:cSld name="Title Slide Picture Yellow 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>
            <a:spLocks noGrp="1"/>
          </p:cNvSpPr>
          <p:nvPr>
            <p:ph type="pic" idx="2"/>
          </p:nvPr>
        </p:nvSpPr>
        <p:spPr>
          <a:xfrm>
            <a:off x="1" y="0"/>
            <a:ext cx="5111255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6" name="Google Shape;116;p2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9" name="Google Shape;119;p24"/>
          <p:cNvSpPr txBox="1">
            <a:spLocks noGrp="1"/>
          </p:cNvSpPr>
          <p:nvPr>
            <p:ph type="ctrTitle"/>
          </p:nvPr>
        </p:nvSpPr>
        <p:spPr>
          <a:xfrm>
            <a:off x="5220495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Arial"/>
              <a:buNone/>
              <a:defRPr sz="5138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subTitle" idx="1"/>
          </p:nvPr>
        </p:nvSpPr>
        <p:spPr>
          <a:xfrm>
            <a:off x="5220495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9123062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35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Blue 2">
  <p:cSld name="Title Slide Picture Blue 2">
    <p:bg>
      <p:bgPr>
        <a:solidFill>
          <a:schemeClr val="accen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>
            <a:spLocks noGrp="1"/>
          </p:cNvSpPr>
          <p:nvPr>
            <p:ph type="pic" idx="2"/>
          </p:nvPr>
        </p:nvSpPr>
        <p:spPr>
          <a:xfrm>
            <a:off x="1" y="0"/>
            <a:ext cx="5111255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4" name="Google Shape;124;p25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7" name="Google Shape;127;p25"/>
          <p:cNvSpPr txBox="1">
            <a:spLocks noGrp="1"/>
          </p:cNvSpPr>
          <p:nvPr>
            <p:ph type="ctrTitle"/>
          </p:nvPr>
        </p:nvSpPr>
        <p:spPr>
          <a:xfrm>
            <a:off x="5220495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1"/>
          </p:nvPr>
        </p:nvSpPr>
        <p:spPr>
          <a:xfrm>
            <a:off x="5220495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29" name="Google Shape;129;p25"/>
          <p:cNvSpPr/>
          <p:nvPr/>
        </p:nvSpPr>
        <p:spPr>
          <a:xfrm>
            <a:off x="9123062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39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Picture Light Blue 2">
  <p:cSld name="Title Slide Picture Light Blue 2">
    <p:bg>
      <p:bgPr>
        <a:solidFill>
          <a:schemeClr val="accent6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>
            <a:spLocks noGrp="1"/>
          </p:cNvSpPr>
          <p:nvPr>
            <p:ph type="pic" idx="2"/>
          </p:nvPr>
        </p:nvSpPr>
        <p:spPr>
          <a:xfrm>
            <a:off x="1" y="0"/>
            <a:ext cx="5111255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2" name="Google Shape;132;p2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5" name="Google Shape;135;p26"/>
          <p:cNvSpPr txBox="1">
            <a:spLocks noGrp="1"/>
          </p:cNvSpPr>
          <p:nvPr>
            <p:ph type="ctrTitle"/>
          </p:nvPr>
        </p:nvSpPr>
        <p:spPr>
          <a:xfrm>
            <a:off x="5220495" y="1261122"/>
            <a:ext cx="4871101" cy="302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138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1"/>
          </p:nvPr>
        </p:nvSpPr>
        <p:spPr>
          <a:xfrm>
            <a:off x="5220495" y="4538997"/>
            <a:ext cx="4871101" cy="83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37" name="Google Shape;137;p26"/>
          <p:cNvSpPr/>
          <p:nvPr/>
        </p:nvSpPr>
        <p:spPr>
          <a:xfrm>
            <a:off x="9123062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506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Blue">
  <p:cSld name="Title and Content Blue">
    <p:bg>
      <p:bgPr>
        <a:solidFill>
          <a:schemeClr val="accent2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9742203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7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3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lt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0" name="Google Shape;150;p28"/>
          <p:cNvSpPr txBox="1">
            <a:spLocks noGrp="1"/>
          </p:cNvSpPr>
          <p:nvPr>
            <p:ph type="body" idx="1"/>
          </p:nvPr>
        </p:nvSpPr>
        <p:spPr>
          <a:xfrm>
            <a:off x="842192" y="1710950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8"/>
          <p:cNvSpPr>
            <a:spLocks noGrp="1"/>
          </p:cNvSpPr>
          <p:nvPr>
            <p:ph type="body" idx="2"/>
          </p:nvPr>
        </p:nvSpPr>
        <p:spPr>
          <a:xfrm>
            <a:off x="328830" y="1633635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52" name="Google Shape;152;p28"/>
          <p:cNvSpPr>
            <a:spLocks noGrp="1"/>
          </p:cNvSpPr>
          <p:nvPr>
            <p:ph type="body" idx="3"/>
          </p:nvPr>
        </p:nvSpPr>
        <p:spPr>
          <a:xfrm>
            <a:off x="328830" y="2289414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53" name="Google Shape;153;p28"/>
          <p:cNvSpPr>
            <a:spLocks noGrp="1"/>
          </p:cNvSpPr>
          <p:nvPr>
            <p:ph type="body" idx="4"/>
          </p:nvPr>
        </p:nvSpPr>
        <p:spPr>
          <a:xfrm>
            <a:off x="328830" y="2932152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54" name="Google Shape;154;p28"/>
          <p:cNvSpPr>
            <a:spLocks noGrp="1"/>
          </p:cNvSpPr>
          <p:nvPr>
            <p:ph type="body" idx="5"/>
          </p:nvPr>
        </p:nvSpPr>
        <p:spPr>
          <a:xfrm>
            <a:off x="328830" y="3574890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55" name="Google Shape;155;p28"/>
          <p:cNvSpPr>
            <a:spLocks noGrp="1"/>
          </p:cNvSpPr>
          <p:nvPr>
            <p:ph type="body" idx="6"/>
          </p:nvPr>
        </p:nvSpPr>
        <p:spPr>
          <a:xfrm>
            <a:off x="328830" y="4217629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body" idx="7"/>
          </p:nvPr>
        </p:nvSpPr>
        <p:spPr>
          <a:xfrm>
            <a:off x="842192" y="2353688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body" idx="8"/>
          </p:nvPr>
        </p:nvSpPr>
        <p:spPr>
          <a:xfrm>
            <a:off x="842192" y="2996426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9"/>
          </p:nvPr>
        </p:nvSpPr>
        <p:spPr>
          <a:xfrm>
            <a:off x="842192" y="3639164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3"/>
          </p:nvPr>
        </p:nvSpPr>
        <p:spPr>
          <a:xfrm>
            <a:off x="842192" y="4281903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4"/>
          </p:nvPr>
        </p:nvSpPr>
        <p:spPr>
          <a:xfrm>
            <a:off x="5836626" y="1710950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>
            <a:spLocks noGrp="1"/>
          </p:cNvSpPr>
          <p:nvPr>
            <p:ph type="body" idx="15"/>
          </p:nvPr>
        </p:nvSpPr>
        <p:spPr>
          <a:xfrm>
            <a:off x="5323264" y="1633635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62" name="Google Shape;162;p28"/>
          <p:cNvSpPr>
            <a:spLocks noGrp="1"/>
          </p:cNvSpPr>
          <p:nvPr>
            <p:ph type="body" idx="16"/>
          </p:nvPr>
        </p:nvSpPr>
        <p:spPr>
          <a:xfrm>
            <a:off x="5323264" y="2289414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63" name="Google Shape;163;p28"/>
          <p:cNvSpPr>
            <a:spLocks noGrp="1"/>
          </p:cNvSpPr>
          <p:nvPr>
            <p:ph type="body" idx="17"/>
          </p:nvPr>
        </p:nvSpPr>
        <p:spPr>
          <a:xfrm>
            <a:off x="5323264" y="2932152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64" name="Google Shape;164;p28"/>
          <p:cNvSpPr>
            <a:spLocks noGrp="1"/>
          </p:cNvSpPr>
          <p:nvPr>
            <p:ph type="body" idx="18"/>
          </p:nvPr>
        </p:nvSpPr>
        <p:spPr>
          <a:xfrm>
            <a:off x="5323264" y="3574890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65" name="Google Shape;165;p28"/>
          <p:cNvSpPr>
            <a:spLocks noGrp="1"/>
          </p:cNvSpPr>
          <p:nvPr>
            <p:ph type="body" idx="19"/>
          </p:nvPr>
        </p:nvSpPr>
        <p:spPr>
          <a:xfrm>
            <a:off x="5323264" y="4217629"/>
            <a:ext cx="369956" cy="385600"/>
          </a:xfrm>
          <a:prstGeom prst="ellipse">
            <a:avLst/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391546" lvl="0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1pPr>
            <a:lvl2pPr marL="783092" lvl="1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2pPr>
            <a:lvl3pPr marL="1174638" lvl="2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3pPr>
            <a:lvl4pPr marL="1566184" lvl="3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4pPr>
            <a:lvl5pPr marL="1957730" lvl="4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5pPr>
            <a:lvl6pPr marL="2349276" lvl="5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6pPr>
            <a:lvl7pPr marL="2740823" lvl="6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7pPr>
            <a:lvl8pPr marL="3132369" lvl="7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8pPr>
            <a:lvl9pPr marL="3523915" lvl="8" indent="-19577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20"/>
          </p:nvPr>
        </p:nvSpPr>
        <p:spPr>
          <a:xfrm>
            <a:off x="5836626" y="2353688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21"/>
          </p:nvPr>
        </p:nvSpPr>
        <p:spPr>
          <a:xfrm>
            <a:off x="5836626" y="2996426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22"/>
          </p:nvPr>
        </p:nvSpPr>
        <p:spPr>
          <a:xfrm>
            <a:off x="5836626" y="3639164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23"/>
          </p:nvPr>
        </p:nvSpPr>
        <p:spPr>
          <a:xfrm>
            <a:off x="5836626" y="4281903"/>
            <a:ext cx="4254970" cy="51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/>
            </a:lvl1pPr>
            <a:lvl2pPr marL="783092" lvl="1" indent="-19577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marL="1174638" lvl="2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3pPr>
            <a:lvl4pPr marL="1566184" lvl="3" indent="-28278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/>
            </a:lvl4pPr>
            <a:lvl5pPr marL="1957730" lvl="4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5pPr>
            <a:lvl6pPr marL="2349276" lvl="5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6pPr>
            <a:lvl7pPr marL="2740823" lvl="6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7pPr>
            <a:lvl8pPr marL="3132369" lvl="7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8pPr>
            <a:lvl9pPr marL="3523915" lvl="8" indent="-2719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720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">
  <p:cSld name="Section Header 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title"/>
          </p:nvPr>
        </p:nvSpPr>
        <p:spPr>
          <a:xfrm>
            <a:off x="349393" y="2803605"/>
            <a:ext cx="9742203" cy="173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  <a:defRPr sz="411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9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5" name="Google Shape;175;p29"/>
          <p:cNvSpPr txBox="1">
            <a:spLocks noGrp="1"/>
          </p:cNvSpPr>
          <p:nvPr>
            <p:ph type="subTitle" idx="1"/>
          </p:nvPr>
        </p:nvSpPr>
        <p:spPr>
          <a:xfrm>
            <a:off x="349393" y="4796093"/>
            <a:ext cx="9742203" cy="57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675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Light Blue">
  <p:cSld name="Section Header Light Blue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349393" y="2803605"/>
            <a:ext cx="9742203" cy="173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subTitle" idx="1"/>
          </p:nvPr>
        </p:nvSpPr>
        <p:spPr>
          <a:xfrm>
            <a:off x="349393" y="4796093"/>
            <a:ext cx="9742203" cy="57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673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Image">
  <p:cSld name="Section Header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2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4" name="Google Shape;194;p32"/>
          <p:cNvSpPr txBox="1">
            <a:spLocks noGrp="1"/>
          </p:cNvSpPr>
          <p:nvPr>
            <p:ph type="title"/>
          </p:nvPr>
        </p:nvSpPr>
        <p:spPr>
          <a:xfrm>
            <a:off x="349393" y="2803605"/>
            <a:ext cx="9742203" cy="173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2"/>
          <p:cNvSpPr txBox="1">
            <a:spLocks noGrp="1"/>
          </p:cNvSpPr>
          <p:nvPr>
            <p:ph type="subTitle" idx="1"/>
          </p:nvPr>
        </p:nvSpPr>
        <p:spPr>
          <a:xfrm>
            <a:off x="349393" y="4796093"/>
            <a:ext cx="9742203" cy="57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196" name="Google Shape;196;p32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754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Picture">
  <p:cSld name="Section Header Picture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349394" y="2803605"/>
            <a:ext cx="5487763" cy="173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  <a:defRPr sz="411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3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3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2" name="Google Shape;202;p33"/>
          <p:cNvSpPr txBox="1">
            <a:spLocks noGrp="1"/>
          </p:cNvSpPr>
          <p:nvPr>
            <p:ph type="subTitle" idx="1"/>
          </p:nvPr>
        </p:nvSpPr>
        <p:spPr>
          <a:xfrm>
            <a:off x="349394" y="4796093"/>
            <a:ext cx="5487763" cy="57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8238227" y="0"/>
            <a:ext cx="2202761" cy="4731819"/>
          </a:xfrm>
          <a:custGeom>
            <a:avLst/>
            <a:gdLst/>
            <a:ahLst/>
            <a:cxnLst/>
            <a:rect l="l" t="t" r="r" b="b"/>
            <a:pathLst>
              <a:path w="2572176" h="5301208" extrusionOk="0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3"/>
          <p:cNvSpPr>
            <a:spLocks noGrp="1"/>
          </p:cNvSpPr>
          <p:nvPr>
            <p:ph type="pic" idx="2"/>
          </p:nvPr>
        </p:nvSpPr>
        <p:spPr>
          <a:xfrm>
            <a:off x="5035495" y="0"/>
            <a:ext cx="5405493" cy="6121400"/>
          </a:xfrm>
          <a:prstGeom prst="rect">
            <a:avLst/>
          </a:prstGeom>
          <a:solidFill>
            <a:srgbClr val="C9D4DC"/>
          </a:solidFill>
          <a:ln>
            <a:noFill/>
          </a:ln>
        </p:spPr>
      </p:sp>
      <p:sp>
        <p:nvSpPr>
          <p:cNvPr id="205" name="Google Shape;205;p33"/>
          <p:cNvSpPr/>
          <p:nvPr/>
        </p:nvSpPr>
        <p:spPr>
          <a:xfrm>
            <a:off x="349393" y="516161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671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bg>
      <p:bgPr>
        <a:solidFill>
          <a:schemeClr val="accent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349393" y="1646543"/>
            <a:ext cx="8139412" cy="372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 b="1" i="0">
                <a:solidFill>
                  <a:schemeClr val="lt1"/>
                </a:solidFill>
              </a:defRPr>
            </a:lvl1pPr>
            <a:lvl2pPr marL="783092" lvl="1" indent="-195773" algn="l">
              <a:lnSpc>
                <a:spcPct val="110000"/>
              </a:lnSpc>
              <a:spcBef>
                <a:spcPts val="514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370" b="1">
                <a:solidFill>
                  <a:schemeClr val="accent4"/>
                </a:solidFill>
              </a:defRPr>
            </a:lvl2pPr>
            <a:lvl3pPr marL="1174638" lvl="2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3pPr>
            <a:lvl4pPr marL="1566184" lvl="3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4pPr>
            <a:lvl5pPr marL="1957730" lvl="4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5pPr>
            <a:lvl6pPr marL="2349276" lvl="5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6pPr>
            <a:lvl7pPr marL="2740823" lvl="6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7pPr>
            <a:lvl8pPr marL="3132369" lvl="7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8pPr>
            <a:lvl9pPr marL="3523915" lvl="8" indent="-195773" algn="l">
              <a:lnSpc>
                <a:spcPct val="9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  <a:defRPr sz="1028"/>
            </a:lvl9pPr>
          </a:lstStyle>
          <a:p>
            <a:endParaRPr/>
          </a:p>
        </p:txBody>
      </p:sp>
      <p:sp>
        <p:nvSpPr>
          <p:cNvPr id="211" name="Google Shape;211;p34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4"/>
          <p:cNvSpPr/>
          <p:nvPr/>
        </p:nvSpPr>
        <p:spPr>
          <a:xfrm>
            <a:off x="348416" y="1132486"/>
            <a:ext cx="384134" cy="385600"/>
          </a:xfrm>
          <a:custGeom>
            <a:avLst/>
            <a:gdLst/>
            <a:ahLst/>
            <a:cxnLst/>
            <a:rect l="l" t="t" r="r" b="b"/>
            <a:pathLst>
              <a:path w="596" h="574" extrusionOk="0">
                <a:moveTo>
                  <a:pt x="596" y="27"/>
                </a:moveTo>
                <a:lnTo>
                  <a:pt x="595" y="21"/>
                </a:lnTo>
                <a:lnTo>
                  <a:pt x="594" y="16"/>
                </a:lnTo>
                <a:lnTo>
                  <a:pt x="593" y="11"/>
                </a:lnTo>
                <a:lnTo>
                  <a:pt x="591" y="7"/>
                </a:lnTo>
                <a:lnTo>
                  <a:pt x="587" y="4"/>
                </a:lnTo>
                <a:lnTo>
                  <a:pt x="585" y="3"/>
                </a:lnTo>
                <a:lnTo>
                  <a:pt x="583" y="2"/>
                </a:lnTo>
                <a:lnTo>
                  <a:pt x="580" y="1"/>
                </a:lnTo>
                <a:lnTo>
                  <a:pt x="578" y="0"/>
                </a:lnTo>
                <a:lnTo>
                  <a:pt x="571" y="0"/>
                </a:lnTo>
                <a:lnTo>
                  <a:pt x="530" y="0"/>
                </a:lnTo>
                <a:lnTo>
                  <a:pt x="520" y="0"/>
                </a:lnTo>
                <a:lnTo>
                  <a:pt x="516" y="1"/>
                </a:lnTo>
                <a:lnTo>
                  <a:pt x="512" y="3"/>
                </a:lnTo>
                <a:lnTo>
                  <a:pt x="508" y="4"/>
                </a:lnTo>
                <a:lnTo>
                  <a:pt x="504" y="6"/>
                </a:lnTo>
                <a:lnTo>
                  <a:pt x="501" y="9"/>
                </a:lnTo>
                <a:lnTo>
                  <a:pt x="498" y="11"/>
                </a:lnTo>
                <a:lnTo>
                  <a:pt x="495" y="15"/>
                </a:lnTo>
                <a:lnTo>
                  <a:pt x="492" y="18"/>
                </a:lnTo>
                <a:lnTo>
                  <a:pt x="487" y="28"/>
                </a:lnTo>
                <a:lnTo>
                  <a:pt x="485" y="33"/>
                </a:lnTo>
                <a:lnTo>
                  <a:pt x="482" y="39"/>
                </a:lnTo>
                <a:lnTo>
                  <a:pt x="478" y="52"/>
                </a:lnTo>
                <a:lnTo>
                  <a:pt x="346" y="522"/>
                </a:lnTo>
                <a:lnTo>
                  <a:pt x="344" y="528"/>
                </a:lnTo>
                <a:lnTo>
                  <a:pt x="343" y="534"/>
                </a:lnTo>
                <a:lnTo>
                  <a:pt x="343" y="539"/>
                </a:lnTo>
                <a:lnTo>
                  <a:pt x="343" y="544"/>
                </a:lnTo>
                <a:lnTo>
                  <a:pt x="343" y="551"/>
                </a:lnTo>
                <a:lnTo>
                  <a:pt x="345" y="557"/>
                </a:lnTo>
                <a:lnTo>
                  <a:pt x="347" y="562"/>
                </a:lnTo>
                <a:lnTo>
                  <a:pt x="350" y="566"/>
                </a:lnTo>
                <a:lnTo>
                  <a:pt x="354" y="570"/>
                </a:lnTo>
                <a:lnTo>
                  <a:pt x="359" y="572"/>
                </a:lnTo>
                <a:lnTo>
                  <a:pt x="362" y="573"/>
                </a:lnTo>
                <a:lnTo>
                  <a:pt x="366" y="574"/>
                </a:lnTo>
                <a:lnTo>
                  <a:pt x="373" y="574"/>
                </a:lnTo>
                <a:lnTo>
                  <a:pt x="425" y="574"/>
                </a:lnTo>
                <a:lnTo>
                  <a:pt x="435" y="574"/>
                </a:lnTo>
                <a:lnTo>
                  <a:pt x="440" y="573"/>
                </a:lnTo>
                <a:lnTo>
                  <a:pt x="444" y="571"/>
                </a:lnTo>
                <a:lnTo>
                  <a:pt x="449" y="570"/>
                </a:lnTo>
                <a:lnTo>
                  <a:pt x="453" y="568"/>
                </a:lnTo>
                <a:lnTo>
                  <a:pt x="461" y="562"/>
                </a:lnTo>
                <a:lnTo>
                  <a:pt x="464" y="559"/>
                </a:lnTo>
                <a:lnTo>
                  <a:pt x="467" y="555"/>
                </a:lnTo>
                <a:lnTo>
                  <a:pt x="473" y="546"/>
                </a:lnTo>
                <a:lnTo>
                  <a:pt x="475" y="541"/>
                </a:lnTo>
                <a:lnTo>
                  <a:pt x="477" y="535"/>
                </a:lnTo>
                <a:lnTo>
                  <a:pt x="481" y="522"/>
                </a:lnTo>
                <a:lnTo>
                  <a:pt x="593" y="52"/>
                </a:lnTo>
                <a:lnTo>
                  <a:pt x="594" y="45"/>
                </a:lnTo>
                <a:lnTo>
                  <a:pt x="595" y="38"/>
                </a:lnTo>
                <a:lnTo>
                  <a:pt x="596" y="32"/>
                </a:lnTo>
                <a:lnTo>
                  <a:pt x="596" y="27"/>
                </a:lnTo>
                <a:close/>
                <a:moveTo>
                  <a:pt x="253" y="27"/>
                </a:moveTo>
                <a:lnTo>
                  <a:pt x="253" y="21"/>
                </a:lnTo>
                <a:lnTo>
                  <a:pt x="252" y="16"/>
                </a:lnTo>
                <a:lnTo>
                  <a:pt x="250" y="11"/>
                </a:lnTo>
                <a:lnTo>
                  <a:pt x="248" y="7"/>
                </a:lnTo>
                <a:lnTo>
                  <a:pt x="244" y="4"/>
                </a:lnTo>
                <a:lnTo>
                  <a:pt x="242" y="3"/>
                </a:lnTo>
                <a:lnTo>
                  <a:pt x="240" y="2"/>
                </a:lnTo>
                <a:lnTo>
                  <a:pt x="238" y="1"/>
                </a:lnTo>
                <a:lnTo>
                  <a:pt x="235" y="0"/>
                </a:lnTo>
                <a:lnTo>
                  <a:pt x="228" y="0"/>
                </a:lnTo>
                <a:lnTo>
                  <a:pt x="187" y="0"/>
                </a:lnTo>
                <a:lnTo>
                  <a:pt x="178" y="0"/>
                </a:lnTo>
                <a:lnTo>
                  <a:pt x="173" y="1"/>
                </a:lnTo>
                <a:lnTo>
                  <a:pt x="169" y="3"/>
                </a:lnTo>
                <a:lnTo>
                  <a:pt x="165" y="4"/>
                </a:lnTo>
                <a:lnTo>
                  <a:pt x="162" y="6"/>
                </a:lnTo>
                <a:lnTo>
                  <a:pt x="158" y="9"/>
                </a:lnTo>
                <a:lnTo>
                  <a:pt x="155" y="11"/>
                </a:lnTo>
                <a:lnTo>
                  <a:pt x="152" y="15"/>
                </a:lnTo>
                <a:lnTo>
                  <a:pt x="149" y="18"/>
                </a:lnTo>
                <a:lnTo>
                  <a:pt x="143" y="28"/>
                </a:lnTo>
                <a:lnTo>
                  <a:pt x="141" y="33"/>
                </a:lnTo>
                <a:lnTo>
                  <a:pt x="138" y="39"/>
                </a:lnTo>
                <a:lnTo>
                  <a:pt x="134" y="52"/>
                </a:lnTo>
                <a:lnTo>
                  <a:pt x="3" y="522"/>
                </a:lnTo>
                <a:lnTo>
                  <a:pt x="2" y="528"/>
                </a:lnTo>
                <a:lnTo>
                  <a:pt x="1" y="534"/>
                </a:lnTo>
                <a:lnTo>
                  <a:pt x="0" y="539"/>
                </a:lnTo>
                <a:lnTo>
                  <a:pt x="0" y="544"/>
                </a:lnTo>
                <a:lnTo>
                  <a:pt x="1" y="551"/>
                </a:lnTo>
                <a:lnTo>
                  <a:pt x="2" y="557"/>
                </a:lnTo>
                <a:lnTo>
                  <a:pt x="4" y="562"/>
                </a:lnTo>
                <a:lnTo>
                  <a:pt x="7" y="566"/>
                </a:lnTo>
                <a:lnTo>
                  <a:pt x="11" y="570"/>
                </a:lnTo>
                <a:lnTo>
                  <a:pt x="16" y="572"/>
                </a:lnTo>
                <a:lnTo>
                  <a:pt x="19" y="573"/>
                </a:lnTo>
                <a:lnTo>
                  <a:pt x="23" y="574"/>
                </a:lnTo>
                <a:lnTo>
                  <a:pt x="30" y="574"/>
                </a:lnTo>
                <a:lnTo>
                  <a:pt x="82" y="574"/>
                </a:lnTo>
                <a:lnTo>
                  <a:pt x="92" y="574"/>
                </a:lnTo>
                <a:lnTo>
                  <a:pt x="97" y="573"/>
                </a:lnTo>
                <a:lnTo>
                  <a:pt x="101" y="571"/>
                </a:lnTo>
                <a:lnTo>
                  <a:pt x="105" y="570"/>
                </a:lnTo>
                <a:lnTo>
                  <a:pt x="109" y="568"/>
                </a:lnTo>
                <a:lnTo>
                  <a:pt x="117" y="562"/>
                </a:lnTo>
                <a:lnTo>
                  <a:pt x="120" y="559"/>
                </a:lnTo>
                <a:lnTo>
                  <a:pt x="123" y="555"/>
                </a:lnTo>
                <a:lnTo>
                  <a:pt x="129" y="546"/>
                </a:lnTo>
                <a:lnTo>
                  <a:pt x="131" y="541"/>
                </a:lnTo>
                <a:lnTo>
                  <a:pt x="133" y="535"/>
                </a:lnTo>
                <a:lnTo>
                  <a:pt x="137" y="522"/>
                </a:lnTo>
                <a:lnTo>
                  <a:pt x="250" y="52"/>
                </a:lnTo>
                <a:lnTo>
                  <a:pt x="252" y="45"/>
                </a:lnTo>
                <a:lnTo>
                  <a:pt x="252" y="38"/>
                </a:lnTo>
                <a:lnTo>
                  <a:pt x="253" y="32"/>
                </a:lnTo>
                <a:lnTo>
                  <a:pt x="253" y="2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786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">
  <p:cSld name="Two Content 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4747765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2"/>
          </p:nvPr>
        </p:nvSpPr>
        <p:spPr>
          <a:xfrm>
            <a:off x="5343830" y="1646544"/>
            <a:ext cx="4747766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5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55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">
  <p:cSld name="Comparison 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4747765" cy="32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body" idx="2"/>
          </p:nvPr>
        </p:nvSpPr>
        <p:spPr>
          <a:xfrm>
            <a:off x="5343830" y="2160867"/>
            <a:ext cx="4747766" cy="32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7" name="Google Shape;227;p36"/>
          <p:cNvSpPr txBox="1">
            <a:spLocks noGrp="1"/>
          </p:cNvSpPr>
          <p:nvPr>
            <p:ph type="body" idx="3"/>
          </p:nvPr>
        </p:nvSpPr>
        <p:spPr>
          <a:xfrm>
            <a:off x="349382" y="1646543"/>
            <a:ext cx="4746901" cy="5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body" idx="4"/>
          </p:nvPr>
        </p:nvSpPr>
        <p:spPr>
          <a:xfrm>
            <a:off x="5344231" y="1646543"/>
            <a:ext cx="4747365" cy="5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cxnSp>
        <p:nvCxnSpPr>
          <p:cNvPr id="229" name="Google Shape;229;p36"/>
          <p:cNvCxnSpPr/>
          <p:nvPr/>
        </p:nvCxnSpPr>
        <p:spPr>
          <a:xfrm>
            <a:off x="5220494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7858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mparison ">
  <p:cSld name="Three Comparison 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3082780" cy="32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7"/>
          <p:cNvSpPr txBox="1">
            <a:spLocks noGrp="1"/>
          </p:cNvSpPr>
          <p:nvPr>
            <p:ph type="body" idx="2"/>
          </p:nvPr>
        </p:nvSpPr>
        <p:spPr>
          <a:xfrm>
            <a:off x="3678839" y="2160867"/>
            <a:ext cx="3083311" cy="32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7" name="Google Shape;237;p37"/>
          <p:cNvSpPr txBox="1">
            <a:spLocks noGrp="1"/>
          </p:cNvSpPr>
          <p:nvPr>
            <p:ph type="body" idx="3"/>
          </p:nvPr>
        </p:nvSpPr>
        <p:spPr>
          <a:xfrm>
            <a:off x="349382" y="1646543"/>
            <a:ext cx="3082220" cy="5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body" idx="4"/>
          </p:nvPr>
        </p:nvSpPr>
        <p:spPr>
          <a:xfrm>
            <a:off x="3679380" y="1646543"/>
            <a:ext cx="3083051" cy="5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cxnSp>
        <p:nvCxnSpPr>
          <p:cNvPr id="239" name="Google Shape;239;p37"/>
          <p:cNvCxnSpPr/>
          <p:nvPr/>
        </p:nvCxnSpPr>
        <p:spPr>
          <a:xfrm>
            <a:off x="3555506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0" name="Google Shape;240;p37"/>
          <p:cNvCxnSpPr/>
          <p:nvPr/>
        </p:nvCxnSpPr>
        <p:spPr>
          <a:xfrm>
            <a:off x="6885482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37"/>
          <p:cNvSpPr txBox="1">
            <a:spLocks noGrp="1"/>
          </p:cNvSpPr>
          <p:nvPr>
            <p:ph type="body" idx="5"/>
          </p:nvPr>
        </p:nvSpPr>
        <p:spPr>
          <a:xfrm>
            <a:off x="7008815" y="2160867"/>
            <a:ext cx="3082781" cy="32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37"/>
          <p:cNvSpPr txBox="1">
            <a:spLocks noGrp="1"/>
          </p:cNvSpPr>
          <p:nvPr>
            <p:ph type="body" idx="6"/>
          </p:nvPr>
        </p:nvSpPr>
        <p:spPr>
          <a:xfrm>
            <a:off x="7009358" y="1646543"/>
            <a:ext cx="3082521" cy="5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218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Highlight">
  <p:cSld name="Content and Highligh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6412757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9" name="Google Shape;249;p38"/>
          <p:cNvSpPr txBox="1">
            <a:spLocks noGrp="1"/>
          </p:cNvSpPr>
          <p:nvPr>
            <p:ph type="body" idx="2"/>
          </p:nvPr>
        </p:nvSpPr>
        <p:spPr>
          <a:xfrm>
            <a:off x="7008817" y="1646544"/>
            <a:ext cx="3082780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055" b="1">
                <a:solidFill>
                  <a:schemeClr val="accent2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50" name="Google Shape;250;p38"/>
          <p:cNvCxnSpPr/>
          <p:nvPr/>
        </p:nvCxnSpPr>
        <p:spPr>
          <a:xfrm>
            <a:off x="6885482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1469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Highlight 2">
  <p:cSld name="Content and Highlight 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9"/>
          <p:cNvSpPr txBox="1">
            <a:spLocks noGrp="1"/>
          </p:cNvSpPr>
          <p:nvPr>
            <p:ph type="body" idx="1"/>
          </p:nvPr>
        </p:nvSpPr>
        <p:spPr>
          <a:xfrm>
            <a:off x="3678839" y="1646544"/>
            <a:ext cx="6412757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3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9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2"/>
          </p:nvPr>
        </p:nvSpPr>
        <p:spPr>
          <a:xfrm>
            <a:off x="349393" y="1646544"/>
            <a:ext cx="3083354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055" b="1">
                <a:solidFill>
                  <a:schemeClr val="accent2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16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40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0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2" name="Google Shape;262;p40"/>
          <p:cNvSpPr txBox="1">
            <a:spLocks noGrp="1"/>
          </p:cNvSpPr>
          <p:nvPr>
            <p:ph type="body" idx="1"/>
          </p:nvPr>
        </p:nvSpPr>
        <p:spPr>
          <a:xfrm>
            <a:off x="349393" y="3060700"/>
            <a:ext cx="3083354" cy="231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40"/>
          <p:cNvSpPr txBox="1">
            <a:spLocks noGrp="1"/>
          </p:cNvSpPr>
          <p:nvPr>
            <p:ph type="body" idx="2"/>
          </p:nvPr>
        </p:nvSpPr>
        <p:spPr>
          <a:xfrm>
            <a:off x="3678839" y="3060700"/>
            <a:ext cx="3083310" cy="231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40"/>
          <p:cNvSpPr txBox="1">
            <a:spLocks noGrp="1"/>
          </p:cNvSpPr>
          <p:nvPr>
            <p:ph type="body" idx="3"/>
          </p:nvPr>
        </p:nvSpPr>
        <p:spPr>
          <a:xfrm>
            <a:off x="7008243" y="3060700"/>
            <a:ext cx="3083354" cy="231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4"/>
          </p:nvPr>
        </p:nvSpPr>
        <p:spPr>
          <a:xfrm>
            <a:off x="349393" y="1646543"/>
            <a:ext cx="3082780" cy="12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055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266" name="Google Shape;266;p40"/>
          <p:cNvSpPr txBox="1">
            <a:spLocks noGrp="1"/>
          </p:cNvSpPr>
          <p:nvPr>
            <p:ph type="body" idx="5"/>
          </p:nvPr>
        </p:nvSpPr>
        <p:spPr>
          <a:xfrm>
            <a:off x="3678839" y="1646543"/>
            <a:ext cx="3083311" cy="12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055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267" name="Google Shape;267;p40"/>
          <p:cNvSpPr txBox="1">
            <a:spLocks noGrp="1"/>
          </p:cNvSpPr>
          <p:nvPr>
            <p:ph type="body" idx="6"/>
          </p:nvPr>
        </p:nvSpPr>
        <p:spPr>
          <a:xfrm>
            <a:off x="7008815" y="1646543"/>
            <a:ext cx="3082781" cy="1221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055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cxnSp>
        <p:nvCxnSpPr>
          <p:cNvPr id="268" name="Google Shape;268;p40"/>
          <p:cNvCxnSpPr/>
          <p:nvPr/>
        </p:nvCxnSpPr>
        <p:spPr>
          <a:xfrm>
            <a:off x="3555506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9" name="Google Shape;269;p40"/>
          <p:cNvCxnSpPr/>
          <p:nvPr/>
        </p:nvCxnSpPr>
        <p:spPr>
          <a:xfrm>
            <a:off x="6885482" y="1646544"/>
            <a:ext cx="0" cy="3728103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8783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Picture">
  <p:cSld name="Content and Picture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4747769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41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3" name="Google Shape;273;p41"/>
          <p:cNvSpPr txBox="1">
            <a:spLocks noGrp="1"/>
          </p:cNvSpPr>
          <p:nvPr>
            <p:ph type="body" idx="3"/>
          </p:nvPr>
        </p:nvSpPr>
        <p:spPr>
          <a:xfrm>
            <a:off x="9111733" y="5566765"/>
            <a:ext cx="968052" cy="257067"/>
          </a:xfrm>
          <a:prstGeom prst="rect">
            <a:avLst/>
          </a:prstGeom>
          <a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SzPts val="100"/>
              <a:buFont typeface="Arial"/>
              <a:buNone/>
              <a:defRPr sz="100"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4747768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09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Picture 2">
  <p:cSld name="Content and Picture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>
            <a:spLocks noGrp="1"/>
          </p:cNvSpPr>
          <p:nvPr>
            <p:ph type="pic" idx="2"/>
          </p:nvPr>
        </p:nvSpPr>
        <p:spPr>
          <a:xfrm>
            <a:off x="1" y="0"/>
            <a:ext cx="5111255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0" name="Google Shape;280;p42"/>
          <p:cNvSpPr txBox="1">
            <a:spLocks noGrp="1"/>
          </p:cNvSpPr>
          <p:nvPr>
            <p:ph type="title"/>
          </p:nvPr>
        </p:nvSpPr>
        <p:spPr>
          <a:xfrm>
            <a:off x="5343827" y="490278"/>
            <a:ext cx="4747770" cy="89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2"/>
          <p:cNvSpPr txBox="1">
            <a:spLocks noGrp="1"/>
          </p:cNvSpPr>
          <p:nvPr>
            <p:ph type="body" idx="1"/>
          </p:nvPr>
        </p:nvSpPr>
        <p:spPr>
          <a:xfrm>
            <a:off x="5343827" y="1646544"/>
            <a:ext cx="4747769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42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2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42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08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Pictures">
  <p:cSld name="Content and 2 Pictures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4747769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43"/>
          <p:cNvSpPr>
            <a:spLocks noGrp="1"/>
          </p:cNvSpPr>
          <p:nvPr>
            <p:ph type="pic" idx="2"/>
          </p:nvPr>
        </p:nvSpPr>
        <p:spPr>
          <a:xfrm>
            <a:off x="5343826" y="0"/>
            <a:ext cx="5097162" cy="299642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8" name="Google Shape;288;p43"/>
          <p:cNvSpPr>
            <a:spLocks noGrp="1"/>
          </p:cNvSpPr>
          <p:nvPr>
            <p:ph type="pic" idx="3"/>
          </p:nvPr>
        </p:nvSpPr>
        <p:spPr>
          <a:xfrm>
            <a:off x="6854098" y="3124974"/>
            <a:ext cx="3586890" cy="299642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9" name="Google Shape;289;p43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3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43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4747769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758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Pictures 2">
  <p:cSld name="Content and 2 Pictures 2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>
            <a:spLocks noGrp="1"/>
          </p:cNvSpPr>
          <p:nvPr>
            <p:ph type="pic" idx="2"/>
          </p:nvPr>
        </p:nvSpPr>
        <p:spPr>
          <a:xfrm>
            <a:off x="1" y="0"/>
            <a:ext cx="3579838" cy="299642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5" name="Google Shape;295;p44"/>
          <p:cNvSpPr>
            <a:spLocks noGrp="1"/>
          </p:cNvSpPr>
          <p:nvPr>
            <p:ph type="pic" idx="3"/>
          </p:nvPr>
        </p:nvSpPr>
        <p:spPr>
          <a:xfrm>
            <a:off x="1" y="3124974"/>
            <a:ext cx="5097162" cy="299642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6" name="Google Shape;296;p4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5343827" y="490278"/>
            <a:ext cx="4747770" cy="899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44"/>
          <p:cNvSpPr txBox="1">
            <a:spLocks noGrp="1"/>
          </p:cNvSpPr>
          <p:nvPr>
            <p:ph type="body" idx="1"/>
          </p:nvPr>
        </p:nvSpPr>
        <p:spPr>
          <a:xfrm>
            <a:off x="5343827" y="1646544"/>
            <a:ext cx="4747769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375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roduct Pictures">
  <p:cSld name="Three Product Pictures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>
            <a:spLocks noGrp="1"/>
          </p:cNvSpPr>
          <p:nvPr>
            <p:ph type="pic" idx="2"/>
          </p:nvPr>
        </p:nvSpPr>
        <p:spPr>
          <a:xfrm>
            <a:off x="349393" y="1646544"/>
            <a:ext cx="3082780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3" name="Google Shape;303;p45"/>
          <p:cNvSpPr>
            <a:spLocks noGrp="1"/>
          </p:cNvSpPr>
          <p:nvPr>
            <p:ph type="pic" idx="3"/>
          </p:nvPr>
        </p:nvSpPr>
        <p:spPr>
          <a:xfrm>
            <a:off x="3678839" y="1646544"/>
            <a:ext cx="3083311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4" name="Google Shape;304;p45"/>
          <p:cNvSpPr>
            <a:spLocks noGrp="1"/>
          </p:cNvSpPr>
          <p:nvPr>
            <p:ph type="pic" idx="4"/>
          </p:nvPr>
        </p:nvSpPr>
        <p:spPr>
          <a:xfrm>
            <a:off x="7008817" y="1646544"/>
            <a:ext cx="3082780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5" name="Google Shape;305;p45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body" idx="1"/>
          </p:nvPr>
        </p:nvSpPr>
        <p:spPr>
          <a:xfrm>
            <a:off x="349393" y="4089081"/>
            <a:ext cx="3083354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body" idx="5"/>
          </p:nvPr>
        </p:nvSpPr>
        <p:spPr>
          <a:xfrm>
            <a:off x="3678839" y="4089081"/>
            <a:ext cx="3083310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45"/>
          <p:cNvSpPr txBox="1">
            <a:spLocks noGrp="1"/>
          </p:cNvSpPr>
          <p:nvPr>
            <p:ph type="body" idx="6"/>
          </p:nvPr>
        </p:nvSpPr>
        <p:spPr>
          <a:xfrm>
            <a:off x="7008243" y="4089081"/>
            <a:ext cx="3083354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45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5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5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28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roduct Pictures">
  <p:cSld name="Two Product Pictures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>
            <a:spLocks noGrp="1"/>
          </p:cNvSpPr>
          <p:nvPr>
            <p:ph type="pic" idx="2"/>
          </p:nvPr>
        </p:nvSpPr>
        <p:spPr>
          <a:xfrm>
            <a:off x="349393" y="1646544"/>
            <a:ext cx="6412757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4" name="Google Shape;314;p46"/>
          <p:cNvSpPr>
            <a:spLocks noGrp="1"/>
          </p:cNvSpPr>
          <p:nvPr>
            <p:ph type="pic" idx="3"/>
          </p:nvPr>
        </p:nvSpPr>
        <p:spPr>
          <a:xfrm>
            <a:off x="7008817" y="1646544"/>
            <a:ext cx="3082780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46"/>
          <p:cNvSpPr txBox="1">
            <a:spLocks noGrp="1"/>
          </p:cNvSpPr>
          <p:nvPr>
            <p:ph type="body" idx="1"/>
          </p:nvPr>
        </p:nvSpPr>
        <p:spPr>
          <a:xfrm>
            <a:off x="349393" y="4089081"/>
            <a:ext cx="6412757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46"/>
          <p:cNvSpPr txBox="1">
            <a:spLocks noGrp="1"/>
          </p:cNvSpPr>
          <p:nvPr>
            <p:ph type="body" idx="4"/>
          </p:nvPr>
        </p:nvSpPr>
        <p:spPr>
          <a:xfrm>
            <a:off x="7008243" y="4089081"/>
            <a:ext cx="3083354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4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4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4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57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Case">
  <p:cSld name="Product Cas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>
            <a:spLocks noGrp="1"/>
          </p:cNvSpPr>
          <p:nvPr>
            <p:ph type="pic" idx="2"/>
          </p:nvPr>
        </p:nvSpPr>
        <p:spPr>
          <a:xfrm>
            <a:off x="349393" y="1646544"/>
            <a:ext cx="3082780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7"/>
          <p:cNvSpPr txBox="1">
            <a:spLocks noGrp="1"/>
          </p:cNvSpPr>
          <p:nvPr>
            <p:ph type="body" idx="1"/>
          </p:nvPr>
        </p:nvSpPr>
        <p:spPr>
          <a:xfrm>
            <a:off x="349393" y="4089081"/>
            <a:ext cx="3083354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sz="1542"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47"/>
          <p:cNvSpPr txBox="1">
            <a:spLocks noGrp="1"/>
          </p:cNvSpPr>
          <p:nvPr>
            <p:ph type="body" idx="3"/>
          </p:nvPr>
        </p:nvSpPr>
        <p:spPr>
          <a:xfrm>
            <a:off x="3678839" y="1646544"/>
            <a:ext cx="6412758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4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4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4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26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Case 2">
  <p:cSld name="Product Case 2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>
            <a:spLocks noGrp="1"/>
          </p:cNvSpPr>
          <p:nvPr>
            <p:ph type="pic" idx="2"/>
          </p:nvPr>
        </p:nvSpPr>
        <p:spPr>
          <a:xfrm>
            <a:off x="7008817" y="1646544"/>
            <a:ext cx="3082780" cy="231399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1" name="Google Shape;331;p48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8"/>
          <p:cNvSpPr txBox="1">
            <a:spLocks noGrp="1"/>
          </p:cNvSpPr>
          <p:nvPr>
            <p:ph type="body" idx="1"/>
          </p:nvPr>
        </p:nvSpPr>
        <p:spPr>
          <a:xfrm>
            <a:off x="7008817" y="4089081"/>
            <a:ext cx="3082780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sz="1542"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48"/>
          <p:cNvSpPr txBox="1">
            <a:spLocks noGrp="1"/>
          </p:cNvSpPr>
          <p:nvPr>
            <p:ph type="body" idx="3"/>
          </p:nvPr>
        </p:nvSpPr>
        <p:spPr>
          <a:xfrm>
            <a:off x="349393" y="1646544"/>
            <a:ext cx="6419279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4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4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96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roducts">
  <p:cSld name="Three Product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>
            <a:spLocks noGrp="1"/>
          </p:cNvSpPr>
          <p:nvPr>
            <p:ph type="pic" idx="2"/>
          </p:nvPr>
        </p:nvSpPr>
        <p:spPr>
          <a:xfrm>
            <a:off x="349394" y="3317797"/>
            <a:ext cx="3082780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9" name="Google Shape;339;p49"/>
          <p:cNvSpPr>
            <a:spLocks noGrp="1"/>
          </p:cNvSpPr>
          <p:nvPr>
            <p:ph type="pic" idx="3"/>
          </p:nvPr>
        </p:nvSpPr>
        <p:spPr>
          <a:xfrm>
            <a:off x="3678839" y="3317797"/>
            <a:ext cx="3083311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0" name="Google Shape;340;p49"/>
          <p:cNvSpPr>
            <a:spLocks noGrp="1"/>
          </p:cNvSpPr>
          <p:nvPr>
            <p:ph type="pic" idx="4"/>
          </p:nvPr>
        </p:nvSpPr>
        <p:spPr>
          <a:xfrm>
            <a:off x="7008815" y="3317797"/>
            <a:ext cx="3082781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1" name="Google Shape;341;p49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49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9"/>
          <p:cNvSpPr txBox="1">
            <a:spLocks noGrp="1"/>
          </p:cNvSpPr>
          <p:nvPr>
            <p:ph type="body" idx="5"/>
          </p:nvPr>
        </p:nvSpPr>
        <p:spPr>
          <a:xfrm>
            <a:off x="3678839" y="2160867"/>
            <a:ext cx="3083310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9"/>
          <p:cNvSpPr txBox="1">
            <a:spLocks noGrp="1"/>
          </p:cNvSpPr>
          <p:nvPr>
            <p:ph type="body" idx="6"/>
          </p:nvPr>
        </p:nvSpPr>
        <p:spPr>
          <a:xfrm>
            <a:off x="700824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body" idx="7"/>
          </p:nvPr>
        </p:nvSpPr>
        <p:spPr>
          <a:xfrm>
            <a:off x="349382" y="1646544"/>
            <a:ext cx="308279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46" name="Google Shape;346;p49"/>
          <p:cNvSpPr txBox="1">
            <a:spLocks noGrp="1"/>
          </p:cNvSpPr>
          <p:nvPr>
            <p:ph type="body" idx="8"/>
          </p:nvPr>
        </p:nvSpPr>
        <p:spPr>
          <a:xfrm>
            <a:off x="3678839" y="1646544"/>
            <a:ext cx="308331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47" name="Google Shape;347;p49"/>
          <p:cNvSpPr txBox="1">
            <a:spLocks noGrp="1"/>
          </p:cNvSpPr>
          <p:nvPr>
            <p:ph type="body" idx="9"/>
          </p:nvPr>
        </p:nvSpPr>
        <p:spPr>
          <a:xfrm>
            <a:off x="7008815" y="1646544"/>
            <a:ext cx="3082792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48" name="Google Shape;348;p4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9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49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16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roducts">
  <p:cSld name="Two Product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>
            <a:spLocks noGrp="1"/>
          </p:cNvSpPr>
          <p:nvPr>
            <p:ph type="pic" idx="2"/>
          </p:nvPr>
        </p:nvSpPr>
        <p:spPr>
          <a:xfrm>
            <a:off x="349393" y="3317797"/>
            <a:ext cx="4747769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3" name="Google Shape;353;p50"/>
          <p:cNvSpPr>
            <a:spLocks noGrp="1"/>
          </p:cNvSpPr>
          <p:nvPr>
            <p:ph type="pic" idx="3"/>
          </p:nvPr>
        </p:nvSpPr>
        <p:spPr>
          <a:xfrm>
            <a:off x="5343827" y="3317797"/>
            <a:ext cx="4747770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4" name="Google Shape;354;p50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50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4747769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50"/>
          <p:cNvSpPr txBox="1">
            <a:spLocks noGrp="1"/>
          </p:cNvSpPr>
          <p:nvPr>
            <p:ph type="body" idx="4"/>
          </p:nvPr>
        </p:nvSpPr>
        <p:spPr>
          <a:xfrm>
            <a:off x="5344231" y="2160867"/>
            <a:ext cx="4747365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50"/>
          <p:cNvSpPr txBox="1">
            <a:spLocks noGrp="1"/>
          </p:cNvSpPr>
          <p:nvPr>
            <p:ph type="body" idx="5"/>
          </p:nvPr>
        </p:nvSpPr>
        <p:spPr>
          <a:xfrm>
            <a:off x="349382" y="1646544"/>
            <a:ext cx="474690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58" name="Google Shape;358;p50"/>
          <p:cNvSpPr txBox="1">
            <a:spLocks noGrp="1"/>
          </p:cNvSpPr>
          <p:nvPr>
            <p:ph type="body" idx="6"/>
          </p:nvPr>
        </p:nvSpPr>
        <p:spPr>
          <a:xfrm>
            <a:off x="5344231" y="1646544"/>
            <a:ext cx="4747368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59" name="Google Shape;359;p50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50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50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87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 Products">
  <p:cSld name="Highlight Products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>
            <a:spLocks noGrp="1"/>
          </p:cNvSpPr>
          <p:nvPr>
            <p:ph type="body" idx="1"/>
          </p:nvPr>
        </p:nvSpPr>
        <p:spPr>
          <a:xfrm>
            <a:off x="-13021" y="3317795"/>
            <a:ext cx="3568124" cy="2056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51"/>
          <p:cNvSpPr>
            <a:spLocks noGrp="1"/>
          </p:cNvSpPr>
          <p:nvPr>
            <p:ph type="pic" idx="2"/>
          </p:nvPr>
        </p:nvSpPr>
        <p:spPr>
          <a:xfrm>
            <a:off x="3555102" y="3317797"/>
            <a:ext cx="3330785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5" name="Google Shape;365;p51"/>
          <p:cNvSpPr>
            <a:spLocks noGrp="1"/>
          </p:cNvSpPr>
          <p:nvPr>
            <p:ph type="pic" idx="3"/>
          </p:nvPr>
        </p:nvSpPr>
        <p:spPr>
          <a:xfrm>
            <a:off x="6885887" y="3317796"/>
            <a:ext cx="3555101" cy="205685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6" name="Google Shape;366;p51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5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5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5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70" name="Google Shape;370;p51"/>
          <p:cNvSpPr txBox="1">
            <a:spLocks noGrp="1"/>
          </p:cNvSpPr>
          <p:nvPr>
            <p:ph type="body" idx="4"/>
          </p:nvPr>
        </p:nvSpPr>
        <p:spPr>
          <a:xfrm>
            <a:off x="34939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51"/>
          <p:cNvSpPr txBox="1">
            <a:spLocks noGrp="1"/>
          </p:cNvSpPr>
          <p:nvPr>
            <p:ph type="body" idx="5"/>
          </p:nvPr>
        </p:nvSpPr>
        <p:spPr>
          <a:xfrm>
            <a:off x="3678839" y="2160867"/>
            <a:ext cx="3083310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51"/>
          <p:cNvSpPr txBox="1">
            <a:spLocks noGrp="1"/>
          </p:cNvSpPr>
          <p:nvPr>
            <p:ph type="body" idx="6"/>
          </p:nvPr>
        </p:nvSpPr>
        <p:spPr>
          <a:xfrm>
            <a:off x="700824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body" idx="7"/>
          </p:nvPr>
        </p:nvSpPr>
        <p:spPr>
          <a:xfrm>
            <a:off x="349382" y="1646544"/>
            <a:ext cx="308279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body" idx="8"/>
          </p:nvPr>
        </p:nvSpPr>
        <p:spPr>
          <a:xfrm>
            <a:off x="3678839" y="1646544"/>
            <a:ext cx="308331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75" name="Google Shape;375;p51"/>
          <p:cNvSpPr txBox="1">
            <a:spLocks noGrp="1"/>
          </p:cNvSpPr>
          <p:nvPr>
            <p:ph type="body" idx="9"/>
          </p:nvPr>
        </p:nvSpPr>
        <p:spPr>
          <a:xfrm>
            <a:off x="7008815" y="1646544"/>
            <a:ext cx="3082792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12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 Products 2">
  <p:cSld name="Highlight Products 2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2"/>
          <p:cNvSpPr>
            <a:spLocks noGrp="1"/>
          </p:cNvSpPr>
          <p:nvPr>
            <p:ph type="pic" idx="2"/>
          </p:nvPr>
        </p:nvSpPr>
        <p:spPr>
          <a:xfrm>
            <a:off x="1" y="3317797"/>
            <a:ext cx="3555102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79" name="Google Shape;379;p52"/>
          <p:cNvSpPr>
            <a:spLocks noGrp="1"/>
          </p:cNvSpPr>
          <p:nvPr>
            <p:ph type="pic" idx="3"/>
          </p:nvPr>
        </p:nvSpPr>
        <p:spPr>
          <a:xfrm>
            <a:off x="6885887" y="3317797"/>
            <a:ext cx="3555101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0" name="Google Shape;380;p52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52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2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3" name="Google Shape;383;p52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body" idx="4"/>
          </p:nvPr>
        </p:nvSpPr>
        <p:spPr>
          <a:xfrm>
            <a:off x="3678839" y="2160867"/>
            <a:ext cx="3083310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body" idx="5"/>
          </p:nvPr>
        </p:nvSpPr>
        <p:spPr>
          <a:xfrm>
            <a:off x="700824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body" idx="6"/>
          </p:nvPr>
        </p:nvSpPr>
        <p:spPr>
          <a:xfrm>
            <a:off x="349382" y="1646544"/>
            <a:ext cx="308279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87" name="Google Shape;387;p52"/>
          <p:cNvSpPr txBox="1">
            <a:spLocks noGrp="1"/>
          </p:cNvSpPr>
          <p:nvPr>
            <p:ph type="body" idx="7"/>
          </p:nvPr>
        </p:nvSpPr>
        <p:spPr>
          <a:xfrm>
            <a:off x="3678839" y="1646544"/>
            <a:ext cx="308331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88" name="Google Shape;388;p52"/>
          <p:cNvSpPr txBox="1">
            <a:spLocks noGrp="1"/>
          </p:cNvSpPr>
          <p:nvPr>
            <p:ph type="body" idx="8"/>
          </p:nvPr>
        </p:nvSpPr>
        <p:spPr>
          <a:xfrm>
            <a:off x="7008815" y="1646544"/>
            <a:ext cx="3082792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389" name="Google Shape;389;p52"/>
          <p:cNvSpPr txBox="1">
            <a:spLocks noGrp="1"/>
          </p:cNvSpPr>
          <p:nvPr>
            <p:ph type="body" idx="9"/>
          </p:nvPr>
        </p:nvSpPr>
        <p:spPr>
          <a:xfrm>
            <a:off x="3555103" y="3317795"/>
            <a:ext cx="3330784" cy="2056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82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 Products 3">
  <p:cSld name="Highlight Products 3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53"/>
          <p:cNvSpPr>
            <a:spLocks noGrp="1"/>
          </p:cNvSpPr>
          <p:nvPr>
            <p:ph type="pic" idx="2"/>
          </p:nvPr>
        </p:nvSpPr>
        <p:spPr>
          <a:xfrm>
            <a:off x="1" y="3317797"/>
            <a:ext cx="3555102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93" name="Google Shape;393;p53"/>
          <p:cNvSpPr>
            <a:spLocks noGrp="1"/>
          </p:cNvSpPr>
          <p:nvPr>
            <p:ph type="pic" idx="3"/>
          </p:nvPr>
        </p:nvSpPr>
        <p:spPr>
          <a:xfrm>
            <a:off x="3555103" y="3317797"/>
            <a:ext cx="3330784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94" name="Google Shape;394;p53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53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53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7" name="Google Shape;397;p53"/>
          <p:cNvSpPr txBox="1">
            <a:spLocks noGrp="1"/>
          </p:cNvSpPr>
          <p:nvPr>
            <p:ph type="body" idx="1"/>
          </p:nvPr>
        </p:nvSpPr>
        <p:spPr>
          <a:xfrm>
            <a:off x="34939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8" name="Google Shape;398;p53"/>
          <p:cNvSpPr txBox="1">
            <a:spLocks noGrp="1"/>
          </p:cNvSpPr>
          <p:nvPr>
            <p:ph type="body" idx="4"/>
          </p:nvPr>
        </p:nvSpPr>
        <p:spPr>
          <a:xfrm>
            <a:off x="3678839" y="2160867"/>
            <a:ext cx="3083310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9" name="Google Shape;399;p53"/>
          <p:cNvSpPr txBox="1">
            <a:spLocks noGrp="1"/>
          </p:cNvSpPr>
          <p:nvPr>
            <p:ph type="body" idx="5"/>
          </p:nvPr>
        </p:nvSpPr>
        <p:spPr>
          <a:xfrm>
            <a:off x="7008243" y="2160867"/>
            <a:ext cx="3083354" cy="1028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0" name="Google Shape;400;p53"/>
          <p:cNvSpPr txBox="1">
            <a:spLocks noGrp="1"/>
          </p:cNvSpPr>
          <p:nvPr>
            <p:ph type="body" idx="6"/>
          </p:nvPr>
        </p:nvSpPr>
        <p:spPr>
          <a:xfrm>
            <a:off x="349382" y="1646544"/>
            <a:ext cx="308279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401" name="Google Shape;401;p53"/>
          <p:cNvSpPr txBox="1">
            <a:spLocks noGrp="1"/>
          </p:cNvSpPr>
          <p:nvPr>
            <p:ph type="body" idx="7"/>
          </p:nvPr>
        </p:nvSpPr>
        <p:spPr>
          <a:xfrm>
            <a:off x="3678839" y="1646544"/>
            <a:ext cx="3083311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402" name="Google Shape;402;p53"/>
          <p:cNvSpPr txBox="1">
            <a:spLocks noGrp="1"/>
          </p:cNvSpPr>
          <p:nvPr>
            <p:ph type="body" idx="8"/>
          </p:nvPr>
        </p:nvSpPr>
        <p:spPr>
          <a:xfrm>
            <a:off x="7008815" y="1646544"/>
            <a:ext cx="3082792" cy="51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0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1">
                <a:solidFill>
                  <a:schemeClr val="accent2"/>
                </a:solidFill>
              </a:defRPr>
            </a:lvl1pPr>
            <a:lvl2pPr marL="783092" lvl="1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 b="1"/>
            </a:lvl2pPr>
            <a:lvl3pPr marL="1174638" lvl="2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 b="1"/>
            </a:lvl3pPr>
            <a:lvl4pPr marL="1566184" lvl="3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4pPr>
            <a:lvl5pPr marL="1957730" lvl="4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5pPr>
            <a:lvl6pPr marL="2349276" lvl="5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6pPr>
            <a:lvl7pPr marL="2740823" lvl="6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7pPr>
            <a:lvl8pPr marL="3132369" lvl="7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 b="1"/>
            </a:lvl9pPr>
          </a:lstStyle>
          <a:p>
            <a:endParaRPr/>
          </a:p>
        </p:txBody>
      </p:sp>
      <p:sp>
        <p:nvSpPr>
          <p:cNvPr id="403" name="Google Shape;403;p53"/>
          <p:cNvSpPr txBox="1">
            <a:spLocks noGrp="1"/>
          </p:cNvSpPr>
          <p:nvPr>
            <p:ph type="body" idx="9"/>
          </p:nvPr>
        </p:nvSpPr>
        <p:spPr>
          <a:xfrm>
            <a:off x="6885886" y="3317795"/>
            <a:ext cx="3555102" cy="2056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5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">
  <p:cSld name="Highlights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5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5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5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9" name="Google Shape;409;p54"/>
          <p:cNvSpPr txBox="1">
            <a:spLocks noGrp="1"/>
          </p:cNvSpPr>
          <p:nvPr>
            <p:ph type="body" idx="1"/>
          </p:nvPr>
        </p:nvSpPr>
        <p:spPr>
          <a:xfrm>
            <a:off x="3555102" y="3317795"/>
            <a:ext cx="3330785" cy="20568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 b="1">
                <a:solidFill>
                  <a:schemeClr val="accent2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370"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body" idx="2"/>
          </p:nvPr>
        </p:nvSpPr>
        <p:spPr>
          <a:xfrm>
            <a:off x="349393" y="1646544"/>
            <a:ext cx="9742203" cy="141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body" idx="3"/>
          </p:nvPr>
        </p:nvSpPr>
        <p:spPr>
          <a:xfrm>
            <a:off x="-13021" y="3317795"/>
            <a:ext cx="3568124" cy="2056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body" idx="4"/>
          </p:nvPr>
        </p:nvSpPr>
        <p:spPr>
          <a:xfrm>
            <a:off x="6885886" y="3317795"/>
            <a:ext cx="3555102" cy="2056851"/>
          </a:xfrm>
          <a:prstGeom prst="rect">
            <a:avLst/>
          </a:prstGeom>
          <a:solidFill>
            <a:srgbClr val="115EFA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082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s 2">
  <p:cSld name="Highlights 2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5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55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55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55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18" name="Google Shape;418;p55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9742203" cy="141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9" name="Google Shape;419;p55"/>
          <p:cNvSpPr>
            <a:spLocks noGrp="1"/>
          </p:cNvSpPr>
          <p:nvPr>
            <p:ph type="pic" idx="2"/>
          </p:nvPr>
        </p:nvSpPr>
        <p:spPr>
          <a:xfrm>
            <a:off x="6885887" y="3317797"/>
            <a:ext cx="3555101" cy="20568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0" name="Google Shape;420;p55"/>
          <p:cNvSpPr txBox="1">
            <a:spLocks noGrp="1"/>
          </p:cNvSpPr>
          <p:nvPr>
            <p:ph type="body" idx="3"/>
          </p:nvPr>
        </p:nvSpPr>
        <p:spPr>
          <a:xfrm>
            <a:off x="3555102" y="3317795"/>
            <a:ext cx="3330785" cy="20568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 b="1">
                <a:solidFill>
                  <a:schemeClr val="accent2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370">
                <a:solidFill>
                  <a:schemeClr val="accent2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>
                <a:solidFill>
                  <a:schemeClr val="accent2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1" name="Google Shape;421;p55"/>
          <p:cNvSpPr txBox="1">
            <a:spLocks noGrp="1"/>
          </p:cNvSpPr>
          <p:nvPr>
            <p:ph type="body" idx="4"/>
          </p:nvPr>
        </p:nvSpPr>
        <p:spPr>
          <a:xfrm>
            <a:off x="-13021" y="3317795"/>
            <a:ext cx="3568124" cy="2056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32000" tIns="288000" rIns="432000" bIns="28800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370" b="1">
                <a:solidFill>
                  <a:schemeClr val="lt1"/>
                </a:solidFill>
              </a:defRPr>
            </a:lvl1pPr>
            <a:lvl2pPr marL="783092" lvl="1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370"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06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Picture Background">
  <p:cSld name="Content Picture Background">
    <p:bg>
      <p:bgPr>
        <a:solidFill>
          <a:schemeClr val="lt2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6"/>
          <p:cNvSpPr>
            <a:spLocks noGrp="1"/>
          </p:cNvSpPr>
          <p:nvPr>
            <p:ph type="pic" idx="2"/>
          </p:nvPr>
        </p:nvSpPr>
        <p:spPr>
          <a:xfrm>
            <a:off x="0" y="1"/>
            <a:ext cx="10440988" cy="6121400"/>
          </a:xfrm>
          <a:prstGeom prst="rect">
            <a:avLst/>
          </a:prstGeom>
          <a:solidFill>
            <a:srgbClr val="C9D4DC"/>
          </a:solidFill>
          <a:ln>
            <a:noFill/>
          </a:ln>
        </p:spPr>
      </p:sp>
      <p:sp>
        <p:nvSpPr>
          <p:cNvPr id="424" name="Google Shape;424;p56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5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5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5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28" name="Google Shape;428;p56"/>
          <p:cNvSpPr txBox="1">
            <a:spLocks noGrp="1"/>
          </p:cNvSpPr>
          <p:nvPr>
            <p:ph type="body" idx="1"/>
          </p:nvPr>
        </p:nvSpPr>
        <p:spPr>
          <a:xfrm>
            <a:off x="349393" y="1646544"/>
            <a:ext cx="9742203" cy="372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solidFill>
                  <a:schemeClr val="lt1"/>
                </a:solidFill>
              </a:defRPr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174638" lvl="2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566184" lvl="3" indent="-28278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1957730" lvl="4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349276" lvl="5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6pPr>
            <a:lvl7pPr marL="2740823" lvl="6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7pPr>
            <a:lvl8pPr marL="3132369" lvl="7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8pPr>
            <a:lvl9pPr marL="3523915" lvl="8" indent="-271907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9" name="Google Shape;429;p56"/>
          <p:cNvSpPr txBox="1">
            <a:spLocks noGrp="1"/>
          </p:cNvSpPr>
          <p:nvPr>
            <p:ph type="body" idx="3"/>
          </p:nvPr>
        </p:nvSpPr>
        <p:spPr>
          <a:xfrm>
            <a:off x="9111733" y="5566765"/>
            <a:ext cx="968052" cy="257067"/>
          </a:xfrm>
          <a:prstGeom prst="rect">
            <a:avLst/>
          </a:prstGeom>
          <a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SzPts val="100"/>
              <a:buFont typeface="Arial"/>
              <a:buNone/>
              <a:defRPr sz="100"/>
            </a:lvl1pPr>
            <a:lvl2pPr marL="783092" lvl="1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2pPr>
            <a:lvl3pPr marL="1174638" lvl="2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566184" lvl="3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4pPr>
            <a:lvl5pPr marL="1957730" lvl="4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5pPr>
            <a:lvl6pPr marL="2349276" lvl="5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6pPr>
            <a:lvl7pPr marL="2740823" lvl="6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7pPr>
            <a:lvl8pPr marL="3132369" lvl="7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8pPr>
            <a:lvl9pPr marL="3523915" lvl="8" indent="-293660" algn="l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339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>
            <a:spLocks noGrp="1"/>
          </p:cNvSpPr>
          <p:nvPr>
            <p:ph type="pic" idx="2"/>
          </p:nvPr>
        </p:nvSpPr>
        <p:spPr>
          <a:xfrm>
            <a:off x="657631" y="1646543"/>
            <a:ext cx="2466222" cy="257066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2" name="Google Shape;432;p57"/>
          <p:cNvSpPr>
            <a:spLocks noGrp="1"/>
          </p:cNvSpPr>
          <p:nvPr>
            <p:ph type="pic" idx="3"/>
          </p:nvPr>
        </p:nvSpPr>
        <p:spPr>
          <a:xfrm>
            <a:off x="3987307" y="1646542"/>
            <a:ext cx="2466375" cy="257066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3" name="Google Shape;433;p57"/>
          <p:cNvSpPr>
            <a:spLocks noGrp="1"/>
          </p:cNvSpPr>
          <p:nvPr>
            <p:ph type="pic" idx="4"/>
          </p:nvPr>
        </p:nvSpPr>
        <p:spPr>
          <a:xfrm>
            <a:off x="7317420" y="1646542"/>
            <a:ext cx="2466375" cy="2570667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4" name="Google Shape;434;p57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57"/>
          <p:cNvSpPr txBox="1">
            <a:spLocks noGrp="1"/>
          </p:cNvSpPr>
          <p:nvPr>
            <p:ph type="body" idx="1"/>
          </p:nvPr>
        </p:nvSpPr>
        <p:spPr>
          <a:xfrm>
            <a:off x="349393" y="4410450"/>
            <a:ext cx="3083354" cy="96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 b="1"/>
            </a:lvl1pPr>
            <a:lvl2pPr marL="783092" lvl="1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/>
            </a:lvl2pPr>
            <a:lvl3pPr marL="1174638" lvl="2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3pPr>
            <a:lvl4pPr marL="1566184" lvl="3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4pPr>
            <a:lvl5pPr marL="1957730" lvl="4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5pPr>
            <a:lvl6pPr marL="2349276" lvl="5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6pPr>
            <a:lvl7pPr marL="2740823" lvl="6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7pPr>
            <a:lvl8pPr marL="3132369" lvl="7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8pPr>
            <a:lvl9pPr marL="3523915" lvl="8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5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5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5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39" name="Google Shape;439;p57"/>
          <p:cNvSpPr txBox="1">
            <a:spLocks noGrp="1"/>
          </p:cNvSpPr>
          <p:nvPr>
            <p:ph type="body" idx="5"/>
          </p:nvPr>
        </p:nvSpPr>
        <p:spPr>
          <a:xfrm>
            <a:off x="3678817" y="4410450"/>
            <a:ext cx="3083354" cy="96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 b="1"/>
            </a:lvl1pPr>
            <a:lvl2pPr marL="783092" lvl="1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/>
            </a:lvl2pPr>
            <a:lvl3pPr marL="1174638" lvl="2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3pPr>
            <a:lvl4pPr marL="1566184" lvl="3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4pPr>
            <a:lvl5pPr marL="1957730" lvl="4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5pPr>
            <a:lvl6pPr marL="2349276" lvl="5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6pPr>
            <a:lvl7pPr marL="2740823" lvl="6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7pPr>
            <a:lvl8pPr marL="3132369" lvl="7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8pPr>
            <a:lvl9pPr marL="3523915" lvl="8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57"/>
          <p:cNvSpPr txBox="1">
            <a:spLocks noGrp="1"/>
          </p:cNvSpPr>
          <p:nvPr>
            <p:ph type="body" idx="6"/>
          </p:nvPr>
        </p:nvSpPr>
        <p:spPr>
          <a:xfrm>
            <a:off x="7008242" y="4410450"/>
            <a:ext cx="3083354" cy="96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91546" lvl="0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 b="1"/>
            </a:lvl1pPr>
            <a:lvl2pPr marL="783092" lvl="1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370"/>
            </a:lvl2pPr>
            <a:lvl3pPr marL="1174638" lvl="2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3pPr>
            <a:lvl4pPr marL="1566184" lvl="3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/>
            </a:lvl4pPr>
            <a:lvl5pPr marL="1957730" lvl="4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5pPr>
            <a:lvl6pPr marL="2349276" lvl="5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6pPr>
            <a:lvl7pPr marL="2740823" lvl="6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7pPr>
            <a:lvl8pPr marL="3132369" lvl="7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8pPr>
            <a:lvl9pPr marL="3523915" lvl="8" indent="-195773" algn="ctr">
              <a:lnSpc>
                <a:spcPct val="12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080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615">
          <p15:clr>
            <a:srgbClr val="FBAE40"/>
          </p15:clr>
        </p15:guide>
        <p15:guide id="3" pos="506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Just Title ">
  <p:cSld name="1_Just Title 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8"/>
          <p:cNvSpPr>
            <a:spLocks noGrp="1"/>
          </p:cNvSpPr>
          <p:nvPr>
            <p:ph type="pic" idx="2"/>
          </p:nvPr>
        </p:nvSpPr>
        <p:spPr>
          <a:xfrm>
            <a:off x="657194" y="3225071"/>
            <a:ext cx="4644871" cy="2149575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8"/>
          <p:cNvSpPr>
            <a:spLocks noGrp="1"/>
          </p:cNvSpPr>
          <p:nvPr>
            <p:ph type="pic" idx="3"/>
          </p:nvPr>
        </p:nvSpPr>
        <p:spPr>
          <a:xfrm>
            <a:off x="163863" y="168379"/>
            <a:ext cx="4624967" cy="2928945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8"/>
          <p:cNvSpPr>
            <a:spLocks noGrp="1"/>
          </p:cNvSpPr>
          <p:nvPr>
            <p:ph type="pic" idx="4"/>
          </p:nvPr>
        </p:nvSpPr>
        <p:spPr>
          <a:xfrm>
            <a:off x="4912163" y="168379"/>
            <a:ext cx="5364962" cy="3856428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58"/>
          <p:cNvSpPr txBox="1">
            <a:spLocks noGrp="1"/>
          </p:cNvSpPr>
          <p:nvPr>
            <p:ph type="title"/>
          </p:nvPr>
        </p:nvSpPr>
        <p:spPr>
          <a:xfrm>
            <a:off x="5712231" y="4667545"/>
            <a:ext cx="4443154" cy="36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3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5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5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51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o ">
  <p:cSld name="Blanko 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9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9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75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Yellow">
  <p:cSld name="Thank You Yellow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  <a:defRPr sz="411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0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456" name="Google Shape;456;p60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457" name="Google Shape;457;p60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60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60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60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60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52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Blue">
  <p:cSld name="Thank You Blue">
    <p:bg>
      <p:bgPr>
        <a:solidFill>
          <a:schemeClr val="accent2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1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61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465" name="Google Shape;465;p61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466" name="Google Shape;466;p61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61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8" name="Google Shape;468;p6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6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6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0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Light Blue">
  <p:cSld name="Thank You Light Blue">
    <p:bg>
      <p:bgPr>
        <a:solidFill>
          <a:schemeClr val="accent6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2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62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474" name="Google Shape;474;p62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475" name="Google Shape;475;p62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62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62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62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62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42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Picture Yellow">
  <p:cSld name="Thank You Picture Yellow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3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Arial"/>
              <a:buNone/>
              <a:defRPr sz="411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63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542" b="0">
                <a:solidFill>
                  <a:schemeClr val="accent2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483" name="Google Shape;483;p63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484" name="Google Shape;484;p63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63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63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63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63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89" name="Google Shape;489;p63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6951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Picture Blue">
  <p:cSld name="Thank You Picture Blue">
    <p:bg>
      <p:bgPr>
        <a:solidFill>
          <a:schemeClr val="accent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4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64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493" name="Google Shape;493;p64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494" name="Google Shape;494;p64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4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64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64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64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99" name="Google Shape;499;p64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1642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Picture Light Blue">
  <p:cSld name="Thank You Picture Light Blue">
    <p:bg>
      <p:bgPr>
        <a:solidFill>
          <a:schemeClr val="accent6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5"/>
          <p:cNvSpPr txBox="1">
            <a:spLocks noGrp="1"/>
          </p:cNvSpPr>
          <p:nvPr>
            <p:ph type="title"/>
          </p:nvPr>
        </p:nvSpPr>
        <p:spPr>
          <a:xfrm>
            <a:off x="349393" y="1261123"/>
            <a:ext cx="4747769" cy="269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11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65"/>
          <p:cNvSpPr txBox="1">
            <a:spLocks noGrp="1"/>
          </p:cNvSpPr>
          <p:nvPr>
            <p:ph type="subTitle" idx="1"/>
          </p:nvPr>
        </p:nvSpPr>
        <p:spPr>
          <a:xfrm>
            <a:off x="349393" y="4089081"/>
            <a:ext cx="4747769" cy="128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542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1713"/>
            </a:lvl2pPr>
            <a:lvl3pPr lvl="2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542"/>
            </a:lvl3pPr>
            <a:lvl4pPr lvl="3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4pPr>
            <a:lvl5pPr lvl="4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5pPr>
            <a:lvl6pPr lvl="5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6pPr>
            <a:lvl7pPr lvl="6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7pPr>
            <a:lvl8pPr lvl="7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8pPr>
            <a:lvl9pPr lvl="8" algn="ctr">
              <a:lnSpc>
                <a:spcPct val="120000"/>
              </a:lnSpc>
              <a:spcBef>
                <a:spcPts val="514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370"/>
            </a:lvl9pPr>
          </a:lstStyle>
          <a:p>
            <a:endParaRPr/>
          </a:p>
        </p:txBody>
      </p:sp>
      <p:grpSp>
        <p:nvGrpSpPr>
          <p:cNvPr id="503" name="Google Shape;503;p65"/>
          <p:cNvGrpSpPr/>
          <p:nvPr/>
        </p:nvGrpSpPr>
        <p:grpSpPr>
          <a:xfrm>
            <a:off x="349393" y="514134"/>
            <a:ext cx="968052" cy="390910"/>
            <a:chOff x="2389188" y="1992313"/>
            <a:chExt cx="7424738" cy="2876551"/>
          </a:xfrm>
        </p:grpSpPr>
        <p:sp>
          <p:nvSpPr>
            <p:cNvPr id="504" name="Google Shape;504;p65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6" name="Google Shape;506;p65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65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65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09" name="Google Shape;509;p65"/>
          <p:cNvSpPr>
            <a:spLocks noGrp="1"/>
          </p:cNvSpPr>
          <p:nvPr>
            <p:ph type="pic" idx="2"/>
          </p:nvPr>
        </p:nvSpPr>
        <p:spPr>
          <a:xfrm>
            <a:off x="5315441" y="0"/>
            <a:ext cx="5125548" cy="6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501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Yellow">
  <p:cSld name="Logo Yellow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6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66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66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514" name="Google Shape;514;p66"/>
          <p:cNvGrpSpPr/>
          <p:nvPr/>
        </p:nvGrpSpPr>
        <p:grpSpPr>
          <a:xfrm>
            <a:off x="3628989" y="2418034"/>
            <a:ext cx="3183011" cy="1285333"/>
            <a:chOff x="2389188" y="1992313"/>
            <a:chExt cx="7424738" cy="2876551"/>
          </a:xfrm>
        </p:grpSpPr>
        <p:sp>
          <p:nvSpPr>
            <p:cNvPr id="515" name="Google Shape;515;p66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66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878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lue">
  <p:cSld name="Logo Blue">
    <p:bg>
      <p:bgPr>
        <a:solidFill>
          <a:schemeClr val="accent2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7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67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67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521" name="Google Shape;521;p67"/>
          <p:cNvGrpSpPr/>
          <p:nvPr/>
        </p:nvGrpSpPr>
        <p:grpSpPr>
          <a:xfrm>
            <a:off x="3628989" y="2418034"/>
            <a:ext cx="3183011" cy="1285333"/>
            <a:chOff x="2389188" y="1992313"/>
            <a:chExt cx="7424738" cy="2876551"/>
          </a:xfrm>
        </p:grpSpPr>
        <p:sp>
          <p:nvSpPr>
            <p:cNvPr id="522" name="Google Shape;522;p67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67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04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Light Blue">
  <p:cSld name="Logo Light Blue">
    <p:bg>
      <p:bgPr>
        <a:solidFill>
          <a:schemeClr val="accent6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8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68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68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514" b="0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528" name="Google Shape;528;p68"/>
          <p:cNvGrpSpPr/>
          <p:nvPr/>
        </p:nvGrpSpPr>
        <p:grpSpPr>
          <a:xfrm>
            <a:off x="3628989" y="2418034"/>
            <a:ext cx="3183011" cy="1285333"/>
            <a:chOff x="2389188" y="1992313"/>
            <a:chExt cx="7424738" cy="2876551"/>
          </a:xfrm>
        </p:grpSpPr>
        <p:sp>
          <p:nvSpPr>
            <p:cNvPr id="529" name="Google Shape;529;p68"/>
            <p:cNvSpPr/>
            <p:nvPr/>
          </p:nvSpPr>
          <p:spPr>
            <a:xfrm>
              <a:off x="2424113" y="4270376"/>
              <a:ext cx="7361238" cy="598488"/>
            </a:xfrm>
            <a:custGeom>
              <a:avLst/>
              <a:gdLst/>
              <a:ahLst/>
              <a:cxnLst/>
              <a:rect l="l" t="t" r="r" b="b"/>
              <a:pathLst>
                <a:path w="4637" h="753" extrusionOk="0">
                  <a:moveTo>
                    <a:pt x="4615" y="254"/>
                  </a:moveTo>
                  <a:lnTo>
                    <a:pt x="4599" y="250"/>
                  </a:lnTo>
                  <a:lnTo>
                    <a:pt x="4580" y="246"/>
                  </a:lnTo>
                  <a:lnTo>
                    <a:pt x="4561" y="242"/>
                  </a:lnTo>
                  <a:lnTo>
                    <a:pt x="4545" y="242"/>
                  </a:lnTo>
                  <a:lnTo>
                    <a:pt x="4535" y="242"/>
                  </a:lnTo>
                  <a:lnTo>
                    <a:pt x="4526" y="244"/>
                  </a:lnTo>
                  <a:lnTo>
                    <a:pt x="4517" y="248"/>
                  </a:lnTo>
                  <a:lnTo>
                    <a:pt x="4509" y="254"/>
                  </a:lnTo>
                  <a:lnTo>
                    <a:pt x="4503" y="262"/>
                  </a:lnTo>
                  <a:lnTo>
                    <a:pt x="4496" y="270"/>
                  </a:lnTo>
                  <a:lnTo>
                    <a:pt x="4493" y="276"/>
                  </a:lnTo>
                  <a:lnTo>
                    <a:pt x="4491" y="280"/>
                  </a:lnTo>
                  <a:lnTo>
                    <a:pt x="4488" y="286"/>
                  </a:lnTo>
                  <a:lnTo>
                    <a:pt x="4486" y="292"/>
                  </a:lnTo>
                  <a:lnTo>
                    <a:pt x="4482" y="305"/>
                  </a:lnTo>
                  <a:lnTo>
                    <a:pt x="4477" y="319"/>
                  </a:lnTo>
                  <a:lnTo>
                    <a:pt x="4474" y="337"/>
                  </a:lnTo>
                  <a:lnTo>
                    <a:pt x="4471" y="355"/>
                  </a:lnTo>
                  <a:lnTo>
                    <a:pt x="4470" y="375"/>
                  </a:lnTo>
                  <a:lnTo>
                    <a:pt x="4468" y="395"/>
                  </a:lnTo>
                  <a:lnTo>
                    <a:pt x="4468" y="417"/>
                  </a:lnTo>
                  <a:lnTo>
                    <a:pt x="4467" y="443"/>
                  </a:lnTo>
                  <a:lnTo>
                    <a:pt x="4467" y="509"/>
                  </a:lnTo>
                  <a:lnTo>
                    <a:pt x="4468" y="533"/>
                  </a:lnTo>
                  <a:lnTo>
                    <a:pt x="4468" y="555"/>
                  </a:lnTo>
                  <a:lnTo>
                    <a:pt x="4470" y="575"/>
                  </a:lnTo>
                  <a:lnTo>
                    <a:pt x="4471" y="595"/>
                  </a:lnTo>
                  <a:lnTo>
                    <a:pt x="4474" y="613"/>
                  </a:lnTo>
                  <a:lnTo>
                    <a:pt x="4477" y="631"/>
                  </a:lnTo>
                  <a:lnTo>
                    <a:pt x="4480" y="647"/>
                  </a:lnTo>
                  <a:lnTo>
                    <a:pt x="4485" y="659"/>
                  </a:lnTo>
                  <a:lnTo>
                    <a:pt x="4490" y="673"/>
                  </a:lnTo>
                  <a:lnTo>
                    <a:pt x="4496" y="683"/>
                  </a:lnTo>
                  <a:lnTo>
                    <a:pt x="4502" y="693"/>
                  </a:lnTo>
                  <a:lnTo>
                    <a:pt x="4505" y="697"/>
                  </a:lnTo>
                  <a:lnTo>
                    <a:pt x="4509" y="701"/>
                  </a:lnTo>
                  <a:lnTo>
                    <a:pt x="4513" y="703"/>
                  </a:lnTo>
                  <a:lnTo>
                    <a:pt x="4517" y="707"/>
                  </a:lnTo>
                  <a:lnTo>
                    <a:pt x="4525" y="711"/>
                  </a:lnTo>
                  <a:lnTo>
                    <a:pt x="4535" y="713"/>
                  </a:lnTo>
                  <a:lnTo>
                    <a:pt x="4545" y="713"/>
                  </a:lnTo>
                  <a:lnTo>
                    <a:pt x="4563" y="713"/>
                  </a:lnTo>
                  <a:lnTo>
                    <a:pt x="4582" y="709"/>
                  </a:lnTo>
                  <a:lnTo>
                    <a:pt x="4600" y="705"/>
                  </a:lnTo>
                  <a:lnTo>
                    <a:pt x="4615" y="701"/>
                  </a:lnTo>
                  <a:lnTo>
                    <a:pt x="4615" y="254"/>
                  </a:lnTo>
                  <a:close/>
                  <a:moveTo>
                    <a:pt x="4629" y="735"/>
                  </a:moveTo>
                  <a:lnTo>
                    <a:pt x="4611" y="741"/>
                  </a:lnTo>
                  <a:lnTo>
                    <a:pt x="4600" y="745"/>
                  </a:lnTo>
                  <a:lnTo>
                    <a:pt x="4590" y="747"/>
                  </a:lnTo>
                  <a:lnTo>
                    <a:pt x="4567" y="751"/>
                  </a:lnTo>
                  <a:lnTo>
                    <a:pt x="4545" y="753"/>
                  </a:lnTo>
                  <a:lnTo>
                    <a:pt x="4532" y="753"/>
                  </a:lnTo>
                  <a:lnTo>
                    <a:pt x="4521" y="749"/>
                  </a:lnTo>
                  <a:lnTo>
                    <a:pt x="4510" y="743"/>
                  </a:lnTo>
                  <a:lnTo>
                    <a:pt x="4505" y="739"/>
                  </a:lnTo>
                  <a:lnTo>
                    <a:pt x="4500" y="735"/>
                  </a:lnTo>
                  <a:lnTo>
                    <a:pt x="4491" y="725"/>
                  </a:lnTo>
                  <a:lnTo>
                    <a:pt x="4483" y="715"/>
                  </a:lnTo>
                  <a:lnTo>
                    <a:pt x="4478" y="707"/>
                  </a:lnTo>
                  <a:lnTo>
                    <a:pt x="4475" y="701"/>
                  </a:lnTo>
                  <a:lnTo>
                    <a:pt x="4468" y="685"/>
                  </a:lnTo>
                  <a:lnTo>
                    <a:pt x="4463" y="669"/>
                  </a:lnTo>
                  <a:lnTo>
                    <a:pt x="4458" y="649"/>
                  </a:lnTo>
                  <a:lnTo>
                    <a:pt x="4454" y="629"/>
                  </a:lnTo>
                  <a:lnTo>
                    <a:pt x="4451" y="607"/>
                  </a:lnTo>
                  <a:lnTo>
                    <a:pt x="4448" y="585"/>
                  </a:lnTo>
                  <a:lnTo>
                    <a:pt x="4447" y="561"/>
                  </a:lnTo>
                  <a:lnTo>
                    <a:pt x="4445" y="535"/>
                  </a:lnTo>
                  <a:lnTo>
                    <a:pt x="4445" y="509"/>
                  </a:lnTo>
                  <a:lnTo>
                    <a:pt x="4445" y="443"/>
                  </a:lnTo>
                  <a:lnTo>
                    <a:pt x="4446" y="413"/>
                  </a:lnTo>
                  <a:lnTo>
                    <a:pt x="4447" y="387"/>
                  </a:lnTo>
                  <a:lnTo>
                    <a:pt x="4449" y="361"/>
                  </a:lnTo>
                  <a:lnTo>
                    <a:pt x="4451" y="337"/>
                  </a:lnTo>
                  <a:lnTo>
                    <a:pt x="4455" y="315"/>
                  </a:lnTo>
                  <a:lnTo>
                    <a:pt x="4459" y="298"/>
                  </a:lnTo>
                  <a:lnTo>
                    <a:pt x="4464" y="280"/>
                  </a:lnTo>
                  <a:lnTo>
                    <a:pt x="4470" y="264"/>
                  </a:lnTo>
                  <a:lnTo>
                    <a:pt x="4473" y="256"/>
                  </a:lnTo>
                  <a:lnTo>
                    <a:pt x="4476" y="248"/>
                  </a:lnTo>
                  <a:lnTo>
                    <a:pt x="4485" y="236"/>
                  </a:lnTo>
                  <a:lnTo>
                    <a:pt x="4489" y="232"/>
                  </a:lnTo>
                  <a:lnTo>
                    <a:pt x="4493" y="226"/>
                  </a:lnTo>
                  <a:lnTo>
                    <a:pt x="4502" y="218"/>
                  </a:lnTo>
                  <a:lnTo>
                    <a:pt x="4506" y="214"/>
                  </a:lnTo>
                  <a:lnTo>
                    <a:pt x="4511" y="212"/>
                  </a:lnTo>
                  <a:lnTo>
                    <a:pt x="4522" y="206"/>
                  </a:lnTo>
                  <a:lnTo>
                    <a:pt x="4527" y="204"/>
                  </a:lnTo>
                  <a:lnTo>
                    <a:pt x="4533" y="204"/>
                  </a:lnTo>
                  <a:lnTo>
                    <a:pt x="4545" y="202"/>
                  </a:lnTo>
                  <a:lnTo>
                    <a:pt x="4561" y="204"/>
                  </a:lnTo>
                  <a:lnTo>
                    <a:pt x="4580" y="206"/>
                  </a:lnTo>
                  <a:lnTo>
                    <a:pt x="4598" y="212"/>
                  </a:lnTo>
                  <a:lnTo>
                    <a:pt x="4615" y="218"/>
                  </a:lnTo>
                  <a:lnTo>
                    <a:pt x="4615" y="20"/>
                  </a:lnTo>
                  <a:lnTo>
                    <a:pt x="4615" y="16"/>
                  </a:lnTo>
                  <a:lnTo>
                    <a:pt x="4615" y="12"/>
                  </a:lnTo>
                  <a:lnTo>
                    <a:pt x="4617" y="6"/>
                  </a:lnTo>
                  <a:lnTo>
                    <a:pt x="4618" y="4"/>
                  </a:lnTo>
                  <a:lnTo>
                    <a:pt x="4620" y="2"/>
                  </a:lnTo>
                  <a:lnTo>
                    <a:pt x="4623" y="0"/>
                  </a:lnTo>
                  <a:lnTo>
                    <a:pt x="4628" y="0"/>
                  </a:lnTo>
                  <a:lnTo>
                    <a:pt x="4632" y="2"/>
                  </a:lnTo>
                  <a:lnTo>
                    <a:pt x="4635" y="6"/>
                  </a:lnTo>
                  <a:lnTo>
                    <a:pt x="4636" y="12"/>
                  </a:lnTo>
                  <a:lnTo>
                    <a:pt x="4637" y="20"/>
                  </a:lnTo>
                  <a:lnTo>
                    <a:pt x="4637" y="715"/>
                  </a:lnTo>
                  <a:lnTo>
                    <a:pt x="4637" y="723"/>
                  </a:lnTo>
                  <a:lnTo>
                    <a:pt x="4636" y="725"/>
                  </a:lnTo>
                  <a:lnTo>
                    <a:pt x="4635" y="727"/>
                  </a:lnTo>
                  <a:lnTo>
                    <a:pt x="4633" y="731"/>
                  </a:lnTo>
                  <a:lnTo>
                    <a:pt x="4629" y="735"/>
                  </a:lnTo>
                  <a:close/>
                  <a:moveTo>
                    <a:pt x="177" y="747"/>
                  </a:moveTo>
                  <a:lnTo>
                    <a:pt x="61" y="747"/>
                  </a:lnTo>
                  <a:lnTo>
                    <a:pt x="54" y="747"/>
                  </a:lnTo>
                  <a:lnTo>
                    <a:pt x="48" y="745"/>
                  </a:lnTo>
                  <a:lnTo>
                    <a:pt x="41" y="745"/>
                  </a:lnTo>
                  <a:lnTo>
                    <a:pt x="36" y="741"/>
                  </a:lnTo>
                  <a:lnTo>
                    <a:pt x="30" y="739"/>
                  </a:lnTo>
                  <a:lnTo>
                    <a:pt x="28" y="737"/>
                  </a:lnTo>
                  <a:lnTo>
                    <a:pt x="25" y="733"/>
                  </a:lnTo>
                  <a:lnTo>
                    <a:pt x="21" y="729"/>
                  </a:lnTo>
                  <a:lnTo>
                    <a:pt x="16" y="723"/>
                  </a:lnTo>
                  <a:lnTo>
                    <a:pt x="13" y="715"/>
                  </a:lnTo>
                  <a:lnTo>
                    <a:pt x="9" y="707"/>
                  </a:lnTo>
                  <a:lnTo>
                    <a:pt x="7" y="699"/>
                  </a:lnTo>
                  <a:lnTo>
                    <a:pt x="4" y="687"/>
                  </a:lnTo>
                  <a:lnTo>
                    <a:pt x="3" y="677"/>
                  </a:lnTo>
                  <a:lnTo>
                    <a:pt x="1" y="663"/>
                  </a:lnTo>
                  <a:lnTo>
                    <a:pt x="1" y="649"/>
                  </a:lnTo>
                  <a:lnTo>
                    <a:pt x="0" y="635"/>
                  </a:lnTo>
                  <a:lnTo>
                    <a:pt x="0" y="20"/>
                  </a:lnTo>
                  <a:lnTo>
                    <a:pt x="0" y="16"/>
                  </a:lnTo>
                  <a:lnTo>
                    <a:pt x="1" y="12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2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20" y="6"/>
                  </a:lnTo>
                  <a:lnTo>
                    <a:pt x="22" y="12"/>
                  </a:lnTo>
                  <a:lnTo>
                    <a:pt x="22" y="20"/>
                  </a:lnTo>
                  <a:lnTo>
                    <a:pt x="22" y="635"/>
                  </a:lnTo>
                  <a:lnTo>
                    <a:pt x="23" y="645"/>
                  </a:lnTo>
                  <a:lnTo>
                    <a:pt x="23" y="655"/>
                  </a:lnTo>
                  <a:lnTo>
                    <a:pt x="24" y="665"/>
                  </a:lnTo>
                  <a:lnTo>
                    <a:pt x="25" y="671"/>
                  </a:lnTo>
                  <a:lnTo>
                    <a:pt x="27" y="679"/>
                  </a:lnTo>
                  <a:lnTo>
                    <a:pt x="28" y="685"/>
                  </a:lnTo>
                  <a:lnTo>
                    <a:pt x="30" y="689"/>
                  </a:lnTo>
                  <a:lnTo>
                    <a:pt x="33" y="693"/>
                  </a:lnTo>
                  <a:lnTo>
                    <a:pt x="35" y="697"/>
                  </a:lnTo>
                  <a:lnTo>
                    <a:pt x="38" y="699"/>
                  </a:lnTo>
                  <a:lnTo>
                    <a:pt x="45" y="703"/>
                  </a:lnTo>
                  <a:lnTo>
                    <a:pt x="53" y="705"/>
                  </a:lnTo>
                  <a:lnTo>
                    <a:pt x="61" y="705"/>
                  </a:lnTo>
                  <a:lnTo>
                    <a:pt x="177" y="705"/>
                  </a:lnTo>
                  <a:lnTo>
                    <a:pt x="181" y="707"/>
                  </a:lnTo>
                  <a:lnTo>
                    <a:pt x="182" y="709"/>
                  </a:lnTo>
                  <a:lnTo>
                    <a:pt x="184" y="711"/>
                  </a:lnTo>
                  <a:lnTo>
                    <a:pt x="186" y="715"/>
                  </a:lnTo>
                  <a:lnTo>
                    <a:pt x="186" y="719"/>
                  </a:lnTo>
                  <a:lnTo>
                    <a:pt x="187" y="723"/>
                  </a:lnTo>
                  <a:lnTo>
                    <a:pt x="187" y="731"/>
                  </a:lnTo>
                  <a:lnTo>
                    <a:pt x="186" y="733"/>
                  </a:lnTo>
                  <a:lnTo>
                    <a:pt x="186" y="737"/>
                  </a:lnTo>
                  <a:lnTo>
                    <a:pt x="184" y="743"/>
                  </a:lnTo>
                  <a:lnTo>
                    <a:pt x="181" y="745"/>
                  </a:lnTo>
                  <a:lnTo>
                    <a:pt x="177" y="747"/>
                  </a:lnTo>
                  <a:close/>
                  <a:moveTo>
                    <a:pt x="433" y="487"/>
                  </a:moveTo>
                  <a:lnTo>
                    <a:pt x="263" y="487"/>
                  </a:lnTo>
                  <a:lnTo>
                    <a:pt x="263" y="509"/>
                  </a:lnTo>
                  <a:lnTo>
                    <a:pt x="263" y="539"/>
                  </a:lnTo>
                  <a:lnTo>
                    <a:pt x="264" y="553"/>
                  </a:lnTo>
                  <a:lnTo>
                    <a:pt x="265" y="565"/>
                  </a:lnTo>
                  <a:lnTo>
                    <a:pt x="266" y="579"/>
                  </a:lnTo>
                  <a:lnTo>
                    <a:pt x="267" y="591"/>
                  </a:lnTo>
                  <a:lnTo>
                    <a:pt x="270" y="613"/>
                  </a:lnTo>
                  <a:lnTo>
                    <a:pt x="274" y="631"/>
                  </a:lnTo>
                  <a:lnTo>
                    <a:pt x="279" y="647"/>
                  </a:lnTo>
                  <a:lnTo>
                    <a:pt x="284" y="663"/>
                  </a:lnTo>
                  <a:lnTo>
                    <a:pt x="287" y="669"/>
                  </a:lnTo>
                  <a:lnTo>
                    <a:pt x="290" y="675"/>
                  </a:lnTo>
                  <a:lnTo>
                    <a:pt x="293" y="681"/>
                  </a:lnTo>
                  <a:lnTo>
                    <a:pt x="296" y="685"/>
                  </a:lnTo>
                  <a:lnTo>
                    <a:pt x="303" y="693"/>
                  </a:lnTo>
                  <a:lnTo>
                    <a:pt x="311" y="701"/>
                  </a:lnTo>
                  <a:lnTo>
                    <a:pt x="319" y="705"/>
                  </a:lnTo>
                  <a:lnTo>
                    <a:pt x="327" y="709"/>
                  </a:lnTo>
                  <a:lnTo>
                    <a:pt x="336" y="713"/>
                  </a:lnTo>
                  <a:lnTo>
                    <a:pt x="345" y="713"/>
                  </a:lnTo>
                  <a:lnTo>
                    <a:pt x="354" y="713"/>
                  </a:lnTo>
                  <a:lnTo>
                    <a:pt x="372" y="713"/>
                  </a:lnTo>
                  <a:lnTo>
                    <a:pt x="390" y="709"/>
                  </a:lnTo>
                  <a:lnTo>
                    <a:pt x="410" y="703"/>
                  </a:lnTo>
                  <a:lnTo>
                    <a:pt x="429" y="697"/>
                  </a:lnTo>
                  <a:lnTo>
                    <a:pt x="431" y="697"/>
                  </a:lnTo>
                  <a:lnTo>
                    <a:pt x="432" y="697"/>
                  </a:lnTo>
                  <a:lnTo>
                    <a:pt x="436" y="697"/>
                  </a:lnTo>
                  <a:lnTo>
                    <a:pt x="437" y="699"/>
                  </a:lnTo>
                  <a:lnTo>
                    <a:pt x="438" y="703"/>
                  </a:lnTo>
                  <a:lnTo>
                    <a:pt x="439" y="705"/>
                  </a:lnTo>
                  <a:lnTo>
                    <a:pt x="439" y="709"/>
                  </a:lnTo>
                  <a:lnTo>
                    <a:pt x="439" y="721"/>
                  </a:lnTo>
                  <a:lnTo>
                    <a:pt x="438" y="725"/>
                  </a:lnTo>
                  <a:lnTo>
                    <a:pt x="437" y="729"/>
                  </a:lnTo>
                  <a:lnTo>
                    <a:pt x="436" y="731"/>
                  </a:lnTo>
                  <a:lnTo>
                    <a:pt x="434" y="733"/>
                  </a:lnTo>
                  <a:lnTo>
                    <a:pt x="430" y="737"/>
                  </a:lnTo>
                  <a:lnTo>
                    <a:pt x="411" y="743"/>
                  </a:lnTo>
                  <a:lnTo>
                    <a:pt x="391" y="749"/>
                  </a:lnTo>
                  <a:lnTo>
                    <a:pt x="372" y="751"/>
                  </a:lnTo>
                  <a:lnTo>
                    <a:pt x="354" y="753"/>
                  </a:lnTo>
                  <a:lnTo>
                    <a:pt x="343" y="753"/>
                  </a:lnTo>
                  <a:lnTo>
                    <a:pt x="331" y="751"/>
                  </a:lnTo>
                  <a:lnTo>
                    <a:pt x="320" y="747"/>
                  </a:lnTo>
                  <a:lnTo>
                    <a:pt x="310" y="741"/>
                  </a:lnTo>
                  <a:lnTo>
                    <a:pt x="300" y="735"/>
                  </a:lnTo>
                  <a:lnTo>
                    <a:pt x="295" y="731"/>
                  </a:lnTo>
                  <a:lnTo>
                    <a:pt x="291" y="727"/>
                  </a:lnTo>
                  <a:lnTo>
                    <a:pt x="282" y="715"/>
                  </a:lnTo>
                  <a:lnTo>
                    <a:pt x="274" y="703"/>
                  </a:lnTo>
                  <a:lnTo>
                    <a:pt x="270" y="695"/>
                  </a:lnTo>
                  <a:lnTo>
                    <a:pt x="267" y="687"/>
                  </a:lnTo>
                  <a:lnTo>
                    <a:pt x="260" y="669"/>
                  </a:lnTo>
                  <a:lnTo>
                    <a:pt x="255" y="649"/>
                  </a:lnTo>
                  <a:lnTo>
                    <a:pt x="250" y="627"/>
                  </a:lnTo>
                  <a:lnTo>
                    <a:pt x="248" y="615"/>
                  </a:lnTo>
                  <a:lnTo>
                    <a:pt x="246" y="601"/>
                  </a:lnTo>
                  <a:lnTo>
                    <a:pt x="243" y="573"/>
                  </a:lnTo>
                  <a:lnTo>
                    <a:pt x="241" y="543"/>
                  </a:lnTo>
                  <a:lnTo>
                    <a:pt x="241" y="527"/>
                  </a:lnTo>
                  <a:lnTo>
                    <a:pt x="241" y="509"/>
                  </a:lnTo>
                  <a:lnTo>
                    <a:pt x="241" y="443"/>
                  </a:lnTo>
                  <a:lnTo>
                    <a:pt x="241" y="417"/>
                  </a:lnTo>
                  <a:lnTo>
                    <a:pt x="242" y="391"/>
                  </a:lnTo>
                  <a:lnTo>
                    <a:pt x="245" y="369"/>
                  </a:lnTo>
                  <a:lnTo>
                    <a:pt x="247" y="345"/>
                  </a:lnTo>
                  <a:lnTo>
                    <a:pt x="249" y="335"/>
                  </a:lnTo>
                  <a:lnTo>
                    <a:pt x="251" y="325"/>
                  </a:lnTo>
                  <a:lnTo>
                    <a:pt x="253" y="315"/>
                  </a:lnTo>
                  <a:lnTo>
                    <a:pt x="255" y="305"/>
                  </a:lnTo>
                  <a:lnTo>
                    <a:pt x="258" y="296"/>
                  </a:lnTo>
                  <a:lnTo>
                    <a:pt x="261" y="288"/>
                  </a:lnTo>
                  <a:lnTo>
                    <a:pt x="267" y="270"/>
                  </a:lnTo>
                  <a:lnTo>
                    <a:pt x="274" y="256"/>
                  </a:lnTo>
                  <a:lnTo>
                    <a:pt x="281" y="242"/>
                  </a:lnTo>
                  <a:lnTo>
                    <a:pt x="289" y="230"/>
                  </a:lnTo>
                  <a:lnTo>
                    <a:pt x="299" y="220"/>
                  </a:lnTo>
                  <a:lnTo>
                    <a:pt x="308" y="212"/>
                  </a:lnTo>
                  <a:lnTo>
                    <a:pt x="319" y="208"/>
                  </a:lnTo>
                  <a:lnTo>
                    <a:pt x="330" y="204"/>
                  </a:lnTo>
                  <a:lnTo>
                    <a:pt x="336" y="202"/>
                  </a:lnTo>
                  <a:lnTo>
                    <a:pt x="343" y="202"/>
                  </a:lnTo>
                  <a:lnTo>
                    <a:pt x="355" y="204"/>
                  </a:lnTo>
                  <a:lnTo>
                    <a:pt x="361" y="204"/>
                  </a:lnTo>
                  <a:lnTo>
                    <a:pt x="367" y="206"/>
                  </a:lnTo>
                  <a:lnTo>
                    <a:pt x="378" y="212"/>
                  </a:lnTo>
                  <a:lnTo>
                    <a:pt x="383" y="216"/>
                  </a:lnTo>
                  <a:lnTo>
                    <a:pt x="387" y="220"/>
                  </a:lnTo>
                  <a:lnTo>
                    <a:pt x="397" y="230"/>
                  </a:lnTo>
                  <a:lnTo>
                    <a:pt x="405" y="240"/>
                  </a:lnTo>
                  <a:lnTo>
                    <a:pt x="412" y="254"/>
                  </a:lnTo>
                  <a:lnTo>
                    <a:pt x="416" y="260"/>
                  </a:lnTo>
                  <a:lnTo>
                    <a:pt x="419" y="268"/>
                  </a:lnTo>
                  <a:lnTo>
                    <a:pt x="424" y="286"/>
                  </a:lnTo>
                  <a:lnTo>
                    <a:pt x="429" y="303"/>
                  </a:lnTo>
                  <a:lnTo>
                    <a:pt x="433" y="323"/>
                  </a:lnTo>
                  <a:lnTo>
                    <a:pt x="437" y="343"/>
                  </a:lnTo>
                  <a:lnTo>
                    <a:pt x="439" y="365"/>
                  </a:lnTo>
                  <a:lnTo>
                    <a:pt x="441" y="389"/>
                  </a:lnTo>
                  <a:lnTo>
                    <a:pt x="442" y="415"/>
                  </a:lnTo>
                  <a:lnTo>
                    <a:pt x="443" y="441"/>
                  </a:lnTo>
                  <a:lnTo>
                    <a:pt x="443" y="469"/>
                  </a:lnTo>
                  <a:lnTo>
                    <a:pt x="443" y="473"/>
                  </a:lnTo>
                  <a:lnTo>
                    <a:pt x="442" y="475"/>
                  </a:lnTo>
                  <a:lnTo>
                    <a:pt x="440" y="483"/>
                  </a:lnTo>
                  <a:lnTo>
                    <a:pt x="437" y="487"/>
                  </a:lnTo>
                  <a:lnTo>
                    <a:pt x="433" y="487"/>
                  </a:lnTo>
                  <a:close/>
                  <a:moveTo>
                    <a:pt x="421" y="441"/>
                  </a:moveTo>
                  <a:lnTo>
                    <a:pt x="420" y="417"/>
                  </a:lnTo>
                  <a:lnTo>
                    <a:pt x="420" y="397"/>
                  </a:lnTo>
                  <a:lnTo>
                    <a:pt x="418" y="375"/>
                  </a:lnTo>
                  <a:lnTo>
                    <a:pt x="416" y="357"/>
                  </a:lnTo>
                  <a:lnTo>
                    <a:pt x="414" y="339"/>
                  </a:lnTo>
                  <a:lnTo>
                    <a:pt x="411" y="321"/>
                  </a:lnTo>
                  <a:lnTo>
                    <a:pt x="409" y="315"/>
                  </a:lnTo>
                  <a:lnTo>
                    <a:pt x="407" y="307"/>
                  </a:lnTo>
                  <a:lnTo>
                    <a:pt x="403" y="294"/>
                  </a:lnTo>
                  <a:lnTo>
                    <a:pt x="400" y="288"/>
                  </a:lnTo>
                  <a:lnTo>
                    <a:pt x="398" y="282"/>
                  </a:lnTo>
                  <a:lnTo>
                    <a:pt x="395" y="276"/>
                  </a:lnTo>
                  <a:lnTo>
                    <a:pt x="392" y="272"/>
                  </a:lnTo>
                  <a:lnTo>
                    <a:pt x="389" y="266"/>
                  </a:lnTo>
                  <a:lnTo>
                    <a:pt x="386" y="262"/>
                  </a:lnTo>
                  <a:lnTo>
                    <a:pt x="379" y="256"/>
                  </a:lnTo>
                  <a:lnTo>
                    <a:pt x="371" y="250"/>
                  </a:lnTo>
                  <a:lnTo>
                    <a:pt x="362" y="246"/>
                  </a:lnTo>
                  <a:lnTo>
                    <a:pt x="353" y="242"/>
                  </a:lnTo>
                  <a:lnTo>
                    <a:pt x="343" y="242"/>
                  </a:lnTo>
                  <a:lnTo>
                    <a:pt x="332" y="242"/>
                  </a:lnTo>
                  <a:lnTo>
                    <a:pt x="328" y="244"/>
                  </a:lnTo>
                  <a:lnTo>
                    <a:pt x="323" y="246"/>
                  </a:lnTo>
                  <a:lnTo>
                    <a:pt x="314" y="250"/>
                  </a:lnTo>
                  <a:lnTo>
                    <a:pt x="307" y="256"/>
                  </a:lnTo>
                  <a:lnTo>
                    <a:pt x="299" y="264"/>
                  </a:lnTo>
                  <a:lnTo>
                    <a:pt x="293" y="274"/>
                  </a:lnTo>
                  <a:lnTo>
                    <a:pt x="287" y="284"/>
                  </a:lnTo>
                  <a:lnTo>
                    <a:pt x="282" y="298"/>
                  </a:lnTo>
                  <a:lnTo>
                    <a:pt x="277" y="311"/>
                  </a:lnTo>
                  <a:lnTo>
                    <a:pt x="275" y="317"/>
                  </a:lnTo>
                  <a:lnTo>
                    <a:pt x="273" y="325"/>
                  </a:lnTo>
                  <a:lnTo>
                    <a:pt x="270" y="343"/>
                  </a:lnTo>
                  <a:lnTo>
                    <a:pt x="268" y="361"/>
                  </a:lnTo>
                  <a:lnTo>
                    <a:pt x="266" y="379"/>
                  </a:lnTo>
                  <a:lnTo>
                    <a:pt x="264" y="399"/>
                  </a:lnTo>
                  <a:lnTo>
                    <a:pt x="263" y="421"/>
                  </a:lnTo>
                  <a:lnTo>
                    <a:pt x="263" y="443"/>
                  </a:lnTo>
                  <a:lnTo>
                    <a:pt x="421" y="447"/>
                  </a:lnTo>
                  <a:lnTo>
                    <a:pt x="421" y="441"/>
                  </a:lnTo>
                  <a:close/>
                  <a:moveTo>
                    <a:pt x="649" y="751"/>
                  </a:moveTo>
                  <a:lnTo>
                    <a:pt x="636" y="753"/>
                  </a:lnTo>
                  <a:lnTo>
                    <a:pt x="622" y="753"/>
                  </a:lnTo>
                  <a:lnTo>
                    <a:pt x="610" y="753"/>
                  </a:lnTo>
                  <a:lnTo>
                    <a:pt x="598" y="749"/>
                  </a:lnTo>
                  <a:lnTo>
                    <a:pt x="593" y="745"/>
                  </a:lnTo>
                  <a:lnTo>
                    <a:pt x="589" y="741"/>
                  </a:lnTo>
                  <a:lnTo>
                    <a:pt x="584" y="737"/>
                  </a:lnTo>
                  <a:lnTo>
                    <a:pt x="581" y="731"/>
                  </a:lnTo>
                  <a:lnTo>
                    <a:pt x="577" y="725"/>
                  </a:lnTo>
                  <a:lnTo>
                    <a:pt x="574" y="717"/>
                  </a:lnTo>
                  <a:lnTo>
                    <a:pt x="571" y="709"/>
                  </a:lnTo>
                  <a:lnTo>
                    <a:pt x="569" y="699"/>
                  </a:lnTo>
                  <a:lnTo>
                    <a:pt x="568" y="687"/>
                  </a:lnTo>
                  <a:lnTo>
                    <a:pt x="566" y="675"/>
                  </a:lnTo>
                  <a:lnTo>
                    <a:pt x="566" y="659"/>
                  </a:lnTo>
                  <a:lnTo>
                    <a:pt x="565" y="645"/>
                  </a:lnTo>
                  <a:lnTo>
                    <a:pt x="565" y="248"/>
                  </a:lnTo>
                  <a:lnTo>
                    <a:pt x="516" y="248"/>
                  </a:lnTo>
                  <a:lnTo>
                    <a:pt x="512" y="248"/>
                  </a:lnTo>
                  <a:lnTo>
                    <a:pt x="510" y="246"/>
                  </a:lnTo>
                  <a:lnTo>
                    <a:pt x="509" y="244"/>
                  </a:lnTo>
                  <a:lnTo>
                    <a:pt x="507" y="240"/>
                  </a:lnTo>
                  <a:lnTo>
                    <a:pt x="506" y="236"/>
                  </a:lnTo>
                  <a:lnTo>
                    <a:pt x="506" y="232"/>
                  </a:lnTo>
                  <a:lnTo>
                    <a:pt x="506" y="222"/>
                  </a:lnTo>
                  <a:lnTo>
                    <a:pt x="506" y="220"/>
                  </a:lnTo>
                  <a:lnTo>
                    <a:pt x="507" y="216"/>
                  </a:lnTo>
                  <a:lnTo>
                    <a:pt x="508" y="214"/>
                  </a:lnTo>
                  <a:lnTo>
                    <a:pt x="509" y="212"/>
                  </a:lnTo>
                  <a:lnTo>
                    <a:pt x="510" y="210"/>
                  </a:lnTo>
                  <a:lnTo>
                    <a:pt x="512" y="208"/>
                  </a:lnTo>
                  <a:lnTo>
                    <a:pt x="516" y="208"/>
                  </a:lnTo>
                  <a:lnTo>
                    <a:pt x="565" y="208"/>
                  </a:lnTo>
                  <a:lnTo>
                    <a:pt x="565" y="104"/>
                  </a:lnTo>
                  <a:lnTo>
                    <a:pt x="566" y="96"/>
                  </a:lnTo>
                  <a:lnTo>
                    <a:pt x="567" y="94"/>
                  </a:lnTo>
                  <a:lnTo>
                    <a:pt x="568" y="90"/>
                  </a:lnTo>
                  <a:lnTo>
                    <a:pt x="569" y="88"/>
                  </a:lnTo>
                  <a:lnTo>
                    <a:pt x="570" y="86"/>
                  </a:lnTo>
                  <a:lnTo>
                    <a:pt x="572" y="86"/>
                  </a:lnTo>
                  <a:lnTo>
                    <a:pt x="574" y="84"/>
                  </a:lnTo>
                  <a:lnTo>
                    <a:pt x="580" y="84"/>
                  </a:lnTo>
                  <a:lnTo>
                    <a:pt x="583" y="86"/>
                  </a:lnTo>
                  <a:lnTo>
                    <a:pt x="585" y="90"/>
                  </a:lnTo>
                  <a:lnTo>
                    <a:pt x="587" y="96"/>
                  </a:lnTo>
                  <a:lnTo>
                    <a:pt x="588" y="104"/>
                  </a:lnTo>
                  <a:lnTo>
                    <a:pt x="588" y="208"/>
                  </a:lnTo>
                  <a:lnTo>
                    <a:pt x="648" y="208"/>
                  </a:lnTo>
                  <a:lnTo>
                    <a:pt x="651" y="208"/>
                  </a:lnTo>
                  <a:lnTo>
                    <a:pt x="653" y="210"/>
                  </a:lnTo>
                  <a:lnTo>
                    <a:pt x="654" y="212"/>
                  </a:lnTo>
                  <a:lnTo>
                    <a:pt x="656" y="216"/>
                  </a:lnTo>
                  <a:lnTo>
                    <a:pt x="657" y="220"/>
                  </a:lnTo>
                  <a:lnTo>
                    <a:pt x="657" y="222"/>
                  </a:lnTo>
                  <a:lnTo>
                    <a:pt x="657" y="232"/>
                  </a:lnTo>
                  <a:lnTo>
                    <a:pt x="657" y="236"/>
                  </a:lnTo>
                  <a:lnTo>
                    <a:pt x="656" y="240"/>
                  </a:lnTo>
                  <a:lnTo>
                    <a:pt x="654" y="244"/>
                  </a:lnTo>
                  <a:lnTo>
                    <a:pt x="653" y="246"/>
                  </a:lnTo>
                  <a:lnTo>
                    <a:pt x="651" y="248"/>
                  </a:lnTo>
                  <a:lnTo>
                    <a:pt x="648" y="248"/>
                  </a:lnTo>
                  <a:lnTo>
                    <a:pt x="588" y="248"/>
                  </a:lnTo>
                  <a:lnTo>
                    <a:pt x="588" y="645"/>
                  </a:lnTo>
                  <a:lnTo>
                    <a:pt x="588" y="665"/>
                  </a:lnTo>
                  <a:lnTo>
                    <a:pt x="590" y="681"/>
                  </a:lnTo>
                  <a:lnTo>
                    <a:pt x="593" y="693"/>
                  </a:lnTo>
                  <a:lnTo>
                    <a:pt x="595" y="697"/>
                  </a:lnTo>
                  <a:lnTo>
                    <a:pt x="597" y="701"/>
                  </a:lnTo>
                  <a:lnTo>
                    <a:pt x="599" y="705"/>
                  </a:lnTo>
                  <a:lnTo>
                    <a:pt x="602" y="707"/>
                  </a:lnTo>
                  <a:lnTo>
                    <a:pt x="605" y="711"/>
                  </a:lnTo>
                  <a:lnTo>
                    <a:pt x="608" y="711"/>
                  </a:lnTo>
                  <a:lnTo>
                    <a:pt x="615" y="713"/>
                  </a:lnTo>
                  <a:lnTo>
                    <a:pt x="622" y="713"/>
                  </a:lnTo>
                  <a:lnTo>
                    <a:pt x="647" y="713"/>
                  </a:lnTo>
                  <a:lnTo>
                    <a:pt x="651" y="715"/>
                  </a:lnTo>
                  <a:lnTo>
                    <a:pt x="655" y="717"/>
                  </a:lnTo>
                  <a:lnTo>
                    <a:pt x="656" y="719"/>
                  </a:lnTo>
                  <a:lnTo>
                    <a:pt x="657" y="723"/>
                  </a:lnTo>
                  <a:lnTo>
                    <a:pt x="657" y="725"/>
                  </a:lnTo>
                  <a:lnTo>
                    <a:pt x="657" y="729"/>
                  </a:lnTo>
                  <a:lnTo>
                    <a:pt x="657" y="737"/>
                  </a:lnTo>
                  <a:lnTo>
                    <a:pt x="655" y="743"/>
                  </a:lnTo>
                  <a:lnTo>
                    <a:pt x="654" y="747"/>
                  </a:lnTo>
                  <a:lnTo>
                    <a:pt x="653" y="747"/>
                  </a:lnTo>
                  <a:lnTo>
                    <a:pt x="649" y="751"/>
                  </a:lnTo>
                  <a:close/>
                  <a:moveTo>
                    <a:pt x="767" y="20"/>
                  </a:moveTo>
                  <a:lnTo>
                    <a:pt x="743" y="192"/>
                  </a:lnTo>
                  <a:lnTo>
                    <a:pt x="742" y="202"/>
                  </a:lnTo>
                  <a:lnTo>
                    <a:pt x="740" y="208"/>
                  </a:lnTo>
                  <a:lnTo>
                    <a:pt x="737" y="210"/>
                  </a:lnTo>
                  <a:lnTo>
                    <a:pt x="734" y="212"/>
                  </a:lnTo>
                  <a:lnTo>
                    <a:pt x="726" y="212"/>
                  </a:lnTo>
                  <a:lnTo>
                    <a:pt x="724" y="210"/>
                  </a:lnTo>
                  <a:lnTo>
                    <a:pt x="722" y="208"/>
                  </a:lnTo>
                  <a:lnTo>
                    <a:pt x="722" y="206"/>
                  </a:lnTo>
                  <a:lnTo>
                    <a:pt x="722" y="202"/>
                  </a:lnTo>
                  <a:lnTo>
                    <a:pt x="722" y="198"/>
                  </a:lnTo>
                  <a:lnTo>
                    <a:pt x="722" y="192"/>
                  </a:lnTo>
                  <a:lnTo>
                    <a:pt x="743" y="20"/>
                  </a:lnTo>
                  <a:lnTo>
                    <a:pt x="744" y="10"/>
                  </a:lnTo>
                  <a:lnTo>
                    <a:pt x="745" y="6"/>
                  </a:lnTo>
                  <a:lnTo>
                    <a:pt x="746" y="4"/>
                  </a:lnTo>
                  <a:lnTo>
                    <a:pt x="749" y="2"/>
                  </a:lnTo>
                  <a:lnTo>
                    <a:pt x="753" y="0"/>
                  </a:lnTo>
                  <a:lnTo>
                    <a:pt x="762" y="0"/>
                  </a:lnTo>
                  <a:lnTo>
                    <a:pt x="765" y="0"/>
                  </a:lnTo>
                  <a:lnTo>
                    <a:pt x="767" y="2"/>
                  </a:lnTo>
                  <a:lnTo>
                    <a:pt x="768" y="6"/>
                  </a:lnTo>
                  <a:lnTo>
                    <a:pt x="768" y="12"/>
                  </a:lnTo>
                  <a:lnTo>
                    <a:pt x="768" y="14"/>
                  </a:lnTo>
                  <a:lnTo>
                    <a:pt x="767" y="20"/>
                  </a:lnTo>
                  <a:close/>
                  <a:moveTo>
                    <a:pt x="898" y="753"/>
                  </a:moveTo>
                  <a:lnTo>
                    <a:pt x="879" y="753"/>
                  </a:lnTo>
                  <a:lnTo>
                    <a:pt x="859" y="749"/>
                  </a:lnTo>
                  <a:lnTo>
                    <a:pt x="841" y="745"/>
                  </a:lnTo>
                  <a:lnTo>
                    <a:pt x="825" y="739"/>
                  </a:lnTo>
                  <a:lnTo>
                    <a:pt x="820" y="737"/>
                  </a:lnTo>
                  <a:lnTo>
                    <a:pt x="818" y="735"/>
                  </a:lnTo>
                  <a:lnTo>
                    <a:pt x="817" y="735"/>
                  </a:lnTo>
                  <a:lnTo>
                    <a:pt x="815" y="733"/>
                  </a:lnTo>
                  <a:lnTo>
                    <a:pt x="814" y="729"/>
                  </a:lnTo>
                  <a:lnTo>
                    <a:pt x="814" y="727"/>
                  </a:lnTo>
                  <a:lnTo>
                    <a:pt x="814" y="723"/>
                  </a:lnTo>
                  <a:lnTo>
                    <a:pt x="814" y="711"/>
                  </a:lnTo>
                  <a:lnTo>
                    <a:pt x="814" y="707"/>
                  </a:lnTo>
                  <a:lnTo>
                    <a:pt x="814" y="705"/>
                  </a:lnTo>
                  <a:lnTo>
                    <a:pt x="816" y="701"/>
                  </a:lnTo>
                  <a:lnTo>
                    <a:pt x="817" y="699"/>
                  </a:lnTo>
                  <a:lnTo>
                    <a:pt x="819" y="699"/>
                  </a:lnTo>
                  <a:lnTo>
                    <a:pt x="820" y="697"/>
                  </a:lnTo>
                  <a:lnTo>
                    <a:pt x="822" y="697"/>
                  </a:lnTo>
                  <a:lnTo>
                    <a:pt x="825" y="697"/>
                  </a:lnTo>
                  <a:lnTo>
                    <a:pt x="844" y="703"/>
                  </a:lnTo>
                  <a:lnTo>
                    <a:pt x="863" y="709"/>
                  </a:lnTo>
                  <a:lnTo>
                    <a:pt x="873" y="711"/>
                  </a:lnTo>
                  <a:lnTo>
                    <a:pt x="882" y="713"/>
                  </a:lnTo>
                  <a:lnTo>
                    <a:pt x="899" y="713"/>
                  </a:lnTo>
                  <a:lnTo>
                    <a:pt x="912" y="713"/>
                  </a:lnTo>
                  <a:lnTo>
                    <a:pt x="918" y="711"/>
                  </a:lnTo>
                  <a:lnTo>
                    <a:pt x="924" y="709"/>
                  </a:lnTo>
                  <a:lnTo>
                    <a:pt x="930" y="707"/>
                  </a:lnTo>
                  <a:lnTo>
                    <a:pt x="935" y="703"/>
                  </a:lnTo>
                  <a:lnTo>
                    <a:pt x="940" y="699"/>
                  </a:lnTo>
                  <a:lnTo>
                    <a:pt x="944" y="695"/>
                  </a:lnTo>
                  <a:lnTo>
                    <a:pt x="948" y="689"/>
                  </a:lnTo>
                  <a:lnTo>
                    <a:pt x="952" y="681"/>
                  </a:lnTo>
                  <a:lnTo>
                    <a:pt x="955" y="673"/>
                  </a:lnTo>
                  <a:lnTo>
                    <a:pt x="958" y="663"/>
                  </a:lnTo>
                  <a:lnTo>
                    <a:pt x="960" y="653"/>
                  </a:lnTo>
                  <a:lnTo>
                    <a:pt x="961" y="641"/>
                  </a:lnTo>
                  <a:lnTo>
                    <a:pt x="962" y="627"/>
                  </a:lnTo>
                  <a:lnTo>
                    <a:pt x="963" y="613"/>
                  </a:lnTo>
                  <a:lnTo>
                    <a:pt x="962" y="599"/>
                  </a:lnTo>
                  <a:lnTo>
                    <a:pt x="960" y="585"/>
                  </a:lnTo>
                  <a:lnTo>
                    <a:pt x="959" y="579"/>
                  </a:lnTo>
                  <a:lnTo>
                    <a:pt x="957" y="573"/>
                  </a:lnTo>
                  <a:lnTo>
                    <a:pt x="952" y="561"/>
                  </a:lnTo>
                  <a:lnTo>
                    <a:pt x="949" y="555"/>
                  </a:lnTo>
                  <a:lnTo>
                    <a:pt x="945" y="547"/>
                  </a:lnTo>
                  <a:lnTo>
                    <a:pt x="935" y="535"/>
                  </a:lnTo>
                  <a:lnTo>
                    <a:pt x="924" y="519"/>
                  </a:lnTo>
                  <a:lnTo>
                    <a:pt x="909" y="503"/>
                  </a:lnTo>
                  <a:lnTo>
                    <a:pt x="877" y="469"/>
                  </a:lnTo>
                  <a:lnTo>
                    <a:pt x="864" y="453"/>
                  </a:lnTo>
                  <a:lnTo>
                    <a:pt x="852" y="439"/>
                  </a:lnTo>
                  <a:lnTo>
                    <a:pt x="841" y="423"/>
                  </a:lnTo>
                  <a:lnTo>
                    <a:pt x="839" y="419"/>
                  </a:lnTo>
                  <a:lnTo>
                    <a:pt x="837" y="415"/>
                  </a:lnTo>
                  <a:lnTo>
                    <a:pt x="832" y="407"/>
                  </a:lnTo>
                  <a:lnTo>
                    <a:pt x="829" y="399"/>
                  </a:lnTo>
                  <a:lnTo>
                    <a:pt x="825" y="389"/>
                  </a:lnTo>
                  <a:lnTo>
                    <a:pt x="823" y="381"/>
                  </a:lnTo>
                  <a:lnTo>
                    <a:pt x="820" y="371"/>
                  </a:lnTo>
                  <a:lnTo>
                    <a:pt x="819" y="361"/>
                  </a:lnTo>
                  <a:lnTo>
                    <a:pt x="817" y="349"/>
                  </a:lnTo>
                  <a:lnTo>
                    <a:pt x="816" y="337"/>
                  </a:lnTo>
                  <a:lnTo>
                    <a:pt x="816" y="325"/>
                  </a:lnTo>
                  <a:lnTo>
                    <a:pt x="817" y="309"/>
                  </a:lnTo>
                  <a:lnTo>
                    <a:pt x="818" y="294"/>
                  </a:lnTo>
                  <a:lnTo>
                    <a:pt x="820" y="280"/>
                  </a:lnTo>
                  <a:lnTo>
                    <a:pt x="823" y="268"/>
                  </a:lnTo>
                  <a:lnTo>
                    <a:pt x="826" y="256"/>
                  </a:lnTo>
                  <a:lnTo>
                    <a:pt x="830" y="246"/>
                  </a:lnTo>
                  <a:lnTo>
                    <a:pt x="835" y="238"/>
                  </a:lnTo>
                  <a:lnTo>
                    <a:pt x="840" y="230"/>
                  </a:lnTo>
                  <a:lnTo>
                    <a:pt x="845" y="222"/>
                  </a:lnTo>
                  <a:lnTo>
                    <a:pt x="851" y="216"/>
                  </a:lnTo>
                  <a:lnTo>
                    <a:pt x="858" y="212"/>
                  </a:lnTo>
                  <a:lnTo>
                    <a:pt x="864" y="208"/>
                  </a:lnTo>
                  <a:lnTo>
                    <a:pt x="871" y="206"/>
                  </a:lnTo>
                  <a:lnTo>
                    <a:pt x="878" y="204"/>
                  </a:lnTo>
                  <a:lnTo>
                    <a:pt x="893" y="202"/>
                  </a:lnTo>
                  <a:lnTo>
                    <a:pt x="917" y="204"/>
                  </a:lnTo>
                  <a:lnTo>
                    <a:pt x="936" y="206"/>
                  </a:lnTo>
                  <a:lnTo>
                    <a:pt x="965" y="212"/>
                  </a:lnTo>
                  <a:lnTo>
                    <a:pt x="970" y="214"/>
                  </a:lnTo>
                  <a:lnTo>
                    <a:pt x="973" y="216"/>
                  </a:lnTo>
                  <a:lnTo>
                    <a:pt x="974" y="218"/>
                  </a:lnTo>
                  <a:lnTo>
                    <a:pt x="975" y="220"/>
                  </a:lnTo>
                  <a:lnTo>
                    <a:pt x="976" y="224"/>
                  </a:lnTo>
                  <a:lnTo>
                    <a:pt x="976" y="228"/>
                  </a:lnTo>
                  <a:lnTo>
                    <a:pt x="976" y="236"/>
                  </a:lnTo>
                  <a:lnTo>
                    <a:pt x="975" y="246"/>
                  </a:lnTo>
                  <a:lnTo>
                    <a:pt x="973" y="252"/>
                  </a:lnTo>
                  <a:lnTo>
                    <a:pt x="970" y="254"/>
                  </a:lnTo>
                  <a:lnTo>
                    <a:pt x="965" y="252"/>
                  </a:lnTo>
                  <a:lnTo>
                    <a:pt x="953" y="250"/>
                  </a:lnTo>
                  <a:lnTo>
                    <a:pt x="936" y="246"/>
                  </a:lnTo>
                  <a:lnTo>
                    <a:pt x="926" y="244"/>
                  </a:lnTo>
                  <a:lnTo>
                    <a:pt x="916" y="244"/>
                  </a:lnTo>
                  <a:lnTo>
                    <a:pt x="895" y="242"/>
                  </a:lnTo>
                  <a:lnTo>
                    <a:pt x="883" y="242"/>
                  </a:lnTo>
                  <a:lnTo>
                    <a:pt x="873" y="244"/>
                  </a:lnTo>
                  <a:lnTo>
                    <a:pt x="868" y="246"/>
                  </a:lnTo>
                  <a:lnTo>
                    <a:pt x="863" y="250"/>
                  </a:lnTo>
                  <a:lnTo>
                    <a:pt x="859" y="254"/>
                  </a:lnTo>
                  <a:lnTo>
                    <a:pt x="855" y="258"/>
                  </a:lnTo>
                  <a:lnTo>
                    <a:pt x="851" y="262"/>
                  </a:lnTo>
                  <a:lnTo>
                    <a:pt x="848" y="268"/>
                  </a:lnTo>
                  <a:lnTo>
                    <a:pt x="845" y="276"/>
                  </a:lnTo>
                  <a:lnTo>
                    <a:pt x="844" y="278"/>
                  </a:lnTo>
                  <a:lnTo>
                    <a:pt x="843" y="282"/>
                  </a:lnTo>
                  <a:lnTo>
                    <a:pt x="841" y="292"/>
                  </a:lnTo>
                  <a:lnTo>
                    <a:pt x="839" y="301"/>
                  </a:lnTo>
                  <a:lnTo>
                    <a:pt x="839" y="313"/>
                  </a:lnTo>
                  <a:lnTo>
                    <a:pt x="838" y="325"/>
                  </a:lnTo>
                  <a:lnTo>
                    <a:pt x="838" y="333"/>
                  </a:lnTo>
                  <a:lnTo>
                    <a:pt x="839" y="341"/>
                  </a:lnTo>
                  <a:lnTo>
                    <a:pt x="840" y="349"/>
                  </a:lnTo>
                  <a:lnTo>
                    <a:pt x="842" y="355"/>
                  </a:lnTo>
                  <a:lnTo>
                    <a:pt x="843" y="363"/>
                  </a:lnTo>
                  <a:lnTo>
                    <a:pt x="846" y="369"/>
                  </a:lnTo>
                  <a:lnTo>
                    <a:pt x="848" y="375"/>
                  </a:lnTo>
                  <a:lnTo>
                    <a:pt x="851" y="381"/>
                  </a:lnTo>
                  <a:lnTo>
                    <a:pt x="858" y="393"/>
                  </a:lnTo>
                  <a:lnTo>
                    <a:pt x="867" y="405"/>
                  </a:lnTo>
                  <a:lnTo>
                    <a:pt x="876" y="417"/>
                  </a:lnTo>
                  <a:lnTo>
                    <a:pt x="887" y="431"/>
                  </a:lnTo>
                  <a:lnTo>
                    <a:pt x="921" y="467"/>
                  </a:lnTo>
                  <a:lnTo>
                    <a:pt x="936" y="485"/>
                  </a:lnTo>
                  <a:lnTo>
                    <a:pt x="948" y="501"/>
                  </a:lnTo>
                  <a:lnTo>
                    <a:pt x="954" y="509"/>
                  </a:lnTo>
                  <a:lnTo>
                    <a:pt x="959" y="517"/>
                  </a:lnTo>
                  <a:lnTo>
                    <a:pt x="968" y="533"/>
                  </a:lnTo>
                  <a:lnTo>
                    <a:pt x="972" y="541"/>
                  </a:lnTo>
                  <a:lnTo>
                    <a:pt x="976" y="551"/>
                  </a:lnTo>
                  <a:lnTo>
                    <a:pt x="978" y="559"/>
                  </a:lnTo>
                  <a:lnTo>
                    <a:pt x="981" y="569"/>
                  </a:lnTo>
                  <a:lnTo>
                    <a:pt x="982" y="579"/>
                  </a:lnTo>
                  <a:lnTo>
                    <a:pt x="984" y="589"/>
                  </a:lnTo>
                  <a:lnTo>
                    <a:pt x="985" y="601"/>
                  </a:lnTo>
                  <a:lnTo>
                    <a:pt x="985" y="613"/>
                  </a:lnTo>
                  <a:lnTo>
                    <a:pt x="984" y="633"/>
                  </a:lnTo>
                  <a:lnTo>
                    <a:pt x="983" y="651"/>
                  </a:lnTo>
                  <a:lnTo>
                    <a:pt x="982" y="659"/>
                  </a:lnTo>
                  <a:lnTo>
                    <a:pt x="981" y="667"/>
                  </a:lnTo>
                  <a:lnTo>
                    <a:pt x="979" y="673"/>
                  </a:lnTo>
                  <a:lnTo>
                    <a:pt x="978" y="681"/>
                  </a:lnTo>
                  <a:lnTo>
                    <a:pt x="974" y="693"/>
                  </a:lnTo>
                  <a:lnTo>
                    <a:pt x="972" y="699"/>
                  </a:lnTo>
                  <a:lnTo>
                    <a:pt x="970" y="705"/>
                  </a:lnTo>
                  <a:lnTo>
                    <a:pt x="964" y="715"/>
                  </a:lnTo>
                  <a:lnTo>
                    <a:pt x="959" y="723"/>
                  </a:lnTo>
                  <a:lnTo>
                    <a:pt x="953" y="731"/>
                  </a:lnTo>
                  <a:lnTo>
                    <a:pt x="946" y="737"/>
                  </a:lnTo>
                  <a:lnTo>
                    <a:pt x="939" y="743"/>
                  </a:lnTo>
                  <a:lnTo>
                    <a:pt x="931" y="747"/>
                  </a:lnTo>
                  <a:lnTo>
                    <a:pt x="923" y="749"/>
                  </a:lnTo>
                  <a:lnTo>
                    <a:pt x="915" y="751"/>
                  </a:lnTo>
                  <a:lnTo>
                    <a:pt x="906" y="753"/>
                  </a:lnTo>
                  <a:lnTo>
                    <a:pt x="898" y="753"/>
                  </a:lnTo>
                  <a:close/>
                  <a:moveTo>
                    <a:pt x="1357" y="745"/>
                  </a:moveTo>
                  <a:lnTo>
                    <a:pt x="1341" y="747"/>
                  </a:lnTo>
                  <a:lnTo>
                    <a:pt x="1324" y="751"/>
                  </a:lnTo>
                  <a:lnTo>
                    <a:pt x="1309" y="753"/>
                  </a:lnTo>
                  <a:lnTo>
                    <a:pt x="1296" y="753"/>
                  </a:lnTo>
                  <a:lnTo>
                    <a:pt x="1283" y="751"/>
                  </a:lnTo>
                  <a:lnTo>
                    <a:pt x="1277" y="751"/>
                  </a:lnTo>
                  <a:lnTo>
                    <a:pt x="1271" y="749"/>
                  </a:lnTo>
                  <a:lnTo>
                    <a:pt x="1265" y="745"/>
                  </a:lnTo>
                  <a:lnTo>
                    <a:pt x="1260" y="743"/>
                  </a:lnTo>
                  <a:lnTo>
                    <a:pt x="1255" y="739"/>
                  </a:lnTo>
                  <a:lnTo>
                    <a:pt x="1250" y="733"/>
                  </a:lnTo>
                  <a:lnTo>
                    <a:pt x="1245" y="729"/>
                  </a:lnTo>
                  <a:lnTo>
                    <a:pt x="1241" y="723"/>
                  </a:lnTo>
                  <a:lnTo>
                    <a:pt x="1233" y="711"/>
                  </a:lnTo>
                  <a:lnTo>
                    <a:pt x="1225" y="697"/>
                  </a:lnTo>
                  <a:lnTo>
                    <a:pt x="1219" y="681"/>
                  </a:lnTo>
                  <a:lnTo>
                    <a:pt x="1213" y="663"/>
                  </a:lnTo>
                  <a:lnTo>
                    <a:pt x="1209" y="645"/>
                  </a:lnTo>
                  <a:lnTo>
                    <a:pt x="1205" y="625"/>
                  </a:lnTo>
                  <a:lnTo>
                    <a:pt x="1202" y="603"/>
                  </a:lnTo>
                  <a:lnTo>
                    <a:pt x="1199" y="581"/>
                  </a:lnTo>
                  <a:lnTo>
                    <a:pt x="1197" y="557"/>
                  </a:lnTo>
                  <a:lnTo>
                    <a:pt x="1196" y="535"/>
                  </a:lnTo>
                  <a:lnTo>
                    <a:pt x="1196" y="509"/>
                  </a:lnTo>
                  <a:lnTo>
                    <a:pt x="1196" y="443"/>
                  </a:lnTo>
                  <a:lnTo>
                    <a:pt x="1196" y="417"/>
                  </a:lnTo>
                  <a:lnTo>
                    <a:pt x="1197" y="393"/>
                  </a:lnTo>
                  <a:lnTo>
                    <a:pt x="1199" y="371"/>
                  </a:lnTo>
                  <a:lnTo>
                    <a:pt x="1202" y="349"/>
                  </a:lnTo>
                  <a:lnTo>
                    <a:pt x="1205" y="327"/>
                  </a:lnTo>
                  <a:lnTo>
                    <a:pt x="1209" y="307"/>
                  </a:lnTo>
                  <a:lnTo>
                    <a:pt x="1213" y="290"/>
                  </a:lnTo>
                  <a:lnTo>
                    <a:pt x="1219" y="272"/>
                  </a:lnTo>
                  <a:lnTo>
                    <a:pt x="1222" y="264"/>
                  </a:lnTo>
                  <a:lnTo>
                    <a:pt x="1225" y="258"/>
                  </a:lnTo>
                  <a:lnTo>
                    <a:pt x="1233" y="244"/>
                  </a:lnTo>
                  <a:lnTo>
                    <a:pt x="1237" y="238"/>
                  </a:lnTo>
                  <a:lnTo>
                    <a:pt x="1241" y="232"/>
                  </a:lnTo>
                  <a:lnTo>
                    <a:pt x="1250" y="222"/>
                  </a:lnTo>
                  <a:lnTo>
                    <a:pt x="1260" y="214"/>
                  </a:lnTo>
                  <a:lnTo>
                    <a:pt x="1265" y="210"/>
                  </a:lnTo>
                  <a:lnTo>
                    <a:pt x="1271" y="208"/>
                  </a:lnTo>
                  <a:lnTo>
                    <a:pt x="1277" y="206"/>
                  </a:lnTo>
                  <a:lnTo>
                    <a:pt x="1283" y="204"/>
                  </a:lnTo>
                  <a:lnTo>
                    <a:pt x="1289" y="202"/>
                  </a:lnTo>
                  <a:lnTo>
                    <a:pt x="1296" y="202"/>
                  </a:lnTo>
                  <a:lnTo>
                    <a:pt x="1309" y="204"/>
                  </a:lnTo>
                  <a:lnTo>
                    <a:pt x="1324" y="206"/>
                  </a:lnTo>
                  <a:lnTo>
                    <a:pt x="1341" y="208"/>
                  </a:lnTo>
                  <a:lnTo>
                    <a:pt x="1357" y="212"/>
                  </a:lnTo>
                  <a:lnTo>
                    <a:pt x="1361" y="214"/>
                  </a:lnTo>
                  <a:lnTo>
                    <a:pt x="1364" y="218"/>
                  </a:lnTo>
                  <a:lnTo>
                    <a:pt x="1365" y="220"/>
                  </a:lnTo>
                  <a:lnTo>
                    <a:pt x="1366" y="222"/>
                  </a:lnTo>
                  <a:lnTo>
                    <a:pt x="1366" y="230"/>
                  </a:lnTo>
                  <a:lnTo>
                    <a:pt x="1366" y="236"/>
                  </a:lnTo>
                  <a:lnTo>
                    <a:pt x="1365" y="240"/>
                  </a:lnTo>
                  <a:lnTo>
                    <a:pt x="1365" y="244"/>
                  </a:lnTo>
                  <a:lnTo>
                    <a:pt x="1363" y="248"/>
                  </a:lnTo>
                  <a:lnTo>
                    <a:pt x="1362" y="250"/>
                  </a:lnTo>
                  <a:lnTo>
                    <a:pt x="1360" y="250"/>
                  </a:lnTo>
                  <a:lnTo>
                    <a:pt x="1356" y="250"/>
                  </a:lnTo>
                  <a:lnTo>
                    <a:pt x="1339" y="246"/>
                  </a:lnTo>
                  <a:lnTo>
                    <a:pt x="1323" y="244"/>
                  </a:lnTo>
                  <a:lnTo>
                    <a:pt x="1309" y="242"/>
                  </a:lnTo>
                  <a:lnTo>
                    <a:pt x="1296" y="242"/>
                  </a:lnTo>
                  <a:lnTo>
                    <a:pt x="1285" y="242"/>
                  </a:lnTo>
                  <a:lnTo>
                    <a:pt x="1276" y="246"/>
                  </a:lnTo>
                  <a:lnTo>
                    <a:pt x="1272" y="248"/>
                  </a:lnTo>
                  <a:lnTo>
                    <a:pt x="1267" y="250"/>
                  </a:lnTo>
                  <a:lnTo>
                    <a:pt x="1259" y="256"/>
                  </a:lnTo>
                  <a:lnTo>
                    <a:pt x="1252" y="264"/>
                  </a:lnTo>
                  <a:lnTo>
                    <a:pt x="1246" y="274"/>
                  </a:lnTo>
                  <a:lnTo>
                    <a:pt x="1240" y="284"/>
                  </a:lnTo>
                  <a:lnTo>
                    <a:pt x="1236" y="296"/>
                  </a:lnTo>
                  <a:lnTo>
                    <a:pt x="1231" y="309"/>
                  </a:lnTo>
                  <a:lnTo>
                    <a:pt x="1228" y="325"/>
                  </a:lnTo>
                  <a:lnTo>
                    <a:pt x="1225" y="341"/>
                  </a:lnTo>
                  <a:lnTo>
                    <a:pt x="1222" y="359"/>
                  </a:lnTo>
                  <a:lnTo>
                    <a:pt x="1221" y="379"/>
                  </a:lnTo>
                  <a:lnTo>
                    <a:pt x="1219" y="399"/>
                  </a:lnTo>
                  <a:lnTo>
                    <a:pt x="1219" y="419"/>
                  </a:lnTo>
                  <a:lnTo>
                    <a:pt x="1218" y="443"/>
                  </a:lnTo>
                  <a:lnTo>
                    <a:pt x="1218" y="509"/>
                  </a:lnTo>
                  <a:lnTo>
                    <a:pt x="1219" y="531"/>
                  </a:lnTo>
                  <a:lnTo>
                    <a:pt x="1219" y="553"/>
                  </a:lnTo>
                  <a:lnTo>
                    <a:pt x="1221" y="573"/>
                  </a:lnTo>
                  <a:lnTo>
                    <a:pt x="1222" y="593"/>
                  </a:lnTo>
                  <a:lnTo>
                    <a:pt x="1225" y="611"/>
                  </a:lnTo>
                  <a:lnTo>
                    <a:pt x="1228" y="627"/>
                  </a:lnTo>
                  <a:lnTo>
                    <a:pt x="1231" y="643"/>
                  </a:lnTo>
                  <a:lnTo>
                    <a:pt x="1236" y="657"/>
                  </a:lnTo>
                  <a:lnTo>
                    <a:pt x="1240" y="671"/>
                  </a:lnTo>
                  <a:lnTo>
                    <a:pt x="1246" y="681"/>
                  </a:lnTo>
                  <a:lnTo>
                    <a:pt x="1252" y="691"/>
                  </a:lnTo>
                  <a:lnTo>
                    <a:pt x="1259" y="699"/>
                  </a:lnTo>
                  <a:lnTo>
                    <a:pt x="1267" y="705"/>
                  </a:lnTo>
                  <a:lnTo>
                    <a:pt x="1272" y="709"/>
                  </a:lnTo>
                  <a:lnTo>
                    <a:pt x="1276" y="711"/>
                  </a:lnTo>
                  <a:lnTo>
                    <a:pt x="1285" y="713"/>
                  </a:lnTo>
                  <a:lnTo>
                    <a:pt x="1296" y="713"/>
                  </a:lnTo>
                  <a:lnTo>
                    <a:pt x="1309" y="713"/>
                  </a:lnTo>
                  <a:lnTo>
                    <a:pt x="1323" y="711"/>
                  </a:lnTo>
                  <a:lnTo>
                    <a:pt x="1339" y="709"/>
                  </a:lnTo>
                  <a:lnTo>
                    <a:pt x="1356" y="705"/>
                  </a:lnTo>
                  <a:lnTo>
                    <a:pt x="1360" y="705"/>
                  </a:lnTo>
                  <a:lnTo>
                    <a:pt x="1362" y="705"/>
                  </a:lnTo>
                  <a:lnTo>
                    <a:pt x="1363" y="707"/>
                  </a:lnTo>
                  <a:lnTo>
                    <a:pt x="1365" y="709"/>
                  </a:lnTo>
                  <a:lnTo>
                    <a:pt x="1365" y="711"/>
                  </a:lnTo>
                  <a:lnTo>
                    <a:pt x="1366" y="715"/>
                  </a:lnTo>
                  <a:lnTo>
                    <a:pt x="1366" y="719"/>
                  </a:lnTo>
                  <a:lnTo>
                    <a:pt x="1366" y="731"/>
                  </a:lnTo>
                  <a:lnTo>
                    <a:pt x="1365" y="735"/>
                  </a:lnTo>
                  <a:lnTo>
                    <a:pt x="1364" y="737"/>
                  </a:lnTo>
                  <a:lnTo>
                    <a:pt x="1363" y="741"/>
                  </a:lnTo>
                  <a:lnTo>
                    <a:pt x="1361" y="741"/>
                  </a:lnTo>
                  <a:lnTo>
                    <a:pt x="1357" y="745"/>
                  </a:lnTo>
                  <a:close/>
                  <a:moveTo>
                    <a:pt x="1467" y="753"/>
                  </a:moveTo>
                  <a:lnTo>
                    <a:pt x="1462" y="753"/>
                  </a:lnTo>
                  <a:lnTo>
                    <a:pt x="1458" y="751"/>
                  </a:lnTo>
                  <a:lnTo>
                    <a:pt x="1456" y="747"/>
                  </a:lnTo>
                  <a:lnTo>
                    <a:pt x="1454" y="741"/>
                  </a:lnTo>
                  <a:lnTo>
                    <a:pt x="1453" y="735"/>
                  </a:lnTo>
                  <a:lnTo>
                    <a:pt x="1453" y="20"/>
                  </a:lnTo>
                  <a:lnTo>
                    <a:pt x="1454" y="16"/>
                  </a:lnTo>
                  <a:lnTo>
                    <a:pt x="1454" y="12"/>
                  </a:lnTo>
                  <a:lnTo>
                    <a:pt x="1456" y="6"/>
                  </a:lnTo>
                  <a:lnTo>
                    <a:pt x="1457" y="4"/>
                  </a:lnTo>
                  <a:lnTo>
                    <a:pt x="1458" y="2"/>
                  </a:lnTo>
                  <a:lnTo>
                    <a:pt x="1462" y="0"/>
                  </a:lnTo>
                  <a:lnTo>
                    <a:pt x="1467" y="0"/>
                  </a:lnTo>
                  <a:lnTo>
                    <a:pt x="1470" y="2"/>
                  </a:lnTo>
                  <a:lnTo>
                    <a:pt x="1473" y="6"/>
                  </a:lnTo>
                  <a:lnTo>
                    <a:pt x="1475" y="12"/>
                  </a:lnTo>
                  <a:lnTo>
                    <a:pt x="1476" y="20"/>
                  </a:lnTo>
                  <a:lnTo>
                    <a:pt x="1476" y="735"/>
                  </a:lnTo>
                  <a:lnTo>
                    <a:pt x="1475" y="737"/>
                  </a:lnTo>
                  <a:lnTo>
                    <a:pt x="1475" y="741"/>
                  </a:lnTo>
                  <a:lnTo>
                    <a:pt x="1473" y="747"/>
                  </a:lnTo>
                  <a:lnTo>
                    <a:pt x="1472" y="749"/>
                  </a:lnTo>
                  <a:lnTo>
                    <a:pt x="1470" y="751"/>
                  </a:lnTo>
                  <a:lnTo>
                    <a:pt x="1467" y="753"/>
                  </a:lnTo>
                  <a:close/>
                  <a:moveTo>
                    <a:pt x="1761" y="487"/>
                  </a:moveTo>
                  <a:lnTo>
                    <a:pt x="1591" y="487"/>
                  </a:lnTo>
                  <a:lnTo>
                    <a:pt x="1591" y="509"/>
                  </a:lnTo>
                  <a:lnTo>
                    <a:pt x="1591" y="539"/>
                  </a:lnTo>
                  <a:lnTo>
                    <a:pt x="1592" y="553"/>
                  </a:lnTo>
                  <a:lnTo>
                    <a:pt x="1593" y="565"/>
                  </a:lnTo>
                  <a:lnTo>
                    <a:pt x="1594" y="579"/>
                  </a:lnTo>
                  <a:lnTo>
                    <a:pt x="1595" y="591"/>
                  </a:lnTo>
                  <a:lnTo>
                    <a:pt x="1598" y="613"/>
                  </a:lnTo>
                  <a:lnTo>
                    <a:pt x="1602" y="631"/>
                  </a:lnTo>
                  <a:lnTo>
                    <a:pt x="1606" y="647"/>
                  </a:lnTo>
                  <a:lnTo>
                    <a:pt x="1612" y="663"/>
                  </a:lnTo>
                  <a:lnTo>
                    <a:pt x="1614" y="669"/>
                  </a:lnTo>
                  <a:lnTo>
                    <a:pt x="1617" y="675"/>
                  </a:lnTo>
                  <a:lnTo>
                    <a:pt x="1621" y="681"/>
                  </a:lnTo>
                  <a:lnTo>
                    <a:pt x="1624" y="685"/>
                  </a:lnTo>
                  <a:lnTo>
                    <a:pt x="1631" y="693"/>
                  </a:lnTo>
                  <a:lnTo>
                    <a:pt x="1638" y="701"/>
                  </a:lnTo>
                  <a:lnTo>
                    <a:pt x="1646" y="705"/>
                  </a:lnTo>
                  <a:lnTo>
                    <a:pt x="1655" y="709"/>
                  </a:lnTo>
                  <a:lnTo>
                    <a:pt x="1664" y="713"/>
                  </a:lnTo>
                  <a:lnTo>
                    <a:pt x="1673" y="713"/>
                  </a:lnTo>
                  <a:lnTo>
                    <a:pt x="1682" y="713"/>
                  </a:lnTo>
                  <a:lnTo>
                    <a:pt x="1699" y="713"/>
                  </a:lnTo>
                  <a:lnTo>
                    <a:pt x="1718" y="709"/>
                  </a:lnTo>
                  <a:lnTo>
                    <a:pt x="1737" y="703"/>
                  </a:lnTo>
                  <a:lnTo>
                    <a:pt x="1756" y="697"/>
                  </a:lnTo>
                  <a:lnTo>
                    <a:pt x="1758" y="697"/>
                  </a:lnTo>
                  <a:lnTo>
                    <a:pt x="1760" y="697"/>
                  </a:lnTo>
                  <a:lnTo>
                    <a:pt x="1764" y="697"/>
                  </a:lnTo>
                  <a:lnTo>
                    <a:pt x="1765" y="699"/>
                  </a:lnTo>
                  <a:lnTo>
                    <a:pt x="1766" y="703"/>
                  </a:lnTo>
                  <a:lnTo>
                    <a:pt x="1767" y="705"/>
                  </a:lnTo>
                  <a:lnTo>
                    <a:pt x="1767" y="709"/>
                  </a:lnTo>
                  <a:lnTo>
                    <a:pt x="1767" y="721"/>
                  </a:lnTo>
                  <a:lnTo>
                    <a:pt x="1766" y="725"/>
                  </a:lnTo>
                  <a:lnTo>
                    <a:pt x="1765" y="729"/>
                  </a:lnTo>
                  <a:lnTo>
                    <a:pt x="1764" y="731"/>
                  </a:lnTo>
                  <a:lnTo>
                    <a:pt x="1762" y="733"/>
                  </a:lnTo>
                  <a:lnTo>
                    <a:pt x="1757" y="737"/>
                  </a:lnTo>
                  <a:lnTo>
                    <a:pt x="1739" y="743"/>
                  </a:lnTo>
                  <a:lnTo>
                    <a:pt x="1719" y="749"/>
                  </a:lnTo>
                  <a:lnTo>
                    <a:pt x="1700" y="751"/>
                  </a:lnTo>
                  <a:lnTo>
                    <a:pt x="1682" y="753"/>
                  </a:lnTo>
                  <a:lnTo>
                    <a:pt x="1670" y="753"/>
                  </a:lnTo>
                  <a:lnTo>
                    <a:pt x="1659" y="751"/>
                  </a:lnTo>
                  <a:lnTo>
                    <a:pt x="1648" y="747"/>
                  </a:lnTo>
                  <a:lnTo>
                    <a:pt x="1638" y="741"/>
                  </a:lnTo>
                  <a:lnTo>
                    <a:pt x="1628" y="735"/>
                  </a:lnTo>
                  <a:lnTo>
                    <a:pt x="1623" y="731"/>
                  </a:lnTo>
                  <a:lnTo>
                    <a:pt x="1619" y="727"/>
                  </a:lnTo>
                  <a:lnTo>
                    <a:pt x="1610" y="715"/>
                  </a:lnTo>
                  <a:lnTo>
                    <a:pt x="1602" y="703"/>
                  </a:lnTo>
                  <a:lnTo>
                    <a:pt x="1598" y="695"/>
                  </a:lnTo>
                  <a:lnTo>
                    <a:pt x="1595" y="687"/>
                  </a:lnTo>
                  <a:lnTo>
                    <a:pt x="1588" y="669"/>
                  </a:lnTo>
                  <a:lnTo>
                    <a:pt x="1582" y="649"/>
                  </a:lnTo>
                  <a:lnTo>
                    <a:pt x="1578" y="627"/>
                  </a:lnTo>
                  <a:lnTo>
                    <a:pt x="1575" y="615"/>
                  </a:lnTo>
                  <a:lnTo>
                    <a:pt x="1574" y="601"/>
                  </a:lnTo>
                  <a:lnTo>
                    <a:pt x="1571" y="573"/>
                  </a:lnTo>
                  <a:lnTo>
                    <a:pt x="1569" y="543"/>
                  </a:lnTo>
                  <a:lnTo>
                    <a:pt x="1569" y="527"/>
                  </a:lnTo>
                  <a:lnTo>
                    <a:pt x="1569" y="509"/>
                  </a:lnTo>
                  <a:lnTo>
                    <a:pt x="1569" y="443"/>
                  </a:lnTo>
                  <a:lnTo>
                    <a:pt x="1569" y="417"/>
                  </a:lnTo>
                  <a:lnTo>
                    <a:pt x="1570" y="391"/>
                  </a:lnTo>
                  <a:lnTo>
                    <a:pt x="1572" y="369"/>
                  </a:lnTo>
                  <a:lnTo>
                    <a:pt x="1575" y="345"/>
                  </a:lnTo>
                  <a:lnTo>
                    <a:pt x="1577" y="335"/>
                  </a:lnTo>
                  <a:lnTo>
                    <a:pt x="1579" y="325"/>
                  </a:lnTo>
                  <a:lnTo>
                    <a:pt x="1581" y="315"/>
                  </a:lnTo>
                  <a:lnTo>
                    <a:pt x="1583" y="305"/>
                  </a:lnTo>
                  <a:lnTo>
                    <a:pt x="1586" y="296"/>
                  </a:lnTo>
                  <a:lnTo>
                    <a:pt x="1589" y="288"/>
                  </a:lnTo>
                  <a:lnTo>
                    <a:pt x="1595" y="270"/>
                  </a:lnTo>
                  <a:lnTo>
                    <a:pt x="1601" y="256"/>
                  </a:lnTo>
                  <a:lnTo>
                    <a:pt x="1609" y="242"/>
                  </a:lnTo>
                  <a:lnTo>
                    <a:pt x="1617" y="230"/>
                  </a:lnTo>
                  <a:lnTo>
                    <a:pt x="1626" y="220"/>
                  </a:lnTo>
                  <a:lnTo>
                    <a:pt x="1636" y="212"/>
                  </a:lnTo>
                  <a:lnTo>
                    <a:pt x="1647" y="208"/>
                  </a:lnTo>
                  <a:lnTo>
                    <a:pt x="1658" y="204"/>
                  </a:lnTo>
                  <a:lnTo>
                    <a:pt x="1664" y="202"/>
                  </a:lnTo>
                  <a:lnTo>
                    <a:pt x="1670" y="202"/>
                  </a:lnTo>
                  <a:lnTo>
                    <a:pt x="1683" y="204"/>
                  </a:lnTo>
                  <a:lnTo>
                    <a:pt x="1689" y="204"/>
                  </a:lnTo>
                  <a:lnTo>
                    <a:pt x="1695" y="206"/>
                  </a:lnTo>
                  <a:lnTo>
                    <a:pt x="1705" y="212"/>
                  </a:lnTo>
                  <a:lnTo>
                    <a:pt x="1710" y="216"/>
                  </a:lnTo>
                  <a:lnTo>
                    <a:pt x="1715" y="220"/>
                  </a:lnTo>
                  <a:lnTo>
                    <a:pt x="1724" y="230"/>
                  </a:lnTo>
                  <a:lnTo>
                    <a:pt x="1733" y="240"/>
                  </a:lnTo>
                  <a:lnTo>
                    <a:pt x="1740" y="254"/>
                  </a:lnTo>
                  <a:lnTo>
                    <a:pt x="1743" y="260"/>
                  </a:lnTo>
                  <a:lnTo>
                    <a:pt x="1746" y="268"/>
                  </a:lnTo>
                  <a:lnTo>
                    <a:pt x="1752" y="286"/>
                  </a:lnTo>
                  <a:lnTo>
                    <a:pt x="1757" y="303"/>
                  </a:lnTo>
                  <a:lnTo>
                    <a:pt x="1761" y="323"/>
                  </a:lnTo>
                  <a:lnTo>
                    <a:pt x="1765" y="343"/>
                  </a:lnTo>
                  <a:lnTo>
                    <a:pt x="1767" y="365"/>
                  </a:lnTo>
                  <a:lnTo>
                    <a:pt x="1769" y="389"/>
                  </a:lnTo>
                  <a:lnTo>
                    <a:pt x="1770" y="415"/>
                  </a:lnTo>
                  <a:lnTo>
                    <a:pt x="1770" y="441"/>
                  </a:lnTo>
                  <a:lnTo>
                    <a:pt x="1770" y="469"/>
                  </a:lnTo>
                  <a:lnTo>
                    <a:pt x="1770" y="473"/>
                  </a:lnTo>
                  <a:lnTo>
                    <a:pt x="1770" y="475"/>
                  </a:lnTo>
                  <a:lnTo>
                    <a:pt x="1768" y="483"/>
                  </a:lnTo>
                  <a:lnTo>
                    <a:pt x="1765" y="487"/>
                  </a:lnTo>
                  <a:lnTo>
                    <a:pt x="1761" y="487"/>
                  </a:lnTo>
                  <a:close/>
                  <a:moveTo>
                    <a:pt x="1748" y="441"/>
                  </a:moveTo>
                  <a:lnTo>
                    <a:pt x="1748" y="417"/>
                  </a:lnTo>
                  <a:lnTo>
                    <a:pt x="1747" y="397"/>
                  </a:lnTo>
                  <a:lnTo>
                    <a:pt x="1746" y="375"/>
                  </a:lnTo>
                  <a:lnTo>
                    <a:pt x="1744" y="357"/>
                  </a:lnTo>
                  <a:lnTo>
                    <a:pt x="1742" y="339"/>
                  </a:lnTo>
                  <a:lnTo>
                    <a:pt x="1739" y="321"/>
                  </a:lnTo>
                  <a:lnTo>
                    <a:pt x="1737" y="315"/>
                  </a:lnTo>
                  <a:lnTo>
                    <a:pt x="1735" y="307"/>
                  </a:lnTo>
                  <a:lnTo>
                    <a:pt x="1731" y="294"/>
                  </a:lnTo>
                  <a:lnTo>
                    <a:pt x="1728" y="288"/>
                  </a:lnTo>
                  <a:lnTo>
                    <a:pt x="1726" y="282"/>
                  </a:lnTo>
                  <a:lnTo>
                    <a:pt x="1723" y="276"/>
                  </a:lnTo>
                  <a:lnTo>
                    <a:pt x="1720" y="272"/>
                  </a:lnTo>
                  <a:lnTo>
                    <a:pt x="1717" y="266"/>
                  </a:lnTo>
                  <a:lnTo>
                    <a:pt x="1714" y="262"/>
                  </a:lnTo>
                  <a:lnTo>
                    <a:pt x="1706" y="256"/>
                  </a:lnTo>
                  <a:lnTo>
                    <a:pt x="1699" y="250"/>
                  </a:lnTo>
                  <a:lnTo>
                    <a:pt x="1690" y="246"/>
                  </a:lnTo>
                  <a:lnTo>
                    <a:pt x="1681" y="242"/>
                  </a:lnTo>
                  <a:lnTo>
                    <a:pt x="1670" y="242"/>
                  </a:lnTo>
                  <a:lnTo>
                    <a:pt x="1660" y="242"/>
                  </a:lnTo>
                  <a:lnTo>
                    <a:pt x="1655" y="244"/>
                  </a:lnTo>
                  <a:lnTo>
                    <a:pt x="1651" y="246"/>
                  </a:lnTo>
                  <a:lnTo>
                    <a:pt x="1642" y="250"/>
                  </a:lnTo>
                  <a:lnTo>
                    <a:pt x="1634" y="256"/>
                  </a:lnTo>
                  <a:lnTo>
                    <a:pt x="1627" y="264"/>
                  </a:lnTo>
                  <a:lnTo>
                    <a:pt x="1621" y="274"/>
                  </a:lnTo>
                  <a:lnTo>
                    <a:pt x="1615" y="284"/>
                  </a:lnTo>
                  <a:lnTo>
                    <a:pt x="1610" y="298"/>
                  </a:lnTo>
                  <a:lnTo>
                    <a:pt x="1605" y="311"/>
                  </a:lnTo>
                  <a:lnTo>
                    <a:pt x="1603" y="317"/>
                  </a:lnTo>
                  <a:lnTo>
                    <a:pt x="1601" y="325"/>
                  </a:lnTo>
                  <a:lnTo>
                    <a:pt x="1598" y="343"/>
                  </a:lnTo>
                  <a:lnTo>
                    <a:pt x="1595" y="361"/>
                  </a:lnTo>
                  <a:lnTo>
                    <a:pt x="1593" y="379"/>
                  </a:lnTo>
                  <a:lnTo>
                    <a:pt x="1592" y="399"/>
                  </a:lnTo>
                  <a:lnTo>
                    <a:pt x="1591" y="421"/>
                  </a:lnTo>
                  <a:lnTo>
                    <a:pt x="1591" y="443"/>
                  </a:lnTo>
                  <a:lnTo>
                    <a:pt x="1748" y="447"/>
                  </a:lnTo>
                  <a:lnTo>
                    <a:pt x="1748" y="441"/>
                  </a:lnTo>
                  <a:close/>
                  <a:moveTo>
                    <a:pt x="2024" y="747"/>
                  </a:moveTo>
                  <a:lnTo>
                    <a:pt x="2021" y="747"/>
                  </a:lnTo>
                  <a:lnTo>
                    <a:pt x="2019" y="745"/>
                  </a:lnTo>
                  <a:lnTo>
                    <a:pt x="2017" y="743"/>
                  </a:lnTo>
                  <a:lnTo>
                    <a:pt x="2015" y="741"/>
                  </a:lnTo>
                  <a:lnTo>
                    <a:pt x="2013" y="739"/>
                  </a:lnTo>
                  <a:lnTo>
                    <a:pt x="2012" y="735"/>
                  </a:lnTo>
                  <a:lnTo>
                    <a:pt x="2012" y="731"/>
                  </a:lnTo>
                  <a:lnTo>
                    <a:pt x="2012" y="727"/>
                  </a:lnTo>
                  <a:lnTo>
                    <a:pt x="2012" y="701"/>
                  </a:lnTo>
                  <a:lnTo>
                    <a:pt x="2002" y="711"/>
                  </a:lnTo>
                  <a:lnTo>
                    <a:pt x="1992" y="721"/>
                  </a:lnTo>
                  <a:lnTo>
                    <a:pt x="1982" y="731"/>
                  </a:lnTo>
                  <a:lnTo>
                    <a:pt x="1977" y="735"/>
                  </a:lnTo>
                  <a:lnTo>
                    <a:pt x="1971" y="737"/>
                  </a:lnTo>
                  <a:lnTo>
                    <a:pt x="1960" y="745"/>
                  </a:lnTo>
                  <a:lnTo>
                    <a:pt x="1949" y="749"/>
                  </a:lnTo>
                  <a:lnTo>
                    <a:pt x="1943" y="751"/>
                  </a:lnTo>
                  <a:lnTo>
                    <a:pt x="1938" y="753"/>
                  </a:lnTo>
                  <a:lnTo>
                    <a:pt x="1926" y="753"/>
                  </a:lnTo>
                  <a:lnTo>
                    <a:pt x="1919" y="753"/>
                  </a:lnTo>
                  <a:lnTo>
                    <a:pt x="1912" y="751"/>
                  </a:lnTo>
                  <a:lnTo>
                    <a:pt x="1905" y="749"/>
                  </a:lnTo>
                  <a:lnTo>
                    <a:pt x="1898" y="745"/>
                  </a:lnTo>
                  <a:lnTo>
                    <a:pt x="1891" y="741"/>
                  </a:lnTo>
                  <a:lnTo>
                    <a:pt x="1888" y="739"/>
                  </a:lnTo>
                  <a:lnTo>
                    <a:pt x="1885" y="735"/>
                  </a:lnTo>
                  <a:lnTo>
                    <a:pt x="1879" y="727"/>
                  </a:lnTo>
                  <a:lnTo>
                    <a:pt x="1873" y="719"/>
                  </a:lnTo>
                  <a:lnTo>
                    <a:pt x="1868" y="709"/>
                  </a:lnTo>
                  <a:lnTo>
                    <a:pt x="1863" y="697"/>
                  </a:lnTo>
                  <a:lnTo>
                    <a:pt x="1859" y="685"/>
                  </a:lnTo>
                  <a:lnTo>
                    <a:pt x="1856" y="669"/>
                  </a:lnTo>
                  <a:lnTo>
                    <a:pt x="1853" y="653"/>
                  </a:lnTo>
                  <a:lnTo>
                    <a:pt x="1851" y="635"/>
                  </a:lnTo>
                  <a:lnTo>
                    <a:pt x="1849" y="613"/>
                  </a:lnTo>
                  <a:lnTo>
                    <a:pt x="1849" y="591"/>
                  </a:lnTo>
                  <a:lnTo>
                    <a:pt x="1849" y="579"/>
                  </a:lnTo>
                  <a:lnTo>
                    <a:pt x="1849" y="559"/>
                  </a:lnTo>
                  <a:lnTo>
                    <a:pt x="1851" y="541"/>
                  </a:lnTo>
                  <a:lnTo>
                    <a:pt x="1853" y="525"/>
                  </a:lnTo>
                  <a:lnTo>
                    <a:pt x="1854" y="517"/>
                  </a:lnTo>
                  <a:lnTo>
                    <a:pt x="1855" y="511"/>
                  </a:lnTo>
                  <a:lnTo>
                    <a:pt x="1859" y="497"/>
                  </a:lnTo>
                  <a:lnTo>
                    <a:pt x="1864" y="483"/>
                  </a:lnTo>
                  <a:lnTo>
                    <a:pt x="1870" y="471"/>
                  </a:lnTo>
                  <a:lnTo>
                    <a:pt x="1877" y="461"/>
                  </a:lnTo>
                  <a:lnTo>
                    <a:pt x="1885" y="453"/>
                  </a:lnTo>
                  <a:lnTo>
                    <a:pt x="1894" y="445"/>
                  </a:lnTo>
                  <a:lnTo>
                    <a:pt x="1904" y="439"/>
                  </a:lnTo>
                  <a:lnTo>
                    <a:pt x="1915" y="433"/>
                  </a:lnTo>
                  <a:lnTo>
                    <a:pt x="1928" y="429"/>
                  </a:lnTo>
                  <a:lnTo>
                    <a:pt x="1942" y="425"/>
                  </a:lnTo>
                  <a:lnTo>
                    <a:pt x="1957" y="423"/>
                  </a:lnTo>
                  <a:lnTo>
                    <a:pt x="1973" y="423"/>
                  </a:lnTo>
                  <a:lnTo>
                    <a:pt x="2012" y="423"/>
                  </a:lnTo>
                  <a:lnTo>
                    <a:pt x="2012" y="387"/>
                  </a:lnTo>
                  <a:lnTo>
                    <a:pt x="2012" y="367"/>
                  </a:lnTo>
                  <a:lnTo>
                    <a:pt x="2011" y="351"/>
                  </a:lnTo>
                  <a:lnTo>
                    <a:pt x="2010" y="335"/>
                  </a:lnTo>
                  <a:lnTo>
                    <a:pt x="2010" y="327"/>
                  </a:lnTo>
                  <a:lnTo>
                    <a:pt x="2009" y="319"/>
                  </a:lnTo>
                  <a:lnTo>
                    <a:pt x="2007" y="307"/>
                  </a:lnTo>
                  <a:lnTo>
                    <a:pt x="2005" y="296"/>
                  </a:lnTo>
                  <a:lnTo>
                    <a:pt x="2002" y="284"/>
                  </a:lnTo>
                  <a:lnTo>
                    <a:pt x="1999" y="276"/>
                  </a:lnTo>
                  <a:lnTo>
                    <a:pt x="1995" y="268"/>
                  </a:lnTo>
                  <a:lnTo>
                    <a:pt x="1990" y="260"/>
                  </a:lnTo>
                  <a:lnTo>
                    <a:pt x="1985" y="254"/>
                  </a:lnTo>
                  <a:lnTo>
                    <a:pt x="1979" y="250"/>
                  </a:lnTo>
                  <a:lnTo>
                    <a:pt x="1973" y="246"/>
                  </a:lnTo>
                  <a:lnTo>
                    <a:pt x="1965" y="244"/>
                  </a:lnTo>
                  <a:lnTo>
                    <a:pt x="1957" y="242"/>
                  </a:lnTo>
                  <a:lnTo>
                    <a:pt x="1949" y="242"/>
                  </a:lnTo>
                  <a:lnTo>
                    <a:pt x="1927" y="242"/>
                  </a:lnTo>
                  <a:lnTo>
                    <a:pt x="1909" y="244"/>
                  </a:lnTo>
                  <a:lnTo>
                    <a:pt x="1894" y="248"/>
                  </a:lnTo>
                  <a:lnTo>
                    <a:pt x="1877" y="250"/>
                  </a:lnTo>
                  <a:lnTo>
                    <a:pt x="1873" y="250"/>
                  </a:lnTo>
                  <a:lnTo>
                    <a:pt x="1869" y="250"/>
                  </a:lnTo>
                  <a:lnTo>
                    <a:pt x="1868" y="248"/>
                  </a:lnTo>
                  <a:lnTo>
                    <a:pt x="1867" y="246"/>
                  </a:lnTo>
                  <a:lnTo>
                    <a:pt x="1867" y="244"/>
                  </a:lnTo>
                  <a:lnTo>
                    <a:pt x="1866" y="240"/>
                  </a:lnTo>
                  <a:lnTo>
                    <a:pt x="1866" y="236"/>
                  </a:lnTo>
                  <a:lnTo>
                    <a:pt x="1866" y="230"/>
                  </a:lnTo>
                  <a:lnTo>
                    <a:pt x="1866" y="224"/>
                  </a:lnTo>
                  <a:lnTo>
                    <a:pt x="1867" y="220"/>
                  </a:lnTo>
                  <a:lnTo>
                    <a:pt x="1869" y="218"/>
                  </a:lnTo>
                  <a:lnTo>
                    <a:pt x="1870" y="216"/>
                  </a:lnTo>
                  <a:lnTo>
                    <a:pt x="1872" y="214"/>
                  </a:lnTo>
                  <a:lnTo>
                    <a:pt x="1877" y="212"/>
                  </a:lnTo>
                  <a:lnTo>
                    <a:pt x="1893" y="208"/>
                  </a:lnTo>
                  <a:lnTo>
                    <a:pt x="1908" y="206"/>
                  </a:lnTo>
                  <a:lnTo>
                    <a:pt x="1926" y="204"/>
                  </a:lnTo>
                  <a:lnTo>
                    <a:pt x="1949" y="202"/>
                  </a:lnTo>
                  <a:lnTo>
                    <a:pt x="1961" y="204"/>
                  </a:lnTo>
                  <a:lnTo>
                    <a:pt x="1972" y="206"/>
                  </a:lnTo>
                  <a:lnTo>
                    <a:pt x="1977" y="208"/>
                  </a:lnTo>
                  <a:lnTo>
                    <a:pt x="1982" y="210"/>
                  </a:lnTo>
                  <a:lnTo>
                    <a:pt x="1986" y="212"/>
                  </a:lnTo>
                  <a:lnTo>
                    <a:pt x="1991" y="216"/>
                  </a:lnTo>
                  <a:lnTo>
                    <a:pt x="1995" y="220"/>
                  </a:lnTo>
                  <a:lnTo>
                    <a:pt x="1999" y="224"/>
                  </a:lnTo>
                  <a:lnTo>
                    <a:pt x="2002" y="228"/>
                  </a:lnTo>
                  <a:lnTo>
                    <a:pt x="2006" y="232"/>
                  </a:lnTo>
                  <a:lnTo>
                    <a:pt x="2009" y="238"/>
                  </a:lnTo>
                  <a:lnTo>
                    <a:pt x="2012" y="242"/>
                  </a:lnTo>
                  <a:lnTo>
                    <a:pt x="2014" y="248"/>
                  </a:lnTo>
                  <a:lnTo>
                    <a:pt x="2017" y="254"/>
                  </a:lnTo>
                  <a:lnTo>
                    <a:pt x="2021" y="268"/>
                  </a:lnTo>
                  <a:lnTo>
                    <a:pt x="2025" y="282"/>
                  </a:lnTo>
                  <a:lnTo>
                    <a:pt x="2028" y="296"/>
                  </a:lnTo>
                  <a:lnTo>
                    <a:pt x="2029" y="303"/>
                  </a:lnTo>
                  <a:lnTo>
                    <a:pt x="2030" y="311"/>
                  </a:lnTo>
                  <a:lnTo>
                    <a:pt x="2032" y="329"/>
                  </a:lnTo>
                  <a:lnTo>
                    <a:pt x="2033" y="347"/>
                  </a:lnTo>
                  <a:lnTo>
                    <a:pt x="2034" y="367"/>
                  </a:lnTo>
                  <a:lnTo>
                    <a:pt x="2034" y="387"/>
                  </a:lnTo>
                  <a:lnTo>
                    <a:pt x="2034" y="727"/>
                  </a:lnTo>
                  <a:lnTo>
                    <a:pt x="2034" y="731"/>
                  </a:lnTo>
                  <a:lnTo>
                    <a:pt x="2033" y="735"/>
                  </a:lnTo>
                  <a:lnTo>
                    <a:pt x="2032" y="739"/>
                  </a:lnTo>
                  <a:lnTo>
                    <a:pt x="2031" y="741"/>
                  </a:lnTo>
                  <a:lnTo>
                    <a:pt x="2030" y="743"/>
                  </a:lnTo>
                  <a:lnTo>
                    <a:pt x="2028" y="745"/>
                  </a:lnTo>
                  <a:lnTo>
                    <a:pt x="2024" y="747"/>
                  </a:lnTo>
                  <a:close/>
                  <a:moveTo>
                    <a:pt x="2012" y="463"/>
                  </a:moveTo>
                  <a:lnTo>
                    <a:pt x="1973" y="463"/>
                  </a:lnTo>
                  <a:lnTo>
                    <a:pt x="1960" y="463"/>
                  </a:lnTo>
                  <a:lnTo>
                    <a:pt x="1947" y="463"/>
                  </a:lnTo>
                  <a:lnTo>
                    <a:pt x="1936" y="465"/>
                  </a:lnTo>
                  <a:lnTo>
                    <a:pt x="1925" y="469"/>
                  </a:lnTo>
                  <a:lnTo>
                    <a:pt x="1916" y="471"/>
                  </a:lnTo>
                  <a:lnTo>
                    <a:pt x="1908" y="477"/>
                  </a:lnTo>
                  <a:lnTo>
                    <a:pt x="1900" y="481"/>
                  </a:lnTo>
                  <a:lnTo>
                    <a:pt x="1894" y="489"/>
                  </a:lnTo>
                  <a:lnTo>
                    <a:pt x="1888" y="495"/>
                  </a:lnTo>
                  <a:lnTo>
                    <a:pt x="1883" y="503"/>
                  </a:lnTo>
                  <a:lnTo>
                    <a:pt x="1879" y="513"/>
                  </a:lnTo>
                  <a:lnTo>
                    <a:pt x="1876" y="523"/>
                  </a:lnTo>
                  <a:lnTo>
                    <a:pt x="1875" y="529"/>
                  </a:lnTo>
                  <a:lnTo>
                    <a:pt x="1874" y="535"/>
                  </a:lnTo>
                  <a:lnTo>
                    <a:pt x="1872" y="549"/>
                  </a:lnTo>
                  <a:lnTo>
                    <a:pt x="1871" y="563"/>
                  </a:lnTo>
                  <a:lnTo>
                    <a:pt x="1871" y="579"/>
                  </a:lnTo>
                  <a:lnTo>
                    <a:pt x="1871" y="591"/>
                  </a:lnTo>
                  <a:lnTo>
                    <a:pt x="1871" y="607"/>
                  </a:lnTo>
                  <a:lnTo>
                    <a:pt x="1872" y="623"/>
                  </a:lnTo>
                  <a:lnTo>
                    <a:pt x="1874" y="637"/>
                  </a:lnTo>
                  <a:lnTo>
                    <a:pt x="1875" y="649"/>
                  </a:lnTo>
                  <a:lnTo>
                    <a:pt x="1878" y="661"/>
                  </a:lnTo>
                  <a:lnTo>
                    <a:pt x="1881" y="671"/>
                  </a:lnTo>
                  <a:lnTo>
                    <a:pt x="1884" y="679"/>
                  </a:lnTo>
                  <a:lnTo>
                    <a:pt x="1885" y="683"/>
                  </a:lnTo>
                  <a:lnTo>
                    <a:pt x="1887" y="687"/>
                  </a:lnTo>
                  <a:lnTo>
                    <a:pt x="1891" y="695"/>
                  </a:lnTo>
                  <a:lnTo>
                    <a:pt x="1895" y="699"/>
                  </a:lnTo>
                  <a:lnTo>
                    <a:pt x="1900" y="705"/>
                  </a:lnTo>
                  <a:lnTo>
                    <a:pt x="1905" y="707"/>
                  </a:lnTo>
                  <a:lnTo>
                    <a:pt x="1910" y="711"/>
                  </a:lnTo>
                  <a:lnTo>
                    <a:pt x="1915" y="713"/>
                  </a:lnTo>
                  <a:lnTo>
                    <a:pt x="1926" y="713"/>
                  </a:lnTo>
                  <a:lnTo>
                    <a:pt x="1936" y="713"/>
                  </a:lnTo>
                  <a:lnTo>
                    <a:pt x="1947" y="711"/>
                  </a:lnTo>
                  <a:lnTo>
                    <a:pt x="1952" y="709"/>
                  </a:lnTo>
                  <a:lnTo>
                    <a:pt x="1957" y="707"/>
                  </a:lnTo>
                  <a:lnTo>
                    <a:pt x="1967" y="701"/>
                  </a:lnTo>
                  <a:lnTo>
                    <a:pt x="1977" y="695"/>
                  </a:lnTo>
                  <a:lnTo>
                    <a:pt x="1988" y="685"/>
                  </a:lnTo>
                  <a:lnTo>
                    <a:pt x="2000" y="675"/>
                  </a:lnTo>
                  <a:lnTo>
                    <a:pt x="2012" y="663"/>
                  </a:lnTo>
                  <a:lnTo>
                    <a:pt x="2012" y="463"/>
                  </a:lnTo>
                  <a:close/>
                  <a:moveTo>
                    <a:pt x="2313" y="747"/>
                  </a:moveTo>
                  <a:lnTo>
                    <a:pt x="2310" y="747"/>
                  </a:lnTo>
                  <a:lnTo>
                    <a:pt x="2307" y="745"/>
                  </a:lnTo>
                  <a:lnTo>
                    <a:pt x="2303" y="741"/>
                  </a:lnTo>
                  <a:lnTo>
                    <a:pt x="2301" y="735"/>
                  </a:lnTo>
                  <a:lnTo>
                    <a:pt x="2300" y="729"/>
                  </a:lnTo>
                  <a:lnTo>
                    <a:pt x="2300" y="393"/>
                  </a:lnTo>
                  <a:lnTo>
                    <a:pt x="2300" y="373"/>
                  </a:lnTo>
                  <a:lnTo>
                    <a:pt x="2299" y="355"/>
                  </a:lnTo>
                  <a:lnTo>
                    <a:pt x="2297" y="337"/>
                  </a:lnTo>
                  <a:lnTo>
                    <a:pt x="2295" y="321"/>
                  </a:lnTo>
                  <a:lnTo>
                    <a:pt x="2292" y="307"/>
                  </a:lnTo>
                  <a:lnTo>
                    <a:pt x="2288" y="296"/>
                  </a:lnTo>
                  <a:lnTo>
                    <a:pt x="2285" y="284"/>
                  </a:lnTo>
                  <a:lnTo>
                    <a:pt x="2280" y="276"/>
                  </a:lnTo>
                  <a:lnTo>
                    <a:pt x="2275" y="266"/>
                  </a:lnTo>
                  <a:lnTo>
                    <a:pt x="2270" y="260"/>
                  </a:lnTo>
                  <a:lnTo>
                    <a:pt x="2265" y="254"/>
                  </a:lnTo>
                  <a:lnTo>
                    <a:pt x="2259" y="250"/>
                  </a:lnTo>
                  <a:lnTo>
                    <a:pt x="2252" y="246"/>
                  </a:lnTo>
                  <a:lnTo>
                    <a:pt x="2246" y="244"/>
                  </a:lnTo>
                  <a:lnTo>
                    <a:pt x="2239" y="242"/>
                  </a:lnTo>
                  <a:lnTo>
                    <a:pt x="2232" y="242"/>
                  </a:lnTo>
                  <a:lnTo>
                    <a:pt x="2222" y="242"/>
                  </a:lnTo>
                  <a:lnTo>
                    <a:pt x="2212" y="244"/>
                  </a:lnTo>
                  <a:lnTo>
                    <a:pt x="2202" y="248"/>
                  </a:lnTo>
                  <a:lnTo>
                    <a:pt x="2192" y="254"/>
                  </a:lnTo>
                  <a:lnTo>
                    <a:pt x="2182" y="260"/>
                  </a:lnTo>
                  <a:lnTo>
                    <a:pt x="2172" y="266"/>
                  </a:lnTo>
                  <a:lnTo>
                    <a:pt x="2162" y="274"/>
                  </a:lnTo>
                  <a:lnTo>
                    <a:pt x="2152" y="284"/>
                  </a:lnTo>
                  <a:lnTo>
                    <a:pt x="2152" y="729"/>
                  </a:lnTo>
                  <a:lnTo>
                    <a:pt x="2152" y="731"/>
                  </a:lnTo>
                  <a:lnTo>
                    <a:pt x="2152" y="735"/>
                  </a:lnTo>
                  <a:lnTo>
                    <a:pt x="2150" y="741"/>
                  </a:lnTo>
                  <a:lnTo>
                    <a:pt x="2147" y="745"/>
                  </a:lnTo>
                  <a:lnTo>
                    <a:pt x="2142" y="747"/>
                  </a:lnTo>
                  <a:lnTo>
                    <a:pt x="2139" y="747"/>
                  </a:lnTo>
                  <a:lnTo>
                    <a:pt x="2137" y="745"/>
                  </a:lnTo>
                  <a:lnTo>
                    <a:pt x="2133" y="741"/>
                  </a:lnTo>
                  <a:lnTo>
                    <a:pt x="2130" y="735"/>
                  </a:lnTo>
                  <a:lnTo>
                    <a:pt x="2129" y="729"/>
                  </a:lnTo>
                  <a:lnTo>
                    <a:pt x="2129" y="228"/>
                  </a:lnTo>
                  <a:lnTo>
                    <a:pt x="2129" y="224"/>
                  </a:lnTo>
                  <a:lnTo>
                    <a:pt x="2130" y="220"/>
                  </a:lnTo>
                  <a:lnTo>
                    <a:pt x="2132" y="214"/>
                  </a:lnTo>
                  <a:lnTo>
                    <a:pt x="2133" y="210"/>
                  </a:lnTo>
                  <a:lnTo>
                    <a:pt x="2135" y="210"/>
                  </a:lnTo>
                  <a:lnTo>
                    <a:pt x="2136" y="208"/>
                  </a:lnTo>
                  <a:lnTo>
                    <a:pt x="2138" y="208"/>
                  </a:lnTo>
                  <a:lnTo>
                    <a:pt x="2142" y="208"/>
                  </a:lnTo>
                  <a:lnTo>
                    <a:pt x="2144" y="208"/>
                  </a:lnTo>
                  <a:lnTo>
                    <a:pt x="2147" y="210"/>
                  </a:lnTo>
                  <a:lnTo>
                    <a:pt x="2149" y="210"/>
                  </a:lnTo>
                  <a:lnTo>
                    <a:pt x="2150" y="214"/>
                  </a:lnTo>
                  <a:lnTo>
                    <a:pt x="2151" y="216"/>
                  </a:lnTo>
                  <a:lnTo>
                    <a:pt x="2152" y="220"/>
                  </a:lnTo>
                  <a:lnTo>
                    <a:pt x="2152" y="224"/>
                  </a:lnTo>
                  <a:lnTo>
                    <a:pt x="2152" y="228"/>
                  </a:lnTo>
                  <a:lnTo>
                    <a:pt x="2152" y="244"/>
                  </a:lnTo>
                  <a:lnTo>
                    <a:pt x="2162" y="234"/>
                  </a:lnTo>
                  <a:lnTo>
                    <a:pt x="2172" y="226"/>
                  </a:lnTo>
                  <a:lnTo>
                    <a:pt x="2183" y="220"/>
                  </a:lnTo>
                  <a:lnTo>
                    <a:pt x="2193" y="214"/>
                  </a:lnTo>
                  <a:lnTo>
                    <a:pt x="2203" y="208"/>
                  </a:lnTo>
                  <a:lnTo>
                    <a:pt x="2213" y="206"/>
                  </a:lnTo>
                  <a:lnTo>
                    <a:pt x="2224" y="204"/>
                  </a:lnTo>
                  <a:lnTo>
                    <a:pt x="2234" y="202"/>
                  </a:lnTo>
                  <a:lnTo>
                    <a:pt x="2242" y="204"/>
                  </a:lnTo>
                  <a:lnTo>
                    <a:pt x="2251" y="204"/>
                  </a:lnTo>
                  <a:lnTo>
                    <a:pt x="2260" y="208"/>
                  </a:lnTo>
                  <a:lnTo>
                    <a:pt x="2268" y="212"/>
                  </a:lnTo>
                  <a:lnTo>
                    <a:pt x="2275" y="218"/>
                  </a:lnTo>
                  <a:lnTo>
                    <a:pt x="2283" y="226"/>
                  </a:lnTo>
                  <a:lnTo>
                    <a:pt x="2290" y="236"/>
                  </a:lnTo>
                  <a:lnTo>
                    <a:pt x="2296" y="246"/>
                  </a:lnTo>
                  <a:lnTo>
                    <a:pt x="2302" y="258"/>
                  </a:lnTo>
                  <a:lnTo>
                    <a:pt x="2307" y="272"/>
                  </a:lnTo>
                  <a:lnTo>
                    <a:pt x="2311" y="288"/>
                  </a:lnTo>
                  <a:lnTo>
                    <a:pt x="2313" y="296"/>
                  </a:lnTo>
                  <a:lnTo>
                    <a:pt x="2315" y="305"/>
                  </a:lnTo>
                  <a:lnTo>
                    <a:pt x="2317" y="315"/>
                  </a:lnTo>
                  <a:lnTo>
                    <a:pt x="2318" y="325"/>
                  </a:lnTo>
                  <a:lnTo>
                    <a:pt x="2320" y="345"/>
                  </a:lnTo>
                  <a:lnTo>
                    <a:pt x="2322" y="369"/>
                  </a:lnTo>
                  <a:lnTo>
                    <a:pt x="2322" y="393"/>
                  </a:lnTo>
                  <a:lnTo>
                    <a:pt x="2322" y="729"/>
                  </a:lnTo>
                  <a:lnTo>
                    <a:pt x="2322" y="731"/>
                  </a:lnTo>
                  <a:lnTo>
                    <a:pt x="2321" y="735"/>
                  </a:lnTo>
                  <a:lnTo>
                    <a:pt x="2319" y="741"/>
                  </a:lnTo>
                  <a:lnTo>
                    <a:pt x="2318" y="743"/>
                  </a:lnTo>
                  <a:lnTo>
                    <a:pt x="2316" y="745"/>
                  </a:lnTo>
                  <a:lnTo>
                    <a:pt x="2313" y="747"/>
                  </a:lnTo>
                  <a:close/>
                  <a:moveTo>
                    <a:pt x="2678" y="751"/>
                  </a:moveTo>
                  <a:lnTo>
                    <a:pt x="2665" y="753"/>
                  </a:lnTo>
                  <a:lnTo>
                    <a:pt x="2652" y="753"/>
                  </a:lnTo>
                  <a:lnTo>
                    <a:pt x="2639" y="753"/>
                  </a:lnTo>
                  <a:lnTo>
                    <a:pt x="2628" y="749"/>
                  </a:lnTo>
                  <a:lnTo>
                    <a:pt x="2623" y="745"/>
                  </a:lnTo>
                  <a:lnTo>
                    <a:pt x="2618" y="741"/>
                  </a:lnTo>
                  <a:lnTo>
                    <a:pt x="2614" y="737"/>
                  </a:lnTo>
                  <a:lnTo>
                    <a:pt x="2610" y="731"/>
                  </a:lnTo>
                  <a:lnTo>
                    <a:pt x="2606" y="725"/>
                  </a:lnTo>
                  <a:lnTo>
                    <a:pt x="2603" y="717"/>
                  </a:lnTo>
                  <a:lnTo>
                    <a:pt x="2601" y="709"/>
                  </a:lnTo>
                  <a:lnTo>
                    <a:pt x="2599" y="699"/>
                  </a:lnTo>
                  <a:lnTo>
                    <a:pt x="2597" y="687"/>
                  </a:lnTo>
                  <a:lnTo>
                    <a:pt x="2596" y="675"/>
                  </a:lnTo>
                  <a:lnTo>
                    <a:pt x="2595" y="659"/>
                  </a:lnTo>
                  <a:lnTo>
                    <a:pt x="2595" y="645"/>
                  </a:lnTo>
                  <a:lnTo>
                    <a:pt x="2595" y="248"/>
                  </a:lnTo>
                  <a:lnTo>
                    <a:pt x="2545" y="248"/>
                  </a:lnTo>
                  <a:lnTo>
                    <a:pt x="2541" y="248"/>
                  </a:lnTo>
                  <a:lnTo>
                    <a:pt x="2540" y="246"/>
                  </a:lnTo>
                  <a:lnTo>
                    <a:pt x="2538" y="244"/>
                  </a:lnTo>
                  <a:lnTo>
                    <a:pt x="2536" y="240"/>
                  </a:lnTo>
                  <a:lnTo>
                    <a:pt x="2536" y="236"/>
                  </a:lnTo>
                  <a:lnTo>
                    <a:pt x="2535" y="232"/>
                  </a:lnTo>
                  <a:lnTo>
                    <a:pt x="2535" y="222"/>
                  </a:lnTo>
                  <a:lnTo>
                    <a:pt x="2536" y="220"/>
                  </a:lnTo>
                  <a:lnTo>
                    <a:pt x="2536" y="216"/>
                  </a:lnTo>
                  <a:lnTo>
                    <a:pt x="2537" y="214"/>
                  </a:lnTo>
                  <a:lnTo>
                    <a:pt x="2538" y="212"/>
                  </a:lnTo>
                  <a:lnTo>
                    <a:pt x="2540" y="210"/>
                  </a:lnTo>
                  <a:lnTo>
                    <a:pt x="2541" y="208"/>
                  </a:lnTo>
                  <a:lnTo>
                    <a:pt x="2545" y="208"/>
                  </a:lnTo>
                  <a:lnTo>
                    <a:pt x="2595" y="208"/>
                  </a:lnTo>
                  <a:lnTo>
                    <a:pt x="2595" y="104"/>
                  </a:lnTo>
                  <a:lnTo>
                    <a:pt x="2595" y="96"/>
                  </a:lnTo>
                  <a:lnTo>
                    <a:pt x="2596" y="94"/>
                  </a:lnTo>
                  <a:lnTo>
                    <a:pt x="2597" y="90"/>
                  </a:lnTo>
                  <a:lnTo>
                    <a:pt x="2598" y="88"/>
                  </a:lnTo>
                  <a:lnTo>
                    <a:pt x="2600" y="86"/>
                  </a:lnTo>
                  <a:lnTo>
                    <a:pt x="2602" y="86"/>
                  </a:lnTo>
                  <a:lnTo>
                    <a:pt x="2603" y="84"/>
                  </a:lnTo>
                  <a:lnTo>
                    <a:pt x="2609" y="84"/>
                  </a:lnTo>
                  <a:lnTo>
                    <a:pt x="2612" y="86"/>
                  </a:lnTo>
                  <a:lnTo>
                    <a:pt x="2615" y="90"/>
                  </a:lnTo>
                  <a:lnTo>
                    <a:pt x="2617" y="96"/>
                  </a:lnTo>
                  <a:lnTo>
                    <a:pt x="2617" y="104"/>
                  </a:lnTo>
                  <a:lnTo>
                    <a:pt x="2617" y="208"/>
                  </a:lnTo>
                  <a:lnTo>
                    <a:pt x="2677" y="208"/>
                  </a:lnTo>
                  <a:lnTo>
                    <a:pt x="2681" y="208"/>
                  </a:lnTo>
                  <a:lnTo>
                    <a:pt x="2682" y="210"/>
                  </a:lnTo>
                  <a:lnTo>
                    <a:pt x="2684" y="212"/>
                  </a:lnTo>
                  <a:lnTo>
                    <a:pt x="2686" y="216"/>
                  </a:lnTo>
                  <a:lnTo>
                    <a:pt x="2686" y="220"/>
                  </a:lnTo>
                  <a:lnTo>
                    <a:pt x="2687" y="222"/>
                  </a:lnTo>
                  <a:lnTo>
                    <a:pt x="2687" y="232"/>
                  </a:lnTo>
                  <a:lnTo>
                    <a:pt x="2686" y="236"/>
                  </a:lnTo>
                  <a:lnTo>
                    <a:pt x="2686" y="240"/>
                  </a:lnTo>
                  <a:lnTo>
                    <a:pt x="2684" y="244"/>
                  </a:lnTo>
                  <a:lnTo>
                    <a:pt x="2682" y="246"/>
                  </a:lnTo>
                  <a:lnTo>
                    <a:pt x="2681" y="248"/>
                  </a:lnTo>
                  <a:lnTo>
                    <a:pt x="2677" y="248"/>
                  </a:lnTo>
                  <a:lnTo>
                    <a:pt x="2617" y="248"/>
                  </a:lnTo>
                  <a:lnTo>
                    <a:pt x="2617" y="645"/>
                  </a:lnTo>
                  <a:lnTo>
                    <a:pt x="2618" y="665"/>
                  </a:lnTo>
                  <a:lnTo>
                    <a:pt x="2619" y="681"/>
                  </a:lnTo>
                  <a:lnTo>
                    <a:pt x="2622" y="693"/>
                  </a:lnTo>
                  <a:lnTo>
                    <a:pt x="2624" y="697"/>
                  </a:lnTo>
                  <a:lnTo>
                    <a:pt x="2626" y="701"/>
                  </a:lnTo>
                  <a:lnTo>
                    <a:pt x="2628" y="705"/>
                  </a:lnTo>
                  <a:lnTo>
                    <a:pt x="2631" y="707"/>
                  </a:lnTo>
                  <a:lnTo>
                    <a:pt x="2634" y="711"/>
                  </a:lnTo>
                  <a:lnTo>
                    <a:pt x="2637" y="711"/>
                  </a:lnTo>
                  <a:lnTo>
                    <a:pt x="2644" y="713"/>
                  </a:lnTo>
                  <a:lnTo>
                    <a:pt x="2652" y="713"/>
                  </a:lnTo>
                  <a:lnTo>
                    <a:pt x="2676" y="713"/>
                  </a:lnTo>
                  <a:lnTo>
                    <a:pt x="2681" y="715"/>
                  </a:lnTo>
                  <a:lnTo>
                    <a:pt x="2684" y="717"/>
                  </a:lnTo>
                  <a:lnTo>
                    <a:pt x="2685" y="719"/>
                  </a:lnTo>
                  <a:lnTo>
                    <a:pt x="2686" y="723"/>
                  </a:lnTo>
                  <a:lnTo>
                    <a:pt x="2686" y="725"/>
                  </a:lnTo>
                  <a:lnTo>
                    <a:pt x="2687" y="729"/>
                  </a:lnTo>
                  <a:lnTo>
                    <a:pt x="2686" y="737"/>
                  </a:lnTo>
                  <a:lnTo>
                    <a:pt x="2685" y="743"/>
                  </a:lnTo>
                  <a:lnTo>
                    <a:pt x="2684" y="747"/>
                  </a:lnTo>
                  <a:lnTo>
                    <a:pt x="2682" y="747"/>
                  </a:lnTo>
                  <a:lnTo>
                    <a:pt x="2678" y="751"/>
                  </a:lnTo>
                  <a:close/>
                  <a:moveTo>
                    <a:pt x="2945" y="753"/>
                  </a:moveTo>
                  <a:lnTo>
                    <a:pt x="2940" y="753"/>
                  </a:lnTo>
                  <a:lnTo>
                    <a:pt x="2937" y="751"/>
                  </a:lnTo>
                  <a:lnTo>
                    <a:pt x="2934" y="747"/>
                  </a:lnTo>
                  <a:lnTo>
                    <a:pt x="2933" y="741"/>
                  </a:lnTo>
                  <a:lnTo>
                    <a:pt x="2932" y="735"/>
                  </a:lnTo>
                  <a:lnTo>
                    <a:pt x="2932" y="395"/>
                  </a:lnTo>
                  <a:lnTo>
                    <a:pt x="2932" y="377"/>
                  </a:lnTo>
                  <a:lnTo>
                    <a:pt x="2931" y="359"/>
                  </a:lnTo>
                  <a:lnTo>
                    <a:pt x="2930" y="343"/>
                  </a:lnTo>
                  <a:lnTo>
                    <a:pt x="2928" y="329"/>
                  </a:lnTo>
                  <a:lnTo>
                    <a:pt x="2926" y="315"/>
                  </a:lnTo>
                  <a:lnTo>
                    <a:pt x="2923" y="303"/>
                  </a:lnTo>
                  <a:lnTo>
                    <a:pt x="2919" y="292"/>
                  </a:lnTo>
                  <a:lnTo>
                    <a:pt x="2915" y="282"/>
                  </a:lnTo>
                  <a:lnTo>
                    <a:pt x="2913" y="276"/>
                  </a:lnTo>
                  <a:lnTo>
                    <a:pt x="2910" y="272"/>
                  </a:lnTo>
                  <a:lnTo>
                    <a:pt x="2905" y="264"/>
                  </a:lnTo>
                  <a:lnTo>
                    <a:pt x="2899" y="258"/>
                  </a:lnTo>
                  <a:lnTo>
                    <a:pt x="2892" y="252"/>
                  </a:lnTo>
                  <a:lnTo>
                    <a:pt x="2885" y="248"/>
                  </a:lnTo>
                  <a:lnTo>
                    <a:pt x="2881" y="246"/>
                  </a:lnTo>
                  <a:lnTo>
                    <a:pt x="2876" y="244"/>
                  </a:lnTo>
                  <a:lnTo>
                    <a:pt x="2867" y="242"/>
                  </a:lnTo>
                  <a:lnTo>
                    <a:pt x="2858" y="242"/>
                  </a:lnTo>
                  <a:lnTo>
                    <a:pt x="2841" y="244"/>
                  </a:lnTo>
                  <a:lnTo>
                    <a:pt x="2823" y="246"/>
                  </a:lnTo>
                  <a:lnTo>
                    <a:pt x="2804" y="252"/>
                  </a:lnTo>
                  <a:lnTo>
                    <a:pt x="2796" y="256"/>
                  </a:lnTo>
                  <a:lnTo>
                    <a:pt x="2789" y="260"/>
                  </a:lnTo>
                  <a:lnTo>
                    <a:pt x="2789" y="735"/>
                  </a:lnTo>
                  <a:lnTo>
                    <a:pt x="2789" y="737"/>
                  </a:lnTo>
                  <a:lnTo>
                    <a:pt x="2788" y="741"/>
                  </a:lnTo>
                  <a:lnTo>
                    <a:pt x="2786" y="747"/>
                  </a:lnTo>
                  <a:lnTo>
                    <a:pt x="2785" y="749"/>
                  </a:lnTo>
                  <a:lnTo>
                    <a:pt x="2784" y="751"/>
                  </a:lnTo>
                  <a:lnTo>
                    <a:pt x="2780" y="753"/>
                  </a:lnTo>
                  <a:lnTo>
                    <a:pt x="2775" y="753"/>
                  </a:lnTo>
                  <a:lnTo>
                    <a:pt x="2772" y="751"/>
                  </a:lnTo>
                  <a:lnTo>
                    <a:pt x="2769" y="747"/>
                  </a:lnTo>
                  <a:lnTo>
                    <a:pt x="2767" y="741"/>
                  </a:lnTo>
                  <a:lnTo>
                    <a:pt x="2767" y="735"/>
                  </a:lnTo>
                  <a:lnTo>
                    <a:pt x="2767" y="20"/>
                  </a:lnTo>
                  <a:lnTo>
                    <a:pt x="2767" y="16"/>
                  </a:lnTo>
                  <a:lnTo>
                    <a:pt x="2767" y="12"/>
                  </a:lnTo>
                  <a:lnTo>
                    <a:pt x="2769" y="6"/>
                  </a:lnTo>
                  <a:lnTo>
                    <a:pt x="2770" y="4"/>
                  </a:lnTo>
                  <a:lnTo>
                    <a:pt x="2772" y="2"/>
                  </a:lnTo>
                  <a:lnTo>
                    <a:pt x="2775" y="0"/>
                  </a:lnTo>
                  <a:lnTo>
                    <a:pt x="2780" y="0"/>
                  </a:lnTo>
                  <a:lnTo>
                    <a:pt x="2784" y="2"/>
                  </a:lnTo>
                  <a:lnTo>
                    <a:pt x="2786" y="6"/>
                  </a:lnTo>
                  <a:lnTo>
                    <a:pt x="2788" y="12"/>
                  </a:lnTo>
                  <a:lnTo>
                    <a:pt x="2789" y="20"/>
                  </a:lnTo>
                  <a:lnTo>
                    <a:pt x="2789" y="220"/>
                  </a:lnTo>
                  <a:lnTo>
                    <a:pt x="2804" y="214"/>
                  </a:lnTo>
                  <a:lnTo>
                    <a:pt x="2823" y="208"/>
                  </a:lnTo>
                  <a:lnTo>
                    <a:pt x="2840" y="204"/>
                  </a:lnTo>
                  <a:lnTo>
                    <a:pt x="2858" y="202"/>
                  </a:lnTo>
                  <a:lnTo>
                    <a:pt x="2870" y="204"/>
                  </a:lnTo>
                  <a:lnTo>
                    <a:pt x="2882" y="206"/>
                  </a:lnTo>
                  <a:lnTo>
                    <a:pt x="2887" y="208"/>
                  </a:lnTo>
                  <a:lnTo>
                    <a:pt x="2892" y="210"/>
                  </a:lnTo>
                  <a:lnTo>
                    <a:pt x="2902" y="216"/>
                  </a:lnTo>
                  <a:lnTo>
                    <a:pt x="2911" y="224"/>
                  </a:lnTo>
                  <a:lnTo>
                    <a:pt x="2915" y="230"/>
                  </a:lnTo>
                  <a:lnTo>
                    <a:pt x="2919" y="234"/>
                  </a:lnTo>
                  <a:lnTo>
                    <a:pt x="2926" y="244"/>
                  </a:lnTo>
                  <a:lnTo>
                    <a:pt x="2932" y="256"/>
                  </a:lnTo>
                  <a:lnTo>
                    <a:pt x="2937" y="270"/>
                  </a:lnTo>
                  <a:lnTo>
                    <a:pt x="2940" y="278"/>
                  </a:lnTo>
                  <a:lnTo>
                    <a:pt x="2942" y="286"/>
                  </a:lnTo>
                  <a:lnTo>
                    <a:pt x="2944" y="292"/>
                  </a:lnTo>
                  <a:lnTo>
                    <a:pt x="2946" y="300"/>
                  </a:lnTo>
                  <a:lnTo>
                    <a:pt x="2947" y="309"/>
                  </a:lnTo>
                  <a:lnTo>
                    <a:pt x="2949" y="317"/>
                  </a:lnTo>
                  <a:lnTo>
                    <a:pt x="2951" y="335"/>
                  </a:lnTo>
                  <a:lnTo>
                    <a:pt x="2952" y="345"/>
                  </a:lnTo>
                  <a:lnTo>
                    <a:pt x="2953" y="355"/>
                  </a:lnTo>
                  <a:lnTo>
                    <a:pt x="2953" y="375"/>
                  </a:lnTo>
                  <a:lnTo>
                    <a:pt x="2954" y="395"/>
                  </a:lnTo>
                  <a:lnTo>
                    <a:pt x="2954" y="735"/>
                  </a:lnTo>
                  <a:lnTo>
                    <a:pt x="2953" y="741"/>
                  </a:lnTo>
                  <a:lnTo>
                    <a:pt x="2953" y="745"/>
                  </a:lnTo>
                  <a:lnTo>
                    <a:pt x="2952" y="747"/>
                  </a:lnTo>
                  <a:lnTo>
                    <a:pt x="2950" y="749"/>
                  </a:lnTo>
                  <a:lnTo>
                    <a:pt x="2949" y="751"/>
                  </a:lnTo>
                  <a:lnTo>
                    <a:pt x="2947" y="753"/>
                  </a:lnTo>
                  <a:lnTo>
                    <a:pt x="2945" y="753"/>
                  </a:lnTo>
                  <a:close/>
                  <a:moveTo>
                    <a:pt x="3232" y="487"/>
                  </a:moveTo>
                  <a:lnTo>
                    <a:pt x="3061" y="487"/>
                  </a:lnTo>
                  <a:lnTo>
                    <a:pt x="3061" y="509"/>
                  </a:lnTo>
                  <a:lnTo>
                    <a:pt x="3061" y="539"/>
                  </a:lnTo>
                  <a:lnTo>
                    <a:pt x="3062" y="553"/>
                  </a:lnTo>
                  <a:lnTo>
                    <a:pt x="3063" y="565"/>
                  </a:lnTo>
                  <a:lnTo>
                    <a:pt x="3064" y="579"/>
                  </a:lnTo>
                  <a:lnTo>
                    <a:pt x="3065" y="591"/>
                  </a:lnTo>
                  <a:lnTo>
                    <a:pt x="3068" y="613"/>
                  </a:lnTo>
                  <a:lnTo>
                    <a:pt x="3072" y="631"/>
                  </a:lnTo>
                  <a:lnTo>
                    <a:pt x="3077" y="647"/>
                  </a:lnTo>
                  <a:lnTo>
                    <a:pt x="3082" y="663"/>
                  </a:lnTo>
                  <a:lnTo>
                    <a:pt x="3085" y="669"/>
                  </a:lnTo>
                  <a:lnTo>
                    <a:pt x="3088" y="675"/>
                  </a:lnTo>
                  <a:lnTo>
                    <a:pt x="3091" y="681"/>
                  </a:lnTo>
                  <a:lnTo>
                    <a:pt x="3094" y="685"/>
                  </a:lnTo>
                  <a:lnTo>
                    <a:pt x="3101" y="693"/>
                  </a:lnTo>
                  <a:lnTo>
                    <a:pt x="3109" y="701"/>
                  </a:lnTo>
                  <a:lnTo>
                    <a:pt x="3117" y="705"/>
                  </a:lnTo>
                  <a:lnTo>
                    <a:pt x="3125" y="709"/>
                  </a:lnTo>
                  <a:lnTo>
                    <a:pt x="3134" y="713"/>
                  </a:lnTo>
                  <a:lnTo>
                    <a:pt x="3143" y="713"/>
                  </a:lnTo>
                  <a:lnTo>
                    <a:pt x="3153" y="713"/>
                  </a:lnTo>
                  <a:lnTo>
                    <a:pt x="3171" y="713"/>
                  </a:lnTo>
                  <a:lnTo>
                    <a:pt x="3189" y="709"/>
                  </a:lnTo>
                  <a:lnTo>
                    <a:pt x="3209" y="703"/>
                  </a:lnTo>
                  <a:lnTo>
                    <a:pt x="3228" y="697"/>
                  </a:lnTo>
                  <a:lnTo>
                    <a:pt x="3229" y="697"/>
                  </a:lnTo>
                  <a:lnTo>
                    <a:pt x="3231" y="697"/>
                  </a:lnTo>
                  <a:lnTo>
                    <a:pt x="3235" y="697"/>
                  </a:lnTo>
                  <a:lnTo>
                    <a:pt x="3236" y="699"/>
                  </a:lnTo>
                  <a:lnTo>
                    <a:pt x="3237" y="703"/>
                  </a:lnTo>
                  <a:lnTo>
                    <a:pt x="3238" y="705"/>
                  </a:lnTo>
                  <a:lnTo>
                    <a:pt x="3238" y="709"/>
                  </a:lnTo>
                  <a:lnTo>
                    <a:pt x="3238" y="721"/>
                  </a:lnTo>
                  <a:lnTo>
                    <a:pt x="3237" y="725"/>
                  </a:lnTo>
                  <a:lnTo>
                    <a:pt x="3236" y="729"/>
                  </a:lnTo>
                  <a:lnTo>
                    <a:pt x="3235" y="731"/>
                  </a:lnTo>
                  <a:lnTo>
                    <a:pt x="3233" y="733"/>
                  </a:lnTo>
                  <a:lnTo>
                    <a:pt x="3229" y="737"/>
                  </a:lnTo>
                  <a:lnTo>
                    <a:pt x="3210" y="743"/>
                  </a:lnTo>
                  <a:lnTo>
                    <a:pt x="3190" y="749"/>
                  </a:lnTo>
                  <a:lnTo>
                    <a:pt x="3171" y="751"/>
                  </a:lnTo>
                  <a:lnTo>
                    <a:pt x="3153" y="753"/>
                  </a:lnTo>
                  <a:lnTo>
                    <a:pt x="3141" y="753"/>
                  </a:lnTo>
                  <a:lnTo>
                    <a:pt x="3129" y="751"/>
                  </a:lnTo>
                  <a:lnTo>
                    <a:pt x="3118" y="747"/>
                  </a:lnTo>
                  <a:lnTo>
                    <a:pt x="3108" y="741"/>
                  </a:lnTo>
                  <a:lnTo>
                    <a:pt x="3098" y="735"/>
                  </a:lnTo>
                  <a:lnTo>
                    <a:pt x="3093" y="731"/>
                  </a:lnTo>
                  <a:lnTo>
                    <a:pt x="3089" y="727"/>
                  </a:lnTo>
                  <a:lnTo>
                    <a:pt x="3080" y="715"/>
                  </a:lnTo>
                  <a:lnTo>
                    <a:pt x="3072" y="703"/>
                  </a:lnTo>
                  <a:lnTo>
                    <a:pt x="3068" y="695"/>
                  </a:lnTo>
                  <a:lnTo>
                    <a:pt x="3065" y="687"/>
                  </a:lnTo>
                  <a:lnTo>
                    <a:pt x="3058" y="669"/>
                  </a:lnTo>
                  <a:lnTo>
                    <a:pt x="3053" y="649"/>
                  </a:lnTo>
                  <a:lnTo>
                    <a:pt x="3048" y="627"/>
                  </a:lnTo>
                  <a:lnTo>
                    <a:pt x="3046" y="615"/>
                  </a:lnTo>
                  <a:lnTo>
                    <a:pt x="3044" y="601"/>
                  </a:lnTo>
                  <a:lnTo>
                    <a:pt x="3041" y="573"/>
                  </a:lnTo>
                  <a:lnTo>
                    <a:pt x="3039" y="543"/>
                  </a:lnTo>
                  <a:lnTo>
                    <a:pt x="3039" y="527"/>
                  </a:lnTo>
                  <a:lnTo>
                    <a:pt x="3039" y="509"/>
                  </a:lnTo>
                  <a:lnTo>
                    <a:pt x="3039" y="443"/>
                  </a:lnTo>
                  <a:lnTo>
                    <a:pt x="3039" y="417"/>
                  </a:lnTo>
                  <a:lnTo>
                    <a:pt x="3040" y="391"/>
                  </a:lnTo>
                  <a:lnTo>
                    <a:pt x="3043" y="369"/>
                  </a:lnTo>
                  <a:lnTo>
                    <a:pt x="3045" y="345"/>
                  </a:lnTo>
                  <a:lnTo>
                    <a:pt x="3047" y="335"/>
                  </a:lnTo>
                  <a:lnTo>
                    <a:pt x="3049" y="325"/>
                  </a:lnTo>
                  <a:lnTo>
                    <a:pt x="3051" y="315"/>
                  </a:lnTo>
                  <a:lnTo>
                    <a:pt x="3053" y="305"/>
                  </a:lnTo>
                  <a:lnTo>
                    <a:pt x="3056" y="296"/>
                  </a:lnTo>
                  <a:lnTo>
                    <a:pt x="3059" y="288"/>
                  </a:lnTo>
                  <a:lnTo>
                    <a:pt x="3065" y="270"/>
                  </a:lnTo>
                  <a:lnTo>
                    <a:pt x="3072" y="256"/>
                  </a:lnTo>
                  <a:lnTo>
                    <a:pt x="3079" y="242"/>
                  </a:lnTo>
                  <a:lnTo>
                    <a:pt x="3087" y="230"/>
                  </a:lnTo>
                  <a:lnTo>
                    <a:pt x="3097" y="220"/>
                  </a:lnTo>
                  <a:lnTo>
                    <a:pt x="3106" y="212"/>
                  </a:lnTo>
                  <a:lnTo>
                    <a:pt x="3117" y="208"/>
                  </a:lnTo>
                  <a:lnTo>
                    <a:pt x="3128" y="204"/>
                  </a:lnTo>
                  <a:lnTo>
                    <a:pt x="3134" y="202"/>
                  </a:lnTo>
                  <a:lnTo>
                    <a:pt x="3141" y="202"/>
                  </a:lnTo>
                  <a:lnTo>
                    <a:pt x="3154" y="204"/>
                  </a:lnTo>
                  <a:lnTo>
                    <a:pt x="3160" y="204"/>
                  </a:lnTo>
                  <a:lnTo>
                    <a:pt x="3166" y="206"/>
                  </a:lnTo>
                  <a:lnTo>
                    <a:pt x="3177" y="212"/>
                  </a:lnTo>
                  <a:lnTo>
                    <a:pt x="3182" y="216"/>
                  </a:lnTo>
                  <a:lnTo>
                    <a:pt x="3186" y="220"/>
                  </a:lnTo>
                  <a:lnTo>
                    <a:pt x="3196" y="230"/>
                  </a:lnTo>
                  <a:lnTo>
                    <a:pt x="3204" y="240"/>
                  </a:lnTo>
                  <a:lnTo>
                    <a:pt x="3211" y="254"/>
                  </a:lnTo>
                  <a:lnTo>
                    <a:pt x="3214" y="260"/>
                  </a:lnTo>
                  <a:lnTo>
                    <a:pt x="3218" y="268"/>
                  </a:lnTo>
                  <a:lnTo>
                    <a:pt x="3223" y="286"/>
                  </a:lnTo>
                  <a:lnTo>
                    <a:pt x="3228" y="303"/>
                  </a:lnTo>
                  <a:lnTo>
                    <a:pt x="3232" y="323"/>
                  </a:lnTo>
                  <a:lnTo>
                    <a:pt x="3236" y="343"/>
                  </a:lnTo>
                  <a:lnTo>
                    <a:pt x="3238" y="365"/>
                  </a:lnTo>
                  <a:lnTo>
                    <a:pt x="3240" y="389"/>
                  </a:lnTo>
                  <a:lnTo>
                    <a:pt x="3241" y="415"/>
                  </a:lnTo>
                  <a:lnTo>
                    <a:pt x="3242" y="441"/>
                  </a:lnTo>
                  <a:lnTo>
                    <a:pt x="3242" y="469"/>
                  </a:lnTo>
                  <a:lnTo>
                    <a:pt x="3241" y="473"/>
                  </a:lnTo>
                  <a:lnTo>
                    <a:pt x="3241" y="475"/>
                  </a:lnTo>
                  <a:lnTo>
                    <a:pt x="3239" y="483"/>
                  </a:lnTo>
                  <a:lnTo>
                    <a:pt x="3236" y="487"/>
                  </a:lnTo>
                  <a:lnTo>
                    <a:pt x="3232" y="487"/>
                  </a:lnTo>
                  <a:close/>
                  <a:moveTo>
                    <a:pt x="3220" y="441"/>
                  </a:moveTo>
                  <a:lnTo>
                    <a:pt x="3219" y="417"/>
                  </a:lnTo>
                  <a:lnTo>
                    <a:pt x="3219" y="397"/>
                  </a:lnTo>
                  <a:lnTo>
                    <a:pt x="3217" y="375"/>
                  </a:lnTo>
                  <a:lnTo>
                    <a:pt x="3215" y="357"/>
                  </a:lnTo>
                  <a:lnTo>
                    <a:pt x="3213" y="339"/>
                  </a:lnTo>
                  <a:lnTo>
                    <a:pt x="3210" y="321"/>
                  </a:lnTo>
                  <a:lnTo>
                    <a:pt x="3208" y="315"/>
                  </a:lnTo>
                  <a:lnTo>
                    <a:pt x="3206" y="307"/>
                  </a:lnTo>
                  <a:lnTo>
                    <a:pt x="3202" y="294"/>
                  </a:lnTo>
                  <a:lnTo>
                    <a:pt x="3199" y="288"/>
                  </a:lnTo>
                  <a:lnTo>
                    <a:pt x="3197" y="282"/>
                  </a:lnTo>
                  <a:lnTo>
                    <a:pt x="3194" y="276"/>
                  </a:lnTo>
                  <a:lnTo>
                    <a:pt x="3191" y="272"/>
                  </a:lnTo>
                  <a:lnTo>
                    <a:pt x="3188" y="266"/>
                  </a:lnTo>
                  <a:lnTo>
                    <a:pt x="3185" y="262"/>
                  </a:lnTo>
                  <a:lnTo>
                    <a:pt x="3178" y="256"/>
                  </a:lnTo>
                  <a:lnTo>
                    <a:pt x="3170" y="250"/>
                  </a:lnTo>
                  <a:lnTo>
                    <a:pt x="3161" y="246"/>
                  </a:lnTo>
                  <a:lnTo>
                    <a:pt x="3152" y="242"/>
                  </a:lnTo>
                  <a:lnTo>
                    <a:pt x="3141" y="242"/>
                  </a:lnTo>
                  <a:lnTo>
                    <a:pt x="3130" y="242"/>
                  </a:lnTo>
                  <a:lnTo>
                    <a:pt x="3126" y="244"/>
                  </a:lnTo>
                  <a:lnTo>
                    <a:pt x="3121" y="246"/>
                  </a:lnTo>
                  <a:lnTo>
                    <a:pt x="3112" y="250"/>
                  </a:lnTo>
                  <a:lnTo>
                    <a:pt x="3105" y="256"/>
                  </a:lnTo>
                  <a:lnTo>
                    <a:pt x="3097" y="264"/>
                  </a:lnTo>
                  <a:lnTo>
                    <a:pt x="3091" y="274"/>
                  </a:lnTo>
                  <a:lnTo>
                    <a:pt x="3085" y="284"/>
                  </a:lnTo>
                  <a:lnTo>
                    <a:pt x="3080" y="298"/>
                  </a:lnTo>
                  <a:lnTo>
                    <a:pt x="3075" y="311"/>
                  </a:lnTo>
                  <a:lnTo>
                    <a:pt x="3073" y="317"/>
                  </a:lnTo>
                  <a:lnTo>
                    <a:pt x="3071" y="325"/>
                  </a:lnTo>
                  <a:lnTo>
                    <a:pt x="3068" y="343"/>
                  </a:lnTo>
                  <a:lnTo>
                    <a:pt x="3066" y="361"/>
                  </a:lnTo>
                  <a:lnTo>
                    <a:pt x="3064" y="379"/>
                  </a:lnTo>
                  <a:lnTo>
                    <a:pt x="3062" y="399"/>
                  </a:lnTo>
                  <a:lnTo>
                    <a:pt x="3061" y="421"/>
                  </a:lnTo>
                  <a:lnTo>
                    <a:pt x="3061" y="443"/>
                  </a:lnTo>
                  <a:lnTo>
                    <a:pt x="3220" y="447"/>
                  </a:lnTo>
                  <a:lnTo>
                    <a:pt x="3220" y="441"/>
                  </a:lnTo>
                  <a:close/>
                  <a:moveTo>
                    <a:pt x="3726" y="699"/>
                  </a:moveTo>
                  <a:lnTo>
                    <a:pt x="3724" y="713"/>
                  </a:lnTo>
                  <a:lnTo>
                    <a:pt x="3722" y="723"/>
                  </a:lnTo>
                  <a:lnTo>
                    <a:pt x="3720" y="733"/>
                  </a:lnTo>
                  <a:lnTo>
                    <a:pt x="3718" y="737"/>
                  </a:lnTo>
                  <a:lnTo>
                    <a:pt x="3717" y="741"/>
                  </a:lnTo>
                  <a:lnTo>
                    <a:pt x="3714" y="747"/>
                  </a:lnTo>
                  <a:lnTo>
                    <a:pt x="3710" y="751"/>
                  </a:lnTo>
                  <a:lnTo>
                    <a:pt x="3705" y="753"/>
                  </a:lnTo>
                  <a:lnTo>
                    <a:pt x="3700" y="753"/>
                  </a:lnTo>
                  <a:lnTo>
                    <a:pt x="3694" y="753"/>
                  </a:lnTo>
                  <a:lnTo>
                    <a:pt x="3692" y="751"/>
                  </a:lnTo>
                  <a:lnTo>
                    <a:pt x="3690" y="749"/>
                  </a:lnTo>
                  <a:lnTo>
                    <a:pt x="3688" y="747"/>
                  </a:lnTo>
                  <a:lnTo>
                    <a:pt x="3686" y="745"/>
                  </a:lnTo>
                  <a:lnTo>
                    <a:pt x="3684" y="741"/>
                  </a:lnTo>
                  <a:lnTo>
                    <a:pt x="3683" y="739"/>
                  </a:lnTo>
                  <a:lnTo>
                    <a:pt x="3680" y="731"/>
                  </a:lnTo>
                  <a:lnTo>
                    <a:pt x="3678" y="721"/>
                  </a:lnTo>
                  <a:lnTo>
                    <a:pt x="3676" y="709"/>
                  </a:lnTo>
                  <a:lnTo>
                    <a:pt x="3674" y="695"/>
                  </a:lnTo>
                  <a:lnTo>
                    <a:pt x="3621" y="313"/>
                  </a:lnTo>
                  <a:lnTo>
                    <a:pt x="3619" y="305"/>
                  </a:lnTo>
                  <a:lnTo>
                    <a:pt x="3618" y="305"/>
                  </a:lnTo>
                  <a:lnTo>
                    <a:pt x="3617" y="305"/>
                  </a:lnTo>
                  <a:lnTo>
                    <a:pt x="3615" y="305"/>
                  </a:lnTo>
                  <a:lnTo>
                    <a:pt x="3614" y="313"/>
                  </a:lnTo>
                  <a:lnTo>
                    <a:pt x="3560" y="695"/>
                  </a:lnTo>
                  <a:lnTo>
                    <a:pt x="3556" y="721"/>
                  </a:lnTo>
                  <a:lnTo>
                    <a:pt x="3554" y="731"/>
                  </a:lnTo>
                  <a:lnTo>
                    <a:pt x="3552" y="739"/>
                  </a:lnTo>
                  <a:lnTo>
                    <a:pt x="3548" y="745"/>
                  </a:lnTo>
                  <a:lnTo>
                    <a:pt x="3545" y="749"/>
                  </a:lnTo>
                  <a:lnTo>
                    <a:pt x="3540" y="753"/>
                  </a:lnTo>
                  <a:lnTo>
                    <a:pt x="3535" y="753"/>
                  </a:lnTo>
                  <a:lnTo>
                    <a:pt x="3529" y="753"/>
                  </a:lnTo>
                  <a:lnTo>
                    <a:pt x="3525" y="751"/>
                  </a:lnTo>
                  <a:lnTo>
                    <a:pt x="3521" y="747"/>
                  </a:lnTo>
                  <a:lnTo>
                    <a:pt x="3517" y="741"/>
                  </a:lnTo>
                  <a:lnTo>
                    <a:pt x="3516" y="737"/>
                  </a:lnTo>
                  <a:lnTo>
                    <a:pt x="3515" y="733"/>
                  </a:lnTo>
                  <a:lnTo>
                    <a:pt x="3513" y="729"/>
                  </a:lnTo>
                  <a:lnTo>
                    <a:pt x="3512" y="723"/>
                  </a:lnTo>
                  <a:lnTo>
                    <a:pt x="3510" y="713"/>
                  </a:lnTo>
                  <a:lnTo>
                    <a:pt x="3508" y="699"/>
                  </a:lnTo>
                  <a:lnTo>
                    <a:pt x="3452" y="232"/>
                  </a:lnTo>
                  <a:lnTo>
                    <a:pt x="3452" y="228"/>
                  </a:lnTo>
                  <a:lnTo>
                    <a:pt x="3452" y="222"/>
                  </a:lnTo>
                  <a:lnTo>
                    <a:pt x="3452" y="218"/>
                  </a:lnTo>
                  <a:lnTo>
                    <a:pt x="3453" y="216"/>
                  </a:lnTo>
                  <a:lnTo>
                    <a:pt x="3454" y="212"/>
                  </a:lnTo>
                  <a:lnTo>
                    <a:pt x="3456" y="210"/>
                  </a:lnTo>
                  <a:lnTo>
                    <a:pt x="3458" y="208"/>
                  </a:lnTo>
                  <a:lnTo>
                    <a:pt x="3461" y="208"/>
                  </a:lnTo>
                  <a:lnTo>
                    <a:pt x="3467" y="208"/>
                  </a:lnTo>
                  <a:lnTo>
                    <a:pt x="3470" y="212"/>
                  </a:lnTo>
                  <a:lnTo>
                    <a:pt x="3471" y="216"/>
                  </a:lnTo>
                  <a:lnTo>
                    <a:pt x="3472" y="222"/>
                  </a:lnTo>
                  <a:lnTo>
                    <a:pt x="3528" y="689"/>
                  </a:lnTo>
                  <a:lnTo>
                    <a:pt x="3530" y="703"/>
                  </a:lnTo>
                  <a:lnTo>
                    <a:pt x="3531" y="711"/>
                  </a:lnTo>
                  <a:lnTo>
                    <a:pt x="3533" y="713"/>
                  </a:lnTo>
                  <a:lnTo>
                    <a:pt x="3535" y="713"/>
                  </a:lnTo>
                  <a:lnTo>
                    <a:pt x="3536" y="713"/>
                  </a:lnTo>
                  <a:lnTo>
                    <a:pt x="3538" y="709"/>
                  </a:lnTo>
                  <a:lnTo>
                    <a:pt x="3539" y="703"/>
                  </a:lnTo>
                  <a:lnTo>
                    <a:pt x="3541" y="689"/>
                  </a:lnTo>
                  <a:lnTo>
                    <a:pt x="3596" y="301"/>
                  </a:lnTo>
                  <a:lnTo>
                    <a:pt x="3597" y="294"/>
                  </a:lnTo>
                  <a:lnTo>
                    <a:pt x="3599" y="286"/>
                  </a:lnTo>
                  <a:lnTo>
                    <a:pt x="3601" y="280"/>
                  </a:lnTo>
                  <a:lnTo>
                    <a:pt x="3604" y="274"/>
                  </a:lnTo>
                  <a:lnTo>
                    <a:pt x="3607" y="270"/>
                  </a:lnTo>
                  <a:lnTo>
                    <a:pt x="3610" y="268"/>
                  </a:lnTo>
                  <a:lnTo>
                    <a:pt x="3614" y="266"/>
                  </a:lnTo>
                  <a:lnTo>
                    <a:pt x="3617" y="266"/>
                  </a:lnTo>
                  <a:lnTo>
                    <a:pt x="3621" y="266"/>
                  </a:lnTo>
                  <a:lnTo>
                    <a:pt x="3624" y="268"/>
                  </a:lnTo>
                  <a:lnTo>
                    <a:pt x="3627" y="270"/>
                  </a:lnTo>
                  <a:lnTo>
                    <a:pt x="3630" y="274"/>
                  </a:lnTo>
                  <a:lnTo>
                    <a:pt x="3633" y="280"/>
                  </a:lnTo>
                  <a:lnTo>
                    <a:pt x="3634" y="282"/>
                  </a:lnTo>
                  <a:lnTo>
                    <a:pt x="3635" y="286"/>
                  </a:lnTo>
                  <a:lnTo>
                    <a:pt x="3637" y="294"/>
                  </a:lnTo>
                  <a:lnTo>
                    <a:pt x="3639" y="301"/>
                  </a:lnTo>
                  <a:lnTo>
                    <a:pt x="3693" y="689"/>
                  </a:lnTo>
                  <a:lnTo>
                    <a:pt x="3695" y="703"/>
                  </a:lnTo>
                  <a:lnTo>
                    <a:pt x="3696" y="707"/>
                  </a:lnTo>
                  <a:lnTo>
                    <a:pt x="3697" y="709"/>
                  </a:lnTo>
                  <a:lnTo>
                    <a:pt x="3698" y="713"/>
                  </a:lnTo>
                  <a:lnTo>
                    <a:pt x="3700" y="713"/>
                  </a:lnTo>
                  <a:lnTo>
                    <a:pt x="3701" y="713"/>
                  </a:lnTo>
                  <a:lnTo>
                    <a:pt x="3702" y="713"/>
                  </a:lnTo>
                  <a:lnTo>
                    <a:pt x="3703" y="711"/>
                  </a:lnTo>
                  <a:lnTo>
                    <a:pt x="3704" y="707"/>
                  </a:lnTo>
                  <a:lnTo>
                    <a:pt x="3705" y="703"/>
                  </a:lnTo>
                  <a:lnTo>
                    <a:pt x="3707" y="689"/>
                  </a:lnTo>
                  <a:lnTo>
                    <a:pt x="3761" y="222"/>
                  </a:lnTo>
                  <a:lnTo>
                    <a:pt x="3762" y="216"/>
                  </a:lnTo>
                  <a:lnTo>
                    <a:pt x="3763" y="212"/>
                  </a:lnTo>
                  <a:lnTo>
                    <a:pt x="3764" y="210"/>
                  </a:lnTo>
                  <a:lnTo>
                    <a:pt x="3766" y="208"/>
                  </a:lnTo>
                  <a:lnTo>
                    <a:pt x="3767" y="208"/>
                  </a:lnTo>
                  <a:lnTo>
                    <a:pt x="3769" y="208"/>
                  </a:lnTo>
                  <a:lnTo>
                    <a:pt x="3773" y="208"/>
                  </a:lnTo>
                  <a:lnTo>
                    <a:pt x="3777" y="210"/>
                  </a:lnTo>
                  <a:lnTo>
                    <a:pt x="3779" y="212"/>
                  </a:lnTo>
                  <a:lnTo>
                    <a:pt x="3781" y="214"/>
                  </a:lnTo>
                  <a:lnTo>
                    <a:pt x="3782" y="218"/>
                  </a:lnTo>
                  <a:lnTo>
                    <a:pt x="3782" y="222"/>
                  </a:lnTo>
                  <a:lnTo>
                    <a:pt x="3781" y="232"/>
                  </a:lnTo>
                  <a:lnTo>
                    <a:pt x="3726" y="699"/>
                  </a:lnTo>
                  <a:close/>
                  <a:moveTo>
                    <a:pt x="3953" y="753"/>
                  </a:moveTo>
                  <a:lnTo>
                    <a:pt x="3940" y="753"/>
                  </a:lnTo>
                  <a:lnTo>
                    <a:pt x="3934" y="751"/>
                  </a:lnTo>
                  <a:lnTo>
                    <a:pt x="3929" y="749"/>
                  </a:lnTo>
                  <a:lnTo>
                    <a:pt x="3918" y="745"/>
                  </a:lnTo>
                  <a:lnTo>
                    <a:pt x="3908" y="737"/>
                  </a:lnTo>
                  <a:lnTo>
                    <a:pt x="3903" y="733"/>
                  </a:lnTo>
                  <a:lnTo>
                    <a:pt x="3898" y="729"/>
                  </a:lnTo>
                  <a:lnTo>
                    <a:pt x="3890" y="717"/>
                  </a:lnTo>
                  <a:lnTo>
                    <a:pt x="3882" y="705"/>
                  </a:lnTo>
                  <a:lnTo>
                    <a:pt x="3875" y="689"/>
                  </a:lnTo>
                  <a:lnTo>
                    <a:pt x="3872" y="683"/>
                  </a:lnTo>
                  <a:lnTo>
                    <a:pt x="3869" y="673"/>
                  </a:lnTo>
                  <a:lnTo>
                    <a:pt x="3866" y="665"/>
                  </a:lnTo>
                  <a:lnTo>
                    <a:pt x="3864" y="655"/>
                  </a:lnTo>
                  <a:lnTo>
                    <a:pt x="3859" y="635"/>
                  </a:lnTo>
                  <a:lnTo>
                    <a:pt x="3856" y="615"/>
                  </a:lnTo>
                  <a:lnTo>
                    <a:pt x="3853" y="591"/>
                  </a:lnTo>
                  <a:lnTo>
                    <a:pt x="3851" y="567"/>
                  </a:lnTo>
                  <a:lnTo>
                    <a:pt x="3850" y="541"/>
                  </a:lnTo>
                  <a:lnTo>
                    <a:pt x="3849" y="513"/>
                  </a:lnTo>
                  <a:lnTo>
                    <a:pt x="3849" y="443"/>
                  </a:lnTo>
                  <a:lnTo>
                    <a:pt x="3850" y="415"/>
                  </a:lnTo>
                  <a:lnTo>
                    <a:pt x="3851" y="389"/>
                  </a:lnTo>
                  <a:lnTo>
                    <a:pt x="3853" y="363"/>
                  </a:lnTo>
                  <a:lnTo>
                    <a:pt x="3856" y="341"/>
                  </a:lnTo>
                  <a:lnTo>
                    <a:pt x="3857" y="329"/>
                  </a:lnTo>
                  <a:lnTo>
                    <a:pt x="3859" y="319"/>
                  </a:lnTo>
                  <a:lnTo>
                    <a:pt x="3861" y="309"/>
                  </a:lnTo>
                  <a:lnTo>
                    <a:pt x="3864" y="300"/>
                  </a:lnTo>
                  <a:lnTo>
                    <a:pt x="3866" y="290"/>
                  </a:lnTo>
                  <a:lnTo>
                    <a:pt x="3869" y="282"/>
                  </a:lnTo>
                  <a:lnTo>
                    <a:pt x="3875" y="266"/>
                  </a:lnTo>
                  <a:lnTo>
                    <a:pt x="3882" y="252"/>
                  </a:lnTo>
                  <a:lnTo>
                    <a:pt x="3886" y="244"/>
                  </a:lnTo>
                  <a:lnTo>
                    <a:pt x="3890" y="238"/>
                  </a:lnTo>
                  <a:lnTo>
                    <a:pt x="3898" y="228"/>
                  </a:lnTo>
                  <a:lnTo>
                    <a:pt x="3903" y="222"/>
                  </a:lnTo>
                  <a:lnTo>
                    <a:pt x="3908" y="218"/>
                  </a:lnTo>
                  <a:lnTo>
                    <a:pt x="3918" y="212"/>
                  </a:lnTo>
                  <a:lnTo>
                    <a:pt x="3929" y="206"/>
                  </a:lnTo>
                  <a:lnTo>
                    <a:pt x="3934" y="204"/>
                  </a:lnTo>
                  <a:lnTo>
                    <a:pt x="3940" y="204"/>
                  </a:lnTo>
                  <a:lnTo>
                    <a:pt x="3953" y="202"/>
                  </a:lnTo>
                  <a:lnTo>
                    <a:pt x="3965" y="204"/>
                  </a:lnTo>
                  <a:lnTo>
                    <a:pt x="3971" y="204"/>
                  </a:lnTo>
                  <a:lnTo>
                    <a:pt x="3977" y="206"/>
                  </a:lnTo>
                  <a:lnTo>
                    <a:pt x="3988" y="212"/>
                  </a:lnTo>
                  <a:lnTo>
                    <a:pt x="3998" y="218"/>
                  </a:lnTo>
                  <a:lnTo>
                    <a:pt x="4003" y="222"/>
                  </a:lnTo>
                  <a:lnTo>
                    <a:pt x="4007" y="228"/>
                  </a:lnTo>
                  <a:lnTo>
                    <a:pt x="4016" y="238"/>
                  </a:lnTo>
                  <a:lnTo>
                    <a:pt x="4024" y="252"/>
                  </a:lnTo>
                  <a:lnTo>
                    <a:pt x="4031" y="266"/>
                  </a:lnTo>
                  <a:lnTo>
                    <a:pt x="4034" y="274"/>
                  </a:lnTo>
                  <a:lnTo>
                    <a:pt x="4037" y="282"/>
                  </a:lnTo>
                  <a:lnTo>
                    <a:pt x="4039" y="290"/>
                  </a:lnTo>
                  <a:lnTo>
                    <a:pt x="4042" y="300"/>
                  </a:lnTo>
                  <a:lnTo>
                    <a:pt x="4046" y="319"/>
                  </a:lnTo>
                  <a:lnTo>
                    <a:pt x="4050" y="341"/>
                  </a:lnTo>
                  <a:lnTo>
                    <a:pt x="4053" y="363"/>
                  </a:lnTo>
                  <a:lnTo>
                    <a:pt x="4055" y="389"/>
                  </a:lnTo>
                  <a:lnTo>
                    <a:pt x="4056" y="415"/>
                  </a:lnTo>
                  <a:lnTo>
                    <a:pt x="4057" y="443"/>
                  </a:lnTo>
                  <a:lnTo>
                    <a:pt x="4057" y="513"/>
                  </a:lnTo>
                  <a:lnTo>
                    <a:pt x="4056" y="541"/>
                  </a:lnTo>
                  <a:lnTo>
                    <a:pt x="4055" y="567"/>
                  </a:lnTo>
                  <a:lnTo>
                    <a:pt x="4053" y="591"/>
                  </a:lnTo>
                  <a:lnTo>
                    <a:pt x="4050" y="615"/>
                  </a:lnTo>
                  <a:lnTo>
                    <a:pt x="4048" y="625"/>
                  </a:lnTo>
                  <a:lnTo>
                    <a:pt x="4046" y="635"/>
                  </a:lnTo>
                  <a:lnTo>
                    <a:pt x="4044" y="645"/>
                  </a:lnTo>
                  <a:lnTo>
                    <a:pt x="4042" y="655"/>
                  </a:lnTo>
                  <a:lnTo>
                    <a:pt x="4039" y="665"/>
                  </a:lnTo>
                  <a:lnTo>
                    <a:pt x="4037" y="673"/>
                  </a:lnTo>
                  <a:lnTo>
                    <a:pt x="4031" y="689"/>
                  </a:lnTo>
                  <a:lnTo>
                    <a:pt x="4024" y="705"/>
                  </a:lnTo>
                  <a:lnTo>
                    <a:pt x="4020" y="711"/>
                  </a:lnTo>
                  <a:lnTo>
                    <a:pt x="4016" y="717"/>
                  </a:lnTo>
                  <a:lnTo>
                    <a:pt x="4007" y="729"/>
                  </a:lnTo>
                  <a:lnTo>
                    <a:pt x="4003" y="733"/>
                  </a:lnTo>
                  <a:lnTo>
                    <a:pt x="3998" y="737"/>
                  </a:lnTo>
                  <a:lnTo>
                    <a:pt x="3988" y="745"/>
                  </a:lnTo>
                  <a:lnTo>
                    <a:pt x="3977" y="749"/>
                  </a:lnTo>
                  <a:lnTo>
                    <a:pt x="3971" y="751"/>
                  </a:lnTo>
                  <a:lnTo>
                    <a:pt x="3965" y="753"/>
                  </a:lnTo>
                  <a:lnTo>
                    <a:pt x="3953" y="753"/>
                  </a:lnTo>
                  <a:close/>
                  <a:moveTo>
                    <a:pt x="4034" y="443"/>
                  </a:moveTo>
                  <a:lnTo>
                    <a:pt x="4034" y="419"/>
                  </a:lnTo>
                  <a:lnTo>
                    <a:pt x="4033" y="397"/>
                  </a:lnTo>
                  <a:lnTo>
                    <a:pt x="4033" y="387"/>
                  </a:lnTo>
                  <a:lnTo>
                    <a:pt x="4032" y="377"/>
                  </a:lnTo>
                  <a:lnTo>
                    <a:pt x="4030" y="359"/>
                  </a:lnTo>
                  <a:lnTo>
                    <a:pt x="4027" y="341"/>
                  </a:lnTo>
                  <a:lnTo>
                    <a:pt x="4024" y="323"/>
                  </a:lnTo>
                  <a:lnTo>
                    <a:pt x="4020" y="309"/>
                  </a:lnTo>
                  <a:lnTo>
                    <a:pt x="4016" y="296"/>
                  </a:lnTo>
                  <a:lnTo>
                    <a:pt x="4011" y="284"/>
                  </a:lnTo>
                  <a:lnTo>
                    <a:pt x="4008" y="278"/>
                  </a:lnTo>
                  <a:lnTo>
                    <a:pt x="4005" y="272"/>
                  </a:lnTo>
                  <a:lnTo>
                    <a:pt x="3998" y="264"/>
                  </a:lnTo>
                  <a:lnTo>
                    <a:pt x="3994" y="260"/>
                  </a:lnTo>
                  <a:lnTo>
                    <a:pt x="3990" y="256"/>
                  </a:lnTo>
                  <a:lnTo>
                    <a:pt x="3986" y="252"/>
                  </a:lnTo>
                  <a:lnTo>
                    <a:pt x="3982" y="250"/>
                  </a:lnTo>
                  <a:lnTo>
                    <a:pt x="3973" y="246"/>
                  </a:lnTo>
                  <a:lnTo>
                    <a:pt x="3963" y="242"/>
                  </a:lnTo>
                  <a:lnTo>
                    <a:pt x="3953" y="242"/>
                  </a:lnTo>
                  <a:lnTo>
                    <a:pt x="3942" y="242"/>
                  </a:lnTo>
                  <a:lnTo>
                    <a:pt x="3932" y="246"/>
                  </a:lnTo>
                  <a:lnTo>
                    <a:pt x="3928" y="248"/>
                  </a:lnTo>
                  <a:lnTo>
                    <a:pt x="3923" y="250"/>
                  </a:lnTo>
                  <a:lnTo>
                    <a:pt x="3915" y="256"/>
                  </a:lnTo>
                  <a:lnTo>
                    <a:pt x="3908" y="264"/>
                  </a:lnTo>
                  <a:lnTo>
                    <a:pt x="3901" y="272"/>
                  </a:lnTo>
                  <a:lnTo>
                    <a:pt x="3895" y="284"/>
                  </a:lnTo>
                  <a:lnTo>
                    <a:pt x="3890" y="296"/>
                  </a:lnTo>
                  <a:lnTo>
                    <a:pt x="3888" y="301"/>
                  </a:lnTo>
                  <a:lnTo>
                    <a:pt x="3885" y="309"/>
                  </a:lnTo>
                  <a:lnTo>
                    <a:pt x="3882" y="323"/>
                  </a:lnTo>
                  <a:lnTo>
                    <a:pt x="3878" y="341"/>
                  </a:lnTo>
                  <a:lnTo>
                    <a:pt x="3876" y="359"/>
                  </a:lnTo>
                  <a:lnTo>
                    <a:pt x="3874" y="377"/>
                  </a:lnTo>
                  <a:lnTo>
                    <a:pt x="3872" y="397"/>
                  </a:lnTo>
                  <a:lnTo>
                    <a:pt x="3872" y="409"/>
                  </a:lnTo>
                  <a:lnTo>
                    <a:pt x="3872" y="419"/>
                  </a:lnTo>
                  <a:lnTo>
                    <a:pt x="3871" y="443"/>
                  </a:lnTo>
                  <a:lnTo>
                    <a:pt x="3871" y="513"/>
                  </a:lnTo>
                  <a:lnTo>
                    <a:pt x="3872" y="535"/>
                  </a:lnTo>
                  <a:lnTo>
                    <a:pt x="3872" y="557"/>
                  </a:lnTo>
                  <a:lnTo>
                    <a:pt x="3873" y="567"/>
                  </a:lnTo>
                  <a:lnTo>
                    <a:pt x="3874" y="577"/>
                  </a:lnTo>
                  <a:lnTo>
                    <a:pt x="3876" y="597"/>
                  </a:lnTo>
                  <a:lnTo>
                    <a:pt x="3878" y="615"/>
                  </a:lnTo>
                  <a:lnTo>
                    <a:pt x="3882" y="631"/>
                  </a:lnTo>
                  <a:lnTo>
                    <a:pt x="3885" y="645"/>
                  </a:lnTo>
                  <a:lnTo>
                    <a:pt x="3890" y="659"/>
                  </a:lnTo>
                  <a:lnTo>
                    <a:pt x="3895" y="673"/>
                  </a:lnTo>
                  <a:lnTo>
                    <a:pt x="3898" y="677"/>
                  </a:lnTo>
                  <a:lnTo>
                    <a:pt x="3901" y="683"/>
                  </a:lnTo>
                  <a:lnTo>
                    <a:pt x="3908" y="693"/>
                  </a:lnTo>
                  <a:lnTo>
                    <a:pt x="3911" y="697"/>
                  </a:lnTo>
                  <a:lnTo>
                    <a:pt x="3915" y="699"/>
                  </a:lnTo>
                  <a:lnTo>
                    <a:pt x="3919" y="703"/>
                  </a:lnTo>
                  <a:lnTo>
                    <a:pt x="3923" y="707"/>
                  </a:lnTo>
                  <a:lnTo>
                    <a:pt x="3932" y="711"/>
                  </a:lnTo>
                  <a:lnTo>
                    <a:pt x="3942" y="713"/>
                  </a:lnTo>
                  <a:lnTo>
                    <a:pt x="3953" y="713"/>
                  </a:lnTo>
                  <a:lnTo>
                    <a:pt x="3963" y="713"/>
                  </a:lnTo>
                  <a:lnTo>
                    <a:pt x="3973" y="711"/>
                  </a:lnTo>
                  <a:lnTo>
                    <a:pt x="3978" y="709"/>
                  </a:lnTo>
                  <a:lnTo>
                    <a:pt x="3982" y="707"/>
                  </a:lnTo>
                  <a:lnTo>
                    <a:pt x="3990" y="699"/>
                  </a:lnTo>
                  <a:lnTo>
                    <a:pt x="3998" y="693"/>
                  </a:lnTo>
                  <a:lnTo>
                    <a:pt x="4005" y="683"/>
                  </a:lnTo>
                  <a:lnTo>
                    <a:pt x="4011" y="673"/>
                  </a:lnTo>
                  <a:lnTo>
                    <a:pt x="4016" y="659"/>
                  </a:lnTo>
                  <a:lnTo>
                    <a:pt x="4018" y="653"/>
                  </a:lnTo>
                  <a:lnTo>
                    <a:pt x="4020" y="645"/>
                  </a:lnTo>
                  <a:lnTo>
                    <a:pt x="4024" y="631"/>
                  </a:lnTo>
                  <a:lnTo>
                    <a:pt x="4027" y="615"/>
                  </a:lnTo>
                  <a:lnTo>
                    <a:pt x="4030" y="597"/>
                  </a:lnTo>
                  <a:lnTo>
                    <a:pt x="4032" y="577"/>
                  </a:lnTo>
                  <a:lnTo>
                    <a:pt x="4033" y="557"/>
                  </a:lnTo>
                  <a:lnTo>
                    <a:pt x="4034" y="547"/>
                  </a:lnTo>
                  <a:lnTo>
                    <a:pt x="4034" y="535"/>
                  </a:lnTo>
                  <a:lnTo>
                    <a:pt x="4034" y="513"/>
                  </a:lnTo>
                  <a:lnTo>
                    <a:pt x="4034" y="443"/>
                  </a:lnTo>
                  <a:close/>
                  <a:moveTo>
                    <a:pt x="4237" y="242"/>
                  </a:moveTo>
                  <a:lnTo>
                    <a:pt x="4230" y="242"/>
                  </a:lnTo>
                  <a:lnTo>
                    <a:pt x="4222" y="244"/>
                  </a:lnTo>
                  <a:lnTo>
                    <a:pt x="4215" y="246"/>
                  </a:lnTo>
                  <a:lnTo>
                    <a:pt x="4206" y="250"/>
                  </a:lnTo>
                  <a:lnTo>
                    <a:pt x="4197" y="258"/>
                  </a:lnTo>
                  <a:lnTo>
                    <a:pt x="4188" y="266"/>
                  </a:lnTo>
                  <a:lnTo>
                    <a:pt x="4178" y="276"/>
                  </a:lnTo>
                  <a:lnTo>
                    <a:pt x="4167" y="288"/>
                  </a:lnTo>
                  <a:lnTo>
                    <a:pt x="4167" y="729"/>
                  </a:lnTo>
                  <a:lnTo>
                    <a:pt x="4167" y="731"/>
                  </a:lnTo>
                  <a:lnTo>
                    <a:pt x="4167" y="735"/>
                  </a:lnTo>
                  <a:lnTo>
                    <a:pt x="4164" y="741"/>
                  </a:lnTo>
                  <a:lnTo>
                    <a:pt x="4161" y="745"/>
                  </a:lnTo>
                  <a:lnTo>
                    <a:pt x="4158" y="747"/>
                  </a:lnTo>
                  <a:lnTo>
                    <a:pt x="4155" y="747"/>
                  </a:lnTo>
                  <a:lnTo>
                    <a:pt x="4152" y="745"/>
                  </a:lnTo>
                  <a:lnTo>
                    <a:pt x="4147" y="741"/>
                  </a:lnTo>
                  <a:lnTo>
                    <a:pt x="4145" y="735"/>
                  </a:lnTo>
                  <a:lnTo>
                    <a:pt x="4144" y="729"/>
                  </a:lnTo>
                  <a:lnTo>
                    <a:pt x="4144" y="228"/>
                  </a:lnTo>
                  <a:lnTo>
                    <a:pt x="4144" y="224"/>
                  </a:lnTo>
                  <a:lnTo>
                    <a:pt x="4145" y="220"/>
                  </a:lnTo>
                  <a:lnTo>
                    <a:pt x="4147" y="214"/>
                  </a:lnTo>
                  <a:lnTo>
                    <a:pt x="4149" y="210"/>
                  </a:lnTo>
                  <a:lnTo>
                    <a:pt x="4150" y="210"/>
                  </a:lnTo>
                  <a:lnTo>
                    <a:pt x="4152" y="208"/>
                  </a:lnTo>
                  <a:lnTo>
                    <a:pt x="4154" y="208"/>
                  </a:lnTo>
                  <a:lnTo>
                    <a:pt x="4158" y="208"/>
                  </a:lnTo>
                  <a:lnTo>
                    <a:pt x="4160" y="208"/>
                  </a:lnTo>
                  <a:lnTo>
                    <a:pt x="4162" y="210"/>
                  </a:lnTo>
                  <a:lnTo>
                    <a:pt x="4164" y="210"/>
                  </a:lnTo>
                  <a:lnTo>
                    <a:pt x="4165" y="214"/>
                  </a:lnTo>
                  <a:lnTo>
                    <a:pt x="4166" y="216"/>
                  </a:lnTo>
                  <a:lnTo>
                    <a:pt x="4167" y="220"/>
                  </a:lnTo>
                  <a:lnTo>
                    <a:pt x="4167" y="224"/>
                  </a:lnTo>
                  <a:lnTo>
                    <a:pt x="4167" y="228"/>
                  </a:lnTo>
                  <a:lnTo>
                    <a:pt x="4167" y="248"/>
                  </a:lnTo>
                  <a:lnTo>
                    <a:pt x="4177" y="238"/>
                  </a:lnTo>
                  <a:lnTo>
                    <a:pt x="4181" y="232"/>
                  </a:lnTo>
                  <a:lnTo>
                    <a:pt x="4186" y="228"/>
                  </a:lnTo>
                  <a:lnTo>
                    <a:pt x="4194" y="220"/>
                  </a:lnTo>
                  <a:lnTo>
                    <a:pt x="4203" y="214"/>
                  </a:lnTo>
                  <a:lnTo>
                    <a:pt x="4211" y="208"/>
                  </a:lnTo>
                  <a:lnTo>
                    <a:pt x="4220" y="206"/>
                  </a:lnTo>
                  <a:lnTo>
                    <a:pt x="4228" y="204"/>
                  </a:lnTo>
                  <a:lnTo>
                    <a:pt x="4237" y="202"/>
                  </a:lnTo>
                  <a:lnTo>
                    <a:pt x="4243" y="204"/>
                  </a:lnTo>
                  <a:lnTo>
                    <a:pt x="4245" y="204"/>
                  </a:lnTo>
                  <a:lnTo>
                    <a:pt x="4247" y="206"/>
                  </a:lnTo>
                  <a:lnTo>
                    <a:pt x="4249" y="208"/>
                  </a:lnTo>
                  <a:lnTo>
                    <a:pt x="4250" y="210"/>
                  </a:lnTo>
                  <a:lnTo>
                    <a:pt x="4251" y="214"/>
                  </a:lnTo>
                  <a:lnTo>
                    <a:pt x="4251" y="218"/>
                  </a:lnTo>
                  <a:lnTo>
                    <a:pt x="4251" y="226"/>
                  </a:lnTo>
                  <a:lnTo>
                    <a:pt x="4251" y="230"/>
                  </a:lnTo>
                  <a:lnTo>
                    <a:pt x="4250" y="234"/>
                  </a:lnTo>
                  <a:lnTo>
                    <a:pt x="4249" y="236"/>
                  </a:lnTo>
                  <a:lnTo>
                    <a:pt x="4247" y="238"/>
                  </a:lnTo>
                  <a:lnTo>
                    <a:pt x="4243" y="242"/>
                  </a:lnTo>
                  <a:lnTo>
                    <a:pt x="4237" y="242"/>
                  </a:lnTo>
                  <a:close/>
                  <a:moveTo>
                    <a:pt x="4344" y="753"/>
                  </a:moveTo>
                  <a:lnTo>
                    <a:pt x="4339" y="753"/>
                  </a:lnTo>
                  <a:lnTo>
                    <a:pt x="4335" y="751"/>
                  </a:lnTo>
                  <a:lnTo>
                    <a:pt x="4333" y="747"/>
                  </a:lnTo>
                  <a:lnTo>
                    <a:pt x="4331" y="741"/>
                  </a:lnTo>
                  <a:lnTo>
                    <a:pt x="4330" y="735"/>
                  </a:lnTo>
                  <a:lnTo>
                    <a:pt x="4330" y="20"/>
                  </a:lnTo>
                  <a:lnTo>
                    <a:pt x="4331" y="16"/>
                  </a:lnTo>
                  <a:lnTo>
                    <a:pt x="4331" y="12"/>
                  </a:lnTo>
                  <a:lnTo>
                    <a:pt x="4333" y="6"/>
                  </a:lnTo>
                  <a:lnTo>
                    <a:pt x="4334" y="4"/>
                  </a:lnTo>
                  <a:lnTo>
                    <a:pt x="4335" y="2"/>
                  </a:lnTo>
                  <a:lnTo>
                    <a:pt x="4339" y="0"/>
                  </a:lnTo>
                  <a:lnTo>
                    <a:pt x="4344" y="0"/>
                  </a:lnTo>
                  <a:lnTo>
                    <a:pt x="4347" y="2"/>
                  </a:lnTo>
                  <a:lnTo>
                    <a:pt x="4350" y="6"/>
                  </a:lnTo>
                  <a:lnTo>
                    <a:pt x="4352" y="12"/>
                  </a:lnTo>
                  <a:lnTo>
                    <a:pt x="4353" y="20"/>
                  </a:lnTo>
                  <a:lnTo>
                    <a:pt x="4353" y="735"/>
                  </a:lnTo>
                  <a:lnTo>
                    <a:pt x="4352" y="737"/>
                  </a:lnTo>
                  <a:lnTo>
                    <a:pt x="4352" y="741"/>
                  </a:lnTo>
                  <a:lnTo>
                    <a:pt x="4350" y="747"/>
                  </a:lnTo>
                  <a:lnTo>
                    <a:pt x="4349" y="749"/>
                  </a:lnTo>
                  <a:lnTo>
                    <a:pt x="4347" y="751"/>
                  </a:lnTo>
                  <a:lnTo>
                    <a:pt x="4344" y="7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68"/>
            <p:cNvSpPr/>
            <p:nvPr/>
          </p:nvSpPr>
          <p:spPr>
            <a:xfrm>
              <a:off x="2389188" y="1992313"/>
              <a:ext cx="7424738" cy="1890713"/>
            </a:xfrm>
            <a:custGeom>
              <a:avLst/>
              <a:gdLst/>
              <a:ahLst/>
              <a:cxnLst/>
              <a:rect l="l" t="t" r="r" b="b"/>
              <a:pathLst>
                <a:path w="4677" h="2381" extrusionOk="0">
                  <a:moveTo>
                    <a:pt x="3328" y="1974"/>
                  </a:moveTo>
                  <a:lnTo>
                    <a:pt x="3348" y="1974"/>
                  </a:lnTo>
                  <a:lnTo>
                    <a:pt x="3358" y="1972"/>
                  </a:lnTo>
                  <a:lnTo>
                    <a:pt x="3368" y="1970"/>
                  </a:lnTo>
                  <a:lnTo>
                    <a:pt x="3388" y="1966"/>
                  </a:lnTo>
                  <a:lnTo>
                    <a:pt x="3408" y="1958"/>
                  </a:lnTo>
                  <a:lnTo>
                    <a:pt x="3427" y="1950"/>
                  </a:lnTo>
                  <a:lnTo>
                    <a:pt x="3445" y="1940"/>
                  </a:lnTo>
                  <a:lnTo>
                    <a:pt x="3464" y="1926"/>
                  </a:lnTo>
                  <a:lnTo>
                    <a:pt x="3482" y="1912"/>
                  </a:lnTo>
                  <a:lnTo>
                    <a:pt x="3499" y="1898"/>
                  </a:lnTo>
                  <a:lnTo>
                    <a:pt x="3517" y="1880"/>
                  </a:lnTo>
                  <a:lnTo>
                    <a:pt x="3534" y="1862"/>
                  </a:lnTo>
                  <a:lnTo>
                    <a:pt x="3550" y="1840"/>
                  </a:lnTo>
                  <a:lnTo>
                    <a:pt x="3565" y="1820"/>
                  </a:lnTo>
                  <a:lnTo>
                    <a:pt x="3580" y="1796"/>
                  </a:lnTo>
                  <a:lnTo>
                    <a:pt x="3587" y="1784"/>
                  </a:lnTo>
                  <a:lnTo>
                    <a:pt x="3595" y="1772"/>
                  </a:lnTo>
                  <a:lnTo>
                    <a:pt x="3608" y="1746"/>
                  </a:lnTo>
                  <a:lnTo>
                    <a:pt x="3621" y="1718"/>
                  </a:lnTo>
                  <a:lnTo>
                    <a:pt x="3628" y="1704"/>
                  </a:lnTo>
                  <a:lnTo>
                    <a:pt x="3634" y="1690"/>
                  </a:lnTo>
                  <a:lnTo>
                    <a:pt x="3645" y="1660"/>
                  </a:lnTo>
                  <a:lnTo>
                    <a:pt x="3657" y="1630"/>
                  </a:lnTo>
                  <a:lnTo>
                    <a:pt x="3667" y="1598"/>
                  </a:lnTo>
                  <a:lnTo>
                    <a:pt x="3676" y="1566"/>
                  </a:lnTo>
                  <a:lnTo>
                    <a:pt x="3685" y="1532"/>
                  </a:lnTo>
                  <a:lnTo>
                    <a:pt x="3693" y="1498"/>
                  </a:lnTo>
                  <a:lnTo>
                    <a:pt x="3700" y="1462"/>
                  </a:lnTo>
                  <a:lnTo>
                    <a:pt x="3706" y="1426"/>
                  </a:lnTo>
                  <a:lnTo>
                    <a:pt x="3709" y="1408"/>
                  </a:lnTo>
                  <a:lnTo>
                    <a:pt x="3712" y="1390"/>
                  </a:lnTo>
                  <a:lnTo>
                    <a:pt x="3716" y="1353"/>
                  </a:lnTo>
                  <a:lnTo>
                    <a:pt x="3719" y="1313"/>
                  </a:lnTo>
                  <a:lnTo>
                    <a:pt x="3722" y="1275"/>
                  </a:lnTo>
                  <a:lnTo>
                    <a:pt x="3723" y="1235"/>
                  </a:lnTo>
                  <a:lnTo>
                    <a:pt x="3724" y="1195"/>
                  </a:lnTo>
                  <a:lnTo>
                    <a:pt x="3723" y="1155"/>
                  </a:lnTo>
                  <a:lnTo>
                    <a:pt x="3723" y="1135"/>
                  </a:lnTo>
                  <a:lnTo>
                    <a:pt x="3722" y="1115"/>
                  </a:lnTo>
                  <a:lnTo>
                    <a:pt x="3719" y="1077"/>
                  </a:lnTo>
                  <a:lnTo>
                    <a:pt x="3716" y="1037"/>
                  </a:lnTo>
                  <a:lnTo>
                    <a:pt x="3714" y="1019"/>
                  </a:lnTo>
                  <a:lnTo>
                    <a:pt x="3712" y="1001"/>
                  </a:lnTo>
                  <a:lnTo>
                    <a:pt x="3706" y="963"/>
                  </a:lnTo>
                  <a:lnTo>
                    <a:pt x="3700" y="927"/>
                  </a:lnTo>
                  <a:lnTo>
                    <a:pt x="3693" y="891"/>
                  </a:lnTo>
                  <a:lnTo>
                    <a:pt x="3685" y="857"/>
                  </a:lnTo>
                  <a:lnTo>
                    <a:pt x="3676" y="823"/>
                  </a:lnTo>
                  <a:lnTo>
                    <a:pt x="3667" y="791"/>
                  </a:lnTo>
                  <a:lnTo>
                    <a:pt x="3657" y="759"/>
                  </a:lnTo>
                  <a:lnTo>
                    <a:pt x="3645" y="729"/>
                  </a:lnTo>
                  <a:lnTo>
                    <a:pt x="3634" y="699"/>
                  </a:lnTo>
                  <a:lnTo>
                    <a:pt x="3621" y="671"/>
                  </a:lnTo>
                  <a:lnTo>
                    <a:pt x="3615" y="657"/>
                  </a:lnTo>
                  <a:lnTo>
                    <a:pt x="3608" y="643"/>
                  </a:lnTo>
                  <a:lnTo>
                    <a:pt x="3595" y="617"/>
                  </a:lnTo>
                  <a:lnTo>
                    <a:pt x="3580" y="593"/>
                  </a:lnTo>
                  <a:lnTo>
                    <a:pt x="3565" y="569"/>
                  </a:lnTo>
                  <a:lnTo>
                    <a:pt x="3550" y="549"/>
                  </a:lnTo>
                  <a:lnTo>
                    <a:pt x="3534" y="527"/>
                  </a:lnTo>
                  <a:lnTo>
                    <a:pt x="3517" y="509"/>
                  </a:lnTo>
                  <a:lnTo>
                    <a:pt x="3499" y="491"/>
                  </a:lnTo>
                  <a:lnTo>
                    <a:pt x="3482" y="477"/>
                  </a:lnTo>
                  <a:lnTo>
                    <a:pt x="3464" y="463"/>
                  </a:lnTo>
                  <a:lnTo>
                    <a:pt x="3445" y="451"/>
                  </a:lnTo>
                  <a:lnTo>
                    <a:pt x="3427" y="440"/>
                  </a:lnTo>
                  <a:lnTo>
                    <a:pt x="3408" y="432"/>
                  </a:lnTo>
                  <a:lnTo>
                    <a:pt x="3388" y="424"/>
                  </a:lnTo>
                  <a:lnTo>
                    <a:pt x="3368" y="420"/>
                  </a:lnTo>
                  <a:lnTo>
                    <a:pt x="3348" y="418"/>
                  </a:lnTo>
                  <a:lnTo>
                    <a:pt x="3328" y="416"/>
                  </a:lnTo>
                  <a:lnTo>
                    <a:pt x="3308" y="418"/>
                  </a:lnTo>
                  <a:lnTo>
                    <a:pt x="3298" y="418"/>
                  </a:lnTo>
                  <a:lnTo>
                    <a:pt x="3288" y="420"/>
                  </a:lnTo>
                  <a:lnTo>
                    <a:pt x="3268" y="424"/>
                  </a:lnTo>
                  <a:lnTo>
                    <a:pt x="3248" y="432"/>
                  </a:lnTo>
                  <a:lnTo>
                    <a:pt x="3229" y="440"/>
                  </a:lnTo>
                  <a:lnTo>
                    <a:pt x="3211" y="451"/>
                  </a:lnTo>
                  <a:lnTo>
                    <a:pt x="3192" y="463"/>
                  </a:lnTo>
                  <a:lnTo>
                    <a:pt x="3174" y="477"/>
                  </a:lnTo>
                  <a:lnTo>
                    <a:pt x="3156" y="491"/>
                  </a:lnTo>
                  <a:lnTo>
                    <a:pt x="3139" y="509"/>
                  </a:lnTo>
                  <a:lnTo>
                    <a:pt x="3122" y="527"/>
                  </a:lnTo>
                  <a:lnTo>
                    <a:pt x="3106" y="549"/>
                  </a:lnTo>
                  <a:lnTo>
                    <a:pt x="3091" y="569"/>
                  </a:lnTo>
                  <a:lnTo>
                    <a:pt x="3076" y="593"/>
                  </a:lnTo>
                  <a:lnTo>
                    <a:pt x="3069" y="605"/>
                  </a:lnTo>
                  <a:lnTo>
                    <a:pt x="3062" y="617"/>
                  </a:lnTo>
                  <a:lnTo>
                    <a:pt x="3048" y="643"/>
                  </a:lnTo>
                  <a:lnTo>
                    <a:pt x="3035" y="671"/>
                  </a:lnTo>
                  <a:lnTo>
                    <a:pt x="3029" y="685"/>
                  </a:lnTo>
                  <a:lnTo>
                    <a:pt x="3022" y="699"/>
                  </a:lnTo>
                  <a:lnTo>
                    <a:pt x="3011" y="729"/>
                  </a:lnTo>
                  <a:lnTo>
                    <a:pt x="3000" y="759"/>
                  </a:lnTo>
                  <a:lnTo>
                    <a:pt x="2989" y="791"/>
                  </a:lnTo>
                  <a:lnTo>
                    <a:pt x="2980" y="823"/>
                  </a:lnTo>
                  <a:lnTo>
                    <a:pt x="2971" y="857"/>
                  </a:lnTo>
                  <a:lnTo>
                    <a:pt x="2963" y="891"/>
                  </a:lnTo>
                  <a:lnTo>
                    <a:pt x="2956" y="927"/>
                  </a:lnTo>
                  <a:lnTo>
                    <a:pt x="2950" y="963"/>
                  </a:lnTo>
                  <a:lnTo>
                    <a:pt x="2947" y="981"/>
                  </a:lnTo>
                  <a:lnTo>
                    <a:pt x="2945" y="1001"/>
                  </a:lnTo>
                  <a:lnTo>
                    <a:pt x="2940" y="1037"/>
                  </a:lnTo>
                  <a:lnTo>
                    <a:pt x="2937" y="1077"/>
                  </a:lnTo>
                  <a:lnTo>
                    <a:pt x="2934" y="1115"/>
                  </a:lnTo>
                  <a:lnTo>
                    <a:pt x="2933" y="1155"/>
                  </a:lnTo>
                  <a:lnTo>
                    <a:pt x="2932" y="1195"/>
                  </a:lnTo>
                  <a:lnTo>
                    <a:pt x="2933" y="1235"/>
                  </a:lnTo>
                  <a:lnTo>
                    <a:pt x="2933" y="1255"/>
                  </a:lnTo>
                  <a:lnTo>
                    <a:pt x="2934" y="1275"/>
                  </a:lnTo>
                  <a:lnTo>
                    <a:pt x="2937" y="1313"/>
                  </a:lnTo>
                  <a:lnTo>
                    <a:pt x="2940" y="1353"/>
                  </a:lnTo>
                  <a:lnTo>
                    <a:pt x="2942" y="1370"/>
                  </a:lnTo>
                  <a:lnTo>
                    <a:pt x="2945" y="1390"/>
                  </a:lnTo>
                  <a:lnTo>
                    <a:pt x="2950" y="1426"/>
                  </a:lnTo>
                  <a:lnTo>
                    <a:pt x="2956" y="1462"/>
                  </a:lnTo>
                  <a:lnTo>
                    <a:pt x="2963" y="1498"/>
                  </a:lnTo>
                  <a:lnTo>
                    <a:pt x="2971" y="1532"/>
                  </a:lnTo>
                  <a:lnTo>
                    <a:pt x="2980" y="1566"/>
                  </a:lnTo>
                  <a:lnTo>
                    <a:pt x="2989" y="1598"/>
                  </a:lnTo>
                  <a:lnTo>
                    <a:pt x="3000" y="1630"/>
                  </a:lnTo>
                  <a:lnTo>
                    <a:pt x="3011" y="1660"/>
                  </a:lnTo>
                  <a:lnTo>
                    <a:pt x="3022" y="1690"/>
                  </a:lnTo>
                  <a:lnTo>
                    <a:pt x="3035" y="1718"/>
                  </a:lnTo>
                  <a:lnTo>
                    <a:pt x="3041" y="1732"/>
                  </a:lnTo>
                  <a:lnTo>
                    <a:pt x="3048" y="1746"/>
                  </a:lnTo>
                  <a:lnTo>
                    <a:pt x="3062" y="1772"/>
                  </a:lnTo>
                  <a:lnTo>
                    <a:pt x="3076" y="1796"/>
                  </a:lnTo>
                  <a:lnTo>
                    <a:pt x="3091" y="1820"/>
                  </a:lnTo>
                  <a:lnTo>
                    <a:pt x="3106" y="1840"/>
                  </a:lnTo>
                  <a:lnTo>
                    <a:pt x="3122" y="1862"/>
                  </a:lnTo>
                  <a:lnTo>
                    <a:pt x="3139" y="1880"/>
                  </a:lnTo>
                  <a:lnTo>
                    <a:pt x="3156" y="1898"/>
                  </a:lnTo>
                  <a:lnTo>
                    <a:pt x="3174" y="1912"/>
                  </a:lnTo>
                  <a:lnTo>
                    <a:pt x="3192" y="1926"/>
                  </a:lnTo>
                  <a:lnTo>
                    <a:pt x="3211" y="1940"/>
                  </a:lnTo>
                  <a:lnTo>
                    <a:pt x="3229" y="1950"/>
                  </a:lnTo>
                  <a:lnTo>
                    <a:pt x="3248" y="1958"/>
                  </a:lnTo>
                  <a:lnTo>
                    <a:pt x="3268" y="1966"/>
                  </a:lnTo>
                  <a:lnTo>
                    <a:pt x="3288" y="1970"/>
                  </a:lnTo>
                  <a:lnTo>
                    <a:pt x="3308" y="1974"/>
                  </a:lnTo>
                  <a:lnTo>
                    <a:pt x="3328" y="1974"/>
                  </a:lnTo>
                  <a:close/>
                  <a:moveTo>
                    <a:pt x="3326" y="0"/>
                  </a:moveTo>
                  <a:lnTo>
                    <a:pt x="3357" y="2"/>
                  </a:lnTo>
                  <a:lnTo>
                    <a:pt x="3373" y="4"/>
                  </a:lnTo>
                  <a:lnTo>
                    <a:pt x="3388" y="8"/>
                  </a:lnTo>
                  <a:lnTo>
                    <a:pt x="3404" y="10"/>
                  </a:lnTo>
                  <a:lnTo>
                    <a:pt x="3419" y="14"/>
                  </a:lnTo>
                  <a:lnTo>
                    <a:pt x="3434" y="20"/>
                  </a:lnTo>
                  <a:lnTo>
                    <a:pt x="3449" y="26"/>
                  </a:lnTo>
                  <a:lnTo>
                    <a:pt x="3464" y="32"/>
                  </a:lnTo>
                  <a:lnTo>
                    <a:pt x="3479" y="38"/>
                  </a:lnTo>
                  <a:lnTo>
                    <a:pt x="3493" y="46"/>
                  </a:lnTo>
                  <a:lnTo>
                    <a:pt x="3509" y="54"/>
                  </a:lnTo>
                  <a:lnTo>
                    <a:pt x="3537" y="74"/>
                  </a:lnTo>
                  <a:lnTo>
                    <a:pt x="3551" y="84"/>
                  </a:lnTo>
                  <a:lnTo>
                    <a:pt x="3565" y="94"/>
                  </a:lnTo>
                  <a:lnTo>
                    <a:pt x="3579" y="106"/>
                  </a:lnTo>
                  <a:lnTo>
                    <a:pt x="3592" y="118"/>
                  </a:lnTo>
                  <a:lnTo>
                    <a:pt x="3605" y="132"/>
                  </a:lnTo>
                  <a:lnTo>
                    <a:pt x="3619" y="144"/>
                  </a:lnTo>
                  <a:lnTo>
                    <a:pt x="3631" y="158"/>
                  </a:lnTo>
                  <a:lnTo>
                    <a:pt x="3644" y="174"/>
                  </a:lnTo>
                  <a:lnTo>
                    <a:pt x="3669" y="204"/>
                  </a:lnTo>
                  <a:lnTo>
                    <a:pt x="3681" y="220"/>
                  </a:lnTo>
                  <a:lnTo>
                    <a:pt x="3693" y="238"/>
                  </a:lnTo>
                  <a:lnTo>
                    <a:pt x="3705" y="254"/>
                  </a:lnTo>
                  <a:lnTo>
                    <a:pt x="3716" y="272"/>
                  </a:lnTo>
                  <a:lnTo>
                    <a:pt x="3727" y="292"/>
                  </a:lnTo>
                  <a:lnTo>
                    <a:pt x="3738" y="310"/>
                  </a:lnTo>
                  <a:lnTo>
                    <a:pt x="3760" y="350"/>
                  </a:lnTo>
                  <a:lnTo>
                    <a:pt x="3770" y="370"/>
                  </a:lnTo>
                  <a:lnTo>
                    <a:pt x="3780" y="392"/>
                  </a:lnTo>
                  <a:lnTo>
                    <a:pt x="3799" y="434"/>
                  </a:lnTo>
                  <a:lnTo>
                    <a:pt x="3808" y="455"/>
                  </a:lnTo>
                  <a:lnTo>
                    <a:pt x="3817" y="479"/>
                  </a:lnTo>
                  <a:lnTo>
                    <a:pt x="3834" y="525"/>
                  </a:lnTo>
                  <a:lnTo>
                    <a:pt x="3851" y="573"/>
                  </a:lnTo>
                  <a:lnTo>
                    <a:pt x="3866" y="623"/>
                  </a:lnTo>
                  <a:lnTo>
                    <a:pt x="3873" y="649"/>
                  </a:lnTo>
                  <a:lnTo>
                    <a:pt x="3879" y="675"/>
                  </a:lnTo>
                  <a:lnTo>
                    <a:pt x="3886" y="701"/>
                  </a:lnTo>
                  <a:lnTo>
                    <a:pt x="3892" y="727"/>
                  </a:lnTo>
                  <a:lnTo>
                    <a:pt x="3903" y="781"/>
                  </a:lnTo>
                  <a:lnTo>
                    <a:pt x="3908" y="809"/>
                  </a:lnTo>
                  <a:lnTo>
                    <a:pt x="3912" y="837"/>
                  </a:lnTo>
                  <a:lnTo>
                    <a:pt x="3916" y="865"/>
                  </a:lnTo>
                  <a:lnTo>
                    <a:pt x="3920" y="893"/>
                  </a:lnTo>
                  <a:lnTo>
                    <a:pt x="3924" y="921"/>
                  </a:lnTo>
                  <a:lnTo>
                    <a:pt x="3927" y="951"/>
                  </a:lnTo>
                  <a:lnTo>
                    <a:pt x="3933" y="1009"/>
                  </a:lnTo>
                  <a:lnTo>
                    <a:pt x="3937" y="1069"/>
                  </a:lnTo>
                  <a:lnTo>
                    <a:pt x="3938" y="1099"/>
                  </a:lnTo>
                  <a:lnTo>
                    <a:pt x="3939" y="1129"/>
                  </a:lnTo>
                  <a:lnTo>
                    <a:pt x="3940" y="1161"/>
                  </a:lnTo>
                  <a:lnTo>
                    <a:pt x="3940" y="1191"/>
                  </a:lnTo>
                  <a:lnTo>
                    <a:pt x="3939" y="1253"/>
                  </a:lnTo>
                  <a:lnTo>
                    <a:pt x="3938" y="1283"/>
                  </a:lnTo>
                  <a:lnTo>
                    <a:pt x="3937" y="1313"/>
                  </a:lnTo>
                  <a:lnTo>
                    <a:pt x="3935" y="1343"/>
                  </a:lnTo>
                  <a:lnTo>
                    <a:pt x="3933" y="1372"/>
                  </a:lnTo>
                  <a:lnTo>
                    <a:pt x="3930" y="1400"/>
                  </a:lnTo>
                  <a:lnTo>
                    <a:pt x="3927" y="1430"/>
                  </a:lnTo>
                  <a:lnTo>
                    <a:pt x="3924" y="1458"/>
                  </a:lnTo>
                  <a:lnTo>
                    <a:pt x="3920" y="1488"/>
                  </a:lnTo>
                  <a:lnTo>
                    <a:pt x="3916" y="1516"/>
                  </a:lnTo>
                  <a:lnTo>
                    <a:pt x="3912" y="1544"/>
                  </a:lnTo>
                  <a:lnTo>
                    <a:pt x="3903" y="1600"/>
                  </a:lnTo>
                  <a:lnTo>
                    <a:pt x="3897" y="1626"/>
                  </a:lnTo>
                  <a:lnTo>
                    <a:pt x="3892" y="1654"/>
                  </a:lnTo>
                  <a:lnTo>
                    <a:pt x="3886" y="1680"/>
                  </a:lnTo>
                  <a:lnTo>
                    <a:pt x="3879" y="1706"/>
                  </a:lnTo>
                  <a:lnTo>
                    <a:pt x="3873" y="1732"/>
                  </a:lnTo>
                  <a:lnTo>
                    <a:pt x="3866" y="1758"/>
                  </a:lnTo>
                  <a:lnTo>
                    <a:pt x="3859" y="1782"/>
                  </a:lnTo>
                  <a:lnTo>
                    <a:pt x="3851" y="1808"/>
                  </a:lnTo>
                  <a:lnTo>
                    <a:pt x="3843" y="1832"/>
                  </a:lnTo>
                  <a:lnTo>
                    <a:pt x="3834" y="1856"/>
                  </a:lnTo>
                  <a:lnTo>
                    <a:pt x="3826" y="1880"/>
                  </a:lnTo>
                  <a:lnTo>
                    <a:pt x="3817" y="1902"/>
                  </a:lnTo>
                  <a:lnTo>
                    <a:pt x="3808" y="1926"/>
                  </a:lnTo>
                  <a:lnTo>
                    <a:pt x="3799" y="1948"/>
                  </a:lnTo>
                  <a:lnTo>
                    <a:pt x="3780" y="1990"/>
                  </a:lnTo>
                  <a:lnTo>
                    <a:pt x="3770" y="2012"/>
                  </a:lnTo>
                  <a:lnTo>
                    <a:pt x="3760" y="2032"/>
                  </a:lnTo>
                  <a:lnTo>
                    <a:pt x="3738" y="2072"/>
                  </a:lnTo>
                  <a:lnTo>
                    <a:pt x="3727" y="2090"/>
                  </a:lnTo>
                  <a:lnTo>
                    <a:pt x="3716" y="2110"/>
                  </a:lnTo>
                  <a:lnTo>
                    <a:pt x="3693" y="2144"/>
                  </a:lnTo>
                  <a:lnTo>
                    <a:pt x="3681" y="2162"/>
                  </a:lnTo>
                  <a:lnTo>
                    <a:pt x="3669" y="2178"/>
                  </a:lnTo>
                  <a:lnTo>
                    <a:pt x="3644" y="2208"/>
                  </a:lnTo>
                  <a:lnTo>
                    <a:pt x="3619" y="2238"/>
                  </a:lnTo>
                  <a:lnTo>
                    <a:pt x="3592" y="2264"/>
                  </a:lnTo>
                  <a:lnTo>
                    <a:pt x="3565" y="2287"/>
                  </a:lnTo>
                  <a:lnTo>
                    <a:pt x="3537" y="2307"/>
                  </a:lnTo>
                  <a:lnTo>
                    <a:pt x="3523" y="2317"/>
                  </a:lnTo>
                  <a:lnTo>
                    <a:pt x="3509" y="2327"/>
                  </a:lnTo>
                  <a:lnTo>
                    <a:pt x="3493" y="2335"/>
                  </a:lnTo>
                  <a:lnTo>
                    <a:pt x="3479" y="2343"/>
                  </a:lnTo>
                  <a:lnTo>
                    <a:pt x="3449" y="2355"/>
                  </a:lnTo>
                  <a:lnTo>
                    <a:pt x="3434" y="2361"/>
                  </a:lnTo>
                  <a:lnTo>
                    <a:pt x="3419" y="2367"/>
                  </a:lnTo>
                  <a:lnTo>
                    <a:pt x="3388" y="2373"/>
                  </a:lnTo>
                  <a:lnTo>
                    <a:pt x="3357" y="2379"/>
                  </a:lnTo>
                  <a:lnTo>
                    <a:pt x="3326" y="2381"/>
                  </a:lnTo>
                  <a:lnTo>
                    <a:pt x="3294" y="2379"/>
                  </a:lnTo>
                  <a:lnTo>
                    <a:pt x="3279" y="2377"/>
                  </a:lnTo>
                  <a:lnTo>
                    <a:pt x="3263" y="2373"/>
                  </a:lnTo>
                  <a:lnTo>
                    <a:pt x="3248" y="2371"/>
                  </a:lnTo>
                  <a:lnTo>
                    <a:pt x="3233" y="2367"/>
                  </a:lnTo>
                  <a:lnTo>
                    <a:pt x="3218" y="2361"/>
                  </a:lnTo>
                  <a:lnTo>
                    <a:pt x="3203" y="2355"/>
                  </a:lnTo>
                  <a:lnTo>
                    <a:pt x="3188" y="2349"/>
                  </a:lnTo>
                  <a:lnTo>
                    <a:pt x="3173" y="2343"/>
                  </a:lnTo>
                  <a:lnTo>
                    <a:pt x="3143" y="2327"/>
                  </a:lnTo>
                  <a:lnTo>
                    <a:pt x="3115" y="2307"/>
                  </a:lnTo>
                  <a:lnTo>
                    <a:pt x="3101" y="2297"/>
                  </a:lnTo>
                  <a:lnTo>
                    <a:pt x="3087" y="2287"/>
                  </a:lnTo>
                  <a:lnTo>
                    <a:pt x="3073" y="2275"/>
                  </a:lnTo>
                  <a:lnTo>
                    <a:pt x="3060" y="2264"/>
                  </a:lnTo>
                  <a:lnTo>
                    <a:pt x="3046" y="2250"/>
                  </a:lnTo>
                  <a:lnTo>
                    <a:pt x="3033" y="2238"/>
                  </a:lnTo>
                  <a:lnTo>
                    <a:pt x="3020" y="2224"/>
                  </a:lnTo>
                  <a:lnTo>
                    <a:pt x="3008" y="2208"/>
                  </a:lnTo>
                  <a:lnTo>
                    <a:pt x="2983" y="2178"/>
                  </a:lnTo>
                  <a:lnTo>
                    <a:pt x="2971" y="2162"/>
                  </a:lnTo>
                  <a:lnTo>
                    <a:pt x="2959" y="2144"/>
                  </a:lnTo>
                  <a:lnTo>
                    <a:pt x="2947" y="2126"/>
                  </a:lnTo>
                  <a:lnTo>
                    <a:pt x="2936" y="2110"/>
                  </a:lnTo>
                  <a:lnTo>
                    <a:pt x="2925" y="2090"/>
                  </a:lnTo>
                  <a:lnTo>
                    <a:pt x="2914" y="2072"/>
                  </a:lnTo>
                  <a:lnTo>
                    <a:pt x="2892" y="2032"/>
                  </a:lnTo>
                  <a:lnTo>
                    <a:pt x="2882" y="2012"/>
                  </a:lnTo>
                  <a:lnTo>
                    <a:pt x="2872" y="1990"/>
                  </a:lnTo>
                  <a:lnTo>
                    <a:pt x="2853" y="1948"/>
                  </a:lnTo>
                  <a:lnTo>
                    <a:pt x="2844" y="1926"/>
                  </a:lnTo>
                  <a:lnTo>
                    <a:pt x="2834" y="1902"/>
                  </a:lnTo>
                  <a:lnTo>
                    <a:pt x="2817" y="1856"/>
                  </a:lnTo>
                  <a:lnTo>
                    <a:pt x="2801" y="1808"/>
                  </a:lnTo>
                  <a:lnTo>
                    <a:pt x="2786" y="1758"/>
                  </a:lnTo>
                  <a:lnTo>
                    <a:pt x="2779" y="1732"/>
                  </a:lnTo>
                  <a:lnTo>
                    <a:pt x="2772" y="1706"/>
                  </a:lnTo>
                  <a:lnTo>
                    <a:pt x="2766" y="1680"/>
                  </a:lnTo>
                  <a:lnTo>
                    <a:pt x="2760" y="1654"/>
                  </a:lnTo>
                  <a:lnTo>
                    <a:pt x="2749" y="1600"/>
                  </a:lnTo>
                  <a:lnTo>
                    <a:pt x="2744" y="1572"/>
                  </a:lnTo>
                  <a:lnTo>
                    <a:pt x="2740" y="1544"/>
                  </a:lnTo>
                  <a:lnTo>
                    <a:pt x="2735" y="1516"/>
                  </a:lnTo>
                  <a:lnTo>
                    <a:pt x="2731" y="1488"/>
                  </a:lnTo>
                  <a:lnTo>
                    <a:pt x="2728" y="1458"/>
                  </a:lnTo>
                  <a:lnTo>
                    <a:pt x="2725" y="1430"/>
                  </a:lnTo>
                  <a:lnTo>
                    <a:pt x="2719" y="1372"/>
                  </a:lnTo>
                  <a:lnTo>
                    <a:pt x="2715" y="1313"/>
                  </a:lnTo>
                  <a:lnTo>
                    <a:pt x="2714" y="1283"/>
                  </a:lnTo>
                  <a:lnTo>
                    <a:pt x="2713" y="1253"/>
                  </a:lnTo>
                  <a:lnTo>
                    <a:pt x="2712" y="1221"/>
                  </a:lnTo>
                  <a:lnTo>
                    <a:pt x="2712" y="1191"/>
                  </a:lnTo>
                  <a:lnTo>
                    <a:pt x="2713" y="1129"/>
                  </a:lnTo>
                  <a:lnTo>
                    <a:pt x="2714" y="1099"/>
                  </a:lnTo>
                  <a:lnTo>
                    <a:pt x="2715" y="1069"/>
                  </a:lnTo>
                  <a:lnTo>
                    <a:pt x="2717" y="1039"/>
                  </a:lnTo>
                  <a:lnTo>
                    <a:pt x="2719" y="1009"/>
                  </a:lnTo>
                  <a:lnTo>
                    <a:pt x="2722" y="981"/>
                  </a:lnTo>
                  <a:lnTo>
                    <a:pt x="2725" y="951"/>
                  </a:lnTo>
                  <a:lnTo>
                    <a:pt x="2728" y="921"/>
                  </a:lnTo>
                  <a:lnTo>
                    <a:pt x="2731" y="893"/>
                  </a:lnTo>
                  <a:lnTo>
                    <a:pt x="2735" y="865"/>
                  </a:lnTo>
                  <a:lnTo>
                    <a:pt x="2740" y="837"/>
                  </a:lnTo>
                  <a:lnTo>
                    <a:pt x="2749" y="781"/>
                  </a:lnTo>
                  <a:lnTo>
                    <a:pt x="2755" y="755"/>
                  </a:lnTo>
                  <a:lnTo>
                    <a:pt x="2760" y="727"/>
                  </a:lnTo>
                  <a:lnTo>
                    <a:pt x="2766" y="701"/>
                  </a:lnTo>
                  <a:lnTo>
                    <a:pt x="2772" y="675"/>
                  </a:lnTo>
                  <a:lnTo>
                    <a:pt x="2779" y="649"/>
                  </a:lnTo>
                  <a:lnTo>
                    <a:pt x="2786" y="623"/>
                  </a:lnTo>
                  <a:lnTo>
                    <a:pt x="2793" y="599"/>
                  </a:lnTo>
                  <a:lnTo>
                    <a:pt x="2801" y="573"/>
                  </a:lnTo>
                  <a:lnTo>
                    <a:pt x="2808" y="549"/>
                  </a:lnTo>
                  <a:lnTo>
                    <a:pt x="2817" y="525"/>
                  </a:lnTo>
                  <a:lnTo>
                    <a:pt x="2825" y="501"/>
                  </a:lnTo>
                  <a:lnTo>
                    <a:pt x="2834" y="479"/>
                  </a:lnTo>
                  <a:lnTo>
                    <a:pt x="2844" y="455"/>
                  </a:lnTo>
                  <a:lnTo>
                    <a:pt x="2853" y="434"/>
                  </a:lnTo>
                  <a:lnTo>
                    <a:pt x="2872" y="392"/>
                  </a:lnTo>
                  <a:lnTo>
                    <a:pt x="2882" y="370"/>
                  </a:lnTo>
                  <a:lnTo>
                    <a:pt x="2892" y="350"/>
                  </a:lnTo>
                  <a:lnTo>
                    <a:pt x="2914" y="310"/>
                  </a:lnTo>
                  <a:lnTo>
                    <a:pt x="2925" y="292"/>
                  </a:lnTo>
                  <a:lnTo>
                    <a:pt x="2936" y="272"/>
                  </a:lnTo>
                  <a:lnTo>
                    <a:pt x="2959" y="238"/>
                  </a:lnTo>
                  <a:lnTo>
                    <a:pt x="2971" y="220"/>
                  </a:lnTo>
                  <a:lnTo>
                    <a:pt x="2983" y="204"/>
                  </a:lnTo>
                  <a:lnTo>
                    <a:pt x="3008" y="174"/>
                  </a:lnTo>
                  <a:lnTo>
                    <a:pt x="3033" y="144"/>
                  </a:lnTo>
                  <a:lnTo>
                    <a:pt x="3060" y="118"/>
                  </a:lnTo>
                  <a:lnTo>
                    <a:pt x="3087" y="94"/>
                  </a:lnTo>
                  <a:lnTo>
                    <a:pt x="3115" y="74"/>
                  </a:lnTo>
                  <a:lnTo>
                    <a:pt x="3129" y="64"/>
                  </a:lnTo>
                  <a:lnTo>
                    <a:pt x="3143" y="54"/>
                  </a:lnTo>
                  <a:lnTo>
                    <a:pt x="3157" y="46"/>
                  </a:lnTo>
                  <a:lnTo>
                    <a:pt x="3173" y="38"/>
                  </a:lnTo>
                  <a:lnTo>
                    <a:pt x="3203" y="26"/>
                  </a:lnTo>
                  <a:lnTo>
                    <a:pt x="3218" y="20"/>
                  </a:lnTo>
                  <a:lnTo>
                    <a:pt x="3233" y="14"/>
                  </a:lnTo>
                  <a:lnTo>
                    <a:pt x="3263" y="8"/>
                  </a:lnTo>
                  <a:lnTo>
                    <a:pt x="3294" y="2"/>
                  </a:lnTo>
                  <a:lnTo>
                    <a:pt x="3326" y="0"/>
                  </a:lnTo>
                  <a:close/>
                  <a:moveTo>
                    <a:pt x="3328" y="969"/>
                  </a:moveTo>
                  <a:lnTo>
                    <a:pt x="3340" y="969"/>
                  </a:lnTo>
                  <a:lnTo>
                    <a:pt x="3352" y="973"/>
                  </a:lnTo>
                  <a:lnTo>
                    <a:pt x="3363" y="979"/>
                  </a:lnTo>
                  <a:lnTo>
                    <a:pt x="3369" y="983"/>
                  </a:lnTo>
                  <a:lnTo>
                    <a:pt x="3375" y="987"/>
                  </a:lnTo>
                  <a:lnTo>
                    <a:pt x="3385" y="995"/>
                  </a:lnTo>
                  <a:lnTo>
                    <a:pt x="3395" y="1007"/>
                  </a:lnTo>
                  <a:lnTo>
                    <a:pt x="3404" y="1019"/>
                  </a:lnTo>
                  <a:lnTo>
                    <a:pt x="3413" y="1033"/>
                  </a:lnTo>
                  <a:lnTo>
                    <a:pt x="3421" y="1049"/>
                  </a:lnTo>
                  <a:lnTo>
                    <a:pt x="3428" y="1067"/>
                  </a:lnTo>
                  <a:lnTo>
                    <a:pt x="3431" y="1075"/>
                  </a:lnTo>
                  <a:lnTo>
                    <a:pt x="3434" y="1085"/>
                  </a:lnTo>
                  <a:lnTo>
                    <a:pt x="3439" y="1105"/>
                  </a:lnTo>
                  <a:lnTo>
                    <a:pt x="3441" y="1115"/>
                  </a:lnTo>
                  <a:lnTo>
                    <a:pt x="3443" y="1125"/>
                  </a:lnTo>
                  <a:lnTo>
                    <a:pt x="3444" y="1135"/>
                  </a:lnTo>
                  <a:lnTo>
                    <a:pt x="3446" y="1147"/>
                  </a:lnTo>
                  <a:lnTo>
                    <a:pt x="3447" y="1157"/>
                  </a:lnTo>
                  <a:lnTo>
                    <a:pt x="3447" y="1169"/>
                  </a:lnTo>
                  <a:lnTo>
                    <a:pt x="3448" y="1179"/>
                  </a:lnTo>
                  <a:lnTo>
                    <a:pt x="3448" y="1191"/>
                  </a:lnTo>
                  <a:lnTo>
                    <a:pt x="3447" y="1213"/>
                  </a:lnTo>
                  <a:lnTo>
                    <a:pt x="3446" y="1235"/>
                  </a:lnTo>
                  <a:lnTo>
                    <a:pt x="3443" y="1257"/>
                  </a:lnTo>
                  <a:lnTo>
                    <a:pt x="3439" y="1277"/>
                  </a:lnTo>
                  <a:lnTo>
                    <a:pt x="3434" y="1297"/>
                  </a:lnTo>
                  <a:lnTo>
                    <a:pt x="3431" y="1307"/>
                  </a:lnTo>
                  <a:lnTo>
                    <a:pt x="3428" y="1315"/>
                  </a:lnTo>
                  <a:lnTo>
                    <a:pt x="3421" y="1333"/>
                  </a:lnTo>
                  <a:lnTo>
                    <a:pt x="3413" y="1349"/>
                  </a:lnTo>
                  <a:lnTo>
                    <a:pt x="3404" y="1362"/>
                  </a:lnTo>
                  <a:lnTo>
                    <a:pt x="3395" y="1374"/>
                  </a:lnTo>
                  <a:lnTo>
                    <a:pt x="3385" y="1386"/>
                  </a:lnTo>
                  <a:lnTo>
                    <a:pt x="3375" y="1394"/>
                  </a:lnTo>
                  <a:lnTo>
                    <a:pt x="3369" y="1398"/>
                  </a:lnTo>
                  <a:lnTo>
                    <a:pt x="3363" y="1402"/>
                  </a:lnTo>
                  <a:lnTo>
                    <a:pt x="3352" y="1408"/>
                  </a:lnTo>
                  <a:lnTo>
                    <a:pt x="3340" y="1412"/>
                  </a:lnTo>
                  <a:lnTo>
                    <a:pt x="3334" y="1412"/>
                  </a:lnTo>
                  <a:lnTo>
                    <a:pt x="3328" y="1412"/>
                  </a:lnTo>
                  <a:lnTo>
                    <a:pt x="3315" y="1412"/>
                  </a:lnTo>
                  <a:lnTo>
                    <a:pt x="3303" y="1408"/>
                  </a:lnTo>
                  <a:lnTo>
                    <a:pt x="3292" y="1402"/>
                  </a:lnTo>
                  <a:lnTo>
                    <a:pt x="3286" y="1398"/>
                  </a:lnTo>
                  <a:lnTo>
                    <a:pt x="3281" y="1394"/>
                  </a:lnTo>
                  <a:lnTo>
                    <a:pt x="3270" y="1386"/>
                  </a:lnTo>
                  <a:lnTo>
                    <a:pt x="3260" y="1374"/>
                  </a:lnTo>
                  <a:lnTo>
                    <a:pt x="3251" y="1362"/>
                  </a:lnTo>
                  <a:lnTo>
                    <a:pt x="3242" y="1349"/>
                  </a:lnTo>
                  <a:lnTo>
                    <a:pt x="3235" y="1333"/>
                  </a:lnTo>
                  <a:lnTo>
                    <a:pt x="3228" y="1315"/>
                  </a:lnTo>
                  <a:lnTo>
                    <a:pt x="3225" y="1307"/>
                  </a:lnTo>
                  <a:lnTo>
                    <a:pt x="3222" y="1297"/>
                  </a:lnTo>
                  <a:lnTo>
                    <a:pt x="3217" y="1277"/>
                  </a:lnTo>
                  <a:lnTo>
                    <a:pt x="3215" y="1267"/>
                  </a:lnTo>
                  <a:lnTo>
                    <a:pt x="3213" y="1257"/>
                  </a:lnTo>
                  <a:lnTo>
                    <a:pt x="3211" y="1247"/>
                  </a:lnTo>
                  <a:lnTo>
                    <a:pt x="3210" y="1235"/>
                  </a:lnTo>
                  <a:lnTo>
                    <a:pt x="3209" y="1225"/>
                  </a:lnTo>
                  <a:lnTo>
                    <a:pt x="3208" y="1213"/>
                  </a:lnTo>
                  <a:lnTo>
                    <a:pt x="3207" y="1203"/>
                  </a:lnTo>
                  <a:lnTo>
                    <a:pt x="3207" y="1191"/>
                  </a:lnTo>
                  <a:lnTo>
                    <a:pt x="3208" y="1169"/>
                  </a:lnTo>
                  <a:lnTo>
                    <a:pt x="3210" y="1147"/>
                  </a:lnTo>
                  <a:lnTo>
                    <a:pt x="3213" y="1125"/>
                  </a:lnTo>
                  <a:lnTo>
                    <a:pt x="3217" y="1105"/>
                  </a:lnTo>
                  <a:lnTo>
                    <a:pt x="3222" y="1085"/>
                  </a:lnTo>
                  <a:lnTo>
                    <a:pt x="3225" y="1075"/>
                  </a:lnTo>
                  <a:lnTo>
                    <a:pt x="3228" y="1067"/>
                  </a:lnTo>
                  <a:lnTo>
                    <a:pt x="3235" y="1049"/>
                  </a:lnTo>
                  <a:lnTo>
                    <a:pt x="3242" y="1033"/>
                  </a:lnTo>
                  <a:lnTo>
                    <a:pt x="3251" y="1019"/>
                  </a:lnTo>
                  <a:lnTo>
                    <a:pt x="3260" y="1007"/>
                  </a:lnTo>
                  <a:lnTo>
                    <a:pt x="3270" y="995"/>
                  </a:lnTo>
                  <a:lnTo>
                    <a:pt x="3281" y="987"/>
                  </a:lnTo>
                  <a:lnTo>
                    <a:pt x="3286" y="983"/>
                  </a:lnTo>
                  <a:lnTo>
                    <a:pt x="3292" y="979"/>
                  </a:lnTo>
                  <a:lnTo>
                    <a:pt x="3303" y="973"/>
                  </a:lnTo>
                  <a:lnTo>
                    <a:pt x="3315" y="969"/>
                  </a:lnTo>
                  <a:lnTo>
                    <a:pt x="3321" y="969"/>
                  </a:lnTo>
                  <a:lnTo>
                    <a:pt x="3328" y="969"/>
                  </a:lnTo>
                  <a:close/>
                  <a:moveTo>
                    <a:pt x="485" y="1812"/>
                  </a:moveTo>
                  <a:lnTo>
                    <a:pt x="502" y="1814"/>
                  </a:lnTo>
                  <a:lnTo>
                    <a:pt x="517" y="1816"/>
                  </a:lnTo>
                  <a:lnTo>
                    <a:pt x="524" y="1818"/>
                  </a:lnTo>
                  <a:lnTo>
                    <a:pt x="530" y="1820"/>
                  </a:lnTo>
                  <a:lnTo>
                    <a:pt x="537" y="1824"/>
                  </a:lnTo>
                  <a:lnTo>
                    <a:pt x="543" y="1826"/>
                  </a:lnTo>
                  <a:lnTo>
                    <a:pt x="555" y="1834"/>
                  </a:lnTo>
                  <a:lnTo>
                    <a:pt x="565" y="1844"/>
                  </a:lnTo>
                  <a:lnTo>
                    <a:pt x="570" y="1850"/>
                  </a:lnTo>
                  <a:lnTo>
                    <a:pt x="575" y="1856"/>
                  </a:lnTo>
                  <a:lnTo>
                    <a:pt x="584" y="1868"/>
                  </a:lnTo>
                  <a:lnTo>
                    <a:pt x="588" y="1876"/>
                  </a:lnTo>
                  <a:lnTo>
                    <a:pt x="591" y="1884"/>
                  </a:lnTo>
                  <a:lnTo>
                    <a:pt x="598" y="1900"/>
                  </a:lnTo>
                  <a:lnTo>
                    <a:pt x="601" y="1908"/>
                  </a:lnTo>
                  <a:lnTo>
                    <a:pt x="603" y="1918"/>
                  </a:lnTo>
                  <a:lnTo>
                    <a:pt x="606" y="1928"/>
                  </a:lnTo>
                  <a:lnTo>
                    <a:pt x="608" y="1938"/>
                  </a:lnTo>
                  <a:lnTo>
                    <a:pt x="612" y="1960"/>
                  </a:lnTo>
                  <a:lnTo>
                    <a:pt x="614" y="1984"/>
                  </a:lnTo>
                  <a:lnTo>
                    <a:pt x="615" y="1996"/>
                  </a:lnTo>
                  <a:lnTo>
                    <a:pt x="616" y="2008"/>
                  </a:lnTo>
                  <a:lnTo>
                    <a:pt x="616" y="2036"/>
                  </a:lnTo>
                  <a:lnTo>
                    <a:pt x="616" y="2062"/>
                  </a:lnTo>
                  <a:lnTo>
                    <a:pt x="615" y="2074"/>
                  </a:lnTo>
                  <a:lnTo>
                    <a:pt x="614" y="2086"/>
                  </a:lnTo>
                  <a:lnTo>
                    <a:pt x="612" y="2108"/>
                  </a:lnTo>
                  <a:lnTo>
                    <a:pt x="608" y="2128"/>
                  </a:lnTo>
                  <a:lnTo>
                    <a:pt x="606" y="2138"/>
                  </a:lnTo>
                  <a:lnTo>
                    <a:pt x="603" y="2148"/>
                  </a:lnTo>
                  <a:lnTo>
                    <a:pt x="598" y="2164"/>
                  </a:lnTo>
                  <a:lnTo>
                    <a:pt x="591" y="2180"/>
                  </a:lnTo>
                  <a:lnTo>
                    <a:pt x="588" y="2188"/>
                  </a:lnTo>
                  <a:lnTo>
                    <a:pt x="584" y="2194"/>
                  </a:lnTo>
                  <a:lnTo>
                    <a:pt x="575" y="2206"/>
                  </a:lnTo>
                  <a:lnTo>
                    <a:pt x="570" y="2212"/>
                  </a:lnTo>
                  <a:lnTo>
                    <a:pt x="565" y="2218"/>
                  </a:lnTo>
                  <a:lnTo>
                    <a:pt x="560" y="2222"/>
                  </a:lnTo>
                  <a:lnTo>
                    <a:pt x="555" y="2226"/>
                  </a:lnTo>
                  <a:lnTo>
                    <a:pt x="543" y="2234"/>
                  </a:lnTo>
                  <a:lnTo>
                    <a:pt x="530" y="2240"/>
                  </a:lnTo>
                  <a:lnTo>
                    <a:pt x="517" y="2244"/>
                  </a:lnTo>
                  <a:lnTo>
                    <a:pt x="502" y="2246"/>
                  </a:lnTo>
                  <a:lnTo>
                    <a:pt x="485" y="2248"/>
                  </a:lnTo>
                  <a:lnTo>
                    <a:pt x="135" y="2248"/>
                  </a:lnTo>
                  <a:lnTo>
                    <a:pt x="118" y="2246"/>
                  </a:lnTo>
                  <a:lnTo>
                    <a:pt x="110" y="2246"/>
                  </a:lnTo>
                  <a:lnTo>
                    <a:pt x="103" y="2244"/>
                  </a:lnTo>
                  <a:lnTo>
                    <a:pt x="89" y="2238"/>
                  </a:lnTo>
                  <a:lnTo>
                    <a:pt x="76" y="2232"/>
                  </a:lnTo>
                  <a:lnTo>
                    <a:pt x="70" y="2228"/>
                  </a:lnTo>
                  <a:lnTo>
                    <a:pt x="64" y="2222"/>
                  </a:lnTo>
                  <a:lnTo>
                    <a:pt x="53" y="2212"/>
                  </a:lnTo>
                  <a:lnTo>
                    <a:pt x="43" y="2198"/>
                  </a:lnTo>
                  <a:lnTo>
                    <a:pt x="38" y="2192"/>
                  </a:lnTo>
                  <a:lnTo>
                    <a:pt x="34" y="2184"/>
                  </a:lnTo>
                  <a:lnTo>
                    <a:pt x="30" y="2176"/>
                  </a:lnTo>
                  <a:lnTo>
                    <a:pt x="26" y="2166"/>
                  </a:lnTo>
                  <a:lnTo>
                    <a:pt x="22" y="2158"/>
                  </a:lnTo>
                  <a:lnTo>
                    <a:pt x="19" y="2148"/>
                  </a:lnTo>
                  <a:lnTo>
                    <a:pt x="13" y="2126"/>
                  </a:lnTo>
                  <a:lnTo>
                    <a:pt x="9" y="2104"/>
                  </a:lnTo>
                  <a:lnTo>
                    <a:pt x="7" y="2092"/>
                  </a:lnTo>
                  <a:lnTo>
                    <a:pt x="5" y="2078"/>
                  </a:lnTo>
                  <a:lnTo>
                    <a:pt x="3" y="2066"/>
                  </a:lnTo>
                  <a:lnTo>
                    <a:pt x="2" y="2052"/>
                  </a:lnTo>
                  <a:lnTo>
                    <a:pt x="1" y="2038"/>
                  </a:lnTo>
                  <a:lnTo>
                    <a:pt x="1" y="2022"/>
                  </a:lnTo>
                  <a:lnTo>
                    <a:pt x="0" y="1992"/>
                  </a:lnTo>
                  <a:lnTo>
                    <a:pt x="0" y="479"/>
                  </a:lnTo>
                  <a:lnTo>
                    <a:pt x="1" y="450"/>
                  </a:lnTo>
                  <a:lnTo>
                    <a:pt x="1" y="436"/>
                  </a:lnTo>
                  <a:lnTo>
                    <a:pt x="2" y="422"/>
                  </a:lnTo>
                  <a:lnTo>
                    <a:pt x="5" y="398"/>
                  </a:lnTo>
                  <a:lnTo>
                    <a:pt x="8" y="374"/>
                  </a:lnTo>
                  <a:lnTo>
                    <a:pt x="10" y="362"/>
                  </a:lnTo>
                  <a:lnTo>
                    <a:pt x="13" y="352"/>
                  </a:lnTo>
                  <a:lnTo>
                    <a:pt x="18" y="332"/>
                  </a:lnTo>
                  <a:lnTo>
                    <a:pt x="25" y="312"/>
                  </a:lnTo>
                  <a:lnTo>
                    <a:pt x="28" y="304"/>
                  </a:lnTo>
                  <a:lnTo>
                    <a:pt x="32" y="296"/>
                  </a:lnTo>
                  <a:lnTo>
                    <a:pt x="36" y="288"/>
                  </a:lnTo>
                  <a:lnTo>
                    <a:pt x="41" y="280"/>
                  </a:lnTo>
                  <a:lnTo>
                    <a:pt x="50" y="268"/>
                  </a:lnTo>
                  <a:lnTo>
                    <a:pt x="60" y="256"/>
                  </a:lnTo>
                  <a:lnTo>
                    <a:pt x="65" y="252"/>
                  </a:lnTo>
                  <a:lnTo>
                    <a:pt x="71" y="248"/>
                  </a:lnTo>
                  <a:lnTo>
                    <a:pt x="83" y="240"/>
                  </a:lnTo>
                  <a:lnTo>
                    <a:pt x="96" y="236"/>
                  </a:lnTo>
                  <a:lnTo>
                    <a:pt x="109" y="232"/>
                  </a:lnTo>
                  <a:lnTo>
                    <a:pt x="124" y="232"/>
                  </a:lnTo>
                  <a:lnTo>
                    <a:pt x="138" y="232"/>
                  </a:lnTo>
                  <a:lnTo>
                    <a:pt x="144" y="234"/>
                  </a:lnTo>
                  <a:lnTo>
                    <a:pt x="151" y="236"/>
                  </a:lnTo>
                  <a:lnTo>
                    <a:pt x="163" y="240"/>
                  </a:lnTo>
                  <a:lnTo>
                    <a:pt x="176" y="248"/>
                  </a:lnTo>
                  <a:lnTo>
                    <a:pt x="181" y="252"/>
                  </a:lnTo>
                  <a:lnTo>
                    <a:pt x="187" y="256"/>
                  </a:lnTo>
                  <a:lnTo>
                    <a:pt x="197" y="268"/>
                  </a:lnTo>
                  <a:lnTo>
                    <a:pt x="206" y="280"/>
                  </a:lnTo>
                  <a:lnTo>
                    <a:pt x="210" y="288"/>
                  </a:lnTo>
                  <a:lnTo>
                    <a:pt x="214" y="296"/>
                  </a:lnTo>
                  <a:lnTo>
                    <a:pt x="218" y="304"/>
                  </a:lnTo>
                  <a:lnTo>
                    <a:pt x="222" y="312"/>
                  </a:lnTo>
                  <a:lnTo>
                    <a:pt x="228" y="332"/>
                  </a:lnTo>
                  <a:lnTo>
                    <a:pt x="234" y="352"/>
                  </a:lnTo>
                  <a:lnTo>
                    <a:pt x="236" y="362"/>
                  </a:lnTo>
                  <a:lnTo>
                    <a:pt x="238" y="374"/>
                  </a:lnTo>
                  <a:lnTo>
                    <a:pt x="242" y="398"/>
                  </a:lnTo>
                  <a:lnTo>
                    <a:pt x="244" y="422"/>
                  </a:lnTo>
                  <a:lnTo>
                    <a:pt x="246" y="450"/>
                  </a:lnTo>
                  <a:lnTo>
                    <a:pt x="246" y="479"/>
                  </a:lnTo>
                  <a:lnTo>
                    <a:pt x="246" y="1812"/>
                  </a:lnTo>
                  <a:lnTo>
                    <a:pt x="485" y="1812"/>
                  </a:lnTo>
                  <a:close/>
                  <a:moveTo>
                    <a:pt x="1526" y="1840"/>
                  </a:moveTo>
                  <a:lnTo>
                    <a:pt x="1532" y="1868"/>
                  </a:lnTo>
                  <a:lnTo>
                    <a:pt x="1537" y="1898"/>
                  </a:lnTo>
                  <a:lnTo>
                    <a:pt x="1542" y="1924"/>
                  </a:lnTo>
                  <a:lnTo>
                    <a:pt x="1546" y="1952"/>
                  </a:lnTo>
                  <a:lnTo>
                    <a:pt x="1549" y="1978"/>
                  </a:lnTo>
                  <a:lnTo>
                    <a:pt x="1552" y="2004"/>
                  </a:lnTo>
                  <a:lnTo>
                    <a:pt x="1554" y="2028"/>
                  </a:lnTo>
                  <a:lnTo>
                    <a:pt x="1555" y="2052"/>
                  </a:lnTo>
                  <a:lnTo>
                    <a:pt x="1555" y="2074"/>
                  </a:lnTo>
                  <a:lnTo>
                    <a:pt x="1554" y="2094"/>
                  </a:lnTo>
                  <a:lnTo>
                    <a:pt x="1552" y="2112"/>
                  </a:lnTo>
                  <a:lnTo>
                    <a:pt x="1549" y="2130"/>
                  </a:lnTo>
                  <a:lnTo>
                    <a:pt x="1547" y="2140"/>
                  </a:lnTo>
                  <a:lnTo>
                    <a:pt x="1545" y="2148"/>
                  </a:lnTo>
                  <a:lnTo>
                    <a:pt x="1539" y="2166"/>
                  </a:lnTo>
                  <a:lnTo>
                    <a:pt x="1532" y="2180"/>
                  </a:lnTo>
                  <a:lnTo>
                    <a:pt x="1525" y="2196"/>
                  </a:lnTo>
                  <a:lnTo>
                    <a:pt x="1516" y="2210"/>
                  </a:lnTo>
                  <a:lnTo>
                    <a:pt x="1507" y="2222"/>
                  </a:lnTo>
                  <a:lnTo>
                    <a:pt x="1496" y="2232"/>
                  </a:lnTo>
                  <a:lnTo>
                    <a:pt x="1486" y="2240"/>
                  </a:lnTo>
                  <a:lnTo>
                    <a:pt x="1476" y="2246"/>
                  </a:lnTo>
                  <a:lnTo>
                    <a:pt x="1470" y="2248"/>
                  </a:lnTo>
                  <a:lnTo>
                    <a:pt x="1465" y="2250"/>
                  </a:lnTo>
                  <a:lnTo>
                    <a:pt x="1453" y="2254"/>
                  </a:lnTo>
                  <a:lnTo>
                    <a:pt x="1441" y="2254"/>
                  </a:lnTo>
                  <a:lnTo>
                    <a:pt x="1428" y="2254"/>
                  </a:lnTo>
                  <a:lnTo>
                    <a:pt x="1417" y="2250"/>
                  </a:lnTo>
                  <a:lnTo>
                    <a:pt x="1405" y="2246"/>
                  </a:lnTo>
                  <a:lnTo>
                    <a:pt x="1395" y="2238"/>
                  </a:lnTo>
                  <a:lnTo>
                    <a:pt x="1390" y="2234"/>
                  </a:lnTo>
                  <a:lnTo>
                    <a:pt x="1385" y="2230"/>
                  </a:lnTo>
                  <a:lnTo>
                    <a:pt x="1376" y="2218"/>
                  </a:lnTo>
                  <a:lnTo>
                    <a:pt x="1372" y="2212"/>
                  </a:lnTo>
                  <a:lnTo>
                    <a:pt x="1368" y="2206"/>
                  </a:lnTo>
                  <a:lnTo>
                    <a:pt x="1364" y="2198"/>
                  </a:lnTo>
                  <a:lnTo>
                    <a:pt x="1360" y="2190"/>
                  </a:lnTo>
                  <a:lnTo>
                    <a:pt x="1353" y="2174"/>
                  </a:lnTo>
                  <a:lnTo>
                    <a:pt x="1346" y="2158"/>
                  </a:lnTo>
                  <a:lnTo>
                    <a:pt x="1340" y="2138"/>
                  </a:lnTo>
                  <a:lnTo>
                    <a:pt x="1338" y="2128"/>
                  </a:lnTo>
                  <a:lnTo>
                    <a:pt x="1335" y="2116"/>
                  </a:lnTo>
                  <a:lnTo>
                    <a:pt x="1323" y="2054"/>
                  </a:lnTo>
                  <a:lnTo>
                    <a:pt x="1307" y="1966"/>
                  </a:lnTo>
                  <a:lnTo>
                    <a:pt x="1297" y="1912"/>
                  </a:lnTo>
                  <a:lnTo>
                    <a:pt x="1284" y="1840"/>
                  </a:lnTo>
                  <a:lnTo>
                    <a:pt x="1281" y="1830"/>
                  </a:lnTo>
                  <a:lnTo>
                    <a:pt x="1279" y="1822"/>
                  </a:lnTo>
                  <a:lnTo>
                    <a:pt x="1276" y="1816"/>
                  </a:lnTo>
                  <a:lnTo>
                    <a:pt x="1273" y="1810"/>
                  </a:lnTo>
                  <a:lnTo>
                    <a:pt x="1270" y="1806"/>
                  </a:lnTo>
                  <a:lnTo>
                    <a:pt x="1267" y="1802"/>
                  </a:lnTo>
                  <a:lnTo>
                    <a:pt x="1261" y="1798"/>
                  </a:lnTo>
                  <a:lnTo>
                    <a:pt x="1255" y="1796"/>
                  </a:lnTo>
                  <a:lnTo>
                    <a:pt x="1251" y="1796"/>
                  </a:lnTo>
                  <a:lnTo>
                    <a:pt x="1247" y="1796"/>
                  </a:lnTo>
                  <a:lnTo>
                    <a:pt x="1246" y="1796"/>
                  </a:lnTo>
                  <a:lnTo>
                    <a:pt x="948" y="1796"/>
                  </a:lnTo>
                  <a:lnTo>
                    <a:pt x="940" y="1796"/>
                  </a:lnTo>
                  <a:lnTo>
                    <a:pt x="933" y="1798"/>
                  </a:lnTo>
                  <a:lnTo>
                    <a:pt x="926" y="1800"/>
                  </a:lnTo>
                  <a:lnTo>
                    <a:pt x="920" y="1802"/>
                  </a:lnTo>
                  <a:lnTo>
                    <a:pt x="915" y="1806"/>
                  </a:lnTo>
                  <a:lnTo>
                    <a:pt x="911" y="1810"/>
                  </a:lnTo>
                  <a:lnTo>
                    <a:pt x="903" y="1818"/>
                  </a:lnTo>
                  <a:lnTo>
                    <a:pt x="898" y="1826"/>
                  </a:lnTo>
                  <a:lnTo>
                    <a:pt x="895" y="1832"/>
                  </a:lnTo>
                  <a:lnTo>
                    <a:pt x="893" y="1838"/>
                  </a:lnTo>
                  <a:lnTo>
                    <a:pt x="893" y="1840"/>
                  </a:lnTo>
                  <a:lnTo>
                    <a:pt x="879" y="1912"/>
                  </a:lnTo>
                  <a:lnTo>
                    <a:pt x="874" y="1940"/>
                  </a:lnTo>
                  <a:lnTo>
                    <a:pt x="870" y="1966"/>
                  </a:lnTo>
                  <a:lnTo>
                    <a:pt x="862" y="2008"/>
                  </a:lnTo>
                  <a:lnTo>
                    <a:pt x="855" y="2046"/>
                  </a:lnTo>
                  <a:lnTo>
                    <a:pt x="841" y="2110"/>
                  </a:lnTo>
                  <a:lnTo>
                    <a:pt x="835" y="2136"/>
                  </a:lnTo>
                  <a:lnTo>
                    <a:pt x="827" y="2160"/>
                  </a:lnTo>
                  <a:lnTo>
                    <a:pt x="824" y="2172"/>
                  </a:lnTo>
                  <a:lnTo>
                    <a:pt x="820" y="2182"/>
                  </a:lnTo>
                  <a:lnTo>
                    <a:pt x="817" y="2190"/>
                  </a:lnTo>
                  <a:lnTo>
                    <a:pt x="813" y="2198"/>
                  </a:lnTo>
                  <a:lnTo>
                    <a:pt x="805" y="2214"/>
                  </a:lnTo>
                  <a:lnTo>
                    <a:pt x="802" y="2220"/>
                  </a:lnTo>
                  <a:lnTo>
                    <a:pt x="797" y="2226"/>
                  </a:lnTo>
                  <a:lnTo>
                    <a:pt x="793" y="2230"/>
                  </a:lnTo>
                  <a:lnTo>
                    <a:pt x="789" y="2236"/>
                  </a:lnTo>
                  <a:lnTo>
                    <a:pt x="785" y="2240"/>
                  </a:lnTo>
                  <a:lnTo>
                    <a:pt x="780" y="2242"/>
                  </a:lnTo>
                  <a:lnTo>
                    <a:pt x="770" y="2248"/>
                  </a:lnTo>
                  <a:lnTo>
                    <a:pt x="760" y="2252"/>
                  </a:lnTo>
                  <a:lnTo>
                    <a:pt x="749" y="2254"/>
                  </a:lnTo>
                  <a:lnTo>
                    <a:pt x="737" y="2254"/>
                  </a:lnTo>
                  <a:lnTo>
                    <a:pt x="726" y="2254"/>
                  </a:lnTo>
                  <a:lnTo>
                    <a:pt x="715" y="2250"/>
                  </a:lnTo>
                  <a:lnTo>
                    <a:pt x="710" y="2248"/>
                  </a:lnTo>
                  <a:lnTo>
                    <a:pt x="705" y="2246"/>
                  </a:lnTo>
                  <a:lnTo>
                    <a:pt x="695" y="2240"/>
                  </a:lnTo>
                  <a:lnTo>
                    <a:pt x="686" y="2232"/>
                  </a:lnTo>
                  <a:lnTo>
                    <a:pt x="681" y="2228"/>
                  </a:lnTo>
                  <a:lnTo>
                    <a:pt x="677" y="2222"/>
                  </a:lnTo>
                  <a:lnTo>
                    <a:pt x="669" y="2210"/>
                  </a:lnTo>
                  <a:lnTo>
                    <a:pt x="661" y="2198"/>
                  </a:lnTo>
                  <a:lnTo>
                    <a:pt x="654" y="2182"/>
                  </a:lnTo>
                  <a:lnTo>
                    <a:pt x="647" y="2168"/>
                  </a:lnTo>
                  <a:lnTo>
                    <a:pt x="642" y="2150"/>
                  </a:lnTo>
                  <a:lnTo>
                    <a:pt x="638" y="2134"/>
                  </a:lnTo>
                  <a:lnTo>
                    <a:pt x="636" y="2124"/>
                  </a:lnTo>
                  <a:lnTo>
                    <a:pt x="634" y="2116"/>
                  </a:lnTo>
                  <a:lnTo>
                    <a:pt x="632" y="2096"/>
                  </a:lnTo>
                  <a:lnTo>
                    <a:pt x="631" y="2076"/>
                  </a:lnTo>
                  <a:lnTo>
                    <a:pt x="630" y="2056"/>
                  </a:lnTo>
                  <a:lnTo>
                    <a:pt x="631" y="2036"/>
                  </a:lnTo>
                  <a:lnTo>
                    <a:pt x="632" y="2014"/>
                  </a:lnTo>
                  <a:lnTo>
                    <a:pt x="634" y="1988"/>
                  </a:lnTo>
                  <a:lnTo>
                    <a:pt x="638" y="1962"/>
                  </a:lnTo>
                  <a:lnTo>
                    <a:pt x="642" y="1934"/>
                  </a:lnTo>
                  <a:lnTo>
                    <a:pt x="647" y="1904"/>
                  </a:lnTo>
                  <a:lnTo>
                    <a:pt x="653" y="1872"/>
                  </a:lnTo>
                  <a:lnTo>
                    <a:pt x="659" y="1840"/>
                  </a:lnTo>
                  <a:lnTo>
                    <a:pt x="668" y="1804"/>
                  </a:lnTo>
                  <a:lnTo>
                    <a:pt x="674" y="1772"/>
                  </a:lnTo>
                  <a:lnTo>
                    <a:pt x="894" y="631"/>
                  </a:lnTo>
                  <a:lnTo>
                    <a:pt x="919" y="503"/>
                  </a:lnTo>
                  <a:lnTo>
                    <a:pt x="929" y="450"/>
                  </a:lnTo>
                  <a:lnTo>
                    <a:pt x="932" y="436"/>
                  </a:lnTo>
                  <a:lnTo>
                    <a:pt x="937" y="418"/>
                  </a:lnTo>
                  <a:lnTo>
                    <a:pt x="944" y="392"/>
                  </a:lnTo>
                  <a:lnTo>
                    <a:pt x="951" y="370"/>
                  </a:lnTo>
                  <a:lnTo>
                    <a:pt x="959" y="350"/>
                  </a:lnTo>
                  <a:lnTo>
                    <a:pt x="966" y="330"/>
                  </a:lnTo>
                  <a:lnTo>
                    <a:pt x="974" y="314"/>
                  </a:lnTo>
                  <a:lnTo>
                    <a:pt x="983" y="298"/>
                  </a:lnTo>
                  <a:lnTo>
                    <a:pt x="991" y="286"/>
                  </a:lnTo>
                  <a:lnTo>
                    <a:pt x="995" y="280"/>
                  </a:lnTo>
                  <a:lnTo>
                    <a:pt x="1000" y="274"/>
                  </a:lnTo>
                  <a:lnTo>
                    <a:pt x="1009" y="264"/>
                  </a:lnTo>
                  <a:lnTo>
                    <a:pt x="1019" y="256"/>
                  </a:lnTo>
                  <a:lnTo>
                    <a:pt x="1029" y="250"/>
                  </a:lnTo>
                  <a:lnTo>
                    <a:pt x="1041" y="244"/>
                  </a:lnTo>
                  <a:lnTo>
                    <a:pt x="1053" y="238"/>
                  </a:lnTo>
                  <a:lnTo>
                    <a:pt x="1065" y="236"/>
                  </a:lnTo>
                  <a:lnTo>
                    <a:pt x="1079" y="234"/>
                  </a:lnTo>
                  <a:lnTo>
                    <a:pt x="1093" y="234"/>
                  </a:lnTo>
                  <a:lnTo>
                    <a:pt x="1112" y="234"/>
                  </a:lnTo>
                  <a:lnTo>
                    <a:pt x="1130" y="238"/>
                  </a:lnTo>
                  <a:lnTo>
                    <a:pt x="1139" y="240"/>
                  </a:lnTo>
                  <a:lnTo>
                    <a:pt x="1147" y="244"/>
                  </a:lnTo>
                  <a:lnTo>
                    <a:pt x="1154" y="248"/>
                  </a:lnTo>
                  <a:lnTo>
                    <a:pt x="1162" y="252"/>
                  </a:lnTo>
                  <a:lnTo>
                    <a:pt x="1170" y="258"/>
                  </a:lnTo>
                  <a:lnTo>
                    <a:pt x="1177" y="262"/>
                  </a:lnTo>
                  <a:lnTo>
                    <a:pt x="1183" y="270"/>
                  </a:lnTo>
                  <a:lnTo>
                    <a:pt x="1189" y="276"/>
                  </a:lnTo>
                  <a:lnTo>
                    <a:pt x="1195" y="284"/>
                  </a:lnTo>
                  <a:lnTo>
                    <a:pt x="1200" y="292"/>
                  </a:lnTo>
                  <a:lnTo>
                    <a:pt x="1205" y="300"/>
                  </a:lnTo>
                  <a:lnTo>
                    <a:pt x="1210" y="310"/>
                  </a:lnTo>
                  <a:lnTo>
                    <a:pt x="1218" y="326"/>
                  </a:lnTo>
                  <a:lnTo>
                    <a:pt x="1226" y="344"/>
                  </a:lnTo>
                  <a:lnTo>
                    <a:pt x="1230" y="354"/>
                  </a:lnTo>
                  <a:lnTo>
                    <a:pt x="1233" y="364"/>
                  </a:lnTo>
                  <a:lnTo>
                    <a:pt x="1240" y="384"/>
                  </a:lnTo>
                  <a:lnTo>
                    <a:pt x="1246" y="406"/>
                  </a:lnTo>
                  <a:lnTo>
                    <a:pt x="1252" y="428"/>
                  </a:lnTo>
                  <a:lnTo>
                    <a:pt x="1257" y="451"/>
                  </a:lnTo>
                  <a:lnTo>
                    <a:pt x="1262" y="475"/>
                  </a:lnTo>
                  <a:lnTo>
                    <a:pt x="1271" y="527"/>
                  </a:lnTo>
                  <a:lnTo>
                    <a:pt x="1282" y="579"/>
                  </a:lnTo>
                  <a:lnTo>
                    <a:pt x="1293" y="631"/>
                  </a:lnTo>
                  <a:lnTo>
                    <a:pt x="1512" y="1772"/>
                  </a:lnTo>
                  <a:lnTo>
                    <a:pt x="1515" y="1786"/>
                  </a:lnTo>
                  <a:lnTo>
                    <a:pt x="1518" y="1800"/>
                  </a:lnTo>
                  <a:lnTo>
                    <a:pt x="1526" y="1840"/>
                  </a:lnTo>
                  <a:close/>
                  <a:moveTo>
                    <a:pt x="966" y="1428"/>
                  </a:moveTo>
                  <a:lnTo>
                    <a:pt x="1213" y="1428"/>
                  </a:lnTo>
                  <a:lnTo>
                    <a:pt x="1091" y="731"/>
                  </a:lnTo>
                  <a:lnTo>
                    <a:pt x="966" y="1428"/>
                  </a:lnTo>
                  <a:close/>
                  <a:moveTo>
                    <a:pt x="2643" y="1191"/>
                  </a:moveTo>
                  <a:lnTo>
                    <a:pt x="2644" y="1247"/>
                  </a:lnTo>
                  <a:lnTo>
                    <a:pt x="2645" y="1275"/>
                  </a:lnTo>
                  <a:lnTo>
                    <a:pt x="2646" y="1303"/>
                  </a:lnTo>
                  <a:lnTo>
                    <a:pt x="2649" y="1358"/>
                  </a:lnTo>
                  <a:lnTo>
                    <a:pt x="2653" y="1414"/>
                  </a:lnTo>
                  <a:lnTo>
                    <a:pt x="2658" y="1468"/>
                  </a:lnTo>
                  <a:lnTo>
                    <a:pt x="2665" y="1520"/>
                  </a:lnTo>
                  <a:lnTo>
                    <a:pt x="2672" y="1572"/>
                  </a:lnTo>
                  <a:lnTo>
                    <a:pt x="2677" y="1598"/>
                  </a:lnTo>
                  <a:lnTo>
                    <a:pt x="2681" y="1624"/>
                  </a:lnTo>
                  <a:lnTo>
                    <a:pt x="2686" y="1650"/>
                  </a:lnTo>
                  <a:lnTo>
                    <a:pt x="2691" y="1674"/>
                  </a:lnTo>
                  <a:lnTo>
                    <a:pt x="2701" y="1724"/>
                  </a:lnTo>
                  <a:lnTo>
                    <a:pt x="2713" y="1772"/>
                  </a:lnTo>
                  <a:lnTo>
                    <a:pt x="2719" y="1796"/>
                  </a:lnTo>
                  <a:lnTo>
                    <a:pt x="2726" y="1820"/>
                  </a:lnTo>
                  <a:lnTo>
                    <a:pt x="2739" y="1866"/>
                  </a:lnTo>
                  <a:lnTo>
                    <a:pt x="2754" y="1912"/>
                  </a:lnTo>
                  <a:lnTo>
                    <a:pt x="2769" y="1956"/>
                  </a:lnTo>
                  <a:lnTo>
                    <a:pt x="2786" y="1998"/>
                  </a:lnTo>
                  <a:lnTo>
                    <a:pt x="2786" y="2014"/>
                  </a:lnTo>
                  <a:lnTo>
                    <a:pt x="2786" y="2026"/>
                  </a:lnTo>
                  <a:lnTo>
                    <a:pt x="2786" y="2052"/>
                  </a:lnTo>
                  <a:lnTo>
                    <a:pt x="2785" y="2064"/>
                  </a:lnTo>
                  <a:lnTo>
                    <a:pt x="2784" y="2076"/>
                  </a:lnTo>
                  <a:lnTo>
                    <a:pt x="2783" y="2088"/>
                  </a:lnTo>
                  <a:lnTo>
                    <a:pt x="2782" y="2100"/>
                  </a:lnTo>
                  <a:lnTo>
                    <a:pt x="2779" y="2122"/>
                  </a:lnTo>
                  <a:lnTo>
                    <a:pt x="2775" y="2142"/>
                  </a:lnTo>
                  <a:lnTo>
                    <a:pt x="2772" y="2150"/>
                  </a:lnTo>
                  <a:lnTo>
                    <a:pt x="2769" y="2160"/>
                  </a:lnTo>
                  <a:lnTo>
                    <a:pt x="2767" y="2168"/>
                  </a:lnTo>
                  <a:lnTo>
                    <a:pt x="2763" y="2176"/>
                  </a:lnTo>
                  <a:lnTo>
                    <a:pt x="2756" y="2192"/>
                  </a:lnTo>
                  <a:lnTo>
                    <a:pt x="2753" y="2198"/>
                  </a:lnTo>
                  <a:lnTo>
                    <a:pt x="2749" y="2206"/>
                  </a:lnTo>
                  <a:lnTo>
                    <a:pt x="2740" y="2218"/>
                  </a:lnTo>
                  <a:lnTo>
                    <a:pt x="2731" y="2228"/>
                  </a:lnTo>
                  <a:lnTo>
                    <a:pt x="2726" y="2232"/>
                  </a:lnTo>
                  <a:lnTo>
                    <a:pt x="2721" y="2236"/>
                  </a:lnTo>
                  <a:lnTo>
                    <a:pt x="2710" y="2242"/>
                  </a:lnTo>
                  <a:lnTo>
                    <a:pt x="2704" y="2244"/>
                  </a:lnTo>
                  <a:lnTo>
                    <a:pt x="2698" y="2246"/>
                  </a:lnTo>
                  <a:lnTo>
                    <a:pt x="2686" y="2250"/>
                  </a:lnTo>
                  <a:lnTo>
                    <a:pt x="2673" y="2250"/>
                  </a:lnTo>
                  <a:lnTo>
                    <a:pt x="2658" y="2250"/>
                  </a:lnTo>
                  <a:lnTo>
                    <a:pt x="2651" y="2248"/>
                  </a:lnTo>
                  <a:lnTo>
                    <a:pt x="2645" y="2246"/>
                  </a:lnTo>
                  <a:lnTo>
                    <a:pt x="2632" y="2242"/>
                  </a:lnTo>
                  <a:lnTo>
                    <a:pt x="2621" y="2234"/>
                  </a:lnTo>
                  <a:lnTo>
                    <a:pt x="2616" y="2230"/>
                  </a:lnTo>
                  <a:lnTo>
                    <a:pt x="2611" y="2224"/>
                  </a:lnTo>
                  <a:lnTo>
                    <a:pt x="2606" y="2218"/>
                  </a:lnTo>
                  <a:lnTo>
                    <a:pt x="2601" y="2212"/>
                  </a:lnTo>
                  <a:lnTo>
                    <a:pt x="2597" y="2204"/>
                  </a:lnTo>
                  <a:lnTo>
                    <a:pt x="2592" y="2196"/>
                  </a:lnTo>
                  <a:lnTo>
                    <a:pt x="2588" y="2188"/>
                  </a:lnTo>
                  <a:lnTo>
                    <a:pt x="2584" y="2178"/>
                  </a:lnTo>
                  <a:lnTo>
                    <a:pt x="2581" y="2168"/>
                  </a:lnTo>
                  <a:lnTo>
                    <a:pt x="2577" y="2158"/>
                  </a:lnTo>
                  <a:lnTo>
                    <a:pt x="2570" y="2132"/>
                  </a:lnTo>
                  <a:lnTo>
                    <a:pt x="2565" y="2104"/>
                  </a:lnTo>
                  <a:lnTo>
                    <a:pt x="2562" y="2090"/>
                  </a:lnTo>
                  <a:lnTo>
                    <a:pt x="2559" y="2074"/>
                  </a:lnTo>
                  <a:lnTo>
                    <a:pt x="2554" y="2038"/>
                  </a:lnTo>
                  <a:lnTo>
                    <a:pt x="2549" y="2000"/>
                  </a:lnTo>
                  <a:lnTo>
                    <a:pt x="2545" y="1956"/>
                  </a:lnTo>
                  <a:lnTo>
                    <a:pt x="2540" y="1908"/>
                  </a:lnTo>
                  <a:lnTo>
                    <a:pt x="2469" y="1063"/>
                  </a:lnTo>
                  <a:lnTo>
                    <a:pt x="2322" y="1978"/>
                  </a:lnTo>
                  <a:lnTo>
                    <a:pt x="2315" y="2020"/>
                  </a:lnTo>
                  <a:lnTo>
                    <a:pt x="2308" y="2056"/>
                  </a:lnTo>
                  <a:lnTo>
                    <a:pt x="2302" y="2088"/>
                  </a:lnTo>
                  <a:lnTo>
                    <a:pt x="2295" y="2116"/>
                  </a:lnTo>
                  <a:lnTo>
                    <a:pt x="2288" y="2140"/>
                  </a:lnTo>
                  <a:lnTo>
                    <a:pt x="2285" y="2152"/>
                  </a:lnTo>
                  <a:lnTo>
                    <a:pt x="2281" y="2164"/>
                  </a:lnTo>
                  <a:lnTo>
                    <a:pt x="2277" y="2174"/>
                  </a:lnTo>
                  <a:lnTo>
                    <a:pt x="2274" y="2182"/>
                  </a:lnTo>
                  <a:lnTo>
                    <a:pt x="2270" y="2192"/>
                  </a:lnTo>
                  <a:lnTo>
                    <a:pt x="2265" y="2200"/>
                  </a:lnTo>
                  <a:lnTo>
                    <a:pt x="2261" y="2206"/>
                  </a:lnTo>
                  <a:lnTo>
                    <a:pt x="2257" y="2214"/>
                  </a:lnTo>
                  <a:lnTo>
                    <a:pt x="2254" y="2216"/>
                  </a:lnTo>
                  <a:lnTo>
                    <a:pt x="2252" y="2220"/>
                  </a:lnTo>
                  <a:lnTo>
                    <a:pt x="2247" y="2226"/>
                  </a:lnTo>
                  <a:lnTo>
                    <a:pt x="2242" y="2230"/>
                  </a:lnTo>
                  <a:lnTo>
                    <a:pt x="2237" y="2234"/>
                  </a:lnTo>
                  <a:lnTo>
                    <a:pt x="2231" y="2238"/>
                  </a:lnTo>
                  <a:lnTo>
                    <a:pt x="2226" y="2242"/>
                  </a:lnTo>
                  <a:lnTo>
                    <a:pt x="2214" y="2248"/>
                  </a:lnTo>
                  <a:lnTo>
                    <a:pt x="2200" y="2252"/>
                  </a:lnTo>
                  <a:lnTo>
                    <a:pt x="2186" y="2254"/>
                  </a:lnTo>
                  <a:lnTo>
                    <a:pt x="2171" y="2254"/>
                  </a:lnTo>
                  <a:lnTo>
                    <a:pt x="2157" y="2254"/>
                  </a:lnTo>
                  <a:lnTo>
                    <a:pt x="2150" y="2252"/>
                  </a:lnTo>
                  <a:lnTo>
                    <a:pt x="2144" y="2250"/>
                  </a:lnTo>
                  <a:lnTo>
                    <a:pt x="2133" y="2246"/>
                  </a:lnTo>
                  <a:lnTo>
                    <a:pt x="2122" y="2240"/>
                  </a:lnTo>
                  <a:lnTo>
                    <a:pt x="2112" y="2230"/>
                  </a:lnTo>
                  <a:lnTo>
                    <a:pt x="2108" y="2226"/>
                  </a:lnTo>
                  <a:lnTo>
                    <a:pt x="2103" y="2220"/>
                  </a:lnTo>
                  <a:lnTo>
                    <a:pt x="2095" y="2208"/>
                  </a:lnTo>
                  <a:lnTo>
                    <a:pt x="2087" y="2194"/>
                  </a:lnTo>
                  <a:lnTo>
                    <a:pt x="2080" y="2178"/>
                  </a:lnTo>
                  <a:lnTo>
                    <a:pt x="2073" y="2158"/>
                  </a:lnTo>
                  <a:lnTo>
                    <a:pt x="2066" y="2136"/>
                  </a:lnTo>
                  <a:lnTo>
                    <a:pt x="2059" y="2110"/>
                  </a:lnTo>
                  <a:lnTo>
                    <a:pt x="2053" y="2082"/>
                  </a:lnTo>
                  <a:lnTo>
                    <a:pt x="2046" y="2050"/>
                  </a:lnTo>
                  <a:lnTo>
                    <a:pt x="2040" y="2016"/>
                  </a:lnTo>
                  <a:lnTo>
                    <a:pt x="2033" y="1978"/>
                  </a:lnTo>
                  <a:lnTo>
                    <a:pt x="1888" y="1063"/>
                  </a:lnTo>
                  <a:lnTo>
                    <a:pt x="1817" y="1908"/>
                  </a:lnTo>
                  <a:lnTo>
                    <a:pt x="1812" y="1956"/>
                  </a:lnTo>
                  <a:lnTo>
                    <a:pt x="1808" y="2000"/>
                  </a:lnTo>
                  <a:lnTo>
                    <a:pt x="1803" y="2038"/>
                  </a:lnTo>
                  <a:lnTo>
                    <a:pt x="1798" y="2074"/>
                  </a:lnTo>
                  <a:lnTo>
                    <a:pt x="1793" y="2104"/>
                  </a:lnTo>
                  <a:lnTo>
                    <a:pt x="1787" y="2132"/>
                  </a:lnTo>
                  <a:lnTo>
                    <a:pt x="1783" y="2146"/>
                  </a:lnTo>
                  <a:lnTo>
                    <a:pt x="1780" y="2158"/>
                  </a:lnTo>
                  <a:lnTo>
                    <a:pt x="1773" y="2178"/>
                  </a:lnTo>
                  <a:lnTo>
                    <a:pt x="1769" y="2188"/>
                  </a:lnTo>
                  <a:lnTo>
                    <a:pt x="1765" y="2196"/>
                  </a:lnTo>
                  <a:lnTo>
                    <a:pt x="1756" y="2212"/>
                  </a:lnTo>
                  <a:lnTo>
                    <a:pt x="1751" y="2218"/>
                  </a:lnTo>
                  <a:lnTo>
                    <a:pt x="1746" y="2224"/>
                  </a:lnTo>
                  <a:lnTo>
                    <a:pt x="1741" y="2230"/>
                  </a:lnTo>
                  <a:lnTo>
                    <a:pt x="1736" y="2234"/>
                  </a:lnTo>
                  <a:lnTo>
                    <a:pt x="1725" y="2242"/>
                  </a:lnTo>
                  <a:lnTo>
                    <a:pt x="1712" y="2246"/>
                  </a:lnTo>
                  <a:lnTo>
                    <a:pt x="1706" y="2248"/>
                  </a:lnTo>
                  <a:lnTo>
                    <a:pt x="1699" y="2250"/>
                  </a:lnTo>
                  <a:lnTo>
                    <a:pt x="1684" y="2250"/>
                  </a:lnTo>
                  <a:lnTo>
                    <a:pt x="1671" y="2250"/>
                  </a:lnTo>
                  <a:lnTo>
                    <a:pt x="1658" y="2246"/>
                  </a:lnTo>
                  <a:lnTo>
                    <a:pt x="1646" y="2242"/>
                  </a:lnTo>
                  <a:lnTo>
                    <a:pt x="1640" y="2238"/>
                  </a:lnTo>
                  <a:lnTo>
                    <a:pt x="1635" y="2234"/>
                  </a:lnTo>
                  <a:lnTo>
                    <a:pt x="1630" y="2230"/>
                  </a:lnTo>
                  <a:lnTo>
                    <a:pt x="1625" y="2226"/>
                  </a:lnTo>
                  <a:lnTo>
                    <a:pt x="1615" y="2216"/>
                  </a:lnTo>
                  <a:lnTo>
                    <a:pt x="1606" y="2202"/>
                  </a:lnTo>
                  <a:lnTo>
                    <a:pt x="1598" y="2188"/>
                  </a:lnTo>
                  <a:lnTo>
                    <a:pt x="1595" y="2180"/>
                  </a:lnTo>
                  <a:lnTo>
                    <a:pt x="1591" y="2172"/>
                  </a:lnTo>
                  <a:lnTo>
                    <a:pt x="1588" y="2162"/>
                  </a:lnTo>
                  <a:lnTo>
                    <a:pt x="1585" y="2154"/>
                  </a:lnTo>
                  <a:lnTo>
                    <a:pt x="1580" y="2134"/>
                  </a:lnTo>
                  <a:lnTo>
                    <a:pt x="1576" y="2114"/>
                  </a:lnTo>
                  <a:lnTo>
                    <a:pt x="1573" y="2092"/>
                  </a:lnTo>
                  <a:lnTo>
                    <a:pt x="1572" y="2082"/>
                  </a:lnTo>
                  <a:lnTo>
                    <a:pt x="1571" y="2070"/>
                  </a:lnTo>
                  <a:lnTo>
                    <a:pt x="1571" y="2058"/>
                  </a:lnTo>
                  <a:lnTo>
                    <a:pt x="1570" y="2046"/>
                  </a:lnTo>
                  <a:lnTo>
                    <a:pt x="1571" y="2020"/>
                  </a:lnTo>
                  <a:lnTo>
                    <a:pt x="1575" y="1940"/>
                  </a:lnTo>
                  <a:lnTo>
                    <a:pt x="1579" y="1888"/>
                  </a:lnTo>
                  <a:lnTo>
                    <a:pt x="1583" y="1830"/>
                  </a:lnTo>
                  <a:lnTo>
                    <a:pt x="1586" y="1786"/>
                  </a:lnTo>
                  <a:lnTo>
                    <a:pt x="1591" y="1742"/>
                  </a:lnTo>
                  <a:lnTo>
                    <a:pt x="1594" y="1702"/>
                  </a:lnTo>
                  <a:lnTo>
                    <a:pt x="1696" y="555"/>
                  </a:lnTo>
                  <a:lnTo>
                    <a:pt x="1700" y="515"/>
                  </a:lnTo>
                  <a:lnTo>
                    <a:pt x="1704" y="479"/>
                  </a:lnTo>
                  <a:lnTo>
                    <a:pt x="1707" y="451"/>
                  </a:lnTo>
                  <a:lnTo>
                    <a:pt x="1709" y="440"/>
                  </a:lnTo>
                  <a:lnTo>
                    <a:pt x="1711" y="430"/>
                  </a:lnTo>
                  <a:lnTo>
                    <a:pt x="1715" y="412"/>
                  </a:lnTo>
                  <a:lnTo>
                    <a:pt x="1719" y="392"/>
                  </a:lnTo>
                  <a:lnTo>
                    <a:pt x="1725" y="374"/>
                  </a:lnTo>
                  <a:lnTo>
                    <a:pt x="1731" y="354"/>
                  </a:lnTo>
                  <a:lnTo>
                    <a:pt x="1737" y="342"/>
                  </a:lnTo>
                  <a:lnTo>
                    <a:pt x="1743" y="328"/>
                  </a:lnTo>
                  <a:lnTo>
                    <a:pt x="1749" y="316"/>
                  </a:lnTo>
                  <a:lnTo>
                    <a:pt x="1755" y="306"/>
                  </a:lnTo>
                  <a:lnTo>
                    <a:pt x="1762" y="296"/>
                  </a:lnTo>
                  <a:lnTo>
                    <a:pt x="1769" y="286"/>
                  </a:lnTo>
                  <a:lnTo>
                    <a:pt x="1777" y="278"/>
                  </a:lnTo>
                  <a:lnTo>
                    <a:pt x="1785" y="270"/>
                  </a:lnTo>
                  <a:lnTo>
                    <a:pt x="1793" y="264"/>
                  </a:lnTo>
                  <a:lnTo>
                    <a:pt x="1801" y="258"/>
                  </a:lnTo>
                  <a:lnTo>
                    <a:pt x="1810" y="252"/>
                  </a:lnTo>
                  <a:lnTo>
                    <a:pt x="1818" y="248"/>
                  </a:lnTo>
                  <a:lnTo>
                    <a:pt x="1827" y="244"/>
                  </a:lnTo>
                  <a:lnTo>
                    <a:pt x="1837" y="242"/>
                  </a:lnTo>
                  <a:lnTo>
                    <a:pt x="1846" y="242"/>
                  </a:lnTo>
                  <a:lnTo>
                    <a:pt x="1855" y="240"/>
                  </a:lnTo>
                  <a:lnTo>
                    <a:pt x="1869" y="242"/>
                  </a:lnTo>
                  <a:lnTo>
                    <a:pt x="1877" y="244"/>
                  </a:lnTo>
                  <a:lnTo>
                    <a:pt x="1884" y="246"/>
                  </a:lnTo>
                  <a:lnTo>
                    <a:pt x="1897" y="250"/>
                  </a:lnTo>
                  <a:lnTo>
                    <a:pt x="1904" y="254"/>
                  </a:lnTo>
                  <a:lnTo>
                    <a:pt x="1910" y="258"/>
                  </a:lnTo>
                  <a:lnTo>
                    <a:pt x="1916" y="262"/>
                  </a:lnTo>
                  <a:lnTo>
                    <a:pt x="1923" y="268"/>
                  </a:lnTo>
                  <a:lnTo>
                    <a:pt x="1928" y="274"/>
                  </a:lnTo>
                  <a:lnTo>
                    <a:pt x="1934" y="280"/>
                  </a:lnTo>
                  <a:lnTo>
                    <a:pt x="1945" y="294"/>
                  </a:lnTo>
                  <a:lnTo>
                    <a:pt x="1956" y="310"/>
                  </a:lnTo>
                  <a:lnTo>
                    <a:pt x="1966" y="328"/>
                  </a:lnTo>
                  <a:lnTo>
                    <a:pt x="1975" y="350"/>
                  </a:lnTo>
                  <a:lnTo>
                    <a:pt x="1984" y="372"/>
                  </a:lnTo>
                  <a:lnTo>
                    <a:pt x="1992" y="396"/>
                  </a:lnTo>
                  <a:lnTo>
                    <a:pt x="1999" y="424"/>
                  </a:lnTo>
                  <a:lnTo>
                    <a:pt x="2006" y="453"/>
                  </a:lnTo>
                  <a:lnTo>
                    <a:pt x="2013" y="483"/>
                  </a:lnTo>
                  <a:lnTo>
                    <a:pt x="2018" y="517"/>
                  </a:lnTo>
                  <a:lnTo>
                    <a:pt x="2180" y="1526"/>
                  </a:lnTo>
                  <a:lnTo>
                    <a:pt x="2339" y="517"/>
                  </a:lnTo>
                  <a:lnTo>
                    <a:pt x="2344" y="483"/>
                  </a:lnTo>
                  <a:lnTo>
                    <a:pt x="2351" y="453"/>
                  </a:lnTo>
                  <a:lnTo>
                    <a:pt x="2358" y="424"/>
                  </a:lnTo>
                  <a:lnTo>
                    <a:pt x="2365" y="396"/>
                  </a:lnTo>
                  <a:lnTo>
                    <a:pt x="2373" y="372"/>
                  </a:lnTo>
                  <a:lnTo>
                    <a:pt x="2382" y="350"/>
                  </a:lnTo>
                  <a:lnTo>
                    <a:pt x="2391" y="328"/>
                  </a:lnTo>
                  <a:lnTo>
                    <a:pt x="2401" y="310"/>
                  </a:lnTo>
                  <a:lnTo>
                    <a:pt x="2412" y="294"/>
                  </a:lnTo>
                  <a:lnTo>
                    <a:pt x="2417" y="286"/>
                  </a:lnTo>
                  <a:lnTo>
                    <a:pt x="2423" y="280"/>
                  </a:lnTo>
                  <a:lnTo>
                    <a:pt x="2429" y="274"/>
                  </a:lnTo>
                  <a:lnTo>
                    <a:pt x="2435" y="268"/>
                  </a:lnTo>
                  <a:lnTo>
                    <a:pt x="2447" y="258"/>
                  </a:lnTo>
                  <a:lnTo>
                    <a:pt x="2453" y="254"/>
                  </a:lnTo>
                  <a:lnTo>
                    <a:pt x="2460" y="250"/>
                  </a:lnTo>
                  <a:lnTo>
                    <a:pt x="2473" y="246"/>
                  </a:lnTo>
                  <a:lnTo>
                    <a:pt x="2488" y="242"/>
                  </a:lnTo>
                  <a:lnTo>
                    <a:pt x="2503" y="240"/>
                  </a:lnTo>
                  <a:lnTo>
                    <a:pt x="2512" y="242"/>
                  </a:lnTo>
                  <a:lnTo>
                    <a:pt x="2521" y="242"/>
                  </a:lnTo>
                  <a:lnTo>
                    <a:pt x="2530" y="244"/>
                  </a:lnTo>
                  <a:lnTo>
                    <a:pt x="2539" y="248"/>
                  </a:lnTo>
                  <a:lnTo>
                    <a:pt x="2547" y="252"/>
                  </a:lnTo>
                  <a:lnTo>
                    <a:pt x="2556" y="258"/>
                  </a:lnTo>
                  <a:lnTo>
                    <a:pt x="2564" y="264"/>
                  </a:lnTo>
                  <a:lnTo>
                    <a:pt x="2572" y="270"/>
                  </a:lnTo>
                  <a:lnTo>
                    <a:pt x="2580" y="278"/>
                  </a:lnTo>
                  <a:lnTo>
                    <a:pt x="2588" y="286"/>
                  </a:lnTo>
                  <a:lnTo>
                    <a:pt x="2595" y="296"/>
                  </a:lnTo>
                  <a:lnTo>
                    <a:pt x="2602" y="306"/>
                  </a:lnTo>
                  <a:lnTo>
                    <a:pt x="2608" y="316"/>
                  </a:lnTo>
                  <a:lnTo>
                    <a:pt x="2614" y="328"/>
                  </a:lnTo>
                  <a:lnTo>
                    <a:pt x="2620" y="342"/>
                  </a:lnTo>
                  <a:lnTo>
                    <a:pt x="2626" y="354"/>
                  </a:lnTo>
                  <a:lnTo>
                    <a:pt x="2632" y="374"/>
                  </a:lnTo>
                  <a:lnTo>
                    <a:pt x="2635" y="384"/>
                  </a:lnTo>
                  <a:lnTo>
                    <a:pt x="2638" y="392"/>
                  </a:lnTo>
                  <a:lnTo>
                    <a:pt x="2642" y="412"/>
                  </a:lnTo>
                  <a:lnTo>
                    <a:pt x="2646" y="430"/>
                  </a:lnTo>
                  <a:lnTo>
                    <a:pt x="2650" y="451"/>
                  </a:lnTo>
                  <a:lnTo>
                    <a:pt x="2652" y="465"/>
                  </a:lnTo>
                  <a:lnTo>
                    <a:pt x="2653" y="479"/>
                  </a:lnTo>
                  <a:lnTo>
                    <a:pt x="2657" y="515"/>
                  </a:lnTo>
                  <a:lnTo>
                    <a:pt x="2661" y="555"/>
                  </a:lnTo>
                  <a:lnTo>
                    <a:pt x="2680" y="765"/>
                  </a:lnTo>
                  <a:lnTo>
                    <a:pt x="2675" y="791"/>
                  </a:lnTo>
                  <a:lnTo>
                    <a:pt x="2671" y="815"/>
                  </a:lnTo>
                  <a:lnTo>
                    <a:pt x="2664" y="867"/>
                  </a:lnTo>
                  <a:lnTo>
                    <a:pt x="2658" y="919"/>
                  </a:lnTo>
                  <a:lnTo>
                    <a:pt x="2655" y="945"/>
                  </a:lnTo>
                  <a:lnTo>
                    <a:pt x="2653" y="973"/>
                  </a:lnTo>
                  <a:lnTo>
                    <a:pt x="2651" y="999"/>
                  </a:lnTo>
                  <a:lnTo>
                    <a:pt x="2649" y="1027"/>
                  </a:lnTo>
                  <a:lnTo>
                    <a:pt x="2647" y="1053"/>
                  </a:lnTo>
                  <a:lnTo>
                    <a:pt x="2646" y="1081"/>
                  </a:lnTo>
                  <a:lnTo>
                    <a:pt x="2645" y="1107"/>
                  </a:lnTo>
                  <a:lnTo>
                    <a:pt x="2644" y="1135"/>
                  </a:lnTo>
                  <a:lnTo>
                    <a:pt x="2643" y="1191"/>
                  </a:lnTo>
                  <a:close/>
                  <a:moveTo>
                    <a:pt x="4662" y="1920"/>
                  </a:moveTo>
                  <a:lnTo>
                    <a:pt x="4666" y="1934"/>
                  </a:lnTo>
                  <a:lnTo>
                    <a:pt x="4669" y="1946"/>
                  </a:lnTo>
                  <a:lnTo>
                    <a:pt x="4671" y="1960"/>
                  </a:lnTo>
                  <a:lnTo>
                    <a:pt x="4673" y="1972"/>
                  </a:lnTo>
                  <a:lnTo>
                    <a:pt x="4675" y="1986"/>
                  </a:lnTo>
                  <a:lnTo>
                    <a:pt x="4676" y="1998"/>
                  </a:lnTo>
                  <a:lnTo>
                    <a:pt x="4677" y="2012"/>
                  </a:lnTo>
                  <a:lnTo>
                    <a:pt x="4677" y="2024"/>
                  </a:lnTo>
                  <a:lnTo>
                    <a:pt x="4676" y="2048"/>
                  </a:lnTo>
                  <a:lnTo>
                    <a:pt x="4676" y="2060"/>
                  </a:lnTo>
                  <a:lnTo>
                    <a:pt x="4675" y="2072"/>
                  </a:lnTo>
                  <a:lnTo>
                    <a:pt x="4672" y="2094"/>
                  </a:lnTo>
                  <a:lnTo>
                    <a:pt x="4668" y="2114"/>
                  </a:lnTo>
                  <a:lnTo>
                    <a:pt x="4664" y="2134"/>
                  </a:lnTo>
                  <a:lnTo>
                    <a:pt x="4658" y="2152"/>
                  </a:lnTo>
                  <a:lnTo>
                    <a:pt x="4655" y="2162"/>
                  </a:lnTo>
                  <a:lnTo>
                    <a:pt x="4651" y="2170"/>
                  </a:lnTo>
                  <a:lnTo>
                    <a:pt x="4643" y="2186"/>
                  </a:lnTo>
                  <a:lnTo>
                    <a:pt x="4639" y="2194"/>
                  </a:lnTo>
                  <a:lnTo>
                    <a:pt x="4635" y="2202"/>
                  </a:lnTo>
                  <a:lnTo>
                    <a:pt x="4625" y="2214"/>
                  </a:lnTo>
                  <a:lnTo>
                    <a:pt x="4616" y="2226"/>
                  </a:lnTo>
                  <a:lnTo>
                    <a:pt x="4605" y="2234"/>
                  </a:lnTo>
                  <a:lnTo>
                    <a:pt x="4594" y="2242"/>
                  </a:lnTo>
                  <a:lnTo>
                    <a:pt x="4582" y="2246"/>
                  </a:lnTo>
                  <a:lnTo>
                    <a:pt x="4576" y="2248"/>
                  </a:lnTo>
                  <a:lnTo>
                    <a:pt x="4570" y="2250"/>
                  </a:lnTo>
                  <a:lnTo>
                    <a:pt x="4557" y="2250"/>
                  </a:lnTo>
                  <a:lnTo>
                    <a:pt x="4549" y="2250"/>
                  </a:lnTo>
                  <a:lnTo>
                    <a:pt x="4542" y="2248"/>
                  </a:lnTo>
                  <a:lnTo>
                    <a:pt x="4534" y="2246"/>
                  </a:lnTo>
                  <a:lnTo>
                    <a:pt x="4527" y="2242"/>
                  </a:lnTo>
                  <a:lnTo>
                    <a:pt x="4520" y="2236"/>
                  </a:lnTo>
                  <a:lnTo>
                    <a:pt x="4513" y="2230"/>
                  </a:lnTo>
                  <a:lnTo>
                    <a:pt x="4506" y="2222"/>
                  </a:lnTo>
                  <a:lnTo>
                    <a:pt x="4498" y="2214"/>
                  </a:lnTo>
                  <a:lnTo>
                    <a:pt x="4492" y="2204"/>
                  </a:lnTo>
                  <a:lnTo>
                    <a:pt x="4484" y="2192"/>
                  </a:lnTo>
                  <a:lnTo>
                    <a:pt x="4468" y="2162"/>
                  </a:lnTo>
                  <a:lnTo>
                    <a:pt x="4459" y="2144"/>
                  </a:lnTo>
                  <a:lnTo>
                    <a:pt x="4450" y="2122"/>
                  </a:lnTo>
                  <a:lnTo>
                    <a:pt x="4430" y="2074"/>
                  </a:lnTo>
                  <a:lnTo>
                    <a:pt x="4165" y="1432"/>
                  </a:lnTo>
                  <a:lnTo>
                    <a:pt x="4165" y="2008"/>
                  </a:lnTo>
                  <a:lnTo>
                    <a:pt x="4164" y="2036"/>
                  </a:lnTo>
                  <a:lnTo>
                    <a:pt x="4164" y="2050"/>
                  </a:lnTo>
                  <a:lnTo>
                    <a:pt x="4163" y="2064"/>
                  </a:lnTo>
                  <a:lnTo>
                    <a:pt x="4160" y="2088"/>
                  </a:lnTo>
                  <a:lnTo>
                    <a:pt x="4157" y="2112"/>
                  </a:lnTo>
                  <a:lnTo>
                    <a:pt x="4155" y="2124"/>
                  </a:lnTo>
                  <a:lnTo>
                    <a:pt x="4152" y="2134"/>
                  </a:lnTo>
                  <a:lnTo>
                    <a:pt x="4147" y="2154"/>
                  </a:lnTo>
                  <a:lnTo>
                    <a:pt x="4140" y="2174"/>
                  </a:lnTo>
                  <a:lnTo>
                    <a:pt x="4137" y="2182"/>
                  </a:lnTo>
                  <a:lnTo>
                    <a:pt x="4133" y="2190"/>
                  </a:lnTo>
                  <a:lnTo>
                    <a:pt x="4129" y="2198"/>
                  </a:lnTo>
                  <a:lnTo>
                    <a:pt x="4125" y="2206"/>
                  </a:lnTo>
                  <a:lnTo>
                    <a:pt x="4115" y="2218"/>
                  </a:lnTo>
                  <a:lnTo>
                    <a:pt x="4105" y="2230"/>
                  </a:lnTo>
                  <a:lnTo>
                    <a:pt x="4100" y="2234"/>
                  </a:lnTo>
                  <a:lnTo>
                    <a:pt x="4095" y="2238"/>
                  </a:lnTo>
                  <a:lnTo>
                    <a:pt x="4083" y="2246"/>
                  </a:lnTo>
                  <a:lnTo>
                    <a:pt x="4071" y="2250"/>
                  </a:lnTo>
                  <a:lnTo>
                    <a:pt x="4064" y="2252"/>
                  </a:lnTo>
                  <a:lnTo>
                    <a:pt x="4057" y="2254"/>
                  </a:lnTo>
                  <a:lnTo>
                    <a:pt x="4043" y="2254"/>
                  </a:lnTo>
                  <a:lnTo>
                    <a:pt x="4029" y="2254"/>
                  </a:lnTo>
                  <a:lnTo>
                    <a:pt x="4022" y="2252"/>
                  </a:lnTo>
                  <a:lnTo>
                    <a:pt x="4015" y="2250"/>
                  </a:lnTo>
                  <a:lnTo>
                    <a:pt x="4003" y="2246"/>
                  </a:lnTo>
                  <a:lnTo>
                    <a:pt x="3991" y="2238"/>
                  </a:lnTo>
                  <a:lnTo>
                    <a:pt x="3985" y="2234"/>
                  </a:lnTo>
                  <a:lnTo>
                    <a:pt x="3980" y="2230"/>
                  </a:lnTo>
                  <a:lnTo>
                    <a:pt x="3970" y="2218"/>
                  </a:lnTo>
                  <a:lnTo>
                    <a:pt x="3960" y="2206"/>
                  </a:lnTo>
                  <a:lnTo>
                    <a:pt x="3956" y="2198"/>
                  </a:lnTo>
                  <a:lnTo>
                    <a:pt x="3952" y="2190"/>
                  </a:lnTo>
                  <a:lnTo>
                    <a:pt x="3948" y="2182"/>
                  </a:lnTo>
                  <a:lnTo>
                    <a:pt x="3944" y="2174"/>
                  </a:lnTo>
                  <a:lnTo>
                    <a:pt x="3938" y="2154"/>
                  </a:lnTo>
                  <a:lnTo>
                    <a:pt x="3933" y="2134"/>
                  </a:lnTo>
                  <a:lnTo>
                    <a:pt x="3930" y="2124"/>
                  </a:lnTo>
                  <a:lnTo>
                    <a:pt x="3928" y="2112"/>
                  </a:lnTo>
                  <a:lnTo>
                    <a:pt x="3925" y="2088"/>
                  </a:lnTo>
                  <a:lnTo>
                    <a:pt x="3922" y="2064"/>
                  </a:lnTo>
                  <a:lnTo>
                    <a:pt x="3921" y="2036"/>
                  </a:lnTo>
                  <a:lnTo>
                    <a:pt x="3920" y="2008"/>
                  </a:lnTo>
                  <a:lnTo>
                    <a:pt x="3920" y="1842"/>
                  </a:lnTo>
                  <a:lnTo>
                    <a:pt x="3930" y="1804"/>
                  </a:lnTo>
                  <a:lnTo>
                    <a:pt x="3940" y="1768"/>
                  </a:lnTo>
                  <a:lnTo>
                    <a:pt x="3945" y="1748"/>
                  </a:lnTo>
                  <a:lnTo>
                    <a:pt x="3949" y="1730"/>
                  </a:lnTo>
                  <a:lnTo>
                    <a:pt x="3958" y="1692"/>
                  </a:lnTo>
                  <a:lnTo>
                    <a:pt x="3965" y="1652"/>
                  </a:lnTo>
                  <a:lnTo>
                    <a:pt x="3973" y="1612"/>
                  </a:lnTo>
                  <a:lnTo>
                    <a:pt x="3979" y="1572"/>
                  </a:lnTo>
                  <a:lnTo>
                    <a:pt x="3985" y="1532"/>
                  </a:lnTo>
                  <a:lnTo>
                    <a:pt x="3991" y="1490"/>
                  </a:lnTo>
                  <a:lnTo>
                    <a:pt x="3995" y="1450"/>
                  </a:lnTo>
                  <a:lnTo>
                    <a:pt x="3999" y="1408"/>
                  </a:lnTo>
                  <a:lnTo>
                    <a:pt x="4003" y="1364"/>
                  </a:lnTo>
                  <a:lnTo>
                    <a:pt x="4005" y="1323"/>
                  </a:lnTo>
                  <a:lnTo>
                    <a:pt x="4007" y="1279"/>
                  </a:lnTo>
                  <a:lnTo>
                    <a:pt x="4008" y="1235"/>
                  </a:lnTo>
                  <a:lnTo>
                    <a:pt x="4009" y="1191"/>
                  </a:lnTo>
                  <a:lnTo>
                    <a:pt x="4008" y="1147"/>
                  </a:lnTo>
                  <a:lnTo>
                    <a:pt x="4007" y="1103"/>
                  </a:lnTo>
                  <a:lnTo>
                    <a:pt x="4005" y="1059"/>
                  </a:lnTo>
                  <a:lnTo>
                    <a:pt x="4003" y="1017"/>
                  </a:lnTo>
                  <a:lnTo>
                    <a:pt x="3999" y="973"/>
                  </a:lnTo>
                  <a:lnTo>
                    <a:pt x="3995" y="931"/>
                  </a:lnTo>
                  <a:lnTo>
                    <a:pt x="3991" y="889"/>
                  </a:lnTo>
                  <a:lnTo>
                    <a:pt x="3985" y="849"/>
                  </a:lnTo>
                  <a:lnTo>
                    <a:pt x="3979" y="809"/>
                  </a:lnTo>
                  <a:lnTo>
                    <a:pt x="3976" y="787"/>
                  </a:lnTo>
                  <a:lnTo>
                    <a:pt x="3973" y="767"/>
                  </a:lnTo>
                  <a:lnTo>
                    <a:pt x="3965" y="729"/>
                  </a:lnTo>
                  <a:lnTo>
                    <a:pt x="3958" y="689"/>
                  </a:lnTo>
                  <a:lnTo>
                    <a:pt x="3949" y="651"/>
                  </a:lnTo>
                  <a:lnTo>
                    <a:pt x="3940" y="613"/>
                  </a:lnTo>
                  <a:lnTo>
                    <a:pt x="3935" y="595"/>
                  </a:lnTo>
                  <a:lnTo>
                    <a:pt x="3930" y="577"/>
                  </a:lnTo>
                  <a:lnTo>
                    <a:pt x="3920" y="539"/>
                  </a:lnTo>
                  <a:lnTo>
                    <a:pt x="3920" y="499"/>
                  </a:lnTo>
                  <a:lnTo>
                    <a:pt x="3921" y="467"/>
                  </a:lnTo>
                  <a:lnTo>
                    <a:pt x="3921" y="453"/>
                  </a:lnTo>
                  <a:lnTo>
                    <a:pt x="3922" y="440"/>
                  </a:lnTo>
                  <a:lnTo>
                    <a:pt x="3925" y="412"/>
                  </a:lnTo>
                  <a:lnTo>
                    <a:pt x="3926" y="400"/>
                  </a:lnTo>
                  <a:lnTo>
                    <a:pt x="3928" y="388"/>
                  </a:lnTo>
                  <a:lnTo>
                    <a:pt x="3933" y="364"/>
                  </a:lnTo>
                  <a:lnTo>
                    <a:pt x="3939" y="344"/>
                  </a:lnTo>
                  <a:lnTo>
                    <a:pt x="3942" y="334"/>
                  </a:lnTo>
                  <a:lnTo>
                    <a:pt x="3946" y="324"/>
                  </a:lnTo>
                  <a:lnTo>
                    <a:pt x="3953" y="308"/>
                  </a:lnTo>
                  <a:lnTo>
                    <a:pt x="3958" y="300"/>
                  </a:lnTo>
                  <a:lnTo>
                    <a:pt x="3962" y="292"/>
                  </a:lnTo>
                  <a:lnTo>
                    <a:pt x="3972" y="280"/>
                  </a:lnTo>
                  <a:lnTo>
                    <a:pt x="3983" y="268"/>
                  </a:lnTo>
                  <a:lnTo>
                    <a:pt x="3989" y="264"/>
                  </a:lnTo>
                  <a:lnTo>
                    <a:pt x="3995" y="260"/>
                  </a:lnTo>
                  <a:lnTo>
                    <a:pt x="4008" y="254"/>
                  </a:lnTo>
                  <a:lnTo>
                    <a:pt x="4023" y="248"/>
                  </a:lnTo>
                  <a:lnTo>
                    <a:pt x="4030" y="246"/>
                  </a:lnTo>
                  <a:lnTo>
                    <a:pt x="4038" y="246"/>
                  </a:lnTo>
                  <a:lnTo>
                    <a:pt x="4054" y="244"/>
                  </a:lnTo>
                  <a:lnTo>
                    <a:pt x="4257" y="244"/>
                  </a:lnTo>
                  <a:lnTo>
                    <a:pt x="4280" y="244"/>
                  </a:lnTo>
                  <a:lnTo>
                    <a:pt x="4302" y="246"/>
                  </a:lnTo>
                  <a:lnTo>
                    <a:pt x="4323" y="246"/>
                  </a:lnTo>
                  <a:lnTo>
                    <a:pt x="4342" y="250"/>
                  </a:lnTo>
                  <a:lnTo>
                    <a:pt x="4361" y="252"/>
                  </a:lnTo>
                  <a:lnTo>
                    <a:pt x="4379" y="256"/>
                  </a:lnTo>
                  <a:lnTo>
                    <a:pt x="4395" y="260"/>
                  </a:lnTo>
                  <a:lnTo>
                    <a:pt x="4411" y="264"/>
                  </a:lnTo>
                  <a:lnTo>
                    <a:pt x="4425" y="270"/>
                  </a:lnTo>
                  <a:lnTo>
                    <a:pt x="4440" y="278"/>
                  </a:lnTo>
                  <a:lnTo>
                    <a:pt x="4453" y="284"/>
                  </a:lnTo>
                  <a:lnTo>
                    <a:pt x="4466" y="294"/>
                  </a:lnTo>
                  <a:lnTo>
                    <a:pt x="4479" y="302"/>
                  </a:lnTo>
                  <a:lnTo>
                    <a:pt x="4491" y="312"/>
                  </a:lnTo>
                  <a:lnTo>
                    <a:pt x="4504" y="324"/>
                  </a:lnTo>
                  <a:lnTo>
                    <a:pt x="4515" y="336"/>
                  </a:lnTo>
                  <a:lnTo>
                    <a:pt x="4524" y="346"/>
                  </a:lnTo>
                  <a:lnTo>
                    <a:pt x="4533" y="358"/>
                  </a:lnTo>
                  <a:lnTo>
                    <a:pt x="4549" y="380"/>
                  </a:lnTo>
                  <a:lnTo>
                    <a:pt x="4564" y="404"/>
                  </a:lnTo>
                  <a:lnTo>
                    <a:pt x="4579" y="430"/>
                  </a:lnTo>
                  <a:lnTo>
                    <a:pt x="4586" y="444"/>
                  </a:lnTo>
                  <a:lnTo>
                    <a:pt x="4592" y="457"/>
                  </a:lnTo>
                  <a:lnTo>
                    <a:pt x="4605" y="487"/>
                  </a:lnTo>
                  <a:lnTo>
                    <a:pt x="4610" y="503"/>
                  </a:lnTo>
                  <a:lnTo>
                    <a:pt x="4616" y="519"/>
                  </a:lnTo>
                  <a:lnTo>
                    <a:pt x="4621" y="535"/>
                  </a:lnTo>
                  <a:lnTo>
                    <a:pt x="4626" y="551"/>
                  </a:lnTo>
                  <a:lnTo>
                    <a:pt x="4631" y="569"/>
                  </a:lnTo>
                  <a:lnTo>
                    <a:pt x="4636" y="585"/>
                  </a:lnTo>
                  <a:lnTo>
                    <a:pt x="4640" y="603"/>
                  </a:lnTo>
                  <a:lnTo>
                    <a:pt x="4644" y="621"/>
                  </a:lnTo>
                  <a:lnTo>
                    <a:pt x="4647" y="639"/>
                  </a:lnTo>
                  <a:lnTo>
                    <a:pt x="4651" y="657"/>
                  </a:lnTo>
                  <a:lnTo>
                    <a:pt x="4654" y="675"/>
                  </a:lnTo>
                  <a:lnTo>
                    <a:pt x="4656" y="695"/>
                  </a:lnTo>
                  <a:lnTo>
                    <a:pt x="4659" y="713"/>
                  </a:lnTo>
                  <a:lnTo>
                    <a:pt x="4661" y="733"/>
                  </a:lnTo>
                  <a:lnTo>
                    <a:pt x="4664" y="771"/>
                  </a:lnTo>
                  <a:lnTo>
                    <a:pt x="4665" y="791"/>
                  </a:lnTo>
                  <a:lnTo>
                    <a:pt x="4666" y="813"/>
                  </a:lnTo>
                  <a:lnTo>
                    <a:pt x="4666" y="833"/>
                  </a:lnTo>
                  <a:lnTo>
                    <a:pt x="4666" y="853"/>
                  </a:lnTo>
                  <a:lnTo>
                    <a:pt x="4666" y="881"/>
                  </a:lnTo>
                  <a:lnTo>
                    <a:pt x="4665" y="909"/>
                  </a:lnTo>
                  <a:lnTo>
                    <a:pt x="4664" y="935"/>
                  </a:lnTo>
                  <a:lnTo>
                    <a:pt x="4663" y="961"/>
                  </a:lnTo>
                  <a:lnTo>
                    <a:pt x="4661" y="987"/>
                  </a:lnTo>
                  <a:lnTo>
                    <a:pt x="4658" y="1011"/>
                  </a:lnTo>
                  <a:lnTo>
                    <a:pt x="4655" y="1035"/>
                  </a:lnTo>
                  <a:lnTo>
                    <a:pt x="4652" y="1059"/>
                  </a:lnTo>
                  <a:lnTo>
                    <a:pt x="4648" y="1081"/>
                  </a:lnTo>
                  <a:lnTo>
                    <a:pt x="4644" y="1101"/>
                  </a:lnTo>
                  <a:lnTo>
                    <a:pt x="4640" y="1123"/>
                  </a:lnTo>
                  <a:lnTo>
                    <a:pt x="4635" y="1143"/>
                  </a:lnTo>
                  <a:lnTo>
                    <a:pt x="4629" y="1161"/>
                  </a:lnTo>
                  <a:lnTo>
                    <a:pt x="4623" y="1181"/>
                  </a:lnTo>
                  <a:lnTo>
                    <a:pt x="4617" y="1197"/>
                  </a:lnTo>
                  <a:lnTo>
                    <a:pt x="4610" y="1215"/>
                  </a:lnTo>
                  <a:lnTo>
                    <a:pt x="4603" y="1231"/>
                  </a:lnTo>
                  <a:lnTo>
                    <a:pt x="4595" y="1247"/>
                  </a:lnTo>
                  <a:lnTo>
                    <a:pt x="4587" y="1261"/>
                  </a:lnTo>
                  <a:lnTo>
                    <a:pt x="4578" y="1275"/>
                  </a:lnTo>
                  <a:lnTo>
                    <a:pt x="4569" y="1289"/>
                  </a:lnTo>
                  <a:lnTo>
                    <a:pt x="4560" y="1303"/>
                  </a:lnTo>
                  <a:lnTo>
                    <a:pt x="4549" y="1315"/>
                  </a:lnTo>
                  <a:lnTo>
                    <a:pt x="4539" y="1327"/>
                  </a:lnTo>
                  <a:lnTo>
                    <a:pt x="4528" y="1337"/>
                  </a:lnTo>
                  <a:lnTo>
                    <a:pt x="4516" y="1349"/>
                  </a:lnTo>
                  <a:lnTo>
                    <a:pt x="4504" y="1358"/>
                  </a:lnTo>
                  <a:lnTo>
                    <a:pt x="4491" y="1366"/>
                  </a:lnTo>
                  <a:lnTo>
                    <a:pt x="4478" y="1374"/>
                  </a:lnTo>
                  <a:lnTo>
                    <a:pt x="4465" y="1382"/>
                  </a:lnTo>
                  <a:lnTo>
                    <a:pt x="4436" y="1396"/>
                  </a:lnTo>
                  <a:lnTo>
                    <a:pt x="4571" y="1700"/>
                  </a:lnTo>
                  <a:lnTo>
                    <a:pt x="4579" y="1722"/>
                  </a:lnTo>
                  <a:lnTo>
                    <a:pt x="4589" y="1744"/>
                  </a:lnTo>
                  <a:lnTo>
                    <a:pt x="4612" y="1792"/>
                  </a:lnTo>
                  <a:lnTo>
                    <a:pt x="4628" y="1828"/>
                  </a:lnTo>
                  <a:lnTo>
                    <a:pt x="4642" y="1862"/>
                  </a:lnTo>
                  <a:lnTo>
                    <a:pt x="4648" y="1878"/>
                  </a:lnTo>
                  <a:lnTo>
                    <a:pt x="4653" y="1892"/>
                  </a:lnTo>
                  <a:lnTo>
                    <a:pt x="4662" y="1920"/>
                  </a:lnTo>
                  <a:close/>
                  <a:moveTo>
                    <a:pt x="4276" y="1091"/>
                  </a:moveTo>
                  <a:lnTo>
                    <a:pt x="4294" y="1089"/>
                  </a:lnTo>
                  <a:lnTo>
                    <a:pt x="4311" y="1087"/>
                  </a:lnTo>
                  <a:lnTo>
                    <a:pt x="4320" y="1085"/>
                  </a:lnTo>
                  <a:lnTo>
                    <a:pt x="4327" y="1081"/>
                  </a:lnTo>
                  <a:lnTo>
                    <a:pt x="4342" y="1075"/>
                  </a:lnTo>
                  <a:lnTo>
                    <a:pt x="4356" y="1067"/>
                  </a:lnTo>
                  <a:lnTo>
                    <a:pt x="4368" y="1057"/>
                  </a:lnTo>
                  <a:lnTo>
                    <a:pt x="4374" y="1051"/>
                  </a:lnTo>
                  <a:lnTo>
                    <a:pt x="4379" y="1045"/>
                  </a:lnTo>
                  <a:lnTo>
                    <a:pt x="4384" y="1039"/>
                  </a:lnTo>
                  <a:lnTo>
                    <a:pt x="4389" y="1033"/>
                  </a:lnTo>
                  <a:lnTo>
                    <a:pt x="4394" y="1025"/>
                  </a:lnTo>
                  <a:lnTo>
                    <a:pt x="4398" y="1017"/>
                  </a:lnTo>
                  <a:lnTo>
                    <a:pt x="4406" y="999"/>
                  </a:lnTo>
                  <a:lnTo>
                    <a:pt x="4412" y="981"/>
                  </a:lnTo>
                  <a:lnTo>
                    <a:pt x="4415" y="971"/>
                  </a:lnTo>
                  <a:lnTo>
                    <a:pt x="4417" y="959"/>
                  </a:lnTo>
                  <a:lnTo>
                    <a:pt x="4420" y="949"/>
                  </a:lnTo>
                  <a:lnTo>
                    <a:pt x="4421" y="937"/>
                  </a:lnTo>
                  <a:lnTo>
                    <a:pt x="4423" y="925"/>
                  </a:lnTo>
                  <a:lnTo>
                    <a:pt x="4424" y="913"/>
                  </a:lnTo>
                  <a:lnTo>
                    <a:pt x="4426" y="887"/>
                  </a:lnTo>
                  <a:lnTo>
                    <a:pt x="4427" y="873"/>
                  </a:lnTo>
                  <a:lnTo>
                    <a:pt x="4427" y="859"/>
                  </a:lnTo>
                  <a:lnTo>
                    <a:pt x="4426" y="835"/>
                  </a:lnTo>
                  <a:lnTo>
                    <a:pt x="4424" y="813"/>
                  </a:lnTo>
                  <a:lnTo>
                    <a:pt x="4422" y="791"/>
                  </a:lnTo>
                  <a:lnTo>
                    <a:pt x="4418" y="773"/>
                  </a:lnTo>
                  <a:lnTo>
                    <a:pt x="4413" y="755"/>
                  </a:lnTo>
                  <a:lnTo>
                    <a:pt x="4406" y="739"/>
                  </a:lnTo>
                  <a:lnTo>
                    <a:pt x="4399" y="723"/>
                  </a:lnTo>
                  <a:lnTo>
                    <a:pt x="4391" y="711"/>
                  </a:lnTo>
                  <a:lnTo>
                    <a:pt x="4381" y="699"/>
                  </a:lnTo>
                  <a:lnTo>
                    <a:pt x="4370" y="689"/>
                  </a:lnTo>
                  <a:lnTo>
                    <a:pt x="4358" y="681"/>
                  </a:lnTo>
                  <a:lnTo>
                    <a:pt x="4346" y="673"/>
                  </a:lnTo>
                  <a:lnTo>
                    <a:pt x="4331" y="669"/>
                  </a:lnTo>
                  <a:lnTo>
                    <a:pt x="4316" y="665"/>
                  </a:lnTo>
                  <a:lnTo>
                    <a:pt x="4300" y="663"/>
                  </a:lnTo>
                  <a:lnTo>
                    <a:pt x="4282" y="661"/>
                  </a:lnTo>
                  <a:lnTo>
                    <a:pt x="4165" y="661"/>
                  </a:lnTo>
                  <a:lnTo>
                    <a:pt x="4165" y="1091"/>
                  </a:lnTo>
                  <a:lnTo>
                    <a:pt x="4276" y="10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4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54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Blue">
  <p:cSld name="Section Header Blue">
    <p:bg>
      <p:bgPr>
        <a:solidFill>
          <a:schemeClr val="accent2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69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69"/>
          <p:cNvSpPr>
            <a:spLocks noGrp="1"/>
          </p:cNvSpPr>
          <p:nvPr>
            <p:ph type="sldNum" idx="12"/>
          </p:nvPr>
        </p:nvSpPr>
        <p:spPr>
          <a:xfrm flipH="1">
            <a:off x="349394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"/>
              <a:buFont typeface="Arial"/>
              <a:buNone/>
              <a:defRPr sz="385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35" name="Google Shape;535;p69"/>
          <p:cNvSpPr txBox="1">
            <a:spLocks noGrp="1"/>
          </p:cNvSpPr>
          <p:nvPr>
            <p:ph type="title"/>
          </p:nvPr>
        </p:nvSpPr>
        <p:spPr>
          <a:xfrm>
            <a:off x="349394" y="2803605"/>
            <a:ext cx="9742203" cy="173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083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69"/>
          <p:cNvSpPr txBox="1">
            <a:spLocks noGrp="1"/>
          </p:cNvSpPr>
          <p:nvPr>
            <p:ph type="subTitle" idx="1"/>
          </p:nvPr>
        </p:nvSpPr>
        <p:spPr>
          <a:xfrm>
            <a:off x="349394" y="4796093"/>
            <a:ext cx="9742203" cy="57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28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  <a:defRPr sz="1156" b="0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 sz="1285"/>
            </a:lvl2pPr>
            <a:lvl3pPr lvl="2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350"/>
              <a:buNone/>
              <a:defRPr sz="1156"/>
            </a:lvl3pPr>
            <a:lvl4pPr lvl="3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4pPr>
            <a:lvl5pPr lvl="4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5pPr>
            <a:lvl6pPr lvl="5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6pPr>
            <a:lvl7pPr lvl="6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7pPr>
            <a:lvl8pPr lvl="7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8pPr>
            <a:lvl9pPr lvl="8" algn="ctr">
              <a:lnSpc>
                <a:spcPct val="120000"/>
              </a:lnSpc>
              <a:spcBef>
                <a:spcPts val="385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028"/>
            </a:lvl9pPr>
          </a:lstStyle>
          <a:p>
            <a:endParaRPr/>
          </a:p>
        </p:txBody>
      </p:sp>
      <p:sp>
        <p:nvSpPr>
          <p:cNvPr id="537" name="Google Shape;537;p69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58726" tIns="29352" rIns="58726" bIns="29352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endParaRPr sz="899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536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 Picture">
    <p:bg>
      <p:bgPr>
        <a:solidFill>
          <a:srgbClr val="E6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16098F8-3FAD-BA6F-7BA1-B5B4702D148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315441" y="0"/>
            <a:ext cx="5125548" cy="6121400"/>
          </a:xfrm>
          <a:custGeom>
            <a:avLst/>
            <a:gdLst>
              <a:gd name="connsiteX0" fmla="*/ 0 w 5985131"/>
              <a:gd name="connsiteY0" fmla="*/ 0 h 6858000"/>
              <a:gd name="connsiteX1" fmla="*/ 5985131 w 5985131"/>
              <a:gd name="connsiteY1" fmla="*/ 0 h 6858000"/>
              <a:gd name="connsiteX2" fmla="*/ 5985131 w 5985131"/>
              <a:gd name="connsiteY2" fmla="*/ 6858000 h 6858000"/>
              <a:gd name="connsiteX3" fmla="*/ 3519977 w 5985131"/>
              <a:gd name="connsiteY3" fmla="*/ 6858000 h 6858000"/>
              <a:gd name="connsiteX4" fmla="*/ 3079682 w 5985131"/>
              <a:gd name="connsiteY4" fmla="*/ 5999657 h 6858000"/>
              <a:gd name="connsiteX5" fmla="*/ 2639387 w 5985131"/>
              <a:gd name="connsiteY5" fmla="*/ 5142904 h 6858000"/>
              <a:gd name="connsiteX6" fmla="*/ 2199091 w 5985131"/>
              <a:gd name="connsiteY6" fmla="*/ 4286151 h 6858000"/>
              <a:gd name="connsiteX7" fmla="*/ 1759591 w 5985131"/>
              <a:gd name="connsiteY7" fmla="*/ 3428603 h 6858000"/>
              <a:gd name="connsiteX8" fmla="*/ 1319296 w 5985131"/>
              <a:gd name="connsiteY8" fmla="*/ 2570260 h 6858000"/>
              <a:gd name="connsiteX9" fmla="*/ 879001 w 5985131"/>
              <a:gd name="connsiteY9" fmla="*/ 1713507 h 6858000"/>
              <a:gd name="connsiteX10" fmla="*/ 438705 w 5985131"/>
              <a:gd name="connsiteY10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985131" h="6858000">
                <a:moveTo>
                  <a:pt x="0" y="0"/>
                </a:moveTo>
                <a:lnTo>
                  <a:pt x="5985131" y="0"/>
                </a:lnTo>
                <a:lnTo>
                  <a:pt x="5985131" y="6858000"/>
                </a:lnTo>
                <a:lnTo>
                  <a:pt x="3519977" y="6858000"/>
                </a:lnTo>
                <a:lnTo>
                  <a:pt x="3079682" y="5999657"/>
                </a:lnTo>
                <a:lnTo>
                  <a:pt x="2639387" y="5142904"/>
                </a:lnTo>
                <a:lnTo>
                  <a:pt x="2199091" y="4286151"/>
                </a:lnTo>
                <a:lnTo>
                  <a:pt x="1759591" y="3428603"/>
                </a:lnTo>
                <a:lnTo>
                  <a:pt x="1319296" y="2570260"/>
                </a:lnTo>
                <a:lnTo>
                  <a:pt x="879001" y="1713507"/>
                </a:lnTo>
                <a:lnTo>
                  <a:pt x="438705" y="856753"/>
                </a:lnTo>
                <a:close/>
              </a:path>
            </a:pathLst>
          </a:custGeom>
          <a:pattFill prst="pct5">
            <a:fgClr>
              <a:schemeClr val="bg2">
                <a:lumMod val="90000"/>
              </a:schemeClr>
            </a:fgClr>
            <a:bgClr>
              <a:schemeClr val="bg1"/>
            </a:bgClr>
          </a:pattFill>
        </p:spPr>
        <p:txBody>
          <a:bodyPr wrap="square" bIns="648000" anchor="ctr" anchorCtr="0">
            <a:noAutofit/>
          </a:bodyPr>
          <a:lstStyle>
            <a:lvl1pPr algn="ctr">
              <a:defRPr sz="856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94" y="489748"/>
            <a:ext cx="4747768" cy="899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E9DBA-644C-41EF-BE6D-01893A14A32A}" type="datetime3">
              <a:rPr lang="en-US" smtClean="0"/>
              <a:t>1 October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8389-5703-9E2D-56A5-11DB215EC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2192" y="1710950"/>
            <a:ext cx="4254970" cy="5141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60836-3854-58D4-8159-DA168C2F7F05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28830" y="1633635"/>
            <a:ext cx="369956" cy="3856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AE80D00-0C63-79A0-9D76-1A0A735B580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28830" y="2289414"/>
            <a:ext cx="369956" cy="3856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B5CF24B-4B4F-39D2-3D9A-37B67AD9E9A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28830" y="2932152"/>
            <a:ext cx="369956" cy="3856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A76244-10B6-3906-A848-9D3678041FA3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328830" y="3574890"/>
            <a:ext cx="369956" cy="3856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6C25A5E-75E8-EF2B-E3B0-19651E408A53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328830" y="4217629"/>
            <a:ext cx="369956" cy="385600"/>
          </a:xfrm>
          <a:prstGeom prst="ellipse">
            <a:avLst/>
          </a:prstGeom>
          <a:ln w="31750">
            <a:solidFill>
              <a:schemeClr val="accent2"/>
            </a:solidFill>
          </a:ln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5pPr>
            <a:lvl6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6pPr>
            <a:lvl7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7pPr>
            <a:lvl8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8pPr>
            <a:lvl9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542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B275EE9-C5B8-070A-8BAB-5C781105F9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2192" y="2353688"/>
            <a:ext cx="4254970" cy="5141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D9E554E-F9D6-538A-96FF-054CA5AC3F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2192" y="2996426"/>
            <a:ext cx="4254970" cy="5141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02B1D12-26E8-2859-B605-5813379AAD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2192" y="3639164"/>
            <a:ext cx="4254970" cy="5141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B33E30F-B74A-24A0-A50C-DDAA3BA080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2192" y="4281903"/>
            <a:ext cx="4254970" cy="51419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  <a:lvl6pPr>
              <a:lnSpc>
                <a:spcPct val="100000"/>
              </a:lnSpc>
              <a:spcBef>
                <a:spcPts val="0"/>
              </a:spcBef>
              <a:defRPr/>
            </a:lvl6pPr>
            <a:lvl7pPr>
              <a:lnSpc>
                <a:spcPct val="100000"/>
              </a:lnSpc>
              <a:spcBef>
                <a:spcPts val="0"/>
              </a:spcBef>
              <a:defRPr/>
            </a:lvl7pPr>
            <a:lvl8pPr>
              <a:lnSpc>
                <a:spcPct val="100000"/>
              </a:lnSpc>
              <a:spcBef>
                <a:spcPts val="0"/>
              </a:spcBef>
              <a:defRPr/>
            </a:lvl8pPr>
            <a:lvl9pPr>
              <a:lnSpc>
                <a:spcPct val="100000"/>
              </a:lnSpc>
              <a:spcBef>
                <a:spcPts val="0"/>
              </a:spcBef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B5209D2-7FA0-BFCC-99FC-52224133B0E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11733" y="5566765"/>
            <a:ext cx="968052" cy="25706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48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 Picture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063513-7BD0-4105-A58E-B0FD4ACB3121}" type="datetime3">
              <a:rPr lang="en-US" smtClean="0"/>
              <a:pPr/>
              <a:t>1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B16D1FE-3A35-41BA-8EBE-4137020452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9A056-AFA0-26C6-101C-C000621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94" y="2803605"/>
            <a:ext cx="5487763" cy="1735814"/>
          </a:xfrm>
        </p:spPr>
        <p:txBody>
          <a:bodyPr anchor="b"/>
          <a:lstStyle>
            <a:lvl1pPr>
              <a:defRPr sz="411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B3994A8-7514-2133-F3BA-78A90F63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394" y="4796093"/>
            <a:ext cx="5487763" cy="578952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71"/>
              </a:spcBef>
              <a:buNone/>
              <a:defRPr sz="1542" b="0">
                <a:solidFill>
                  <a:schemeClr val="bg1"/>
                </a:solidFill>
              </a:defRPr>
            </a:lvl1pPr>
            <a:lvl2pPr marL="391546" indent="0" algn="ctr">
              <a:buNone/>
              <a:defRPr sz="1713"/>
            </a:lvl2pPr>
            <a:lvl3pPr marL="783092" indent="0" algn="ctr">
              <a:buNone/>
              <a:defRPr sz="1542"/>
            </a:lvl3pPr>
            <a:lvl4pPr marL="1174638" indent="0" algn="ctr">
              <a:buNone/>
              <a:defRPr sz="1370"/>
            </a:lvl4pPr>
            <a:lvl5pPr marL="1566184" indent="0" algn="ctr">
              <a:buNone/>
              <a:defRPr sz="1370"/>
            </a:lvl5pPr>
            <a:lvl6pPr marL="1957730" indent="0" algn="ctr">
              <a:buNone/>
              <a:defRPr sz="1370"/>
            </a:lvl6pPr>
            <a:lvl7pPr marL="2349276" indent="0" algn="ctr">
              <a:buNone/>
              <a:defRPr sz="1370"/>
            </a:lvl7pPr>
            <a:lvl8pPr marL="2740823" indent="0" algn="ctr">
              <a:buNone/>
              <a:defRPr sz="1370"/>
            </a:lvl8pPr>
            <a:lvl9pPr marL="3132369" indent="0" algn="ctr">
              <a:buNone/>
              <a:defRPr sz="137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2776668-7B05-DC70-54FC-7A25F49BFF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117454" y="5566765"/>
            <a:ext cx="968534" cy="257067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78307" tIns="39154" rIns="78307" bIns="39154" numCol="1" anchor="t" anchorCtr="0" compatLnSpc="1">
            <a:prstTxWarp prst="textNoShape">
              <a:avLst/>
            </a:prstTxWarp>
          </a:bodyPr>
          <a:lstStyle/>
          <a:p>
            <a:endParaRPr lang="en-GB" sz="1542">
              <a:solidFill>
                <a:schemeClr val="bg1"/>
              </a:solidFill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E7FB48-1618-3E93-EF78-2EAE52CB0855}"/>
              </a:ext>
            </a:extLst>
          </p:cNvPr>
          <p:cNvSpPr/>
          <p:nvPr/>
        </p:nvSpPr>
        <p:spPr bwMode="auto">
          <a:xfrm>
            <a:off x="8238227" y="0"/>
            <a:ext cx="2202761" cy="4731819"/>
          </a:xfrm>
          <a:custGeom>
            <a:avLst/>
            <a:gdLst>
              <a:gd name="connsiteX0" fmla="*/ 0 w 2572176"/>
              <a:gd name="connsiteY0" fmla="*/ 0 h 5301208"/>
              <a:gd name="connsiteX1" fmla="*/ 2572176 w 2572176"/>
              <a:gd name="connsiteY1" fmla="*/ 0 h 5301208"/>
              <a:gd name="connsiteX2" fmla="*/ 2572176 w 2572176"/>
              <a:gd name="connsiteY2" fmla="*/ 5301208 h 5301208"/>
              <a:gd name="connsiteX3" fmla="*/ 2571559 w 2572176"/>
              <a:gd name="connsiteY3" fmla="*/ 5301208 h 5301208"/>
              <a:gd name="connsiteX4" fmla="*/ 2571559 w 2572176"/>
              <a:gd name="connsiteY4" fmla="*/ 5008493 h 5301208"/>
              <a:gd name="connsiteX5" fmla="*/ 2200180 w 2572176"/>
              <a:gd name="connsiteY5" fmla="*/ 4286155 h 5301208"/>
              <a:gd name="connsiteX6" fmla="*/ 1760410 w 2572176"/>
              <a:gd name="connsiteY6" fmla="*/ 3428600 h 5301208"/>
              <a:gd name="connsiteX7" fmla="*/ 1319974 w 2572176"/>
              <a:gd name="connsiteY7" fmla="*/ 2570264 h 5301208"/>
              <a:gd name="connsiteX8" fmla="*/ 879443 w 2572176"/>
              <a:gd name="connsiteY8" fmla="*/ 1713509 h 5301208"/>
              <a:gd name="connsiteX9" fmla="*/ 438911 w 2572176"/>
              <a:gd name="connsiteY9" fmla="*/ 856753 h 530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2176" h="5301208">
                <a:moveTo>
                  <a:pt x="0" y="0"/>
                </a:moveTo>
                <a:lnTo>
                  <a:pt x="2572176" y="0"/>
                </a:lnTo>
                <a:lnTo>
                  <a:pt x="2572176" y="5301208"/>
                </a:lnTo>
                <a:lnTo>
                  <a:pt x="2571559" y="5301208"/>
                </a:lnTo>
                <a:lnTo>
                  <a:pt x="2571559" y="5008493"/>
                </a:lnTo>
                <a:lnTo>
                  <a:pt x="2200180" y="4286155"/>
                </a:lnTo>
                <a:lnTo>
                  <a:pt x="1760410" y="3428600"/>
                </a:lnTo>
                <a:lnTo>
                  <a:pt x="1319974" y="2570264"/>
                </a:lnTo>
                <a:lnTo>
                  <a:pt x="879443" y="1713509"/>
                </a:lnTo>
                <a:lnTo>
                  <a:pt x="438911" y="85675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78307" tIns="39154" rIns="78307" bIns="39154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542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AFA7A2-E5E3-B23A-5B28-80BF6335E9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5495" y="0"/>
            <a:ext cx="5405493" cy="6121400"/>
          </a:xfrm>
          <a:custGeom>
            <a:avLst/>
            <a:gdLst>
              <a:gd name="connsiteX0" fmla="*/ 0 w 6312024"/>
              <a:gd name="connsiteY0" fmla="*/ 0 h 6858000"/>
              <a:gd name="connsiteX1" fmla="*/ 934634 w 6312024"/>
              <a:gd name="connsiteY1" fmla="*/ 0 h 6858000"/>
              <a:gd name="connsiteX2" fmla="*/ 1870063 w 6312024"/>
              <a:gd name="connsiteY2" fmla="*/ 0 h 6858000"/>
              <a:gd name="connsiteX3" fmla="*/ 2805491 w 6312024"/>
              <a:gd name="connsiteY3" fmla="*/ 0 h 6858000"/>
              <a:gd name="connsiteX4" fmla="*/ 3741714 w 6312024"/>
              <a:gd name="connsiteY4" fmla="*/ 0 h 6858000"/>
              <a:gd name="connsiteX5" fmla="*/ 4180420 w 6312024"/>
              <a:gd name="connsiteY5" fmla="*/ 856753 h 6858000"/>
              <a:gd name="connsiteX6" fmla="*/ 4620716 w 6312024"/>
              <a:gd name="connsiteY6" fmla="*/ 1713507 h 6858000"/>
              <a:gd name="connsiteX7" fmla="*/ 5061010 w 6312024"/>
              <a:gd name="connsiteY7" fmla="*/ 2570260 h 6858000"/>
              <a:gd name="connsiteX8" fmla="*/ 5501306 w 6312024"/>
              <a:gd name="connsiteY8" fmla="*/ 3428603 h 6858000"/>
              <a:gd name="connsiteX9" fmla="*/ 5940806 w 6312024"/>
              <a:gd name="connsiteY9" fmla="*/ 4286151 h 6858000"/>
              <a:gd name="connsiteX10" fmla="*/ 6312024 w 6312024"/>
              <a:gd name="connsiteY10" fmla="*/ 5008489 h 6858000"/>
              <a:gd name="connsiteX11" fmla="*/ 6312024 w 6312024"/>
              <a:gd name="connsiteY11" fmla="*/ 6858000 h 6858000"/>
              <a:gd name="connsiteX12" fmla="*/ 5382092 w 6312024"/>
              <a:gd name="connsiteY12" fmla="*/ 6858000 h 6858000"/>
              <a:gd name="connsiteX13" fmla="*/ 4441895 w 6312024"/>
              <a:gd name="connsiteY13" fmla="*/ 6858000 h 6858000"/>
              <a:gd name="connsiteX14" fmla="*/ 3503288 w 6312024"/>
              <a:gd name="connsiteY14" fmla="*/ 6858000 h 6858000"/>
              <a:gd name="connsiteX15" fmla="*/ 3063787 w 6312024"/>
              <a:gd name="connsiteY15" fmla="*/ 5999657 h 6858000"/>
              <a:gd name="connsiteX16" fmla="*/ 2626671 w 6312024"/>
              <a:gd name="connsiteY16" fmla="*/ 5142904 h 6858000"/>
              <a:gd name="connsiteX17" fmla="*/ 2188760 w 6312024"/>
              <a:gd name="connsiteY17" fmla="*/ 4286151 h 6858000"/>
              <a:gd name="connsiteX18" fmla="*/ 1751644 w 6312024"/>
              <a:gd name="connsiteY18" fmla="*/ 3428603 h 6858000"/>
              <a:gd name="connsiteX19" fmla="*/ 1312938 w 6312024"/>
              <a:gd name="connsiteY19" fmla="*/ 2570260 h 6858000"/>
              <a:gd name="connsiteX20" fmla="*/ 875027 w 6312024"/>
              <a:gd name="connsiteY20" fmla="*/ 1713507 h 6858000"/>
              <a:gd name="connsiteX21" fmla="*/ 437911 w 6312024"/>
              <a:gd name="connsiteY21" fmla="*/ 8567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312024" h="6858000">
                <a:moveTo>
                  <a:pt x="0" y="0"/>
                </a:moveTo>
                <a:lnTo>
                  <a:pt x="934634" y="0"/>
                </a:lnTo>
                <a:lnTo>
                  <a:pt x="1870063" y="0"/>
                </a:lnTo>
                <a:lnTo>
                  <a:pt x="2805491" y="0"/>
                </a:lnTo>
                <a:lnTo>
                  <a:pt x="3741714" y="0"/>
                </a:lnTo>
                <a:lnTo>
                  <a:pt x="4180420" y="856753"/>
                </a:lnTo>
                <a:lnTo>
                  <a:pt x="4620716" y="1713507"/>
                </a:lnTo>
                <a:lnTo>
                  <a:pt x="5061010" y="2570260"/>
                </a:lnTo>
                <a:lnTo>
                  <a:pt x="5501306" y="3428603"/>
                </a:lnTo>
                <a:lnTo>
                  <a:pt x="5940806" y="4286151"/>
                </a:lnTo>
                <a:lnTo>
                  <a:pt x="6312024" y="5008489"/>
                </a:lnTo>
                <a:lnTo>
                  <a:pt x="6312024" y="6858000"/>
                </a:lnTo>
                <a:lnTo>
                  <a:pt x="5382092" y="6858000"/>
                </a:lnTo>
                <a:lnTo>
                  <a:pt x="4441895" y="6858000"/>
                </a:lnTo>
                <a:lnTo>
                  <a:pt x="3503288" y="6858000"/>
                </a:lnTo>
                <a:lnTo>
                  <a:pt x="3063787" y="5999657"/>
                </a:lnTo>
                <a:lnTo>
                  <a:pt x="2626671" y="5142904"/>
                </a:lnTo>
                <a:lnTo>
                  <a:pt x="2188760" y="4286151"/>
                </a:lnTo>
                <a:lnTo>
                  <a:pt x="1751644" y="3428603"/>
                </a:lnTo>
                <a:lnTo>
                  <a:pt x="1312938" y="2570260"/>
                </a:lnTo>
                <a:lnTo>
                  <a:pt x="875027" y="1713507"/>
                </a:lnTo>
                <a:lnTo>
                  <a:pt x="437911" y="85675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bIns="648000" anchor="ctr" anchorCtr="0">
            <a:noAutofit/>
          </a:bodyPr>
          <a:lstStyle>
            <a:lvl1pPr algn="ctr">
              <a:defRPr sz="856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DA44438-2C44-74CA-00B5-2AC54E313B5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49393" y="516161"/>
            <a:ext cx="968534" cy="257067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78307" tIns="39154" rIns="78307" bIns="39154" numCol="1" anchor="t" anchorCtr="0" compatLnSpc="1">
            <a:prstTxWarp prst="textNoShape">
              <a:avLst/>
            </a:prstTxWarp>
          </a:bodyPr>
          <a:lstStyle/>
          <a:p>
            <a:endParaRPr lang="en-GB" sz="1542"/>
          </a:p>
        </p:txBody>
      </p:sp>
    </p:spTree>
    <p:extLst>
      <p:ext uri="{BB962C8B-B14F-4D97-AF65-F5344CB8AC3E}">
        <p14:creationId xmlns:p14="http://schemas.microsoft.com/office/powerpoint/2010/main" val="53838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and 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8839" y="1646544"/>
            <a:ext cx="6412757" cy="37281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0731F-9916-473B-AC82-AC8750A47D63}" type="datetime3">
              <a:rPr lang="en-US" smtClean="0"/>
              <a:t>1 October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6D1FE-3A35-41BA-8EBE-4137020452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1EBD4D-3E71-905B-0AA1-F24A59D630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9393" y="1646544"/>
            <a:ext cx="3083354" cy="3728103"/>
          </a:xfrm>
        </p:spPr>
        <p:txBody>
          <a:bodyPr/>
          <a:lstStyle>
            <a:lvl1pPr>
              <a:lnSpc>
                <a:spcPct val="100000"/>
              </a:lnSpc>
              <a:defRPr sz="2055"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034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FCC4-6C64-4D24-BD7C-02101CE8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335" y="746843"/>
            <a:ext cx="4912766" cy="984885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BCEE01-E430-41D8-B4F6-350EF2913D4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BC6A5-1882-4A5F-804D-3FAC65204D51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19E36-D9DE-4227-83F3-CBADF7F269FB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4922BE3-2368-44B8-A5DD-31D52AA5638C}"/>
              </a:ext>
            </a:extLst>
          </p:cNvPr>
          <p:cNvSpPr/>
          <p:nvPr userDrawn="1"/>
        </p:nvSpPr>
        <p:spPr bwMode="auto">
          <a:xfrm rot="3120450">
            <a:off x="5848885" y="185600"/>
            <a:ext cx="7464030" cy="3345073"/>
          </a:xfrm>
          <a:custGeom>
            <a:avLst/>
            <a:gdLst>
              <a:gd name="connsiteX0" fmla="*/ 0 w 8051803"/>
              <a:gd name="connsiteY0" fmla="*/ 3906060 h 3906060"/>
              <a:gd name="connsiteX1" fmla="*/ 3050925 w 8051803"/>
              <a:gd name="connsiteY1" fmla="*/ 0 h 3906060"/>
              <a:gd name="connsiteX2" fmla="*/ 8051803 w 8051803"/>
              <a:gd name="connsiteY2" fmla="*/ 3906060 h 3906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1803" h="3906060">
                <a:moveTo>
                  <a:pt x="0" y="3906060"/>
                </a:moveTo>
                <a:lnTo>
                  <a:pt x="3050925" y="0"/>
                </a:lnTo>
                <a:lnTo>
                  <a:pt x="8051803" y="3906060"/>
                </a:lnTo>
                <a:close/>
              </a:path>
            </a:pathLst>
          </a:custGeom>
          <a:solidFill>
            <a:srgbClr val="5D7CA7"/>
          </a:solidFill>
          <a:ln>
            <a:noFill/>
          </a:ln>
        </p:spPr>
        <p:txBody>
          <a:bodyPr vert="horz" wrap="square" lIns="78307" tIns="39154" rIns="78307" bIns="39154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42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597D82-807D-4539-A665-25A855669861}"/>
              </a:ext>
            </a:extLst>
          </p:cNvPr>
          <p:cNvSpPr/>
          <p:nvPr userDrawn="1"/>
        </p:nvSpPr>
        <p:spPr bwMode="auto">
          <a:xfrm rot="3120450">
            <a:off x="6079908" y="86383"/>
            <a:ext cx="7186980" cy="3345073"/>
          </a:xfrm>
          <a:custGeom>
            <a:avLst/>
            <a:gdLst>
              <a:gd name="connsiteX0" fmla="*/ 0 w 8051803"/>
              <a:gd name="connsiteY0" fmla="*/ 3906060 h 3906060"/>
              <a:gd name="connsiteX1" fmla="*/ 3050925 w 8051803"/>
              <a:gd name="connsiteY1" fmla="*/ 0 h 3906060"/>
              <a:gd name="connsiteX2" fmla="*/ 8051803 w 8051803"/>
              <a:gd name="connsiteY2" fmla="*/ 3906060 h 3906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1803" h="3906060">
                <a:moveTo>
                  <a:pt x="0" y="3906060"/>
                </a:moveTo>
                <a:lnTo>
                  <a:pt x="3050925" y="0"/>
                </a:lnTo>
                <a:lnTo>
                  <a:pt x="8051803" y="39060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78307" tIns="39154" rIns="78307" bIns="39154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42"/>
          </a:p>
        </p:txBody>
      </p:sp>
    </p:spTree>
    <p:extLst>
      <p:ext uri="{BB962C8B-B14F-4D97-AF65-F5344CB8AC3E}">
        <p14:creationId xmlns:p14="http://schemas.microsoft.com/office/powerpoint/2010/main" val="69374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74.xml"/><Relationship Id="rId5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56" Type="http://schemas.openxmlformats.org/officeDocument/2006/relationships/slideLayout" Target="../slideLayouts/slideLayout72.xml"/><Relationship Id="rId8" Type="http://schemas.openxmlformats.org/officeDocument/2006/relationships/slideLayout" Target="../slideLayouts/slideLayout24.xml"/><Relationship Id="rId51" Type="http://schemas.openxmlformats.org/officeDocument/2006/relationships/slideLayout" Target="../slideLayouts/slideLayout67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59" Type="http://schemas.openxmlformats.org/officeDocument/2006/relationships/theme" Target="../theme/theme2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Relationship Id="rId57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8EC6D-5C5C-4624-B7F9-6195327F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94" y="507359"/>
            <a:ext cx="9127707" cy="6248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1CEDE-86FA-4C00-A663-0DD35F1CE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6595" y="1453833"/>
            <a:ext cx="9537539" cy="388446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167E-4AD4-4687-8AD3-46E96DC8A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028226" y="4305967"/>
            <a:ext cx="934088" cy="32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FEC2F-4D57-487E-88F2-54A0EB2C33FA}" type="datetime1">
              <a:rPr lang="en-GB" smtClean="0"/>
              <a:t>01/10/2026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F1430-0040-4AFD-9FFC-35FBD4409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45883" y="5792658"/>
            <a:ext cx="2349222" cy="328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85">
                <a:solidFill>
                  <a:schemeClr val="bg1"/>
                </a:solidFill>
              </a:defRPr>
            </a:lvl1pPr>
          </a:lstStyle>
          <a:p>
            <a:fld id="{15C4061A-2165-47F5-BBF1-B8788B8FD81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6AA6CFF-6D9E-BA76-B156-83E989D869A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7988" y="576000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rgbClr val="002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0ED4FAE9-D587-EE46-6EC4-982A1CB3D4F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83121" y="5669429"/>
            <a:ext cx="1130962" cy="288000"/>
          </a:xfrm>
          <a:custGeom>
            <a:avLst/>
            <a:gdLst>
              <a:gd name="T0" fmla="*/ 3621 w 4677"/>
              <a:gd name="T1" fmla="*/ 1718 h 2381"/>
              <a:gd name="T2" fmla="*/ 3722 w 4677"/>
              <a:gd name="T3" fmla="*/ 1115 h 2381"/>
              <a:gd name="T4" fmla="*/ 3550 w 4677"/>
              <a:gd name="T5" fmla="*/ 549 h 2381"/>
              <a:gd name="T6" fmla="*/ 3192 w 4677"/>
              <a:gd name="T7" fmla="*/ 463 h 2381"/>
              <a:gd name="T8" fmla="*/ 2956 w 4677"/>
              <a:gd name="T9" fmla="*/ 927 h 2381"/>
              <a:gd name="T10" fmla="*/ 2980 w 4677"/>
              <a:gd name="T11" fmla="*/ 1566 h 2381"/>
              <a:gd name="T12" fmla="*/ 3268 w 4677"/>
              <a:gd name="T13" fmla="*/ 1966 h 2381"/>
              <a:gd name="T14" fmla="*/ 3592 w 4677"/>
              <a:gd name="T15" fmla="*/ 118 h 2381"/>
              <a:gd name="T16" fmla="*/ 3866 w 4677"/>
              <a:gd name="T17" fmla="*/ 623 h 2381"/>
              <a:gd name="T18" fmla="*/ 3937 w 4677"/>
              <a:gd name="T19" fmla="*/ 1313 h 2381"/>
              <a:gd name="T20" fmla="*/ 3826 w 4677"/>
              <a:gd name="T21" fmla="*/ 1880 h 2381"/>
              <a:gd name="T22" fmla="*/ 3493 w 4677"/>
              <a:gd name="T23" fmla="*/ 2335 h 2381"/>
              <a:gd name="T24" fmla="*/ 3087 w 4677"/>
              <a:gd name="T25" fmla="*/ 2287 h 2381"/>
              <a:gd name="T26" fmla="*/ 2817 w 4677"/>
              <a:gd name="T27" fmla="*/ 1856 h 2381"/>
              <a:gd name="T28" fmla="*/ 2713 w 4677"/>
              <a:gd name="T29" fmla="*/ 1129 h 2381"/>
              <a:gd name="T30" fmla="*/ 2808 w 4677"/>
              <a:gd name="T31" fmla="*/ 549 h 2381"/>
              <a:gd name="T32" fmla="*/ 3129 w 4677"/>
              <a:gd name="T33" fmla="*/ 64 h 2381"/>
              <a:gd name="T34" fmla="*/ 3421 w 4677"/>
              <a:gd name="T35" fmla="*/ 1049 h 2381"/>
              <a:gd name="T36" fmla="*/ 3421 w 4677"/>
              <a:gd name="T37" fmla="*/ 1333 h 2381"/>
              <a:gd name="T38" fmla="*/ 3242 w 4677"/>
              <a:gd name="T39" fmla="*/ 1349 h 2381"/>
              <a:gd name="T40" fmla="*/ 3228 w 4677"/>
              <a:gd name="T41" fmla="*/ 1067 h 2381"/>
              <a:gd name="T42" fmla="*/ 555 w 4677"/>
              <a:gd name="T43" fmla="*/ 1834 h 2381"/>
              <a:gd name="T44" fmla="*/ 612 w 4677"/>
              <a:gd name="T45" fmla="*/ 2108 h 2381"/>
              <a:gd name="T46" fmla="*/ 110 w 4677"/>
              <a:gd name="T47" fmla="*/ 2246 h 2381"/>
              <a:gd name="T48" fmla="*/ 1 w 4677"/>
              <a:gd name="T49" fmla="*/ 2038 h 2381"/>
              <a:gd name="T50" fmla="*/ 71 w 4677"/>
              <a:gd name="T51" fmla="*/ 248 h 2381"/>
              <a:gd name="T52" fmla="*/ 236 w 4677"/>
              <a:gd name="T53" fmla="*/ 362 h 2381"/>
              <a:gd name="T54" fmla="*/ 1549 w 4677"/>
              <a:gd name="T55" fmla="*/ 2130 h 2381"/>
              <a:gd name="T56" fmla="*/ 1385 w 4677"/>
              <a:gd name="T57" fmla="*/ 2230 h 2381"/>
              <a:gd name="T58" fmla="*/ 1267 w 4677"/>
              <a:gd name="T59" fmla="*/ 1802 h 2381"/>
              <a:gd name="T60" fmla="*/ 870 w 4677"/>
              <a:gd name="T61" fmla="*/ 1966 h 2381"/>
              <a:gd name="T62" fmla="*/ 737 w 4677"/>
              <a:gd name="T63" fmla="*/ 2254 h 2381"/>
              <a:gd name="T64" fmla="*/ 631 w 4677"/>
              <a:gd name="T65" fmla="*/ 2036 h 2381"/>
              <a:gd name="T66" fmla="*/ 983 w 4677"/>
              <a:gd name="T67" fmla="*/ 298 h 2381"/>
              <a:gd name="T68" fmla="*/ 1183 w 4677"/>
              <a:gd name="T69" fmla="*/ 270 h 2381"/>
              <a:gd name="T70" fmla="*/ 1518 w 4677"/>
              <a:gd name="T71" fmla="*/ 1800 h 2381"/>
              <a:gd name="T72" fmla="*/ 2713 w 4677"/>
              <a:gd name="T73" fmla="*/ 1772 h 2381"/>
              <a:gd name="T74" fmla="*/ 2756 w 4677"/>
              <a:gd name="T75" fmla="*/ 2192 h 2381"/>
              <a:gd name="T76" fmla="*/ 2601 w 4677"/>
              <a:gd name="T77" fmla="*/ 2212 h 2381"/>
              <a:gd name="T78" fmla="*/ 2295 w 4677"/>
              <a:gd name="T79" fmla="*/ 2116 h 2381"/>
              <a:gd name="T80" fmla="*/ 2171 w 4677"/>
              <a:gd name="T81" fmla="*/ 2254 h 2381"/>
              <a:gd name="T82" fmla="*/ 1817 w 4677"/>
              <a:gd name="T83" fmla="*/ 1908 h 2381"/>
              <a:gd name="T84" fmla="*/ 1699 w 4677"/>
              <a:gd name="T85" fmla="*/ 2250 h 2381"/>
              <a:gd name="T86" fmla="*/ 1571 w 4677"/>
              <a:gd name="T87" fmla="*/ 2070 h 2381"/>
              <a:gd name="T88" fmla="*/ 1737 w 4677"/>
              <a:gd name="T89" fmla="*/ 342 h 2381"/>
              <a:gd name="T90" fmla="*/ 1904 w 4677"/>
              <a:gd name="T91" fmla="*/ 254 h 2381"/>
              <a:gd name="T92" fmla="*/ 2358 w 4677"/>
              <a:gd name="T93" fmla="*/ 424 h 2381"/>
              <a:gd name="T94" fmla="*/ 2539 w 4677"/>
              <a:gd name="T95" fmla="*/ 248 h 2381"/>
              <a:gd name="T96" fmla="*/ 2653 w 4677"/>
              <a:gd name="T97" fmla="*/ 479 h 2381"/>
              <a:gd name="T98" fmla="*/ 4671 w 4677"/>
              <a:gd name="T99" fmla="*/ 1960 h 2381"/>
              <a:gd name="T100" fmla="*/ 4605 w 4677"/>
              <a:gd name="T101" fmla="*/ 2234 h 2381"/>
              <a:gd name="T102" fmla="*/ 4165 w 4677"/>
              <a:gd name="T103" fmla="*/ 1432 h 2381"/>
              <a:gd name="T104" fmla="*/ 4071 w 4677"/>
              <a:gd name="T105" fmla="*/ 2250 h 2381"/>
              <a:gd name="T106" fmla="*/ 3928 w 4677"/>
              <a:gd name="T107" fmla="*/ 2112 h 2381"/>
              <a:gd name="T108" fmla="*/ 4007 w 4677"/>
              <a:gd name="T109" fmla="*/ 1279 h 2381"/>
              <a:gd name="T110" fmla="*/ 3920 w 4677"/>
              <a:gd name="T111" fmla="*/ 539 h 2381"/>
              <a:gd name="T112" fmla="*/ 4023 w 4677"/>
              <a:gd name="T113" fmla="*/ 248 h 2381"/>
              <a:gd name="T114" fmla="*/ 4515 w 4677"/>
              <a:gd name="T115" fmla="*/ 336 h 2381"/>
              <a:gd name="T116" fmla="*/ 4656 w 4677"/>
              <a:gd name="T117" fmla="*/ 695 h 2381"/>
              <a:gd name="T118" fmla="*/ 4629 w 4677"/>
              <a:gd name="T119" fmla="*/ 1161 h 2381"/>
              <a:gd name="T120" fmla="*/ 4579 w 4677"/>
              <a:gd name="T121" fmla="*/ 1722 h 2381"/>
              <a:gd name="T122" fmla="*/ 4394 w 4677"/>
              <a:gd name="T123" fmla="*/ 1025 h 2381"/>
              <a:gd name="T124" fmla="*/ 4391 w 4677"/>
              <a:gd name="T125" fmla="*/ 711 h 2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677" h="2381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rgbClr val="002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E075F429-289C-17AF-AC0B-2CFA2F0AF77F}"/>
              </a:ext>
            </a:extLst>
          </p:cNvPr>
          <p:cNvSpPr txBox="1">
            <a:spLocks/>
          </p:cNvSpPr>
          <p:nvPr userDrawn="1"/>
        </p:nvSpPr>
        <p:spPr>
          <a:xfrm flipH="1">
            <a:off x="407988" y="5743050"/>
            <a:ext cx="359420" cy="140757"/>
          </a:xfrm>
          <a:prstGeom prst="parallelogram">
            <a:avLst>
              <a:gd name="adj" fmla="val 51419"/>
            </a:avLst>
          </a:prstGeom>
          <a:solidFill>
            <a:srgbClr val="FFE600"/>
          </a:solidFill>
          <a:ln>
            <a:noFill/>
          </a:ln>
        </p:spPr>
        <p:txBody>
          <a:bodyPr vert="horz" wrap="none" lIns="0" tIns="0" rIns="0" bIns="0" rtlCol="0" anchor="ctr" anchorCtr="0"/>
          <a:lstStyle>
            <a:defPPr>
              <a:defRPr lang="fi-FI"/>
            </a:defPPr>
            <a:lvl1pPr marL="0" algn="ctr" defTabSz="914400" rtl="0" eaLnBrk="1" latinLnBrk="0" hangingPunct="1">
              <a:defRPr sz="600" b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16D1FE-3A35-41BA-8EBE-413702045235}" type="slidenum">
              <a:rPr kumimoji="0" lang="en-US" sz="600" b="0" i="0" u="none" strike="noStrike" kern="1200" cap="all" spc="100" normalizeH="0" baseline="0" noProof="0" smtClean="0">
                <a:ln>
                  <a:noFill/>
                </a:ln>
                <a:solidFill>
                  <a:srgbClr val="002F5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all" spc="100" normalizeH="0" baseline="0" noProof="0" dirty="0">
              <a:ln>
                <a:noFill/>
              </a:ln>
              <a:solidFill>
                <a:srgbClr val="002F5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35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hf hdr="0" dt="0"/>
  <p:txStyles>
    <p:titleStyle>
      <a:lvl1pPr algn="l" defTabSz="783092" rtl="0" eaLnBrk="1" latinLnBrk="0" hangingPunct="1">
        <a:lnSpc>
          <a:spcPct val="90000"/>
        </a:lnSpc>
        <a:spcBef>
          <a:spcPct val="0"/>
        </a:spcBef>
        <a:buNone/>
        <a:defRPr sz="274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95773" indent="-195773" algn="l" defTabSz="783092" rtl="0" eaLnBrk="1" latinLnBrk="0" hangingPunct="1">
        <a:lnSpc>
          <a:spcPct val="90000"/>
        </a:lnSpc>
        <a:spcBef>
          <a:spcPts val="856"/>
        </a:spcBef>
        <a:buClr>
          <a:schemeClr val="accent2"/>
        </a:buClr>
        <a:buSzPct val="90000"/>
        <a:buFont typeface="Webdings" panose="05030102010509060703" pitchFamily="18" charset="2"/>
        <a:buChar char="&lt;"/>
        <a:defRPr sz="1456" kern="1200">
          <a:solidFill>
            <a:schemeClr val="bg1"/>
          </a:solidFill>
          <a:latin typeface="+mn-lt"/>
          <a:ea typeface="+mn-ea"/>
          <a:cs typeface="+mn-cs"/>
        </a:defRPr>
      </a:lvl1pPr>
      <a:lvl2pPr marL="587319" indent="-195773" algn="l" defTabSz="783092" rtl="0" eaLnBrk="1" latinLnBrk="0" hangingPunct="1">
        <a:lnSpc>
          <a:spcPct val="90000"/>
        </a:lnSpc>
        <a:spcBef>
          <a:spcPts val="428"/>
        </a:spcBef>
        <a:buClr>
          <a:schemeClr val="accent2"/>
        </a:buClr>
        <a:buSzPct val="90000"/>
        <a:buFont typeface="Webdings" panose="05030102010509060703" pitchFamily="18" charset="2"/>
        <a:buChar char="&lt;"/>
        <a:defRPr sz="1456" kern="1200">
          <a:solidFill>
            <a:schemeClr val="bg1"/>
          </a:solidFill>
          <a:latin typeface="+mn-lt"/>
          <a:ea typeface="+mn-ea"/>
          <a:cs typeface="+mn-cs"/>
        </a:defRPr>
      </a:lvl2pPr>
      <a:lvl3pPr marL="978865" indent="-195773" algn="l" defTabSz="783092" rtl="0" eaLnBrk="1" latinLnBrk="0" hangingPunct="1">
        <a:lnSpc>
          <a:spcPct val="90000"/>
        </a:lnSpc>
        <a:spcBef>
          <a:spcPts val="428"/>
        </a:spcBef>
        <a:buClr>
          <a:schemeClr val="accent2"/>
        </a:buClr>
        <a:buSzPct val="90000"/>
        <a:buFont typeface="Webdings" panose="05030102010509060703" pitchFamily="18" charset="2"/>
        <a:buChar char="&lt;"/>
        <a:defRPr sz="1456" kern="1200">
          <a:solidFill>
            <a:schemeClr val="bg1"/>
          </a:solidFill>
          <a:latin typeface="+mn-lt"/>
          <a:ea typeface="+mn-ea"/>
          <a:cs typeface="+mn-cs"/>
        </a:defRPr>
      </a:lvl3pPr>
      <a:lvl4pPr marL="1370411" indent="-195773" algn="l" defTabSz="783092" rtl="0" eaLnBrk="1" latinLnBrk="0" hangingPunct="1">
        <a:lnSpc>
          <a:spcPct val="90000"/>
        </a:lnSpc>
        <a:spcBef>
          <a:spcPts val="428"/>
        </a:spcBef>
        <a:buClr>
          <a:schemeClr val="accent2"/>
        </a:buClr>
        <a:buSzPct val="90000"/>
        <a:buFont typeface="Webdings" panose="05030102010509060703" pitchFamily="18" charset="2"/>
        <a:buChar char="&lt;"/>
        <a:defRPr sz="1199" kern="1200">
          <a:solidFill>
            <a:schemeClr val="bg1"/>
          </a:solidFill>
          <a:latin typeface="+mn-lt"/>
          <a:ea typeface="+mn-ea"/>
          <a:cs typeface="+mn-cs"/>
        </a:defRPr>
      </a:lvl4pPr>
      <a:lvl5pPr marL="1761957" indent="-195773" algn="l" defTabSz="783092" rtl="0" eaLnBrk="1" latinLnBrk="0" hangingPunct="1">
        <a:lnSpc>
          <a:spcPct val="90000"/>
        </a:lnSpc>
        <a:spcBef>
          <a:spcPts val="428"/>
        </a:spcBef>
        <a:buClr>
          <a:schemeClr val="accent2"/>
        </a:buClr>
        <a:buSzPct val="90000"/>
        <a:buFont typeface="Webdings" panose="05030102010509060703" pitchFamily="18" charset="2"/>
        <a:buChar char="&lt;"/>
        <a:defRPr sz="942" kern="1200">
          <a:solidFill>
            <a:schemeClr val="bg1"/>
          </a:solidFill>
          <a:latin typeface="+mn-lt"/>
          <a:ea typeface="+mn-ea"/>
          <a:cs typeface="+mn-cs"/>
        </a:defRPr>
      </a:lvl5pPr>
      <a:lvl6pPr marL="2153503" indent="-195773" algn="l" defTabSz="7830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2" kern="1200">
          <a:solidFill>
            <a:schemeClr val="tx1"/>
          </a:solidFill>
          <a:latin typeface="+mn-lt"/>
          <a:ea typeface="+mn-ea"/>
          <a:cs typeface="+mn-cs"/>
        </a:defRPr>
      </a:lvl6pPr>
      <a:lvl7pPr marL="2545050" indent="-195773" algn="l" defTabSz="7830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2" kern="1200">
          <a:solidFill>
            <a:schemeClr val="tx1"/>
          </a:solidFill>
          <a:latin typeface="+mn-lt"/>
          <a:ea typeface="+mn-ea"/>
          <a:cs typeface="+mn-cs"/>
        </a:defRPr>
      </a:lvl7pPr>
      <a:lvl8pPr marL="2936596" indent="-195773" algn="l" defTabSz="7830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2" kern="1200">
          <a:solidFill>
            <a:schemeClr val="tx1"/>
          </a:solidFill>
          <a:latin typeface="+mn-lt"/>
          <a:ea typeface="+mn-ea"/>
          <a:cs typeface="+mn-cs"/>
        </a:defRPr>
      </a:lvl8pPr>
      <a:lvl9pPr marL="3328142" indent="-195773" algn="l" defTabSz="7830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1pPr>
      <a:lvl2pPr marL="391546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2pPr>
      <a:lvl3pPr marL="783092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3pPr>
      <a:lvl4pPr marL="1174638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4pPr>
      <a:lvl5pPr marL="1566184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5pPr>
      <a:lvl6pPr marL="1957730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6pPr>
      <a:lvl7pPr marL="2349276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7pPr>
      <a:lvl8pPr marL="2740823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8pPr>
      <a:lvl9pPr marL="3132369" algn="l" defTabSz="783092" rtl="0" eaLnBrk="1" latinLnBrk="0" hangingPunct="1">
        <a:defRPr sz="15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orient="horz" pos="799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pos="211">
          <p15:clr>
            <a:srgbClr val="F26B43"/>
          </p15:clr>
        </p15:guide>
        <p15:guide id="6" pos="438">
          <p15:clr>
            <a:srgbClr val="F26B43"/>
          </p15:clr>
        </p15:guide>
        <p15:guide id="7" pos="746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102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>
            <a:spLocks noGrp="1"/>
          </p:cNvSpPr>
          <p:nvPr>
            <p:ph type="sldNum" idx="12"/>
          </p:nvPr>
        </p:nvSpPr>
        <p:spPr>
          <a:xfrm flipH="1">
            <a:off x="349393" y="5695926"/>
            <a:ext cx="307800" cy="127905"/>
          </a:xfrm>
          <a:prstGeom prst="parallelogram">
            <a:avLst>
              <a:gd name="adj" fmla="val 51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Google Shape;11;p11"/>
          <p:cNvSpPr txBox="1">
            <a:spLocks noGrp="1"/>
          </p:cNvSpPr>
          <p:nvPr>
            <p:ph type="title"/>
          </p:nvPr>
        </p:nvSpPr>
        <p:spPr>
          <a:xfrm>
            <a:off x="349394" y="489748"/>
            <a:ext cx="9742202" cy="89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body" idx="1"/>
          </p:nvPr>
        </p:nvSpPr>
        <p:spPr>
          <a:xfrm>
            <a:off x="349393" y="1646676"/>
            <a:ext cx="9742203" cy="372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dt" idx="10"/>
          </p:nvPr>
        </p:nvSpPr>
        <p:spPr>
          <a:xfrm>
            <a:off x="780525" y="5695926"/>
            <a:ext cx="1048326" cy="127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ftr" idx="11"/>
          </p:nvPr>
        </p:nvSpPr>
        <p:spPr>
          <a:xfrm>
            <a:off x="1952184" y="5695926"/>
            <a:ext cx="6536620" cy="128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14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/>
          <p:nvPr/>
        </p:nvSpPr>
        <p:spPr>
          <a:xfrm>
            <a:off x="9117454" y="5566765"/>
            <a:ext cx="968534" cy="257067"/>
          </a:xfrm>
          <a:custGeom>
            <a:avLst/>
            <a:gdLst/>
            <a:ahLst/>
            <a:cxnLst/>
            <a:rect l="l" t="t" r="r" b="b"/>
            <a:pathLst>
              <a:path w="4677" h="2381" extrusionOk="0">
                <a:moveTo>
                  <a:pt x="3328" y="1974"/>
                </a:moveTo>
                <a:lnTo>
                  <a:pt x="3348" y="1974"/>
                </a:lnTo>
                <a:lnTo>
                  <a:pt x="3358" y="1972"/>
                </a:lnTo>
                <a:lnTo>
                  <a:pt x="3368" y="1970"/>
                </a:lnTo>
                <a:lnTo>
                  <a:pt x="3388" y="1966"/>
                </a:lnTo>
                <a:lnTo>
                  <a:pt x="3408" y="1958"/>
                </a:lnTo>
                <a:lnTo>
                  <a:pt x="3427" y="1950"/>
                </a:lnTo>
                <a:lnTo>
                  <a:pt x="3445" y="1940"/>
                </a:lnTo>
                <a:lnTo>
                  <a:pt x="3464" y="1926"/>
                </a:lnTo>
                <a:lnTo>
                  <a:pt x="3482" y="1912"/>
                </a:lnTo>
                <a:lnTo>
                  <a:pt x="3499" y="1898"/>
                </a:lnTo>
                <a:lnTo>
                  <a:pt x="3517" y="1880"/>
                </a:lnTo>
                <a:lnTo>
                  <a:pt x="3534" y="1862"/>
                </a:lnTo>
                <a:lnTo>
                  <a:pt x="3550" y="1840"/>
                </a:lnTo>
                <a:lnTo>
                  <a:pt x="3565" y="1820"/>
                </a:lnTo>
                <a:lnTo>
                  <a:pt x="3580" y="1796"/>
                </a:lnTo>
                <a:lnTo>
                  <a:pt x="3587" y="1784"/>
                </a:lnTo>
                <a:lnTo>
                  <a:pt x="3595" y="1772"/>
                </a:lnTo>
                <a:lnTo>
                  <a:pt x="3608" y="1746"/>
                </a:lnTo>
                <a:lnTo>
                  <a:pt x="3621" y="1718"/>
                </a:lnTo>
                <a:lnTo>
                  <a:pt x="3628" y="1704"/>
                </a:lnTo>
                <a:lnTo>
                  <a:pt x="3634" y="1690"/>
                </a:lnTo>
                <a:lnTo>
                  <a:pt x="3645" y="1660"/>
                </a:lnTo>
                <a:lnTo>
                  <a:pt x="3657" y="1630"/>
                </a:lnTo>
                <a:lnTo>
                  <a:pt x="3667" y="1598"/>
                </a:lnTo>
                <a:lnTo>
                  <a:pt x="3676" y="1566"/>
                </a:lnTo>
                <a:lnTo>
                  <a:pt x="3685" y="1532"/>
                </a:lnTo>
                <a:lnTo>
                  <a:pt x="3693" y="1498"/>
                </a:lnTo>
                <a:lnTo>
                  <a:pt x="3700" y="1462"/>
                </a:lnTo>
                <a:lnTo>
                  <a:pt x="3706" y="1426"/>
                </a:lnTo>
                <a:lnTo>
                  <a:pt x="3709" y="1408"/>
                </a:lnTo>
                <a:lnTo>
                  <a:pt x="3712" y="1390"/>
                </a:lnTo>
                <a:lnTo>
                  <a:pt x="3716" y="1353"/>
                </a:lnTo>
                <a:lnTo>
                  <a:pt x="3719" y="1313"/>
                </a:lnTo>
                <a:lnTo>
                  <a:pt x="3722" y="1275"/>
                </a:lnTo>
                <a:lnTo>
                  <a:pt x="3723" y="1235"/>
                </a:lnTo>
                <a:lnTo>
                  <a:pt x="3724" y="1195"/>
                </a:lnTo>
                <a:lnTo>
                  <a:pt x="3723" y="1155"/>
                </a:lnTo>
                <a:lnTo>
                  <a:pt x="3723" y="1135"/>
                </a:lnTo>
                <a:lnTo>
                  <a:pt x="3722" y="1115"/>
                </a:lnTo>
                <a:lnTo>
                  <a:pt x="3719" y="1077"/>
                </a:lnTo>
                <a:lnTo>
                  <a:pt x="3716" y="1037"/>
                </a:lnTo>
                <a:lnTo>
                  <a:pt x="3714" y="1019"/>
                </a:lnTo>
                <a:lnTo>
                  <a:pt x="3712" y="1001"/>
                </a:lnTo>
                <a:lnTo>
                  <a:pt x="3706" y="963"/>
                </a:lnTo>
                <a:lnTo>
                  <a:pt x="3700" y="927"/>
                </a:lnTo>
                <a:lnTo>
                  <a:pt x="3693" y="891"/>
                </a:lnTo>
                <a:lnTo>
                  <a:pt x="3685" y="857"/>
                </a:lnTo>
                <a:lnTo>
                  <a:pt x="3676" y="823"/>
                </a:lnTo>
                <a:lnTo>
                  <a:pt x="3667" y="791"/>
                </a:lnTo>
                <a:lnTo>
                  <a:pt x="3657" y="759"/>
                </a:lnTo>
                <a:lnTo>
                  <a:pt x="3645" y="729"/>
                </a:lnTo>
                <a:lnTo>
                  <a:pt x="3634" y="699"/>
                </a:lnTo>
                <a:lnTo>
                  <a:pt x="3621" y="671"/>
                </a:lnTo>
                <a:lnTo>
                  <a:pt x="3615" y="657"/>
                </a:lnTo>
                <a:lnTo>
                  <a:pt x="3608" y="643"/>
                </a:lnTo>
                <a:lnTo>
                  <a:pt x="3595" y="617"/>
                </a:lnTo>
                <a:lnTo>
                  <a:pt x="3580" y="593"/>
                </a:lnTo>
                <a:lnTo>
                  <a:pt x="3565" y="569"/>
                </a:lnTo>
                <a:lnTo>
                  <a:pt x="3550" y="549"/>
                </a:lnTo>
                <a:lnTo>
                  <a:pt x="3534" y="527"/>
                </a:lnTo>
                <a:lnTo>
                  <a:pt x="3517" y="509"/>
                </a:lnTo>
                <a:lnTo>
                  <a:pt x="3499" y="491"/>
                </a:lnTo>
                <a:lnTo>
                  <a:pt x="3482" y="477"/>
                </a:lnTo>
                <a:lnTo>
                  <a:pt x="3464" y="463"/>
                </a:lnTo>
                <a:lnTo>
                  <a:pt x="3445" y="451"/>
                </a:lnTo>
                <a:lnTo>
                  <a:pt x="3427" y="440"/>
                </a:lnTo>
                <a:lnTo>
                  <a:pt x="3408" y="432"/>
                </a:lnTo>
                <a:lnTo>
                  <a:pt x="3388" y="424"/>
                </a:lnTo>
                <a:lnTo>
                  <a:pt x="3368" y="420"/>
                </a:lnTo>
                <a:lnTo>
                  <a:pt x="3348" y="418"/>
                </a:lnTo>
                <a:lnTo>
                  <a:pt x="3328" y="416"/>
                </a:lnTo>
                <a:lnTo>
                  <a:pt x="3308" y="418"/>
                </a:lnTo>
                <a:lnTo>
                  <a:pt x="3298" y="418"/>
                </a:lnTo>
                <a:lnTo>
                  <a:pt x="3288" y="420"/>
                </a:lnTo>
                <a:lnTo>
                  <a:pt x="3268" y="424"/>
                </a:lnTo>
                <a:lnTo>
                  <a:pt x="3248" y="432"/>
                </a:lnTo>
                <a:lnTo>
                  <a:pt x="3229" y="440"/>
                </a:lnTo>
                <a:lnTo>
                  <a:pt x="3211" y="451"/>
                </a:lnTo>
                <a:lnTo>
                  <a:pt x="3192" y="463"/>
                </a:lnTo>
                <a:lnTo>
                  <a:pt x="3174" y="477"/>
                </a:lnTo>
                <a:lnTo>
                  <a:pt x="3156" y="491"/>
                </a:lnTo>
                <a:lnTo>
                  <a:pt x="3139" y="509"/>
                </a:lnTo>
                <a:lnTo>
                  <a:pt x="3122" y="527"/>
                </a:lnTo>
                <a:lnTo>
                  <a:pt x="3106" y="549"/>
                </a:lnTo>
                <a:lnTo>
                  <a:pt x="3091" y="569"/>
                </a:lnTo>
                <a:lnTo>
                  <a:pt x="3076" y="593"/>
                </a:lnTo>
                <a:lnTo>
                  <a:pt x="3069" y="605"/>
                </a:lnTo>
                <a:lnTo>
                  <a:pt x="3062" y="617"/>
                </a:lnTo>
                <a:lnTo>
                  <a:pt x="3048" y="643"/>
                </a:lnTo>
                <a:lnTo>
                  <a:pt x="3035" y="671"/>
                </a:lnTo>
                <a:lnTo>
                  <a:pt x="3029" y="685"/>
                </a:lnTo>
                <a:lnTo>
                  <a:pt x="3022" y="699"/>
                </a:lnTo>
                <a:lnTo>
                  <a:pt x="3011" y="729"/>
                </a:lnTo>
                <a:lnTo>
                  <a:pt x="3000" y="759"/>
                </a:lnTo>
                <a:lnTo>
                  <a:pt x="2989" y="791"/>
                </a:lnTo>
                <a:lnTo>
                  <a:pt x="2980" y="823"/>
                </a:lnTo>
                <a:lnTo>
                  <a:pt x="2971" y="857"/>
                </a:lnTo>
                <a:lnTo>
                  <a:pt x="2963" y="891"/>
                </a:lnTo>
                <a:lnTo>
                  <a:pt x="2956" y="927"/>
                </a:lnTo>
                <a:lnTo>
                  <a:pt x="2950" y="963"/>
                </a:lnTo>
                <a:lnTo>
                  <a:pt x="2947" y="981"/>
                </a:lnTo>
                <a:lnTo>
                  <a:pt x="2945" y="1001"/>
                </a:lnTo>
                <a:lnTo>
                  <a:pt x="2940" y="1037"/>
                </a:lnTo>
                <a:lnTo>
                  <a:pt x="2937" y="1077"/>
                </a:lnTo>
                <a:lnTo>
                  <a:pt x="2934" y="1115"/>
                </a:lnTo>
                <a:lnTo>
                  <a:pt x="2933" y="1155"/>
                </a:lnTo>
                <a:lnTo>
                  <a:pt x="2932" y="1195"/>
                </a:lnTo>
                <a:lnTo>
                  <a:pt x="2933" y="1235"/>
                </a:lnTo>
                <a:lnTo>
                  <a:pt x="2933" y="1255"/>
                </a:lnTo>
                <a:lnTo>
                  <a:pt x="2934" y="1275"/>
                </a:lnTo>
                <a:lnTo>
                  <a:pt x="2937" y="1313"/>
                </a:lnTo>
                <a:lnTo>
                  <a:pt x="2940" y="1353"/>
                </a:lnTo>
                <a:lnTo>
                  <a:pt x="2942" y="1370"/>
                </a:lnTo>
                <a:lnTo>
                  <a:pt x="2945" y="1390"/>
                </a:lnTo>
                <a:lnTo>
                  <a:pt x="2950" y="1426"/>
                </a:lnTo>
                <a:lnTo>
                  <a:pt x="2956" y="1462"/>
                </a:lnTo>
                <a:lnTo>
                  <a:pt x="2963" y="1498"/>
                </a:lnTo>
                <a:lnTo>
                  <a:pt x="2971" y="1532"/>
                </a:lnTo>
                <a:lnTo>
                  <a:pt x="2980" y="1566"/>
                </a:lnTo>
                <a:lnTo>
                  <a:pt x="2989" y="1598"/>
                </a:lnTo>
                <a:lnTo>
                  <a:pt x="3000" y="1630"/>
                </a:lnTo>
                <a:lnTo>
                  <a:pt x="3011" y="1660"/>
                </a:lnTo>
                <a:lnTo>
                  <a:pt x="3022" y="1690"/>
                </a:lnTo>
                <a:lnTo>
                  <a:pt x="3035" y="1718"/>
                </a:lnTo>
                <a:lnTo>
                  <a:pt x="3041" y="1732"/>
                </a:lnTo>
                <a:lnTo>
                  <a:pt x="3048" y="1746"/>
                </a:lnTo>
                <a:lnTo>
                  <a:pt x="3062" y="1772"/>
                </a:lnTo>
                <a:lnTo>
                  <a:pt x="3076" y="1796"/>
                </a:lnTo>
                <a:lnTo>
                  <a:pt x="3091" y="1820"/>
                </a:lnTo>
                <a:lnTo>
                  <a:pt x="3106" y="1840"/>
                </a:lnTo>
                <a:lnTo>
                  <a:pt x="3122" y="1862"/>
                </a:lnTo>
                <a:lnTo>
                  <a:pt x="3139" y="1880"/>
                </a:lnTo>
                <a:lnTo>
                  <a:pt x="3156" y="1898"/>
                </a:lnTo>
                <a:lnTo>
                  <a:pt x="3174" y="1912"/>
                </a:lnTo>
                <a:lnTo>
                  <a:pt x="3192" y="1926"/>
                </a:lnTo>
                <a:lnTo>
                  <a:pt x="3211" y="1940"/>
                </a:lnTo>
                <a:lnTo>
                  <a:pt x="3229" y="1950"/>
                </a:lnTo>
                <a:lnTo>
                  <a:pt x="3248" y="1958"/>
                </a:lnTo>
                <a:lnTo>
                  <a:pt x="3268" y="1966"/>
                </a:lnTo>
                <a:lnTo>
                  <a:pt x="3288" y="1970"/>
                </a:lnTo>
                <a:lnTo>
                  <a:pt x="3308" y="1974"/>
                </a:lnTo>
                <a:lnTo>
                  <a:pt x="3328" y="1974"/>
                </a:lnTo>
                <a:close/>
                <a:moveTo>
                  <a:pt x="3326" y="0"/>
                </a:moveTo>
                <a:lnTo>
                  <a:pt x="3357" y="2"/>
                </a:lnTo>
                <a:lnTo>
                  <a:pt x="3373" y="4"/>
                </a:lnTo>
                <a:lnTo>
                  <a:pt x="3388" y="8"/>
                </a:lnTo>
                <a:lnTo>
                  <a:pt x="3404" y="10"/>
                </a:lnTo>
                <a:lnTo>
                  <a:pt x="3419" y="14"/>
                </a:lnTo>
                <a:lnTo>
                  <a:pt x="3434" y="20"/>
                </a:lnTo>
                <a:lnTo>
                  <a:pt x="3449" y="26"/>
                </a:lnTo>
                <a:lnTo>
                  <a:pt x="3464" y="32"/>
                </a:lnTo>
                <a:lnTo>
                  <a:pt x="3479" y="38"/>
                </a:lnTo>
                <a:lnTo>
                  <a:pt x="3493" y="46"/>
                </a:lnTo>
                <a:lnTo>
                  <a:pt x="3509" y="54"/>
                </a:lnTo>
                <a:lnTo>
                  <a:pt x="3537" y="74"/>
                </a:lnTo>
                <a:lnTo>
                  <a:pt x="3551" y="84"/>
                </a:lnTo>
                <a:lnTo>
                  <a:pt x="3565" y="94"/>
                </a:lnTo>
                <a:lnTo>
                  <a:pt x="3579" y="106"/>
                </a:lnTo>
                <a:lnTo>
                  <a:pt x="3592" y="118"/>
                </a:lnTo>
                <a:lnTo>
                  <a:pt x="3605" y="132"/>
                </a:lnTo>
                <a:lnTo>
                  <a:pt x="3619" y="144"/>
                </a:lnTo>
                <a:lnTo>
                  <a:pt x="3631" y="158"/>
                </a:lnTo>
                <a:lnTo>
                  <a:pt x="3644" y="174"/>
                </a:lnTo>
                <a:lnTo>
                  <a:pt x="3669" y="204"/>
                </a:lnTo>
                <a:lnTo>
                  <a:pt x="3681" y="220"/>
                </a:lnTo>
                <a:lnTo>
                  <a:pt x="3693" y="238"/>
                </a:lnTo>
                <a:lnTo>
                  <a:pt x="3705" y="254"/>
                </a:lnTo>
                <a:lnTo>
                  <a:pt x="3716" y="272"/>
                </a:lnTo>
                <a:lnTo>
                  <a:pt x="3727" y="292"/>
                </a:lnTo>
                <a:lnTo>
                  <a:pt x="3738" y="310"/>
                </a:lnTo>
                <a:lnTo>
                  <a:pt x="3760" y="350"/>
                </a:lnTo>
                <a:lnTo>
                  <a:pt x="3770" y="370"/>
                </a:lnTo>
                <a:lnTo>
                  <a:pt x="3780" y="392"/>
                </a:lnTo>
                <a:lnTo>
                  <a:pt x="3799" y="434"/>
                </a:lnTo>
                <a:lnTo>
                  <a:pt x="3808" y="455"/>
                </a:lnTo>
                <a:lnTo>
                  <a:pt x="3817" y="479"/>
                </a:lnTo>
                <a:lnTo>
                  <a:pt x="3834" y="525"/>
                </a:lnTo>
                <a:lnTo>
                  <a:pt x="3851" y="573"/>
                </a:lnTo>
                <a:lnTo>
                  <a:pt x="3866" y="623"/>
                </a:lnTo>
                <a:lnTo>
                  <a:pt x="3873" y="649"/>
                </a:lnTo>
                <a:lnTo>
                  <a:pt x="3879" y="675"/>
                </a:lnTo>
                <a:lnTo>
                  <a:pt x="3886" y="701"/>
                </a:lnTo>
                <a:lnTo>
                  <a:pt x="3892" y="727"/>
                </a:lnTo>
                <a:lnTo>
                  <a:pt x="3903" y="781"/>
                </a:lnTo>
                <a:lnTo>
                  <a:pt x="3908" y="809"/>
                </a:lnTo>
                <a:lnTo>
                  <a:pt x="3912" y="837"/>
                </a:lnTo>
                <a:lnTo>
                  <a:pt x="3916" y="865"/>
                </a:lnTo>
                <a:lnTo>
                  <a:pt x="3920" y="893"/>
                </a:lnTo>
                <a:lnTo>
                  <a:pt x="3924" y="921"/>
                </a:lnTo>
                <a:lnTo>
                  <a:pt x="3927" y="951"/>
                </a:lnTo>
                <a:lnTo>
                  <a:pt x="3933" y="1009"/>
                </a:lnTo>
                <a:lnTo>
                  <a:pt x="3937" y="1069"/>
                </a:lnTo>
                <a:lnTo>
                  <a:pt x="3938" y="1099"/>
                </a:lnTo>
                <a:lnTo>
                  <a:pt x="3939" y="1129"/>
                </a:lnTo>
                <a:lnTo>
                  <a:pt x="3940" y="1161"/>
                </a:lnTo>
                <a:lnTo>
                  <a:pt x="3940" y="1191"/>
                </a:lnTo>
                <a:lnTo>
                  <a:pt x="3939" y="1253"/>
                </a:lnTo>
                <a:lnTo>
                  <a:pt x="3938" y="1283"/>
                </a:lnTo>
                <a:lnTo>
                  <a:pt x="3937" y="1313"/>
                </a:lnTo>
                <a:lnTo>
                  <a:pt x="3935" y="1343"/>
                </a:lnTo>
                <a:lnTo>
                  <a:pt x="3933" y="1372"/>
                </a:lnTo>
                <a:lnTo>
                  <a:pt x="3930" y="1400"/>
                </a:lnTo>
                <a:lnTo>
                  <a:pt x="3927" y="1430"/>
                </a:lnTo>
                <a:lnTo>
                  <a:pt x="3924" y="1458"/>
                </a:lnTo>
                <a:lnTo>
                  <a:pt x="3920" y="1488"/>
                </a:lnTo>
                <a:lnTo>
                  <a:pt x="3916" y="1516"/>
                </a:lnTo>
                <a:lnTo>
                  <a:pt x="3912" y="1544"/>
                </a:lnTo>
                <a:lnTo>
                  <a:pt x="3903" y="1600"/>
                </a:lnTo>
                <a:lnTo>
                  <a:pt x="3897" y="1626"/>
                </a:lnTo>
                <a:lnTo>
                  <a:pt x="3892" y="1654"/>
                </a:lnTo>
                <a:lnTo>
                  <a:pt x="3886" y="1680"/>
                </a:lnTo>
                <a:lnTo>
                  <a:pt x="3879" y="1706"/>
                </a:lnTo>
                <a:lnTo>
                  <a:pt x="3873" y="1732"/>
                </a:lnTo>
                <a:lnTo>
                  <a:pt x="3866" y="1758"/>
                </a:lnTo>
                <a:lnTo>
                  <a:pt x="3859" y="1782"/>
                </a:lnTo>
                <a:lnTo>
                  <a:pt x="3851" y="1808"/>
                </a:lnTo>
                <a:lnTo>
                  <a:pt x="3843" y="1832"/>
                </a:lnTo>
                <a:lnTo>
                  <a:pt x="3834" y="1856"/>
                </a:lnTo>
                <a:lnTo>
                  <a:pt x="3826" y="1880"/>
                </a:lnTo>
                <a:lnTo>
                  <a:pt x="3817" y="1902"/>
                </a:lnTo>
                <a:lnTo>
                  <a:pt x="3808" y="1926"/>
                </a:lnTo>
                <a:lnTo>
                  <a:pt x="3799" y="1948"/>
                </a:lnTo>
                <a:lnTo>
                  <a:pt x="3780" y="1990"/>
                </a:lnTo>
                <a:lnTo>
                  <a:pt x="3770" y="2012"/>
                </a:lnTo>
                <a:lnTo>
                  <a:pt x="3760" y="2032"/>
                </a:lnTo>
                <a:lnTo>
                  <a:pt x="3738" y="2072"/>
                </a:lnTo>
                <a:lnTo>
                  <a:pt x="3727" y="2090"/>
                </a:lnTo>
                <a:lnTo>
                  <a:pt x="3716" y="2110"/>
                </a:lnTo>
                <a:lnTo>
                  <a:pt x="3693" y="2144"/>
                </a:lnTo>
                <a:lnTo>
                  <a:pt x="3681" y="2162"/>
                </a:lnTo>
                <a:lnTo>
                  <a:pt x="3669" y="2178"/>
                </a:lnTo>
                <a:lnTo>
                  <a:pt x="3644" y="2208"/>
                </a:lnTo>
                <a:lnTo>
                  <a:pt x="3619" y="2238"/>
                </a:lnTo>
                <a:lnTo>
                  <a:pt x="3592" y="2264"/>
                </a:lnTo>
                <a:lnTo>
                  <a:pt x="3565" y="2287"/>
                </a:lnTo>
                <a:lnTo>
                  <a:pt x="3537" y="2307"/>
                </a:lnTo>
                <a:lnTo>
                  <a:pt x="3523" y="2317"/>
                </a:lnTo>
                <a:lnTo>
                  <a:pt x="3509" y="2327"/>
                </a:lnTo>
                <a:lnTo>
                  <a:pt x="3493" y="2335"/>
                </a:lnTo>
                <a:lnTo>
                  <a:pt x="3479" y="2343"/>
                </a:lnTo>
                <a:lnTo>
                  <a:pt x="3449" y="2355"/>
                </a:lnTo>
                <a:lnTo>
                  <a:pt x="3434" y="2361"/>
                </a:lnTo>
                <a:lnTo>
                  <a:pt x="3419" y="2367"/>
                </a:lnTo>
                <a:lnTo>
                  <a:pt x="3388" y="2373"/>
                </a:lnTo>
                <a:lnTo>
                  <a:pt x="3357" y="2379"/>
                </a:lnTo>
                <a:lnTo>
                  <a:pt x="3326" y="2381"/>
                </a:lnTo>
                <a:lnTo>
                  <a:pt x="3294" y="2379"/>
                </a:lnTo>
                <a:lnTo>
                  <a:pt x="3279" y="2377"/>
                </a:lnTo>
                <a:lnTo>
                  <a:pt x="3263" y="2373"/>
                </a:lnTo>
                <a:lnTo>
                  <a:pt x="3248" y="2371"/>
                </a:lnTo>
                <a:lnTo>
                  <a:pt x="3233" y="2367"/>
                </a:lnTo>
                <a:lnTo>
                  <a:pt x="3218" y="2361"/>
                </a:lnTo>
                <a:lnTo>
                  <a:pt x="3203" y="2355"/>
                </a:lnTo>
                <a:lnTo>
                  <a:pt x="3188" y="2349"/>
                </a:lnTo>
                <a:lnTo>
                  <a:pt x="3173" y="2343"/>
                </a:lnTo>
                <a:lnTo>
                  <a:pt x="3143" y="2327"/>
                </a:lnTo>
                <a:lnTo>
                  <a:pt x="3115" y="2307"/>
                </a:lnTo>
                <a:lnTo>
                  <a:pt x="3101" y="2297"/>
                </a:lnTo>
                <a:lnTo>
                  <a:pt x="3087" y="2287"/>
                </a:lnTo>
                <a:lnTo>
                  <a:pt x="3073" y="2275"/>
                </a:lnTo>
                <a:lnTo>
                  <a:pt x="3060" y="2264"/>
                </a:lnTo>
                <a:lnTo>
                  <a:pt x="3046" y="2250"/>
                </a:lnTo>
                <a:lnTo>
                  <a:pt x="3033" y="2238"/>
                </a:lnTo>
                <a:lnTo>
                  <a:pt x="3020" y="2224"/>
                </a:lnTo>
                <a:lnTo>
                  <a:pt x="3008" y="2208"/>
                </a:lnTo>
                <a:lnTo>
                  <a:pt x="2983" y="2178"/>
                </a:lnTo>
                <a:lnTo>
                  <a:pt x="2971" y="2162"/>
                </a:lnTo>
                <a:lnTo>
                  <a:pt x="2959" y="2144"/>
                </a:lnTo>
                <a:lnTo>
                  <a:pt x="2947" y="2126"/>
                </a:lnTo>
                <a:lnTo>
                  <a:pt x="2936" y="2110"/>
                </a:lnTo>
                <a:lnTo>
                  <a:pt x="2925" y="2090"/>
                </a:lnTo>
                <a:lnTo>
                  <a:pt x="2914" y="2072"/>
                </a:lnTo>
                <a:lnTo>
                  <a:pt x="2892" y="2032"/>
                </a:lnTo>
                <a:lnTo>
                  <a:pt x="2882" y="2012"/>
                </a:lnTo>
                <a:lnTo>
                  <a:pt x="2872" y="1990"/>
                </a:lnTo>
                <a:lnTo>
                  <a:pt x="2853" y="1948"/>
                </a:lnTo>
                <a:lnTo>
                  <a:pt x="2844" y="1926"/>
                </a:lnTo>
                <a:lnTo>
                  <a:pt x="2834" y="1902"/>
                </a:lnTo>
                <a:lnTo>
                  <a:pt x="2817" y="1856"/>
                </a:lnTo>
                <a:lnTo>
                  <a:pt x="2801" y="1808"/>
                </a:lnTo>
                <a:lnTo>
                  <a:pt x="2786" y="1758"/>
                </a:lnTo>
                <a:lnTo>
                  <a:pt x="2779" y="1732"/>
                </a:lnTo>
                <a:lnTo>
                  <a:pt x="2772" y="1706"/>
                </a:lnTo>
                <a:lnTo>
                  <a:pt x="2766" y="1680"/>
                </a:lnTo>
                <a:lnTo>
                  <a:pt x="2760" y="1654"/>
                </a:lnTo>
                <a:lnTo>
                  <a:pt x="2749" y="1600"/>
                </a:lnTo>
                <a:lnTo>
                  <a:pt x="2744" y="1572"/>
                </a:lnTo>
                <a:lnTo>
                  <a:pt x="2740" y="1544"/>
                </a:lnTo>
                <a:lnTo>
                  <a:pt x="2735" y="1516"/>
                </a:lnTo>
                <a:lnTo>
                  <a:pt x="2731" y="1488"/>
                </a:lnTo>
                <a:lnTo>
                  <a:pt x="2728" y="1458"/>
                </a:lnTo>
                <a:lnTo>
                  <a:pt x="2725" y="1430"/>
                </a:lnTo>
                <a:lnTo>
                  <a:pt x="2719" y="1372"/>
                </a:lnTo>
                <a:lnTo>
                  <a:pt x="2715" y="1313"/>
                </a:lnTo>
                <a:lnTo>
                  <a:pt x="2714" y="1283"/>
                </a:lnTo>
                <a:lnTo>
                  <a:pt x="2713" y="1253"/>
                </a:lnTo>
                <a:lnTo>
                  <a:pt x="2712" y="1221"/>
                </a:lnTo>
                <a:lnTo>
                  <a:pt x="2712" y="1191"/>
                </a:lnTo>
                <a:lnTo>
                  <a:pt x="2713" y="1129"/>
                </a:lnTo>
                <a:lnTo>
                  <a:pt x="2714" y="1099"/>
                </a:lnTo>
                <a:lnTo>
                  <a:pt x="2715" y="1069"/>
                </a:lnTo>
                <a:lnTo>
                  <a:pt x="2717" y="1039"/>
                </a:lnTo>
                <a:lnTo>
                  <a:pt x="2719" y="1009"/>
                </a:lnTo>
                <a:lnTo>
                  <a:pt x="2722" y="981"/>
                </a:lnTo>
                <a:lnTo>
                  <a:pt x="2725" y="951"/>
                </a:lnTo>
                <a:lnTo>
                  <a:pt x="2728" y="921"/>
                </a:lnTo>
                <a:lnTo>
                  <a:pt x="2731" y="893"/>
                </a:lnTo>
                <a:lnTo>
                  <a:pt x="2735" y="865"/>
                </a:lnTo>
                <a:lnTo>
                  <a:pt x="2740" y="837"/>
                </a:lnTo>
                <a:lnTo>
                  <a:pt x="2749" y="781"/>
                </a:lnTo>
                <a:lnTo>
                  <a:pt x="2755" y="755"/>
                </a:lnTo>
                <a:lnTo>
                  <a:pt x="2760" y="727"/>
                </a:lnTo>
                <a:lnTo>
                  <a:pt x="2766" y="701"/>
                </a:lnTo>
                <a:lnTo>
                  <a:pt x="2772" y="675"/>
                </a:lnTo>
                <a:lnTo>
                  <a:pt x="2779" y="649"/>
                </a:lnTo>
                <a:lnTo>
                  <a:pt x="2786" y="623"/>
                </a:lnTo>
                <a:lnTo>
                  <a:pt x="2793" y="599"/>
                </a:lnTo>
                <a:lnTo>
                  <a:pt x="2801" y="573"/>
                </a:lnTo>
                <a:lnTo>
                  <a:pt x="2808" y="549"/>
                </a:lnTo>
                <a:lnTo>
                  <a:pt x="2817" y="525"/>
                </a:lnTo>
                <a:lnTo>
                  <a:pt x="2825" y="501"/>
                </a:lnTo>
                <a:lnTo>
                  <a:pt x="2834" y="479"/>
                </a:lnTo>
                <a:lnTo>
                  <a:pt x="2844" y="455"/>
                </a:lnTo>
                <a:lnTo>
                  <a:pt x="2853" y="434"/>
                </a:lnTo>
                <a:lnTo>
                  <a:pt x="2872" y="392"/>
                </a:lnTo>
                <a:lnTo>
                  <a:pt x="2882" y="370"/>
                </a:lnTo>
                <a:lnTo>
                  <a:pt x="2892" y="350"/>
                </a:lnTo>
                <a:lnTo>
                  <a:pt x="2914" y="310"/>
                </a:lnTo>
                <a:lnTo>
                  <a:pt x="2925" y="292"/>
                </a:lnTo>
                <a:lnTo>
                  <a:pt x="2936" y="272"/>
                </a:lnTo>
                <a:lnTo>
                  <a:pt x="2959" y="238"/>
                </a:lnTo>
                <a:lnTo>
                  <a:pt x="2971" y="220"/>
                </a:lnTo>
                <a:lnTo>
                  <a:pt x="2983" y="204"/>
                </a:lnTo>
                <a:lnTo>
                  <a:pt x="3008" y="174"/>
                </a:lnTo>
                <a:lnTo>
                  <a:pt x="3033" y="144"/>
                </a:lnTo>
                <a:lnTo>
                  <a:pt x="3060" y="118"/>
                </a:lnTo>
                <a:lnTo>
                  <a:pt x="3087" y="94"/>
                </a:lnTo>
                <a:lnTo>
                  <a:pt x="3115" y="74"/>
                </a:lnTo>
                <a:lnTo>
                  <a:pt x="3129" y="64"/>
                </a:lnTo>
                <a:lnTo>
                  <a:pt x="3143" y="54"/>
                </a:lnTo>
                <a:lnTo>
                  <a:pt x="3157" y="46"/>
                </a:lnTo>
                <a:lnTo>
                  <a:pt x="3173" y="38"/>
                </a:lnTo>
                <a:lnTo>
                  <a:pt x="3203" y="26"/>
                </a:lnTo>
                <a:lnTo>
                  <a:pt x="3218" y="20"/>
                </a:lnTo>
                <a:lnTo>
                  <a:pt x="3233" y="14"/>
                </a:lnTo>
                <a:lnTo>
                  <a:pt x="3263" y="8"/>
                </a:lnTo>
                <a:lnTo>
                  <a:pt x="3294" y="2"/>
                </a:lnTo>
                <a:lnTo>
                  <a:pt x="3326" y="0"/>
                </a:lnTo>
                <a:close/>
                <a:moveTo>
                  <a:pt x="3328" y="969"/>
                </a:moveTo>
                <a:lnTo>
                  <a:pt x="3340" y="969"/>
                </a:lnTo>
                <a:lnTo>
                  <a:pt x="3352" y="973"/>
                </a:lnTo>
                <a:lnTo>
                  <a:pt x="3363" y="979"/>
                </a:lnTo>
                <a:lnTo>
                  <a:pt x="3369" y="983"/>
                </a:lnTo>
                <a:lnTo>
                  <a:pt x="3375" y="987"/>
                </a:lnTo>
                <a:lnTo>
                  <a:pt x="3385" y="995"/>
                </a:lnTo>
                <a:lnTo>
                  <a:pt x="3395" y="1007"/>
                </a:lnTo>
                <a:lnTo>
                  <a:pt x="3404" y="1019"/>
                </a:lnTo>
                <a:lnTo>
                  <a:pt x="3413" y="1033"/>
                </a:lnTo>
                <a:lnTo>
                  <a:pt x="3421" y="1049"/>
                </a:lnTo>
                <a:lnTo>
                  <a:pt x="3428" y="1067"/>
                </a:lnTo>
                <a:lnTo>
                  <a:pt x="3431" y="1075"/>
                </a:lnTo>
                <a:lnTo>
                  <a:pt x="3434" y="1085"/>
                </a:lnTo>
                <a:lnTo>
                  <a:pt x="3439" y="1105"/>
                </a:lnTo>
                <a:lnTo>
                  <a:pt x="3441" y="1115"/>
                </a:lnTo>
                <a:lnTo>
                  <a:pt x="3443" y="1125"/>
                </a:lnTo>
                <a:lnTo>
                  <a:pt x="3444" y="1135"/>
                </a:lnTo>
                <a:lnTo>
                  <a:pt x="3446" y="1147"/>
                </a:lnTo>
                <a:lnTo>
                  <a:pt x="3447" y="1157"/>
                </a:lnTo>
                <a:lnTo>
                  <a:pt x="3447" y="1169"/>
                </a:lnTo>
                <a:lnTo>
                  <a:pt x="3448" y="1179"/>
                </a:lnTo>
                <a:lnTo>
                  <a:pt x="3448" y="1191"/>
                </a:lnTo>
                <a:lnTo>
                  <a:pt x="3447" y="1213"/>
                </a:lnTo>
                <a:lnTo>
                  <a:pt x="3446" y="1235"/>
                </a:lnTo>
                <a:lnTo>
                  <a:pt x="3443" y="1257"/>
                </a:lnTo>
                <a:lnTo>
                  <a:pt x="3439" y="1277"/>
                </a:lnTo>
                <a:lnTo>
                  <a:pt x="3434" y="1297"/>
                </a:lnTo>
                <a:lnTo>
                  <a:pt x="3431" y="1307"/>
                </a:lnTo>
                <a:lnTo>
                  <a:pt x="3428" y="1315"/>
                </a:lnTo>
                <a:lnTo>
                  <a:pt x="3421" y="1333"/>
                </a:lnTo>
                <a:lnTo>
                  <a:pt x="3413" y="1349"/>
                </a:lnTo>
                <a:lnTo>
                  <a:pt x="3404" y="1362"/>
                </a:lnTo>
                <a:lnTo>
                  <a:pt x="3395" y="1374"/>
                </a:lnTo>
                <a:lnTo>
                  <a:pt x="3385" y="1386"/>
                </a:lnTo>
                <a:lnTo>
                  <a:pt x="3375" y="1394"/>
                </a:lnTo>
                <a:lnTo>
                  <a:pt x="3369" y="1398"/>
                </a:lnTo>
                <a:lnTo>
                  <a:pt x="3363" y="1402"/>
                </a:lnTo>
                <a:lnTo>
                  <a:pt x="3352" y="1408"/>
                </a:lnTo>
                <a:lnTo>
                  <a:pt x="3340" y="1412"/>
                </a:lnTo>
                <a:lnTo>
                  <a:pt x="3334" y="1412"/>
                </a:lnTo>
                <a:lnTo>
                  <a:pt x="3328" y="1412"/>
                </a:lnTo>
                <a:lnTo>
                  <a:pt x="3315" y="1412"/>
                </a:lnTo>
                <a:lnTo>
                  <a:pt x="3303" y="1408"/>
                </a:lnTo>
                <a:lnTo>
                  <a:pt x="3292" y="1402"/>
                </a:lnTo>
                <a:lnTo>
                  <a:pt x="3286" y="1398"/>
                </a:lnTo>
                <a:lnTo>
                  <a:pt x="3281" y="1394"/>
                </a:lnTo>
                <a:lnTo>
                  <a:pt x="3270" y="1386"/>
                </a:lnTo>
                <a:lnTo>
                  <a:pt x="3260" y="1374"/>
                </a:lnTo>
                <a:lnTo>
                  <a:pt x="3251" y="1362"/>
                </a:lnTo>
                <a:lnTo>
                  <a:pt x="3242" y="1349"/>
                </a:lnTo>
                <a:lnTo>
                  <a:pt x="3235" y="1333"/>
                </a:lnTo>
                <a:lnTo>
                  <a:pt x="3228" y="1315"/>
                </a:lnTo>
                <a:lnTo>
                  <a:pt x="3225" y="1307"/>
                </a:lnTo>
                <a:lnTo>
                  <a:pt x="3222" y="1297"/>
                </a:lnTo>
                <a:lnTo>
                  <a:pt x="3217" y="1277"/>
                </a:lnTo>
                <a:lnTo>
                  <a:pt x="3215" y="1267"/>
                </a:lnTo>
                <a:lnTo>
                  <a:pt x="3213" y="1257"/>
                </a:lnTo>
                <a:lnTo>
                  <a:pt x="3211" y="1247"/>
                </a:lnTo>
                <a:lnTo>
                  <a:pt x="3210" y="1235"/>
                </a:lnTo>
                <a:lnTo>
                  <a:pt x="3209" y="1225"/>
                </a:lnTo>
                <a:lnTo>
                  <a:pt x="3208" y="1213"/>
                </a:lnTo>
                <a:lnTo>
                  <a:pt x="3207" y="1203"/>
                </a:lnTo>
                <a:lnTo>
                  <a:pt x="3207" y="1191"/>
                </a:lnTo>
                <a:lnTo>
                  <a:pt x="3208" y="1169"/>
                </a:lnTo>
                <a:lnTo>
                  <a:pt x="3210" y="1147"/>
                </a:lnTo>
                <a:lnTo>
                  <a:pt x="3213" y="1125"/>
                </a:lnTo>
                <a:lnTo>
                  <a:pt x="3217" y="1105"/>
                </a:lnTo>
                <a:lnTo>
                  <a:pt x="3222" y="1085"/>
                </a:lnTo>
                <a:lnTo>
                  <a:pt x="3225" y="1075"/>
                </a:lnTo>
                <a:lnTo>
                  <a:pt x="3228" y="1067"/>
                </a:lnTo>
                <a:lnTo>
                  <a:pt x="3235" y="1049"/>
                </a:lnTo>
                <a:lnTo>
                  <a:pt x="3242" y="1033"/>
                </a:lnTo>
                <a:lnTo>
                  <a:pt x="3251" y="1019"/>
                </a:lnTo>
                <a:lnTo>
                  <a:pt x="3260" y="1007"/>
                </a:lnTo>
                <a:lnTo>
                  <a:pt x="3270" y="995"/>
                </a:lnTo>
                <a:lnTo>
                  <a:pt x="3281" y="987"/>
                </a:lnTo>
                <a:lnTo>
                  <a:pt x="3286" y="983"/>
                </a:lnTo>
                <a:lnTo>
                  <a:pt x="3292" y="979"/>
                </a:lnTo>
                <a:lnTo>
                  <a:pt x="3303" y="973"/>
                </a:lnTo>
                <a:lnTo>
                  <a:pt x="3315" y="969"/>
                </a:lnTo>
                <a:lnTo>
                  <a:pt x="3321" y="969"/>
                </a:lnTo>
                <a:lnTo>
                  <a:pt x="3328" y="969"/>
                </a:lnTo>
                <a:close/>
                <a:moveTo>
                  <a:pt x="485" y="1812"/>
                </a:moveTo>
                <a:lnTo>
                  <a:pt x="502" y="1814"/>
                </a:lnTo>
                <a:lnTo>
                  <a:pt x="517" y="1816"/>
                </a:lnTo>
                <a:lnTo>
                  <a:pt x="524" y="1818"/>
                </a:lnTo>
                <a:lnTo>
                  <a:pt x="530" y="1820"/>
                </a:lnTo>
                <a:lnTo>
                  <a:pt x="537" y="1824"/>
                </a:lnTo>
                <a:lnTo>
                  <a:pt x="543" y="1826"/>
                </a:lnTo>
                <a:lnTo>
                  <a:pt x="555" y="1834"/>
                </a:lnTo>
                <a:lnTo>
                  <a:pt x="565" y="1844"/>
                </a:lnTo>
                <a:lnTo>
                  <a:pt x="570" y="1850"/>
                </a:lnTo>
                <a:lnTo>
                  <a:pt x="575" y="1856"/>
                </a:lnTo>
                <a:lnTo>
                  <a:pt x="584" y="1868"/>
                </a:lnTo>
                <a:lnTo>
                  <a:pt x="588" y="1876"/>
                </a:lnTo>
                <a:lnTo>
                  <a:pt x="591" y="1884"/>
                </a:lnTo>
                <a:lnTo>
                  <a:pt x="598" y="1900"/>
                </a:lnTo>
                <a:lnTo>
                  <a:pt x="601" y="1908"/>
                </a:lnTo>
                <a:lnTo>
                  <a:pt x="603" y="1918"/>
                </a:lnTo>
                <a:lnTo>
                  <a:pt x="606" y="1928"/>
                </a:lnTo>
                <a:lnTo>
                  <a:pt x="608" y="1938"/>
                </a:lnTo>
                <a:lnTo>
                  <a:pt x="612" y="1960"/>
                </a:lnTo>
                <a:lnTo>
                  <a:pt x="614" y="1984"/>
                </a:lnTo>
                <a:lnTo>
                  <a:pt x="615" y="1996"/>
                </a:lnTo>
                <a:lnTo>
                  <a:pt x="616" y="2008"/>
                </a:lnTo>
                <a:lnTo>
                  <a:pt x="616" y="2036"/>
                </a:lnTo>
                <a:lnTo>
                  <a:pt x="616" y="2062"/>
                </a:lnTo>
                <a:lnTo>
                  <a:pt x="615" y="2074"/>
                </a:lnTo>
                <a:lnTo>
                  <a:pt x="614" y="2086"/>
                </a:lnTo>
                <a:lnTo>
                  <a:pt x="612" y="2108"/>
                </a:lnTo>
                <a:lnTo>
                  <a:pt x="608" y="2128"/>
                </a:lnTo>
                <a:lnTo>
                  <a:pt x="606" y="2138"/>
                </a:lnTo>
                <a:lnTo>
                  <a:pt x="603" y="2148"/>
                </a:lnTo>
                <a:lnTo>
                  <a:pt x="598" y="2164"/>
                </a:lnTo>
                <a:lnTo>
                  <a:pt x="591" y="2180"/>
                </a:lnTo>
                <a:lnTo>
                  <a:pt x="588" y="2188"/>
                </a:lnTo>
                <a:lnTo>
                  <a:pt x="584" y="2194"/>
                </a:lnTo>
                <a:lnTo>
                  <a:pt x="575" y="2206"/>
                </a:lnTo>
                <a:lnTo>
                  <a:pt x="570" y="2212"/>
                </a:lnTo>
                <a:lnTo>
                  <a:pt x="565" y="2218"/>
                </a:lnTo>
                <a:lnTo>
                  <a:pt x="560" y="2222"/>
                </a:lnTo>
                <a:lnTo>
                  <a:pt x="555" y="2226"/>
                </a:lnTo>
                <a:lnTo>
                  <a:pt x="543" y="2234"/>
                </a:lnTo>
                <a:lnTo>
                  <a:pt x="530" y="2240"/>
                </a:lnTo>
                <a:lnTo>
                  <a:pt x="517" y="2244"/>
                </a:lnTo>
                <a:lnTo>
                  <a:pt x="502" y="2246"/>
                </a:lnTo>
                <a:lnTo>
                  <a:pt x="485" y="2248"/>
                </a:lnTo>
                <a:lnTo>
                  <a:pt x="135" y="2248"/>
                </a:lnTo>
                <a:lnTo>
                  <a:pt x="118" y="2246"/>
                </a:lnTo>
                <a:lnTo>
                  <a:pt x="110" y="2246"/>
                </a:lnTo>
                <a:lnTo>
                  <a:pt x="103" y="2244"/>
                </a:lnTo>
                <a:lnTo>
                  <a:pt x="89" y="2238"/>
                </a:lnTo>
                <a:lnTo>
                  <a:pt x="76" y="2232"/>
                </a:lnTo>
                <a:lnTo>
                  <a:pt x="70" y="2228"/>
                </a:lnTo>
                <a:lnTo>
                  <a:pt x="64" y="2222"/>
                </a:lnTo>
                <a:lnTo>
                  <a:pt x="53" y="2212"/>
                </a:lnTo>
                <a:lnTo>
                  <a:pt x="43" y="2198"/>
                </a:lnTo>
                <a:lnTo>
                  <a:pt x="38" y="2192"/>
                </a:lnTo>
                <a:lnTo>
                  <a:pt x="34" y="2184"/>
                </a:lnTo>
                <a:lnTo>
                  <a:pt x="30" y="2176"/>
                </a:lnTo>
                <a:lnTo>
                  <a:pt x="26" y="2166"/>
                </a:lnTo>
                <a:lnTo>
                  <a:pt x="22" y="2158"/>
                </a:lnTo>
                <a:lnTo>
                  <a:pt x="19" y="2148"/>
                </a:lnTo>
                <a:lnTo>
                  <a:pt x="13" y="2126"/>
                </a:lnTo>
                <a:lnTo>
                  <a:pt x="9" y="2104"/>
                </a:lnTo>
                <a:lnTo>
                  <a:pt x="7" y="2092"/>
                </a:lnTo>
                <a:lnTo>
                  <a:pt x="5" y="2078"/>
                </a:lnTo>
                <a:lnTo>
                  <a:pt x="3" y="2066"/>
                </a:lnTo>
                <a:lnTo>
                  <a:pt x="2" y="2052"/>
                </a:lnTo>
                <a:lnTo>
                  <a:pt x="1" y="2038"/>
                </a:lnTo>
                <a:lnTo>
                  <a:pt x="1" y="2022"/>
                </a:lnTo>
                <a:lnTo>
                  <a:pt x="0" y="1992"/>
                </a:lnTo>
                <a:lnTo>
                  <a:pt x="0" y="479"/>
                </a:lnTo>
                <a:lnTo>
                  <a:pt x="1" y="450"/>
                </a:lnTo>
                <a:lnTo>
                  <a:pt x="1" y="436"/>
                </a:lnTo>
                <a:lnTo>
                  <a:pt x="2" y="422"/>
                </a:lnTo>
                <a:lnTo>
                  <a:pt x="5" y="398"/>
                </a:lnTo>
                <a:lnTo>
                  <a:pt x="8" y="374"/>
                </a:lnTo>
                <a:lnTo>
                  <a:pt x="10" y="362"/>
                </a:lnTo>
                <a:lnTo>
                  <a:pt x="13" y="352"/>
                </a:lnTo>
                <a:lnTo>
                  <a:pt x="18" y="332"/>
                </a:lnTo>
                <a:lnTo>
                  <a:pt x="25" y="312"/>
                </a:lnTo>
                <a:lnTo>
                  <a:pt x="28" y="304"/>
                </a:lnTo>
                <a:lnTo>
                  <a:pt x="32" y="296"/>
                </a:lnTo>
                <a:lnTo>
                  <a:pt x="36" y="288"/>
                </a:lnTo>
                <a:lnTo>
                  <a:pt x="41" y="280"/>
                </a:lnTo>
                <a:lnTo>
                  <a:pt x="50" y="268"/>
                </a:lnTo>
                <a:lnTo>
                  <a:pt x="60" y="256"/>
                </a:lnTo>
                <a:lnTo>
                  <a:pt x="65" y="252"/>
                </a:lnTo>
                <a:lnTo>
                  <a:pt x="71" y="248"/>
                </a:lnTo>
                <a:lnTo>
                  <a:pt x="83" y="240"/>
                </a:lnTo>
                <a:lnTo>
                  <a:pt x="96" y="236"/>
                </a:lnTo>
                <a:lnTo>
                  <a:pt x="109" y="232"/>
                </a:lnTo>
                <a:lnTo>
                  <a:pt x="124" y="232"/>
                </a:lnTo>
                <a:lnTo>
                  <a:pt x="138" y="232"/>
                </a:lnTo>
                <a:lnTo>
                  <a:pt x="144" y="234"/>
                </a:lnTo>
                <a:lnTo>
                  <a:pt x="151" y="236"/>
                </a:lnTo>
                <a:lnTo>
                  <a:pt x="163" y="240"/>
                </a:lnTo>
                <a:lnTo>
                  <a:pt x="176" y="248"/>
                </a:lnTo>
                <a:lnTo>
                  <a:pt x="181" y="252"/>
                </a:lnTo>
                <a:lnTo>
                  <a:pt x="187" y="256"/>
                </a:lnTo>
                <a:lnTo>
                  <a:pt x="197" y="268"/>
                </a:lnTo>
                <a:lnTo>
                  <a:pt x="206" y="280"/>
                </a:lnTo>
                <a:lnTo>
                  <a:pt x="210" y="288"/>
                </a:lnTo>
                <a:lnTo>
                  <a:pt x="214" y="296"/>
                </a:lnTo>
                <a:lnTo>
                  <a:pt x="218" y="304"/>
                </a:lnTo>
                <a:lnTo>
                  <a:pt x="222" y="312"/>
                </a:lnTo>
                <a:lnTo>
                  <a:pt x="228" y="332"/>
                </a:lnTo>
                <a:lnTo>
                  <a:pt x="234" y="352"/>
                </a:lnTo>
                <a:lnTo>
                  <a:pt x="236" y="362"/>
                </a:lnTo>
                <a:lnTo>
                  <a:pt x="238" y="374"/>
                </a:lnTo>
                <a:lnTo>
                  <a:pt x="242" y="398"/>
                </a:lnTo>
                <a:lnTo>
                  <a:pt x="244" y="422"/>
                </a:lnTo>
                <a:lnTo>
                  <a:pt x="246" y="450"/>
                </a:lnTo>
                <a:lnTo>
                  <a:pt x="246" y="479"/>
                </a:lnTo>
                <a:lnTo>
                  <a:pt x="246" y="1812"/>
                </a:lnTo>
                <a:lnTo>
                  <a:pt x="485" y="1812"/>
                </a:lnTo>
                <a:close/>
                <a:moveTo>
                  <a:pt x="1526" y="1840"/>
                </a:moveTo>
                <a:lnTo>
                  <a:pt x="1532" y="1868"/>
                </a:lnTo>
                <a:lnTo>
                  <a:pt x="1537" y="1898"/>
                </a:lnTo>
                <a:lnTo>
                  <a:pt x="1542" y="1924"/>
                </a:lnTo>
                <a:lnTo>
                  <a:pt x="1546" y="1952"/>
                </a:lnTo>
                <a:lnTo>
                  <a:pt x="1549" y="1978"/>
                </a:lnTo>
                <a:lnTo>
                  <a:pt x="1552" y="2004"/>
                </a:lnTo>
                <a:lnTo>
                  <a:pt x="1554" y="2028"/>
                </a:lnTo>
                <a:lnTo>
                  <a:pt x="1555" y="2052"/>
                </a:lnTo>
                <a:lnTo>
                  <a:pt x="1555" y="2074"/>
                </a:lnTo>
                <a:lnTo>
                  <a:pt x="1554" y="2094"/>
                </a:lnTo>
                <a:lnTo>
                  <a:pt x="1552" y="2112"/>
                </a:lnTo>
                <a:lnTo>
                  <a:pt x="1549" y="2130"/>
                </a:lnTo>
                <a:lnTo>
                  <a:pt x="1547" y="2140"/>
                </a:lnTo>
                <a:lnTo>
                  <a:pt x="1545" y="2148"/>
                </a:lnTo>
                <a:lnTo>
                  <a:pt x="1539" y="2166"/>
                </a:lnTo>
                <a:lnTo>
                  <a:pt x="1532" y="2180"/>
                </a:lnTo>
                <a:lnTo>
                  <a:pt x="1525" y="2196"/>
                </a:lnTo>
                <a:lnTo>
                  <a:pt x="1516" y="2210"/>
                </a:lnTo>
                <a:lnTo>
                  <a:pt x="1507" y="2222"/>
                </a:lnTo>
                <a:lnTo>
                  <a:pt x="1496" y="2232"/>
                </a:lnTo>
                <a:lnTo>
                  <a:pt x="1486" y="2240"/>
                </a:lnTo>
                <a:lnTo>
                  <a:pt x="1476" y="2246"/>
                </a:lnTo>
                <a:lnTo>
                  <a:pt x="1470" y="2248"/>
                </a:lnTo>
                <a:lnTo>
                  <a:pt x="1465" y="2250"/>
                </a:lnTo>
                <a:lnTo>
                  <a:pt x="1453" y="2254"/>
                </a:lnTo>
                <a:lnTo>
                  <a:pt x="1441" y="2254"/>
                </a:lnTo>
                <a:lnTo>
                  <a:pt x="1428" y="2254"/>
                </a:lnTo>
                <a:lnTo>
                  <a:pt x="1417" y="2250"/>
                </a:lnTo>
                <a:lnTo>
                  <a:pt x="1405" y="2246"/>
                </a:lnTo>
                <a:lnTo>
                  <a:pt x="1395" y="2238"/>
                </a:lnTo>
                <a:lnTo>
                  <a:pt x="1390" y="2234"/>
                </a:lnTo>
                <a:lnTo>
                  <a:pt x="1385" y="2230"/>
                </a:lnTo>
                <a:lnTo>
                  <a:pt x="1376" y="2218"/>
                </a:lnTo>
                <a:lnTo>
                  <a:pt x="1372" y="2212"/>
                </a:lnTo>
                <a:lnTo>
                  <a:pt x="1368" y="2206"/>
                </a:lnTo>
                <a:lnTo>
                  <a:pt x="1364" y="2198"/>
                </a:lnTo>
                <a:lnTo>
                  <a:pt x="1360" y="2190"/>
                </a:lnTo>
                <a:lnTo>
                  <a:pt x="1353" y="2174"/>
                </a:lnTo>
                <a:lnTo>
                  <a:pt x="1346" y="2158"/>
                </a:lnTo>
                <a:lnTo>
                  <a:pt x="1340" y="2138"/>
                </a:lnTo>
                <a:lnTo>
                  <a:pt x="1338" y="2128"/>
                </a:lnTo>
                <a:lnTo>
                  <a:pt x="1335" y="2116"/>
                </a:lnTo>
                <a:lnTo>
                  <a:pt x="1323" y="2054"/>
                </a:lnTo>
                <a:lnTo>
                  <a:pt x="1307" y="1966"/>
                </a:lnTo>
                <a:lnTo>
                  <a:pt x="1297" y="1912"/>
                </a:lnTo>
                <a:lnTo>
                  <a:pt x="1284" y="1840"/>
                </a:lnTo>
                <a:lnTo>
                  <a:pt x="1281" y="1830"/>
                </a:lnTo>
                <a:lnTo>
                  <a:pt x="1279" y="1822"/>
                </a:lnTo>
                <a:lnTo>
                  <a:pt x="1276" y="1816"/>
                </a:lnTo>
                <a:lnTo>
                  <a:pt x="1273" y="1810"/>
                </a:lnTo>
                <a:lnTo>
                  <a:pt x="1270" y="1806"/>
                </a:lnTo>
                <a:lnTo>
                  <a:pt x="1267" y="1802"/>
                </a:lnTo>
                <a:lnTo>
                  <a:pt x="1261" y="1798"/>
                </a:lnTo>
                <a:lnTo>
                  <a:pt x="1255" y="1796"/>
                </a:lnTo>
                <a:lnTo>
                  <a:pt x="1251" y="1796"/>
                </a:lnTo>
                <a:lnTo>
                  <a:pt x="1247" y="1796"/>
                </a:lnTo>
                <a:lnTo>
                  <a:pt x="1246" y="1796"/>
                </a:lnTo>
                <a:lnTo>
                  <a:pt x="948" y="1796"/>
                </a:lnTo>
                <a:lnTo>
                  <a:pt x="940" y="1796"/>
                </a:lnTo>
                <a:lnTo>
                  <a:pt x="933" y="1798"/>
                </a:lnTo>
                <a:lnTo>
                  <a:pt x="926" y="1800"/>
                </a:lnTo>
                <a:lnTo>
                  <a:pt x="920" y="1802"/>
                </a:lnTo>
                <a:lnTo>
                  <a:pt x="915" y="1806"/>
                </a:lnTo>
                <a:lnTo>
                  <a:pt x="911" y="1810"/>
                </a:lnTo>
                <a:lnTo>
                  <a:pt x="903" y="1818"/>
                </a:lnTo>
                <a:lnTo>
                  <a:pt x="898" y="1826"/>
                </a:lnTo>
                <a:lnTo>
                  <a:pt x="895" y="1832"/>
                </a:lnTo>
                <a:lnTo>
                  <a:pt x="893" y="1838"/>
                </a:lnTo>
                <a:lnTo>
                  <a:pt x="893" y="1840"/>
                </a:lnTo>
                <a:lnTo>
                  <a:pt x="879" y="1912"/>
                </a:lnTo>
                <a:lnTo>
                  <a:pt x="874" y="1940"/>
                </a:lnTo>
                <a:lnTo>
                  <a:pt x="870" y="1966"/>
                </a:lnTo>
                <a:lnTo>
                  <a:pt x="862" y="2008"/>
                </a:lnTo>
                <a:lnTo>
                  <a:pt x="855" y="2046"/>
                </a:lnTo>
                <a:lnTo>
                  <a:pt x="841" y="2110"/>
                </a:lnTo>
                <a:lnTo>
                  <a:pt x="835" y="2136"/>
                </a:lnTo>
                <a:lnTo>
                  <a:pt x="827" y="2160"/>
                </a:lnTo>
                <a:lnTo>
                  <a:pt x="824" y="2172"/>
                </a:lnTo>
                <a:lnTo>
                  <a:pt x="820" y="2182"/>
                </a:lnTo>
                <a:lnTo>
                  <a:pt x="817" y="2190"/>
                </a:lnTo>
                <a:lnTo>
                  <a:pt x="813" y="2198"/>
                </a:lnTo>
                <a:lnTo>
                  <a:pt x="805" y="2214"/>
                </a:lnTo>
                <a:lnTo>
                  <a:pt x="802" y="2220"/>
                </a:lnTo>
                <a:lnTo>
                  <a:pt x="797" y="2226"/>
                </a:lnTo>
                <a:lnTo>
                  <a:pt x="793" y="2230"/>
                </a:lnTo>
                <a:lnTo>
                  <a:pt x="789" y="2236"/>
                </a:lnTo>
                <a:lnTo>
                  <a:pt x="785" y="2240"/>
                </a:lnTo>
                <a:lnTo>
                  <a:pt x="780" y="2242"/>
                </a:lnTo>
                <a:lnTo>
                  <a:pt x="770" y="2248"/>
                </a:lnTo>
                <a:lnTo>
                  <a:pt x="760" y="2252"/>
                </a:lnTo>
                <a:lnTo>
                  <a:pt x="749" y="2254"/>
                </a:lnTo>
                <a:lnTo>
                  <a:pt x="737" y="2254"/>
                </a:lnTo>
                <a:lnTo>
                  <a:pt x="726" y="2254"/>
                </a:lnTo>
                <a:lnTo>
                  <a:pt x="715" y="2250"/>
                </a:lnTo>
                <a:lnTo>
                  <a:pt x="710" y="2248"/>
                </a:lnTo>
                <a:lnTo>
                  <a:pt x="705" y="2246"/>
                </a:lnTo>
                <a:lnTo>
                  <a:pt x="695" y="2240"/>
                </a:lnTo>
                <a:lnTo>
                  <a:pt x="686" y="2232"/>
                </a:lnTo>
                <a:lnTo>
                  <a:pt x="681" y="2228"/>
                </a:lnTo>
                <a:lnTo>
                  <a:pt x="677" y="2222"/>
                </a:lnTo>
                <a:lnTo>
                  <a:pt x="669" y="2210"/>
                </a:lnTo>
                <a:lnTo>
                  <a:pt x="661" y="2198"/>
                </a:lnTo>
                <a:lnTo>
                  <a:pt x="654" y="2182"/>
                </a:lnTo>
                <a:lnTo>
                  <a:pt x="647" y="2168"/>
                </a:lnTo>
                <a:lnTo>
                  <a:pt x="642" y="2150"/>
                </a:lnTo>
                <a:lnTo>
                  <a:pt x="638" y="2134"/>
                </a:lnTo>
                <a:lnTo>
                  <a:pt x="636" y="2124"/>
                </a:lnTo>
                <a:lnTo>
                  <a:pt x="634" y="2116"/>
                </a:lnTo>
                <a:lnTo>
                  <a:pt x="632" y="2096"/>
                </a:lnTo>
                <a:lnTo>
                  <a:pt x="631" y="2076"/>
                </a:lnTo>
                <a:lnTo>
                  <a:pt x="630" y="2056"/>
                </a:lnTo>
                <a:lnTo>
                  <a:pt x="631" y="2036"/>
                </a:lnTo>
                <a:lnTo>
                  <a:pt x="632" y="2014"/>
                </a:lnTo>
                <a:lnTo>
                  <a:pt x="634" y="1988"/>
                </a:lnTo>
                <a:lnTo>
                  <a:pt x="638" y="1962"/>
                </a:lnTo>
                <a:lnTo>
                  <a:pt x="642" y="1934"/>
                </a:lnTo>
                <a:lnTo>
                  <a:pt x="647" y="1904"/>
                </a:lnTo>
                <a:lnTo>
                  <a:pt x="653" y="1872"/>
                </a:lnTo>
                <a:lnTo>
                  <a:pt x="659" y="1840"/>
                </a:lnTo>
                <a:lnTo>
                  <a:pt x="668" y="1804"/>
                </a:lnTo>
                <a:lnTo>
                  <a:pt x="674" y="1772"/>
                </a:lnTo>
                <a:lnTo>
                  <a:pt x="894" y="631"/>
                </a:lnTo>
                <a:lnTo>
                  <a:pt x="919" y="503"/>
                </a:lnTo>
                <a:lnTo>
                  <a:pt x="929" y="450"/>
                </a:lnTo>
                <a:lnTo>
                  <a:pt x="932" y="436"/>
                </a:lnTo>
                <a:lnTo>
                  <a:pt x="937" y="418"/>
                </a:lnTo>
                <a:lnTo>
                  <a:pt x="944" y="392"/>
                </a:lnTo>
                <a:lnTo>
                  <a:pt x="951" y="370"/>
                </a:lnTo>
                <a:lnTo>
                  <a:pt x="959" y="350"/>
                </a:lnTo>
                <a:lnTo>
                  <a:pt x="966" y="330"/>
                </a:lnTo>
                <a:lnTo>
                  <a:pt x="974" y="314"/>
                </a:lnTo>
                <a:lnTo>
                  <a:pt x="983" y="298"/>
                </a:lnTo>
                <a:lnTo>
                  <a:pt x="991" y="286"/>
                </a:lnTo>
                <a:lnTo>
                  <a:pt x="995" y="280"/>
                </a:lnTo>
                <a:lnTo>
                  <a:pt x="1000" y="274"/>
                </a:lnTo>
                <a:lnTo>
                  <a:pt x="1009" y="264"/>
                </a:lnTo>
                <a:lnTo>
                  <a:pt x="1019" y="256"/>
                </a:lnTo>
                <a:lnTo>
                  <a:pt x="1029" y="250"/>
                </a:lnTo>
                <a:lnTo>
                  <a:pt x="1041" y="244"/>
                </a:lnTo>
                <a:lnTo>
                  <a:pt x="1053" y="238"/>
                </a:lnTo>
                <a:lnTo>
                  <a:pt x="1065" y="236"/>
                </a:lnTo>
                <a:lnTo>
                  <a:pt x="1079" y="234"/>
                </a:lnTo>
                <a:lnTo>
                  <a:pt x="1093" y="234"/>
                </a:lnTo>
                <a:lnTo>
                  <a:pt x="1112" y="234"/>
                </a:lnTo>
                <a:lnTo>
                  <a:pt x="1130" y="238"/>
                </a:lnTo>
                <a:lnTo>
                  <a:pt x="1139" y="240"/>
                </a:lnTo>
                <a:lnTo>
                  <a:pt x="1147" y="244"/>
                </a:lnTo>
                <a:lnTo>
                  <a:pt x="1154" y="248"/>
                </a:lnTo>
                <a:lnTo>
                  <a:pt x="1162" y="252"/>
                </a:lnTo>
                <a:lnTo>
                  <a:pt x="1170" y="258"/>
                </a:lnTo>
                <a:lnTo>
                  <a:pt x="1177" y="262"/>
                </a:lnTo>
                <a:lnTo>
                  <a:pt x="1183" y="270"/>
                </a:lnTo>
                <a:lnTo>
                  <a:pt x="1189" y="276"/>
                </a:lnTo>
                <a:lnTo>
                  <a:pt x="1195" y="284"/>
                </a:lnTo>
                <a:lnTo>
                  <a:pt x="1200" y="292"/>
                </a:lnTo>
                <a:lnTo>
                  <a:pt x="1205" y="300"/>
                </a:lnTo>
                <a:lnTo>
                  <a:pt x="1210" y="310"/>
                </a:lnTo>
                <a:lnTo>
                  <a:pt x="1218" y="326"/>
                </a:lnTo>
                <a:lnTo>
                  <a:pt x="1226" y="344"/>
                </a:lnTo>
                <a:lnTo>
                  <a:pt x="1230" y="354"/>
                </a:lnTo>
                <a:lnTo>
                  <a:pt x="1233" y="364"/>
                </a:lnTo>
                <a:lnTo>
                  <a:pt x="1240" y="384"/>
                </a:lnTo>
                <a:lnTo>
                  <a:pt x="1246" y="406"/>
                </a:lnTo>
                <a:lnTo>
                  <a:pt x="1252" y="428"/>
                </a:lnTo>
                <a:lnTo>
                  <a:pt x="1257" y="451"/>
                </a:lnTo>
                <a:lnTo>
                  <a:pt x="1262" y="475"/>
                </a:lnTo>
                <a:lnTo>
                  <a:pt x="1271" y="527"/>
                </a:lnTo>
                <a:lnTo>
                  <a:pt x="1282" y="579"/>
                </a:lnTo>
                <a:lnTo>
                  <a:pt x="1293" y="631"/>
                </a:lnTo>
                <a:lnTo>
                  <a:pt x="1512" y="1772"/>
                </a:lnTo>
                <a:lnTo>
                  <a:pt x="1515" y="1786"/>
                </a:lnTo>
                <a:lnTo>
                  <a:pt x="1518" y="1800"/>
                </a:lnTo>
                <a:lnTo>
                  <a:pt x="1526" y="1840"/>
                </a:lnTo>
                <a:close/>
                <a:moveTo>
                  <a:pt x="966" y="1428"/>
                </a:moveTo>
                <a:lnTo>
                  <a:pt x="1213" y="1428"/>
                </a:lnTo>
                <a:lnTo>
                  <a:pt x="1091" y="731"/>
                </a:lnTo>
                <a:lnTo>
                  <a:pt x="966" y="1428"/>
                </a:lnTo>
                <a:close/>
                <a:moveTo>
                  <a:pt x="2643" y="1191"/>
                </a:moveTo>
                <a:lnTo>
                  <a:pt x="2644" y="1247"/>
                </a:lnTo>
                <a:lnTo>
                  <a:pt x="2645" y="1275"/>
                </a:lnTo>
                <a:lnTo>
                  <a:pt x="2646" y="1303"/>
                </a:lnTo>
                <a:lnTo>
                  <a:pt x="2649" y="1358"/>
                </a:lnTo>
                <a:lnTo>
                  <a:pt x="2653" y="1414"/>
                </a:lnTo>
                <a:lnTo>
                  <a:pt x="2658" y="1468"/>
                </a:lnTo>
                <a:lnTo>
                  <a:pt x="2665" y="1520"/>
                </a:lnTo>
                <a:lnTo>
                  <a:pt x="2672" y="1572"/>
                </a:lnTo>
                <a:lnTo>
                  <a:pt x="2677" y="1598"/>
                </a:lnTo>
                <a:lnTo>
                  <a:pt x="2681" y="1624"/>
                </a:lnTo>
                <a:lnTo>
                  <a:pt x="2686" y="1650"/>
                </a:lnTo>
                <a:lnTo>
                  <a:pt x="2691" y="1674"/>
                </a:lnTo>
                <a:lnTo>
                  <a:pt x="2701" y="1724"/>
                </a:lnTo>
                <a:lnTo>
                  <a:pt x="2713" y="1772"/>
                </a:lnTo>
                <a:lnTo>
                  <a:pt x="2719" y="1796"/>
                </a:lnTo>
                <a:lnTo>
                  <a:pt x="2726" y="1820"/>
                </a:lnTo>
                <a:lnTo>
                  <a:pt x="2739" y="1866"/>
                </a:lnTo>
                <a:lnTo>
                  <a:pt x="2754" y="1912"/>
                </a:lnTo>
                <a:lnTo>
                  <a:pt x="2769" y="1956"/>
                </a:lnTo>
                <a:lnTo>
                  <a:pt x="2786" y="1998"/>
                </a:lnTo>
                <a:lnTo>
                  <a:pt x="2786" y="2014"/>
                </a:lnTo>
                <a:lnTo>
                  <a:pt x="2786" y="2026"/>
                </a:lnTo>
                <a:lnTo>
                  <a:pt x="2786" y="2052"/>
                </a:lnTo>
                <a:lnTo>
                  <a:pt x="2785" y="2064"/>
                </a:lnTo>
                <a:lnTo>
                  <a:pt x="2784" y="2076"/>
                </a:lnTo>
                <a:lnTo>
                  <a:pt x="2783" y="2088"/>
                </a:lnTo>
                <a:lnTo>
                  <a:pt x="2782" y="2100"/>
                </a:lnTo>
                <a:lnTo>
                  <a:pt x="2779" y="2122"/>
                </a:lnTo>
                <a:lnTo>
                  <a:pt x="2775" y="2142"/>
                </a:lnTo>
                <a:lnTo>
                  <a:pt x="2772" y="2150"/>
                </a:lnTo>
                <a:lnTo>
                  <a:pt x="2769" y="2160"/>
                </a:lnTo>
                <a:lnTo>
                  <a:pt x="2767" y="2168"/>
                </a:lnTo>
                <a:lnTo>
                  <a:pt x="2763" y="2176"/>
                </a:lnTo>
                <a:lnTo>
                  <a:pt x="2756" y="2192"/>
                </a:lnTo>
                <a:lnTo>
                  <a:pt x="2753" y="2198"/>
                </a:lnTo>
                <a:lnTo>
                  <a:pt x="2749" y="2206"/>
                </a:lnTo>
                <a:lnTo>
                  <a:pt x="2740" y="2218"/>
                </a:lnTo>
                <a:lnTo>
                  <a:pt x="2731" y="2228"/>
                </a:lnTo>
                <a:lnTo>
                  <a:pt x="2726" y="2232"/>
                </a:lnTo>
                <a:lnTo>
                  <a:pt x="2721" y="2236"/>
                </a:lnTo>
                <a:lnTo>
                  <a:pt x="2710" y="2242"/>
                </a:lnTo>
                <a:lnTo>
                  <a:pt x="2704" y="2244"/>
                </a:lnTo>
                <a:lnTo>
                  <a:pt x="2698" y="2246"/>
                </a:lnTo>
                <a:lnTo>
                  <a:pt x="2686" y="2250"/>
                </a:lnTo>
                <a:lnTo>
                  <a:pt x="2673" y="2250"/>
                </a:lnTo>
                <a:lnTo>
                  <a:pt x="2658" y="2250"/>
                </a:lnTo>
                <a:lnTo>
                  <a:pt x="2651" y="2248"/>
                </a:lnTo>
                <a:lnTo>
                  <a:pt x="2645" y="2246"/>
                </a:lnTo>
                <a:lnTo>
                  <a:pt x="2632" y="2242"/>
                </a:lnTo>
                <a:lnTo>
                  <a:pt x="2621" y="2234"/>
                </a:lnTo>
                <a:lnTo>
                  <a:pt x="2616" y="2230"/>
                </a:lnTo>
                <a:lnTo>
                  <a:pt x="2611" y="2224"/>
                </a:lnTo>
                <a:lnTo>
                  <a:pt x="2606" y="2218"/>
                </a:lnTo>
                <a:lnTo>
                  <a:pt x="2601" y="2212"/>
                </a:lnTo>
                <a:lnTo>
                  <a:pt x="2597" y="2204"/>
                </a:lnTo>
                <a:lnTo>
                  <a:pt x="2592" y="2196"/>
                </a:lnTo>
                <a:lnTo>
                  <a:pt x="2588" y="2188"/>
                </a:lnTo>
                <a:lnTo>
                  <a:pt x="2584" y="2178"/>
                </a:lnTo>
                <a:lnTo>
                  <a:pt x="2581" y="2168"/>
                </a:lnTo>
                <a:lnTo>
                  <a:pt x="2577" y="2158"/>
                </a:lnTo>
                <a:lnTo>
                  <a:pt x="2570" y="2132"/>
                </a:lnTo>
                <a:lnTo>
                  <a:pt x="2565" y="2104"/>
                </a:lnTo>
                <a:lnTo>
                  <a:pt x="2562" y="2090"/>
                </a:lnTo>
                <a:lnTo>
                  <a:pt x="2559" y="2074"/>
                </a:lnTo>
                <a:lnTo>
                  <a:pt x="2554" y="2038"/>
                </a:lnTo>
                <a:lnTo>
                  <a:pt x="2549" y="2000"/>
                </a:lnTo>
                <a:lnTo>
                  <a:pt x="2545" y="1956"/>
                </a:lnTo>
                <a:lnTo>
                  <a:pt x="2540" y="1908"/>
                </a:lnTo>
                <a:lnTo>
                  <a:pt x="2469" y="1063"/>
                </a:lnTo>
                <a:lnTo>
                  <a:pt x="2322" y="1978"/>
                </a:lnTo>
                <a:lnTo>
                  <a:pt x="2315" y="2020"/>
                </a:lnTo>
                <a:lnTo>
                  <a:pt x="2308" y="2056"/>
                </a:lnTo>
                <a:lnTo>
                  <a:pt x="2302" y="2088"/>
                </a:lnTo>
                <a:lnTo>
                  <a:pt x="2295" y="2116"/>
                </a:lnTo>
                <a:lnTo>
                  <a:pt x="2288" y="2140"/>
                </a:lnTo>
                <a:lnTo>
                  <a:pt x="2285" y="2152"/>
                </a:lnTo>
                <a:lnTo>
                  <a:pt x="2281" y="2164"/>
                </a:lnTo>
                <a:lnTo>
                  <a:pt x="2277" y="2174"/>
                </a:lnTo>
                <a:lnTo>
                  <a:pt x="2274" y="2182"/>
                </a:lnTo>
                <a:lnTo>
                  <a:pt x="2270" y="2192"/>
                </a:lnTo>
                <a:lnTo>
                  <a:pt x="2265" y="2200"/>
                </a:lnTo>
                <a:lnTo>
                  <a:pt x="2261" y="2206"/>
                </a:lnTo>
                <a:lnTo>
                  <a:pt x="2257" y="2214"/>
                </a:lnTo>
                <a:lnTo>
                  <a:pt x="2254" y="2216"/>
                </a:lnTo>
                <a:lnTo>
                  <a:pt x="2252" y="2220"/>
                </a:lnTo>
                <a:lnTo>
                  <a:pt x="2247" y="2226"/>
                </a:lnTo>
                <a:lnTo>
                  <a:pt x="2242" y="2230"/>
                </a:lnTo>
                <a:lnTo>
                  <a:pt x="2237" y="2234"/>
                </a:lnTo>
                <a:lnTo>
                  <a:pt x="2231" y="2238"/>
                </a:lnTo>
                <a:lnTo>
                  <a:pt x="2226" y="2242"/>
                </a:lnTo>
                <a:lnTo>
                  <a:pt x="2214" y="2248"/>
                </a:lnTo>
                <a:lnTo>
                  <a:pt x="2200" y="2252"/>
                </a:lnTo>
                <a:lnTo>
                  <a:pt x="2186" y="2254"/>
                </a:lnTo>
                <a:lnTo>
                  <a:pt x="2171" y="2254"/>
                </a:lnTo>
                <a:lnTo>
                  <a:pt x="2157" y="2254"/>
                </a:lnTo>
                <a:lnTo>
                  <a:pt x="2150" y="2252"/>
                </a:lnTo>
                <a:lnTo>
                  <a:pt x="2144" y="2250"/>
                </a:lnTo>
                <a:lnTo>
                  <a:pt x="2133" y="2246"/>
                </a:lnTo>
                <a:lnTo>
                  <a:pt x="2122" y="2240"/>
                </a:lnTo>
                <a:lnTo>
                  <a:pt x="2112" y="2230"/>
                </a:lnTo>
                <a:lnTo>
                  <a:pt x="2108" y="2226"/>
                </a:lnTo>
                <a:lnTo>
                  <a:pt x="2103" y="2220"/>
                </a:lnTo>
                <a:lnTo>
                  <a:pt x="2095" y="2208"/>
                </a:lnTo>
                <a:lnTo>
                  <a:pt x="2087" y="2194"/>
                </a:lnTo>
                <a:lnTo>
                  <a:pt x="2080" y="2178"/>
                </a:lnTo>
                <a:lnTo>
                  <a:pt x="2073" y="2158"/>
                </a:lnTo>
                <a:lnTo>
                  <a:pt x="2066" y="2136"/>
                </a:lnTo>
                <a:lnTo>
                  <a:pt x="2059" y="2110"/>
                </a:lnTo>
                <a:lnTo>
                  <a:pt x="2053" y="2082"/>
                </a:lnTo>
                <a:lnTo>
                  <a:pt x="2046" y="2050"/>
                </a:lnTo>
                <a:lnTo>
                  <a:pt x="2040" y="2016"/>
                </a:lnTo>
                <a:lnTo>
                  <a:pt x="2033" y="1978"/>
                </a:lnTo>
                <a:lnTo>
                  <a:pt x="1888" y="1063"/>
                </a:lnTo>
                <a:lnTo>
                  <a:pt x="1817" y="1908"/>
                </a:lnTo>
                <a:lnTo>
                  <a:pt x="1812" y="1956"/>
                </a:lnTo>
                <a:lnTo>
                  <a:pt x="1808" y="2000"/>
                </a:lnTo>
                <a:lnTo>
                  <a:pt x="1803" y="2038"/>
                </a:lnTo>
                <a:lnTo>
                  <a:pt x="1798" y="2074"/>
                </a:lnTo>
                <a:lnTo>
                  <a:pt x="1793" y="2104"/>
                </a:lnTo>
                <a:lnTo>
                  <a:pt x="1787" y="2132"/>
                </a:lnTo>
                <a:lnTo>
                  <a:pt x="1783" y="2146"/>
                </a:lnTo>
                <a:lnTo>
                  <a:pt x="1780" y="2158"/>
                </a:lnTo>
                <a:lnTo>
                  <a:pt x="1773" y="2178"/>
                </a:lnTo>
                <a:lnTo>
                  <a:pt x="1769" y="2188"/>
                </a:lnTo>
                <a:lnTo>
                  <a:pt x="1765" y="2196"/>
                </a:lnTo>
                <a:lnTo>
                  <a:pt x="1756" y="2212"/>
                </a:lnTo>
                <a:lnTo>
                  <a:pt x="1751" y="2218"/>
                </a:lnTo>
                <a:lnTo>
                  <a:pt x="1746" y="2224"/>
                </a:lnTo>
                <a:lnTo>
                  <a:pt x="1741" y="2230"/>
                </a:lnTo>
                <a:lnTo>
                  <a:pt x="1736" y="2234"/>
                </a:lnTo>
                <a:lnTo>
                  <a:pt x="1725" y="2242"/>
                </a:lnTo>
                <a:lnTo>
                  <a:pt x="1712" y="2246"/>
                </a:lnTo>
                <a:lnTo>
                  <a:pt x="1706" y="2248"/>
                </a:lnTo>
                <a:lnTo>
                  <a:pt x="1699" y="2250"/>
                </a:lnTo>
                <a:lnTo>
                  <a:pt x="1684" y="2250"/>
                </a:lnTo>
                <a:lnTo>
                  <a:pt x="1671" y="2250"/>
                </a:lnTo>
                <a:lnTo>
                  <a:pt x="1658" y="2246"/>
                </a:lnTo>
                <a:lnTo>
                  <a:pt x="1646" y="2242"/>
                </a:lnTo>
                <a:lnTo>
                  <a:pt x="1640" y="2238"/>
                </a:lnTo>
                <a:lnTo>
                  <a:pt x="1635" y="2234"/>
                </a:lnTo>
                <a:lnTo>
                  <a:pt x="1630" y="2230"/>
                </a:lnTo>
                <a:lnTo>
                  <a:pt x="1625" y="2226"/>
                </a:lnTo>
                <a:lnTo>
                  <a:pt x="1615" y="2216"/>
                </a:lnTo>
                <a:lnTo>
                  <a:pt x="1606" y="2202"/>
                </a:lnTo>
                <a:lnTo>
                  <a:pt x="1598" y="2188"/>
                </a:lnTo>
                <a:lnTo>
                  <a:pt x="1595" y="2180"/>
                </a:lnTo>
                <a:lnTo>
                  <a:pt x="1591" y="2172"/>
                </a:lnTo>
                <a:lnTo>
                  <a:pt x="1588" y="2162"/>
                </a:lnTo>
                <a:lnTo>
                  <a:pt x="1585" y="2154"/>
                </a:lnTo>
                <a:lnTo>
                  <a:pt x="1580" y="2134"/>
                </a:lnTo>
                <a:lnTo>
                  <a:pt x="1576" y="2114"/>
                </a:lnTo>
                <a:lnTo>
                  <a:pt x="1573" y="2092"/>
                </a:lnTo>
                <a:lnTo>
                  <a:pt x="1572" y="2082"/>
                </a:lnTo>
                <a:lnTo>
                  <a:pt x="1571" y="2070"/>
                </a:lnTo>
                <a:lnTo>
                  <a:pt x="1571" y="2058"/>
                </a:lnTo>
                <a:lnTo>
                  <a:pt x="1570" y="2046"/>
                </a:lnTo>
                <a:lnTo>
                  <a:pt x="1571" y="2020"/>
                </a:lnTo>
                <a:lnTo>
                  <a:pt x="1575" y="1940"/>
                </a:lnTo>
                <a:lnTo>
                  <a:pt x="1579" y="1888"/>
                </a:lnTo>
                <a:lnTo>
                  <a:pt x="1583" y="1830"/>
                </a:lnTo>
                <a:lnTo>
                  <a:pt x="1586" y="1786"/>
                </a:lnTo>
                <a:lnTo>
                  <a:pt x="1591" y="1742"/>
                </a:lnTo>
                <a:lnTo>
                  <a:pt x="1594" y="1702"/>
                </a:lnTo>
                <a:lnTo>
                  <a:pt x="1696" y="555"/>
                </a:lnTo>
                <a:lnTo>
                  <a:pt x="1700" y="515"/>
                </a:lnTo>
                <a:lnTo>
                  <a:pt x="1704" y="479"/>
                </a:lnTo>
                <a:lnTo>
                  <a:pt x="1707" y="451"/>
                </a:lnTo>
                <a:lnTo>
                  <a:pt x="1709" y="440"/>
                </a:lnTo>
                <a:lnTo>
                  <a:pt x="1711" y="430"/>
                </a:lnTo>
                <a:lnTo>
                  <a:pt x="1715" y="412"/>
                </a:lnTo>
                <a:lnTo>
                  <a:pt x="1719" y="392"/>
                </a:lnTo>
                <a:lnTo>
                  <a:pt x="1725" y="374"/>
                </a:lnTo>
                <a:lnTo>
                  <a:pt x="1731" y="354"/>
                </a:lnTo>
                <a:lnTo>
                  <a:pt x="1737" y="342"/>
                </a:lnTo>
                <a:lnTo>
                  <a:pt x="1743" y="328"/>
                </a:lnTo>
                <a:lnTo>
                  <a:pt x="1749" y="316"/>
                </a:lnTo>
                <a:lnTo>
                  <a:pt x="1755" y="306"/>
                </a:lnTo>
                <a:lnTo>
                  <a:pt x="1762" y="296"/>
                </a:lnTo>
                <a:lnTo>
                  <a:pt x="1769" y="286"/>
                </a:lnTo>
                <a:lnTo>
                  <a:pt x="1777" y="278"/>
                </a:lnTo>
                <a:lnTo>
                  <a:pt x="1785" y="270"/>
                </a:lnTo>
                <a:lnTo>
                  <a:pt x="1793" y="264"/>
                </a:lnTo>
                <a:lnTo>
                  <a:pt x="1801" y="258"/>
                </a:lnTo>
                <a:lnTo>
                  <a:pt x="1810" y="252"/>
                </a:lnTo>
                <a:lnTo>
                  <a:pt x="1818" y="248"/>
                </a:lnTo>
                <a:lnTo>
                  <a:pt x="1827" y="244"/>
                </a:lnTo>
                <a:lnTo>
                  <a:pt x="1837" y="242"/>
                </a:lnTo>
                <a:lnTo>
                  <a:pt x="1846" y="242"/>
                </a:lnTo>
                <a:lnTo>
                  <a:pt x="1855" y="240"/>
                </a:lnTo>
                <a:lnTo>
                  <a:pt x="1869" y="242"/>
                </a:lnTo>
                <a:lnTo>
                  <a:pt x="1877" y="244"/>
                </a:lnTo>
                <a:lnTo>
                  <a:pt x="1884" y="246"/>
                </a:lnTo>
                <a:lnTo>
                  <a:pt x="1897" y="250"/>
                </a:lnTo>
                <a:lnTo>
                  <a:pt x="1904" y="254"/>
                </a:lnTo>
                <a:lnTo>
                  <a:pt x="1910" y="258"/>
                </a:lnTo>
                <a:lnTo>
                  <a:pt x="1916" y="262"/>
                </a:lnTo>
                <a:lnTo>
                  <a:pt x="1923" y="268"/>
                </a:lnTo>
                <a:lnTo>
                  <a:pt x="1928" y="274"/>
                </a:lnTo>
                <a:lnTo>
                  <a:pt x="1934" y="280"/>
                </a:lnTo>
                <a:lnTo>
                  <a:pt x="1945" y="294"/>
                </a:lnTo>
                <a:lnTo>
                  <a:pt x="1956" y="310"/>
                </a:lnTo>
                <a:lnTo>
                  <a:pt x="1966" y="328"/>
                </a:lnTo>
                <a:lnTo>
                  <a:pt x="1975" y="350"/>
                </a:lnTo>
                <a:lnTo>
                  <a:pt x="1984" y="372"/>
                </a:lnTo>
                <a:lnTo>
                  <a:pt x="1992" y="396"/>
                </a:lnTo>
                <a:lnTo>
                  <a:pt x="1999" y="424"/>
                </a:lnTo>
                <a:lnTo>
                  <a:pt x="2006" y="453"/>
                </a:lnTo>
                <a:lnTo>
                  <a:pt x="2013" y="483"/>
                </a:lnTo>
                <a:lnTo>
                  <a:pt x="2018" y="517"/>
                </a:lnTo>
                <a:lnTo>
                  <a:pt x="2180" y="1526"/>
                </a:lnTo>
                <a:lnTo>
                  <a:pt x="2339" y="517"/>
                </a:lnTo>
                <a:lnTo>
                  <a:pt x="2344" y="483"/>
                </a:lnTo>
                <a:lnTo>
                  <a:pt x="2351" y="453"/>
                </a:lnTo>
                <a:lnTo>
                  <a:pt x="2358" y="424"/>
                </a:lnTo>
                <a:lnTo>
                  <a:pt x="2365" y="396"/>
                </a:lnTo>
                <a:lnTo>
                  <a:pt x="2373" y="372"/>
                </a:lnTo>
                <a:lnTo>
                  <a:pt x="2382" y="350"/>
                </a:lnTo>
                <a:lnTo>
                  <a:pt x="2391" y="328"/>
                </a:lnTo>
                <a:lnTo>
                  <a:pt x="2401" y="310"/>
                </a:lnTo>
                <a:lnTo>
                  <a:pt x="2412" y="294"/>
                </a:lnTo>
                <a:lnTo>
                  <a:pt x="2417" y="286"/>
                </a:lnTo>
                <a:lnTo>
                  <a:pt x="2423" y="280"/>
                </a:lnTo>
                <a:lnTo>
                  <a:pt x="2429" y="274"/>
                </a:lnTo>
                <a:lnTo>
                  <a:pt x="2435" y="268"/>
                </a:lnTo>
                <a:lnTo>
                  <a:pt x="2447" y="258"/>
                </a:lnTo>
                <a:lnTo>
                  <a:pt x="2453" y="254"/>
                </a:lnTo>
                <a:lnTo>
                  <a:pt x="2460" y="250"/>
                </a:lnTo>
                <a:lnTo>
                  <a:pt x="2473" y="246"/>
                </a:lnTo>
                <a:lnTo>
                  <a:pt x="2488" y="242"/>
                </a:lnTo>
                <a:lnTo>
                  <a:pt x="2503" y="240"/>
                </a:lnTo>
                <a:lnTo>
                  <a:pt x="2512" y="242"/>
                </a:lnTo>
                <a:lnTo>
                  <a:pt x="2521" y="242"/>
                </a:lnTo>
                <a:lnTo>
                  <a:pt x="2530" y="244"/>
                </a:lnTo>
                <a:lnTo>
                  <a:pt x="2539" y="248"/>
                </a:lnTo>
                <a:lnTo>
                  <a:pt x="2547" y="252"/>
                </a:lnTo>
                <a:lnTo>
                  <a:pt x="2556" y="258"/>
                </a:lnTo>
                <a:lnTo>
                  <a:pt x="2564" y="264"/>
                </a:lnTo>
                <a:lnTo>
                  <a:pt x="2572" y="270"/>
                </a:lnTo>
                <a:lnTo>
                  <a:pt x="2580" y="278"/>
                </a:lnTo>
                <a:lnTo>
                  <a:pt x="2588" y="286"/>
                </a:lnTo>
                <a:lnTo>
                  <a:pt x="2595" y="296"/>
                </a:lnTo>
                <a:lnTo>
                  <a:pt x="2602" y="306"/>
                </a:lnTo>
                <a:lnTo>
                  <a:pt x="2608" y="316"/>
                </a:lnTo>
                <a:lnTo>
                  <a:pt x="2614" y="328"/>
                </a:lnTo>
                <a:lnTo>
                  <a:pt x="2620" y="342"/>
                </a:lnTo>
                <a:lnTo>
                  <a:pt x="2626" y="354"/>
                </a:lnTo>
                <a:lnTo>
                  <a:pt x="2632" y="374"/>
                </a:lnTo>
                <a:lnTo>
                  <a:pt x="2635" y="384"/>
                </a:lnTo>
                <a:lnTo>
                  <a:pt x="2638" y="392"/>
                </a:lnTo>
                <a:lnTo>
                  <a:pt x="2642" y="412"/>
                </a:lnTo>
                <a:lnTo>
                  <a:pt x="2646" y="430"/>
                </a:lnTo>
                <a:lnTo>
                  <a:pt x="2650" y="451"/>
                </a:lnTo>
                <a:lnTo>
                  <a:pt x="2652" y="465"/>
                </a:lnTo>
                <a:lnTo>
                  <a:pt x="2653" y="479"/>
                </a:lnTo>
                <a:lnTo>
                  <a:pt x="2657" y="515"/>
                </a:lnTo>
                <a:lnTo>
                  <a:pt x="2661" y="555"/>
                </a:lnTo>
                <a:lnTo>
                  <a:pt x="2680" y="765"/>
                </a:lnTo>
                <a:lnTo>
                  <a:pt x="2675" y="791"/>
                </a:lnTo>
                <a:lnTo>
                  <a:pt x="2671" y="815"/>
                </a:lnTo>
                <a:lnTo>
                  <a:pt x="2664" y="867"/>
                </a:lnTo>
                <a:lnTo>
                  <a:pt x="2658" y="919"/>
                </a:lnTo>
                <a:lnTo>
                  <a:pt x="2655" y="945"/>
                </a:lnTo>
                <a:lnTo>
                  <a:pt x="2653" y="973"/>
                </a:lnTo>
                <a:lnTo>
                  <a:pt x="2651" y="999"/>
                </a:lnTo>
                <a:lnTo>
                  <a:pt x="2649" y="1027"/>
                </a:lnTo>
                <a:lnTo>
                  <a:pt x="2647" y="1053"/>
                </a:lnTo>
                <a:lnTo>
                  <a:pt x="2646" y="1081"/>
                </a:lnTo>
                <a:lnTo>
                  <a:pt x="2645" y="1107"/>
                </a:lnTo>
                <a:lnTo>
                  <a:pt x="2644" y="1135"/>
                </a:lnTo>
                <a:lnTo>
                  <a:pt x="2643" y="1191"/>
                </a:lnTo>
                <a:close/>
                <a:moveTo>
                  <a:pt x="4662" y="1920"/>
                </a:moveTo>
                <a:lnTo>
                  <a:pt x="4666" y="1934"/>
                </a:lnTo>
                <a:lnTo>
                  <a:pt x="4669" y="1946"/>
                </a:lnTo>
                <a:lnTo>
                  <a:pt x="4671" y="1960"/>
                </a:lnTo>
                <a:lnTo>
                  <a:pt x="4673" y="1972"/>
                </a:lnTo>
                <a:lnTo>
                  <a:pt x="4675" y="1986"/>
                </a:lnTo>
                <a:lnTo>
                  <a:pt x="4676" y="1998"/>
                </a:lnTo>
                <a:lnTo>
                  <a:pt x="4677" y="2012"/>
                </a:lnTo>
                <a:lnTo>
                  <a:pt x="4677" y="2024"/>
                </a:lnTo>
                <a:lnTo>
                  <a:pt x="4676" y="2048"/>
                </a:lnTo>
                <a:lnTo>
                  <a:pt x="4676" y="2060"/>
                </a:lnTo>
                <a:lnTo>
                  <a:pt x="4675" y="2072"/>
                </a:lnTo>
                <a:lnTo>
                  <a:pt x="4672" y="2094"/>
                </a:lnTo>
                <a:lnTo>
                  <a:pt x="4668" y="2114"/>
                </a:lnTo>
                <a:lnTo>
                  <a:pt x="4664" y="2134"/>
                </a:lnTo>
                <a:lnTo>
                  <a:pt x="4658" y="2152"/>
                </a:lnTo>
                <a:lnTo>
                  <a:pt x="4655" y="2162"/>
                </a:lnTo>
                <a:lnTo>
                  <a:pt x="4651" y="2170"/>
                </a:lnTo>
                <a:lnTo>
                  <a:pt x="4643" y="2186"/>
                </a:lnTo>
                <a:lnTo>
                  <a:pt x="4639" y="2194"/>
                </a:lnTo>
                <a:lnTo>
                  <a:pt x="4635" y="2202"/>
                </a:lnTo>
                <a:lnTo>
                  <a:pt x="4625" y="2214"/>
                </a:lnTo>
                <a:lnTo>
                  <a:pt x="4616" y="2226"/>
                </a:lnTo>
                <a:lnTo>
                  <a:pt x="4605" y="2234"/>
                </a:lnTo>
                <a:lnTo>
                  <a:pt x="4594" y="2242"/>
                </a:lnTo>
                <a:lnTo>
                  <a:pt x="4582" y="2246"/>
                </a:lnTo>
                <a:lnTo>
                  <a:pt x="4576" y="2248"/>
                </a:lnTo>
                <a:lnTo>
                  <a:pt x="4570" y="2250"/>
                </a:lnTo>
                <a:lnTo>
                  <a:pt x="4557" y="2250"/>
                </a:lnTo>
                <a:lnTo>
                  <a:pt x="4549" y="2250"/>
                </a:lnTo>
                <a:lnTo>
                  <a:pt x="4542" y="2248"/>
                </a:lnTo>
                <a:lnTo>
                  <a:pt x="4534" y="2246"/>
                </a:lnTo>
                <a:lnTo>
                  <a:pt x="4527" y="2242"/>
                </a:lnTo>
                <a:lnTo>
                  <a:pt x="4520" y="2236"/>
                </a:lnTo>
                <a:lnTo>
                  <a:pt x="4513" y="2230"/>
                </a:lnTo>
                <a:lnTo>
                  <a:pt x="4506" y="2222"/>
                </a:lnTo>
                <a:lnTo>
                  <a:pt x="4498" y="2214"/>
                </a:lnTo>
                <a:lnTo>
                  <a:pt x="4492" y="2204"/>
                </a:lnTo>
                <a:lnTo>
                  <a:pt x="4484" y="2192"/>
                </a:lnTo>
                <a:lnTo>
                  <a:pt x="4468" y="2162"/>
                </a:lnTo>
                <a:lnTo>
                  <a:pt x="4459" y="2144"/>
                </a:lnTo>
                <a:lnTo>
                  <a:pt x="4450" y="2122"/>
                </a:lnTo>
                <a:lnTo>
                  <a:pt x="4430" y="2074"/>
                </a:lnTo>
                <a:lnTo>
                  <a:pt x="4165" y="1432"/>
                </a:lnTo>
                <a:lnTo>
                  <a:pt x="4165" y="2008"/>
                </a:lnTo>
                <a:lnTo>
                  <a:pt x="4164" y="2036"/>
                </a:lnTo>
                <a:lnTo>
                  <a:pt x="4164" y="2050"/>
                </a:lnTo>
                <a:lnTo>
                  <a:pt x="4163" y="2064"/>
                </a:lnTo>
                <a:lnTo>
                  <a:pt x="4160" y="2088"/>
                </a:lnTo>
                <a:lnTo>
                  <a:pt x="4157" y="2112"/>
                </a:lnTo>
                <a:lnTo>
                  <a:pt x="4155" y="2124"/>
                </a:lnTo>
                <a:lnTo>
                  <a:pt x="4152" y="2134"/>
                </a:lnTo>
                <a:lnTo>
                  <a:pt x="4147" y="2154"/>
                </a:lnTo>
                <a:lnTo>
                  <a:pt x="4140" y="2174"/>
                </a:lnTo>
                <a:lnTo>
                  <a:pt x="4137" y="2182"/>
                </a:lnTo>
                <a:lnTo>
                  <a:pt x="4133" y="2190"/>
                </a:lnTo>
                <a:lnTo>
                  <a:pt x="4129" y="2198"/>
                </a:lnTo>
                <a:lnTo>
                  <a:pt x="4125" y="2206"/>
                </a:lnTo>
                <a:lnTo>
                  <a:pt x="4115" y="2218"/>
                </a:lnTo>
                <a:lnTo>
                  <a:pt x="4105" y="2230"/>
                </a:lnTo>
                <a:lnTo>
                  <a:pt x="4100" y="2234"/>
                </a:lnTo>
                <a:lnTo>
                  <a:pt x="4095" y="2238"/>
                </a:lnTo>
                <a:lnTo>
                  <a:pt x="4083" y="2246"/>
                </a:lnTo>
                <a:lnTo>
                  <a:pt x="4071" y="2250"/>
                </a:lnTo>
                <a:lnTo>
                  <a:pt x="4064" y="2252"/>
                </a:lnTo>
                <a:lnTo>
                  <a:pt x="4057" y="2254"/>
                </a:lnTo>
                <a:lnTo>
                  <a:pt x="4043" y="2254"/>
                </a:lnTo>
                <a:lnTo>
                  <a:pt x="4029" y="2254"/>
                </a:lnTo>
                <a:lnTo>
                  <a:pt x="4022" y="2252"/>
                </a:lnTo>
                <a:lnTo>
                  <a:pt x="4015" y="2250"/>
                </a:lnTo>
                <a:lnTo>
                  <a:pt x="4003" y="2246"/>
                </a:lnTo>
                <a:lnTo>
                  <a:pt x="3991" y="2238"/>
                </a:lnTo>
                <a:lnTo>
                  <a:pt x="3985" y="2234"/>
                </a:lnTo>
                <a:lnTo>
                  <a:pt x="3980" y="2230"/>
                </a:lnTo>
                <a:lnTo>
                  <a:pt x="3970" y="2218"/>
                </a:lnTo>
                <a:lnTo>
                  <a:pt x="3960" y="2206"/>
                </a:lnTo>
                <a:lnTo>
                  <a:pt x="3956" y="2198"/>
                </a:lnTo>
                <a:lnTo>
                  <a:pt x="3952" y="2190"/>
                </a:lnTo>
                <a:lnTo>
                  <a:pt x="3948" y="2182"/>
                </a:lnTo>
                <a:lnTo>
                  <a:pt x="3944" y="2174"/>
                </a:lnTo>
                <a:lnTo>
                  <a:pt x="3938" y="2154"/>
                </a:lnTo>
                <a:lnTo>
                  <a:pt x="3933" y="2134"/>
                </a:lnTo>
                <a:lnTo>
                  <a:pt x="3930" y="2124"/>
                </a:lnTo>
                <a:lnTo>
                  <a:pt x="3928" y="2112"/>
                </a:lnTo>
                <a:lnTo>
                  <a:pt x="3925" y="2088"/>
                </a:lnTo>
                <a:lnTo>
                  <a:pt x="3922" y="2064"/>
                </a:lnTo>
                <a:lnTo>
                  <a:pt x="3921" y="2036"/>
                </a:lnTo>
                <a:lnTo>
                  <a:pt x="3920" y="2008"/>
                </a:lnTo>
                <a:lnTo>
                  <a:pt x="3920" y="1842"/>
                </a:lnTo>
                <a:lnTo>
                  <a:pt x="3930" y="1804"/>
                </a:lnTo>
                <a:lnTo>
                  <a:pt x="3940" y="1768"/>
                </a:lnTo>
                <a:lnTo>
                  <a:pt x="3945" y="1748"/>
                </a:lnTo>
                <a:lnTo>
                  <a:pt x="3949" y="1730"/>
                </a:lnTo>
                <a:lnTo>
                  <a:pt x="3958" y="1692"/>
                </a:lnTo>
                <a:lnTo>
                  <a:pt x="3965" y="1652"/>
                </a:lnTo>
                <a:lnTo>
                  <a:pt x="3973" y="1612"/>
                </a:lnTo>
                <a:lnTo>
                  <a:pt x="3979" y="1572"/>
                </a:lnTo>
                <a:lnTo>
                  <a:pt x="3985" y="1532"/>
                </a:lnTo>
                <a:lnTo>
                  <a:pt x="3991" y="1490"/>
                </a:lnTo>
                <a:lnTo>
                  <a:pt x="3995" y="1450"/>
                </a:lnTo>
                <a:lnTo>
                  <a:pt x="3999" y="1408"/>
                </a:lnTo>
                <a:lnTo>
                  <a:pt x="4003" y="1364"/>
                </a:lnTo>
                <a:lnTo>
                  <a:pt x="4005" y="1323"/>
                </a:lnTo>
                <a:lnTo>
                  <a:pt x="4007" y="1279"/>
                </a:lnTo>
                <a:lnTo>
                  <a:pt x="4008" y="1235"/>
                </a:lnTo>
                <a:lnTo>
                  <a:pt x="4009" y="1191"/>
                </a:lnTo>
                <a:lnTo>
                  <a:pt x="4008" y="1147"/>
                </a:lnTo>
                <a:lnTo>
                  <a:pt x="4007" y="1103"/>
                </a:lnTo>
                <a:lnTo>
                  <a:pt x="4005" y="1059"/>
                </a:lnTo>
                <a:lnTo>
                  <a:pt x="4003" y="1017"/>
                </a:lnTo>
                <a:lnTo>
                  <a:pt x="3999" y="973"/>
                </a:lnTo>
                <a:lnTo>
                  <a:pt x="3995" y="931"/>
                </a:lnTo>
                <a:lnTo>
                  <a:pt x="3991" y="889"/>
                </a:lnTo>
                <a:lnTo>
                  <a:pt x="3985" y="849"/>
                </a:lnTo>
                <a:lnTo>
                  <a:pt x="3979" y="809"/>
                </a:lnTo>
                <a:lnTo>
                  <a:pt x="3976" y="787"/>
                </a:lnTo>
                <a:lnTo>
                  <a:pt x="3973" y="767"/>
                </a:lnTo>
                <a:lnTo>
                  <a:pt x="3965" y="729"/>
                </a:lnTo>
                <a:lnTo>
                  <a:pt x="3958" y="689"/>
                </a:lnTo>
                <a:lnTo>
                  <a:pt x="3949" y="651"/>
                </a:lnTo>
                <a:lnTo>
                  <a:pt x="3940" y="613"/>
                </a:lnTo>
                <a:lnTo>
                  <a:pt x="3935" y="595"/>
                </a:lnTo>
                <a:lnTo>
                  <a:pt x="3930" y="577"/>
                </a:lnTo>
                <a:lnTo>
                  <a:pt x="3920" y="539"/>
                </a:lnTo>
                <a:lnTo>
                  <a:pt x="3920" y="499"/>
                </a:lnTo>
                <a:lnTo>
                  <a:pt x="3921" y="467"/>
                </a:lnTo>
                <a:lnTo>
                  <a:pt x="3921" y="453"/>
                </a:lnTo>
                <a:lnTo>
                  <a:pt x="3922" y="440"/>
                </a:lnTo>
                <a:lnTo>
                  <a:pt x="3925" y="412"/>
                </a:lnTo>
                <a:lnTo>
                  <a:pt x="3926" y="400"/>
                </a:lnTo>
                <a:lnTo>
                  <a:pt x="3928" y="388"/>
                </a:lnTo>
                <a:lnTo>
                  <a:pt x="3933" y="364"/>
                </a:lnTo>
                <a:lnTo>
                  <a:pt x="3939" y="344"/>
                </a:lnTo>
                <a:lnTo>
                  <a:pt x="3942" y="334"/>
                </a:lnTo>
                <a:lnTo>
                  <a:pt x="3946" y="324"/>
                </a:lnTo>
                <a:lnTo>
                  <a:pt x="3953" y="308"/>
                </a:lnTo>
                <a:lnTo>
                  <a:pt x="3958" y="300"/>
                </a:lnTo>
                <a:lnTo>
                  <a:pt x="3962" y="292"/>
                </a:lnTo>
                <a:lnTo>
                  <a:pt x="3972" y="280"/>
                </a:lnTo>
                <a:lnTo>
                  <a:pt x="3983" y="268"/>
                </a:lnTo>
                <a:lnTo>
                  <a:pt x="3989" y="264"/>
                </a:lnTo>
                <a:lnTo>
                  <a:pt x="3995" y="260"/>
                </a:lnTo>
                <a:lnTo>
                  <a:pt x="4008" y="254"/>
                </a:lnTo>
                <a:lnTo>
                  <a:pt x="4023" y="248"/>
                </a:lnTo>
                <a:lnTo>
                  <a:pt x="4030" y="246"/>
                </a:lnTo>
                <a:lnTo>
                  <a:pt x="4038" y="246"/>
                </a:lnTo>
                <a:lnTo>
                  <a:pt x="4054" y="244"/>
                </a:lnTo>
                <a:lnTo>
                  <a:pt x="4257" y="244"/>
                </a:lnTo>
                <a:lnTo>
                  <a:pt x="4280" y="244"/>
                </a:lnTo>
                <a:lnTo>
                  <a:pt x="4302" y="246"/>
                </a:lnTo>
                <a:lnTo>
                  <a:pt x="4323" y="246"/>
                </a:lnTo>
                <a:lnTo>
                  <a:pt x="4342" y="250"/>
                </a:lnTo>
                <a:lnTo>
                  <a:pt x="4361" y="252"/>
                </a:lnTo>
                <a:lnTo>
                  <a:pt x="4379" y="256"/>
                </a:lnTo>
                <a:lnTo>
                  <a:pt x="4395" y="260"/>
                </a:lnTo>
                <a:lnTo>
                  <a:pt x="4411" y="264"/>
                </a:lnTo>
                <a:lnTo>
                  <a:pt x="4425" y="270"/>
                </a:lnTo>
                <a:lnTo>
                  <a:pt x="4440" y="278"/>
                </a:lnTo>
                <a:lnTo>
                  <a:pt x="4453" y="284"/>
                </a:lnTo>
                <a:lnTo>
                  <a:pt x="4466" y="294"/>
                </a:lnTo>
                <a:lnTo>
                  <a:pt x="4479" y="302"/>
                </a:lnTo>
                <a:lnTo>
                  <a:pt x="4491" y="312"/>
                </a:lnTo>
                <a:lnTo>
                  <a:pt x="4504" y="324"/>
                </a:lnTo>
                <a:lnTo>
                  <a:pt x="4515" y="336"/>
                </a:lnTo>
                <a:lnTo>
                  <a:pt x="4524" y="346"/>
                </a:lnTo>
                <a:lnTo>
                  <a:pt x="4533" y="358"/>
                </a:lnTo>
                <a:lnTo>
                  <a:pt x="4549" y="380"/>
                </a:lnTo>
                <a:lnTo>
                  <a:pt x="4564" y="404"/>
                </a:lnTo>
                <a:lnTo>
                  <a:pt x="4579" y="430"/>
                </a:lnTo>
                <a:lnTo>
                  <a:pt x="4586" y="444"/>
                </a:lnTo>
                <a:lnTo>
                  <a:pt x="4592" y="457"/>
                </a:lnTo>
                <a:lnTo>
                  <a:pt x="4605" y="487"/>
                </a:lnTo>
                <a:lnTo>
                  <a:pt x="4610" y="503"/>
                </a:lnTo>
                <a:lnTo>
                  <a:pt x="4616" y="519"/>
                </a:lnTo>
                <a:lnTo>
                  <a:pt x="4621" y="535"/>
                </a:lnTo>
                <a:lnTo>
                  <a:pt x="4626" y="551"/>
                </a:lnTo>
                <a:lnTo>
                  <a:pt x="4631" y="569"/>
                </a:lnTo>
                <a:lnTo>
                  <a:pt x="4636" y="585"/>
                </a:lnTo>
                <a:lnTo>
                  <a:pt x="4640" y="603"/>
                </a:lnTo>
                <a:lnTo>
                  <a:pt x="4644" y="621"/>
                </a:lnTo>
                <a:lnTo>
                  <a:pt x="4647" y="639"/>
                </a:lnTo>
                <a:lnTo>
                  <a:pt x="4651" y="657"/>
                </a:lnTo>
                <a:lnTo>
                  <a:pt x="4654" y="675"/>
                </a:lnTo>
                <a:lnTo>
                  <a:pt x="4656" y="695"/>
                </a:lnTo>
                <a:lnTo>
                  <a:pt x="4659" y="713"/>
                </a:lnTo>
                <a:lnTo>
                  <a:pt x="4661" y="733"/>
                </a:lnTo>
                <a:lnTo>
                  <a:pt x="4664" y="771"/>
                </a:lnTo>
                <a:lnTo>
                  <a:pt x="4665" y="791"/>
                </a:lnTo>
                <a:lnTo>
                  <a:pt x="4666" y="813"/>
                </a:lnTo>
                <a:lnTo>
                  <a:pt x="4666" y="833"/>
                </a:lnTo>
                <a:lnTo>
                  <a:pt x="4666" y="853"/>
                </a:lnTo>
                <a:lnTo>
                  <a:pt x="4666" y="881"/>
                </a:lnTo>
                <a:lnTo>
                  <a:pt x="4665" y="909"/>
                </a:lnTo>
                <a:lnTo>
                  <a:pt x="4664" y="935"/>
                </a:lnTo>
                <a:lnTo>
                  <a:pt x="4663" y="961"/>
                </a:lnTo>
                <a:lnTo>
                  <a:pt x="4661" y="987"/>
                </a:lnTo>
                <a:lnTo>
                  <a:pt x="4658" y="1011"/>
                </a:lnTo>
                <a:lnTo>
                  <a:pt x="4655" y="1035"/>
                </a:lnTo>
                <a:lnTo>
                  <a:pt x="4652" y="1059"/>
                </a:lnTo>
                <a:lnTo>
                  <a:pt x="4648" y="1081"/>
                </a:lnTo>
                <a:lnTo>
                  <a:pt x="4644" y="1101"/>
                </a:lnTo>
                <a:lnTo>
                  <a:pt x="4640" y="1123"/>
                </a:lnTo>
                <a:lnTo>
                  <a:pt x="4635" y="1143"/>
                </a:lnTo>
                <a:lnTo>
                  <a:pt x="4629" y="1161"/>
                </a:lnTo>
                <a:lnTo>
                  <a:pt x="4623" y="1181"/>
                </a:lnTo>
                <a:lnTo>
                  <a:pt x="4617" y="1197"/>
                </a:lnTo>
                <a:lnTo>
                  <a:pt x="4610" y="1215"/>
                </a:lnTo>
                <a:lnTo>
                  <a:pt x="4603" y="1231"/>
                </a:lnTo>
                <a:lnTo>
                  <a:pt x="4595" y="1247"/>
                </a:lnTo>
                <a:lnTo>
                  <a:pt x="4587" y="1261"/>
                </a:lnTo>
                <a:lnTo>
                  <a:pt x="4578" y="1275"/>
                </a:lnTo>
                <a:lnTo>
                  <a:pt x="4569" y="1289"/>
                </a:lnTo>
                <a:lnTo>
                  <a:pt x="4560" y="1303"/>
                </a:lnTo>
                <a:lnTo>
                  <a:pt x="4549" y="1315"/>
                </a:lnTo>
                <a:lnTo>
                  <a:pt x="4539" y="1327"/>
                </a:lnTo>
                <a:lnTo>
                  <a:pt x="4528" y="1337"/>
                </a:lnTo>
                <a:lnTo>
                  <a:pt x="4516" y="1349"/>
                </a:lnTo>
                <a:lnTo>
                  <a:pt x="4504" y="1358"/>
                </a:lnTo>
                <a:lnTo>
                  <a:pt x="4491" y="1366"/>
                </a:lnTo>
                <a:lnTo>
                  <a:pt x="4478" y="1374"/>
                </a:lnTo>
                <a:lnTo>
                  <a:pt x="4465" y="1382"/>
                </a:lnTo>
                <a:lnTo>
                  <a:pt x="4436" y="1396"/>
                </a:lnTo>
                <a:lnTo>
                  <a:pt x="4571" y="1700"/>
                </a:lnTo>
                <a:lnTo>
                  <a:pt x="4579" y="1722"/>
                </a:lnTo>
                <a:lnTo>
                  <a:pt x="4589" y="1744"/>
                </a:lnTo>
                <a:lnTo>
                  <a:pt x="4612" y="1792"/>
                </a:lnTo>
                <a:lnTo>
                  <a:pt x="4628" y="1828"/>
                </a:lnTo>
                <a:lnTo>
                  <a:pt x="4642" y="1862"/>
                </a:lnTo>
                <a:lnTo>
                  <a:pt x="4648" y="1878"/>
                </a:lnTo>
                <a:lnTo>
                  <a:pt x="4653" y="1892"/>
                </a:lnTo>
                <a:lnTo>
                  <a:pt x="4662" y="1920"/>
                </a:lnTo>
                <a:close/>
                <a:moveTo>
                  <a:pt x="4276" y="1091"/>
                </a:moveTo>
                <a:lnTo>
                  <a:pt x="4294" y="1089"/>
                </a:lnTo>
                <a:lnTo>
                  <a:pt x="4311" y="1087"/>
                </a:lnTo>
                <a:lnTo>
                  <a:pt x="4320" y="1085"/>
                </a:lnTo>
                <a:lnTo>
                  <a:pt x="4327" y="1081"/>
                </a:lnTo>
                <a:lnTo>
                  <a:pt x="4342" y="1075"/>
                </a:lnTo>
                <a:lnTo>
                  <a:pt x="4356" y="1067"/>
                </a:lnTo>
                <a:lnTo>
                  <a:pt x="4368" y="1057"/>
                </a:lnTo>
                <a:lnTo>
                  <a:pt x="4374" y="1051"/>
                </a:lnTo>
                <a:lnTo>
                  <a:pt x="4379" y="1045"/>
                </a:lnTo>
                <a:lnTo>
                  <a:pt x="4384" y="1039"/>
                </a:lnTo>
                <a:lnTo>
                  <a:pt x="4389" y="1033"/>
                </a:lnTo>
                <a:lnTo>
                  <a:pt x="4394" y="1025"/>
                </a:lnTo>
                <a:lnTo>
                  <a:pt x="4398" y="1017"/>
                </a:lnTo>
                <a:lnTo>
                  <a:pt x="4406" y="999"/>
                </a:lnTo>
                <a:lnTo>
                  <a:pt x="4412" y="981"/>
                </a:lnTo>
                <a:lnTo>
                  <a:pt x="4415" y="971"/>
                </a:lnTo>
                <a:lnTo>
                  <a:pt x="4417" y="959"/>
                </a:lnTo>
                <a:lnTo>
                  <a:pt x="4420" y="949"/>
                </a:lnTo>
                <a:lnTo>
                  <a:pt x="4421" y="937"/>
                </a:lnTo>
                <a:lnTo>
                  <a:pt x="4423" y="925"/>
                </a:lnTo>
                <a:lnTo>
                  <a:pt x="4424" y="913"/>
                </a:lnTo>
                <a:lnTo>
                  <a:pt x="4426" y="887"/>
                </a:lnTo>
                <a:lnTo>
                  <a:pt x="4427" y="873"/>
                </a:lnTo>
                <a:lnTo>
                  <a:pt x="4427" y="859"/>
                </a:lnTo>
                <a:lnTo>
                  <a:pt x="4426" y="835"/>
                </a:lnTo>
                <a:lnTo>
                  <a:pt x="4424" y="813"/>
                </a:lnTo>
                <a:lnTo>
                  <a:pt x="4422" y="791"/>
                </a:lnTo>
                <a:lnTo>
                  <a:pt x="4418" y="773"/>
                </a:lnTo>
                <a:lnTo>
                  <a:pt x="4413" y="755"/>
                </a:lnTo>
                <a:lnTo>
                  <a:pt x="4406" y="739"/>
                </a:lnTo>
                <a:lnTo>
                  <a:pt x="4399" y="723"/>
                </a:lnTo>
                <a:lnTo>
                  <a:pt x="4391" y="711"/>
                </a:lnTo>
                <a:lnTo>
                  <a:pt x="4381" y="699"/>
                </a:lnTo>
                <a:lnTo>
                  <a:pt x="4370" y="689"/>
                </a:lnTo>
                <a:lnTo>
                  <a:pt x="4358" y="681"/>
                </a:lnTo>
                <a:lnTo>
                  <a:pt x="4346" y="673"/>
                </a:lnTo>
                <a:lnTo>
                  <a:pt x="4331" y="669"/>
                </a:lnTo>
                <a:lnTo>
                  <a:pt x="4316" y="665"/>
                </a:lnTo>
                <a:lnTo>
                  <a:pt x="4300" y="663"/>
                </a:lnTo>
                <a:lnTo>
                  <a:pt x="4282" y="661"/>
                </a:lnTo>
                <a:lnTo>
                  <a:pt x="4165" y="661"/>
                </a:lnTo>
                <a:lnTo>
                  <a:pt x="4165" y="1091"/>
                </a:lnTo>
                <a:lnTo>
                  <a:pt x="4276" y="10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78295" tIns="39137" rIns="78295" bIns="3913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4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13975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</p:sldLayoutIdLst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9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jpeg"/><Relationship Id="rId5" Type="http://schemas.openxmlformats.org/officeDocument/2006/relationships/image" Target="../media/image49.jpg"/><Relationship Id="rId4" Type="http://schemas.openxmlformats.org/officeDocument/2006/relationships/image" Target="../media/image48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.uk/imgres?imgurl=http://www.turtletrader.com/images/market-timing.jpg&amp;imgrefurl=http://turtletrader.com/market-timing.html&amp;h=213&amp;w=168&amp;sz=29&amp;hl=en&amp;start=2&amp;tbnid=c_yl2ZBElEjRKM:&amp;tbnh=106&amp;tbnw=84&amp;prev=/images?q=timing&amp;svnum=10&amp;hl=en&amp;lr=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F15F2E0-2963-48E0-84B6-539D34E4EDC2}"/>
              </a:ext>
            </a:extLst>
          </p:cNvPr>
          <p:cNvSpPr/>
          <p:nvPr/>
        </p:nvSpPr>
        <p:spPr bwMode="auto">
          <a:xfrm>
            <a:off x="0" y="2228206"/>
            <a:ext cx="6515484" cy="1664988"/>
          </a:xfrm>
          <a:prstGeom prst="rect">
            <a:avLst/>
          </a:prstGeom>
          <a:gradFill>
            <a:gsLst>
              <a:gs pos="0">
                <a:schemeClr val="bg1">
                  <a:alpha val="11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 vert="horz" wrap="square" lIns="78307" tIns="39154" rIns="78307" bIns="39154" numCol="1" rtlCol="0" anchor="t" anchorCtr="0" compatLnSpc="1">
            <a:prstTxWarp prst="textNoShape">
              <a:avLst/>
            </a:prstTxWarp>
          </a:bodyPr>
          <a:lstStyle/>
          <a:p>
            <a:pPr algn="ctr" defTabSz="783092">
              <a:buClr>
                <a:srgbClr val="000000"/>
              </a:buClr>
            </a:pPr>
            <a:endParaRPr lang="en-US" sz="119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65B7CF-2C43-4EB0-96BD-4AED632DDBE7}"/>
              </a:ext>
            </a:extLst>
          </p:cNvPr>
          <p:cNvSpPr/>
          <p:nvPr/>
        </p:nvSpPr>
        <p:spPr bwMode="auto">
          <a:xfrm>
            <a:off x="0" y="2228206"/>
            <a:ext cx="60236" cy="1664988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txBody>
          <a:bodyPr vert="horz" wrap="square" lIns="78307" tIns="39154" rIns="78307" bIns="39154" numCol="1" rtlCol="0" anchor="t" anchorCtr="0" compatLnSpc="1">
            <a:prstTxWarp prst="textNoShape">
              <a:avLst/>
            </a:prstTxWarp>
          </a:bodyPr>
          <a:lstStyle/>
          <a:p>
            <a:pPr algn="ctr" defTabSz="783092">
              <a:buClr>
                <a:srgbClr val="000000"/>
              </a:buClr>
            </a:pPr>
            <a:endParaRPr lang="en-US" sz="1199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42" name="Google Shape;542;p1"/>
          <p:cNvSpPr txBox="1">
            <a:spLocks noGrp="1"/>
          </p:cNvSpPr>
          <p:nvPr>
            <p:ph type="title"/>
          </p:nvPr>
        </p:nvSpPr>
        <p:spPr>
          <a:xfrm>
            <a:off x="489422" y="2454560"/>
            <a:ext cx="5487763" cy="11596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spAutoFit/>
          </a:bodyPr>
          <a:lstStyle/>
          <a:p>
            <a:pPr>
              <a:buSzPts val="4100"/>
            </a:pPr>
            <a:r>
              <a:rPr lang="en-US" sz="3768" dirty="0"/>
              <a:t>Health and Safety during a Response</a:t>
            </a:r>
            <a:endParaRPr lang="en-GB" sz="3768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AFFEC8C-4273-4FF8-A54D-6131F06DBBF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5496" y="124173"/>
            <a:ext cx="5405492" cy="5873055"/>
          </a:xfrm>
          <a:ln w="381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8180-D45B-F132-130A-0596A1A7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97" y="1137324"/>
            <a:ext cx="4747768" cy="843308"/>
          </a:xfrm>
        </p:spPr>
        <p:txBody>
          <a:bodyPr>
            <a:spAutoFit/>
          </a:bodyPr>
          <a:lstStyle/>
          <a:p>
            <a:r>
              <a:rPr lang="en-US" sz="2740" dirty="0"/>
              <a:t>Health and Safety during a Response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FCC5D-E676-754E-1FC6-3D3E83A3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783092">
              <a:buClr>
                <a:srgbClr val="000000"/>
              </a:buClr>
            </a:pPr>
            <a:fld id="{DC8E9DBA-644C-41EF-BE6D-01893A14A32A}" type="datetime3">
              <a:rPr lang="en-US" kern="0">
                <a:solidFill>
                  <a:srgbClr val="002F5F"/>
                </a:solidFill>
              </a:rPr>
              <a:pPr defTabSz="783092">
                <a:buClr>
                  <a:srgbClr val="000000"/>
                </a:buClr>
              </a:pPr>
              <a:t>1 October 2026</a:t>
            </a:fld>
            <a:endParaRPr lang="en-US" kern="0" dirty="0">
              <a:solidFill>
                <a:srgbClr val="002F5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23494-B9BD-A765-E194-4C79CDF1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83092">
              <a:buClr>
                <a:srgbClr val="000000"/>
              </a:buClr>
            </a:pPr>
            <a:fld id="{5B16D1FE-3A35-41BA-8EBE-413702045235}" type="slidenum">
              <a:rPr lang="en-US" kern="0">
                <a:solidFill>
                  <a:srgbClr val="002F5F"/>
                </a:solidFill>
              </a:rPr>
              <a:pPr defTabSz="783092">
                <a:buClr>
                  <a:srgbClr val="000000"/>
                </a:buClr>
              </a:pPr>
              <a:t>2</a:t>
            </a:fld>
            <a:endParaRPr lang="en-US" kern="0" dirty="0">
              <a:solidFill>
                <a:srgbClr val="002F5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612422-C49A-15AA-9B4A-92F9E5AFC8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1188" y="2869614"/>
            <a:ext cx="5425274" cy="237309"/>
          </a:xfrm>
        </p:spPr>
        <p:txBody>
          <a:bodyPr wrap="square">
            <a:spAutoFit/>
          </a:bodyPr>
          <a:lstStyle/>
          <a:p>
            <a:r>
              <a:rPr lang="en-GB" sz="1542" dirty="0">
                <a:solidFill>
                  <a:srgbClr val="002F5F"/>
                </a:solidFill>
                <a:latin typeface="+mn-lt"/>
              </a:rPr>
              <a:t>Recognise the potential hazards on a spill</a:t>
            </a:r>
            <a:endParaRPr lang="en-GB" dirty="0">
              <a:solidFill>
                <a:srgbClr val="002F5F"/>
              </a:solidFill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2901CA-A2E8-F85B-662A-C5D9E9F97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6079" y="2803244"/>
            <a:ext cx="369956" cy="369956"/>
          </a:xfrm>
        </p:spPr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6C2235-417A-F054-BCC5-A37210CE6A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6079" y="3432418"/>
            <a:ext cx="369956" cy="369956"/>
          </a:xfrm>
        </p:spPr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59FF4E-0DBC-6FA7-0CE5-000B3C392C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6079" y="4049080"/>
            <a:ext cx="369956" cy="369956"/>
          </a:xfrm>
        </p:spPr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D4A129-BC27-BFFC-EA57-B8FDDCBFA0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188" y="3498789"/>
            <a:ext cx="4254970" cy="553998"/>
          </a:xfrm>
        </p:spPr>
        <p:txBody>
          <a:bodyPr>
            <a:spAutoFit/>
          </a:bodyPr>
          <a:lstStyle/>
          <a:p>
            <a:r>
              <a:rPr lang="en-US" dirty="0">
                <a:sym typeface="Arial" charset="0"/>
              </a:rPr>
              <a:t>Understand the key elements of a safety plan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A524D6C-3B2C-E5AF-7E54-EC2F866458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1188" y="4115450"/>
            <a:ext cx="6329285" cy="553998"/>
          </a:xfrm>
        </p:spPr>
        <p:txBody>
          <a:bodyPr wrap="square">
            <a:spAutoFit/>
          </a:bodyPr>
          <a:lstStyle/>
          <a:p>
            <a:r>
              <a:rPr lang="en-GB" sz="1542" dirty="0">
                <a:solidFill>
                  <a:srgbClr val="002F5F"/>
                </a:solidFill>
                <a:latin typeface="+mn-lt"/>
              </a:rPr>
              <a:t>Understand the health and safety aspects of oil spill response</a:t>
            </a:r>
            <a:r>
              <a:rPr lang="en-GB" dirty="0">
                <a:solidFill>
                  <a:srgbClr val="002F5F"/>
                </a:solidFill>
                <a:latin typeface="+mn-lt"/>
              </a:rPr>
              <a:t> </a:t>
            </a:r>
            <a:r>
              <a:rPr lang="en-GB" sz="1542" dirty="0">
                <a:solidFill>
                  <a:srgbClr val="002F5F"/>
                </a:solidFill>
                <a:latin typeface="+mn-lt"/>
              </a:rPr>
              <a:t>Identify areas of risk</a:t>
            </a:r>
            <a:r>
              <a:rPr lang="en-GB" dirty="0">
                <a:solidFill>
                  <a:srgbClr val="002F5F"/>
                </a:solidFill>
                <a:latin typeface="+mn-lt"/>
              </a:rPr>
              <a:t>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EA2AB876-8A5A-4263-98B4-615BCD50653D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9" name="Picture 18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75B3B56A-3C7C-B1FD-F89E-7D77D97DAF9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9180" y="5455977"/>
            <a:ext cx="1022564" cy="266076"/>
          </a:xfrm>
          <a:prstGeom prst="rect">
            <a:avLst/>
          </a:prstGeom>
        </p:spPr>
      </p:pic>
      <p:sp>
        <p:nvSpPr>
          <p:cNvPr id="18" name="Google Shape;571;p16">
            <a:extLst>
              <a:ext uri="{FF2B5EF4-FFF2-40B4-BE49-F238E27FC236}">
                <a16:creationId xmlns:a16="http://schemas.microsoft.com/office/drawing/2014/main" id="{A00FA8F2-1191-43A0-9103-B5E40C6BB19B}"/>
              </a:ext>
            </a:extLst>
          </p:cNvPr>
          <p:cNvSpPr txBox="1">
            <a:spLocks/>
          </p:cNvSpPr>
          <p:nvPr/>
        </p:nvSpPr>
        <p:spPr>
          <a:xfrm>
            <a:off x="460297" y="2176834"/>
            <a:ext cx="2897781" cy="31624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Tx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83092">
              <a:spcBef>
                <a:spcPts val="0"/>
              </a:spcBef>
              <a:buClr>
                <a:srgbClr val="000000"/>
              </a:buClr>
              <a:buSzPts val="1300"/>
            </a:pPr>
            <a:r>
              <a:rPr lang="en-US" sz="2055" dirty="0">
                <a:solidFill>
                  <a:srgbClr val="002F5F"/>
                </a:solidFill>
                <a:latin typeface="Arial"/>
                <a:sym typeface="Arial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58916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944AA84B-1592-4910-BAC0-DB8FB3CB648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GB" altLang="en-US" sz="3570" b="1" dirty="0">
                <a:ea typeface="MS PGothic" panose="020B0600070205080204" pitchFamily="34" charset="-128"/>
              </a:rPr>
              <a:t>Why is Health &amp; Safety different on an oil spill compared to your normal operations?</a:t>
            </a:r>
          </a:p>
        </p:txBody>
      </p:sp>
      <p:pic>
        <p:nvPicPr>
          <p:cNvPr id="13316" name="Picture 2" descr="F:\Training\Course Development\Training developement\Published Courses\Common Presentations\Question_mark_3d.png">
            <a:extLst>
              <a:ext uri="{FF2B5EF4-FFF2-40B4-BE49-F238E27FC236}">
                <a16:creationId xmlns:a16="http://schemas.microsoft.com/office/drawing/2014/main" id="{47D2A974-376E-409E-9C47-59B0C5B1F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8602" y="2835479"/>
            <a:ext cx="1343784" cy="212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4">
            <a:extLst>
              <a:ext uri="{FF2B5EF4-FFF2-40B4-BE49-F238E27FC236}">
                <a16:creationId xmlns:a16="http://schemas.microsoft.com/office/drawing/2014/main" id="{CA08959B-748C-403F-AC70-A44B3BDD4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8448" y="507359"/>
            <a:ext cx="5003818" cy="477348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solidFill>
                  <a:schemeClr val="tx1"/>
                </a:solidFill>
                <a:latin typeface="+mn-lt"/>
                <a:ea typeface="ＭＳ Ｐゴシック"/>
                <a:cs typeface="ＭＳ Ｐゴシック"/>
              </a:rPr>
              <a:t>Hazard Identification</a:t>
            </a:r>
          </a:p>
        </p:txBody>
      </p:sp>
      <p:pic>
        <p:nvPicPr>
          <p:cNvPr id="15363" name="Picture 6" descr="i54AN 952">
            <a:extLst>
              <a:ext uri="{FF2B5EF4-FFF2-40B4-BE49-F238E27FC236}">
                <a16:creationId xmlns:a16="http://schemas.microsoft.com/office/drawing/2014/main" id="{9BB6FE7A-35BF-4EB5-840E-94102662A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1515" y="1048623"/>
            <a:ext cx="8161867" cy="456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8E2405F-3D22-4C61-8C58-494255E67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323" y="4080933"/>
            <a:ext cx="2141073" cy="58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Dock wall   </a:t>
            </a:r>
          </a:p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(working at height)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F67817-1BC4-4BCC-88EE-55DE96638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732" y="4829105"/>
            <a:ext cx="1398140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Beach  (tidal)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3D1B7-70D7-40A7-9F2C-428D6460F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592" y="2856654"/>
            <a:ext cx="1717137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Plant  machinery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022E79-8E13-4FDA-94C6-55E6B4370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572" y="3522639"/>
            <a:ext cx="2068195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High pressure hoses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02129B-01CF-45E0-8158-6DB69BF9E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992" y="2434390"/>
            <a:ext cx="1361270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Sinking sand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39D9EA-BE14-4F8F-AA81-1D331A26AD3E}"/>
              </a:ext>
            </a:extLst>
          </p:cNvPr>
          <p:cNvCxnSpPr/>
          <p:nvPr/>
        </p:nvCxnSpPr>
        <p:spPr>
          <a:xfrm rot="5400000">
            <a:off x="7921987" y="2904123"/>
            <a:ext cx="311738" cy="1417"/>
          </a:xfrm>
          <a:prstGeom prst="straightConnector1">
            <a:avLst/>
          </a:prstGeom>
          <a:ln w="22225">
            <a:solidFill>
              <a:srgbClr val="FFFF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F3D2111-B68C-4328-9206-E763F5C2F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152" y="4080933"/>
            <a:ext cx="2944507" cy="58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Possibility of losing </a:t>
            </a:r>
          </a:p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equipment into the sand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71EFD2-9B1B-41D0-97B8-BED21554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682" y="2040466"/>
            <a:ext cx="1784464" cy="58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 algn="ctr"/>
            <a:r>
              <a:rPr lang="en-GB" altLang="en-US" sz="1607" dirty="0">
                <a:solidFill>
                  <a:srgbClr val="FFFF66"/>
                </a:solidFill>
                <a:latin typeface="Arial" panose="020B0604020202020204" pitchFamily="34" charset="0"/>
              </a:rPr>
              <a:t>Experience </a:t>
            </a:r>
          </a:p>
          <a:p>
            <a:pPr algn="ctr"/>
            <a:r>
              <a:rPr lang="en-GB" altLang="en-US" sz="1607" dirty="0">
                <a:solidFill>
                  <a:srgbClr val="FFFF66"/>
                </a:solidFill>
                <a:latin typeface="Arial" panose="020B0604020202020204" pitchFamily="34" charset="0"/>
              </a:rPr>
              <a:t>of plant operators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4415C2-0B6F-4053-961C-0F5C36AB9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592" y="3868385"/>
            <a:ext cx="2581757" cy="58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Oil  </a:t>
            </a:r>
          </a:p>
          <a:p>
            <a:pPr algn="ctr"/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    (slippery, carcinogenic)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D224B7-9EC5-4D70-8BAB-DFC345484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479" y="2108482"/>
            <a:ext cx="835485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 dirty="0">
                <a:solidFill>
                  <a:srgbClr val="FFFF66"/>
                </a:solidFill>
                <a:latin typeface="Arial" panose="020B0604020202020204" pitchFamily="34" charset="0"/>
              </a:rPr>
              <a:t>Locals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E2ADE9-114A-4A76-913D-20FF862C2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3191" y="1278126"/>
            <a:ext cx="956800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r>
              <a:rPr lang="en-GB" altLang="en-US" sz="1607">
                <a:solidFill>
                  <a:srgbClr val="FFFF66"/>
                </a:solidFill>
                <a:latin typeface="Arial" panose="020B0604020202020204" pitchFamily="34" charset="0"/>
              </a:rPr>
              <a:t>Weather</a:t>
            </a:r>
          </a:p>
        </p:txBody>
      </p:sp>
      <p:sp>
        <p:nvSpPr>
          <p:cNvPr id="41" name="Teardrop 40">
            <a:extLst>
              <a:ext uri="{FF2B5EF4-FFF2-40B4-BE49-F238E27FC236}">
                <a16:creationId xmlns:a16="http://schemas.microsoft.com/office/drawing/2014/main" id="{7338E513-76FE-4D34-9937-31F7C9B458F1}"/>
              </a:ext>
            </a:extLst>
          </p:cNvPr>
          <p:cNvSpPr/>
          <p:nvPr/>
        </p:nvSpPr>
        <p:spPr>
          <a:xfrm rot="18935751">
            <a:off x="1319519" y="4184374"/>
            <a:ext cx="184209" cy="201213"/>
          </a:xfrm>
          <a:prstGeom prst="teardrop">
            <a:avLst>
              <a:gd name="adj" fmla="val 152125"/>
            </a:avLst>
          </a:prstGeom>
          <a:solidFill>
            <a:srgbClr val="FFFF66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607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104" y="507359"/>
            <a:ext cx="5042161" cy="477348"/>
          </a:xfrm>
        </p:spPr>
        <p:txBody>
          <a:bodyPr/>
          <a:lstStyle/>
          <a:p>
            <a:r>
              <a:rPr lang="en-GB" dirty="0"/>
              <a:t>Hazard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3763" y="1564358"/>
            <a:ext cx="6733540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7" dirty="0"/>
              <a:t>Insert a second Picture for the trainer to choose.</a:t>
            </a:r>
          </a:p>
        </p:txBody>
      </p:sp>
      <p:pic>
        <p:nvPicPr>
          <p:cNvPr id="70658" name="Picture 2" descr="M:\Inbox - photos\Portsmouth QHM\IMG_0187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39561" y="952218"/>
            <a:ext cx="8161867" cy="486587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356525" y="4489027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Personnel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105" y="1224280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Crane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6136" y="2856654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Vehicle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6525" y="1224280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6525" y="2108482"/>
            <a:ext cx="2176498" cy="531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Vessels</a:t>
            </a:r>
          </a:p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Working Near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0307" y="5274616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Slips, Trip &amp; Falls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160355" y="4693074"/>
            <a:ext cx="2141073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itchFamily="34" charset="0"/>
              </a:defRPr>
            </a:lvl9pPr>
          </a:lstStyle>
          <a:p>
            <a:pPr algn="ctr"/>
            <a:r>
              <a:rPr lang="en-GB" sz="1428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 side   </a:t>
            </a:r>
          </a:p>
          <a:p>
            <a:pPr algn="ctr"/>
            <a:r>
              <a:rPr lang="en-GB" sz="1428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(working at height)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5669" y="4284980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Equipment unloading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229" y="3196732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Heavy 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467" y="3332763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Other Vehicles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452" y="1564358"/>
            <a:ext cx="2176498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8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Obstructions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5">
            <a:extLst>
              <a:ext uri="{FF2B5EF4-FFF2-40B4-BE49-F238E27FC236}">
                <a16:creationId xmlns:a16="http://schemas.microsoft.com/office/drawing/2014/main" id="{B072FE28-B7CB-42B0-BC0D-3CFEFE2BF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561" y="32591"/>
            <a:ext cx="816187" cy="6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GB" altLang="en-US" sz="3570">
                <a:solidFill>
                  <a:schemeClr val="bg1"/>
                </a:solidFill>
                <a:latin typeface="Bauhaus 93" panose="04030905020B02020C02" pitchFamily="82" charset="0"/>
              </a:rPr>
              <a:t>QS</a:t>
            </a:r>
          </a:p>
        </p:txBody>
      </p:sp>
      <p:sp>
        <p:nvSpPr>
          <p:cNvPr id="11268" name="TextBox 6">
            <a:extLst>
              <a:ext uri="{FF2B5EF4-FFF2-40B4-BE49-F238E27FC236}">
                <a16:creationId xmlns:a16="http://schemas.microsoft.com/office/drawing/2014/main" id="{35C1FF71-654D-46D1-AE5D-23785B6FA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292" y="1054349"/>
            <a:ext cx="6138404" cy="11910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>
                <a:srgbClr val="FF0000"/>
              </a:buClr>
            </a:pPr>
            <a:r>
              <a:rPr lang="en-GB" altLang="en-US" sz="3570" b="1" dirty="0">
                <a:latin typeface="+mn-lt"/>
                <a:ea typeface="MS PGothic" panose="020B0600070205080204" pitchFamily="34" charset="-128"/>
              </a:rPr>
              <a:t>Who is responsible for Safety on a site? </a:t>
            </a:r>
          </a:p>
        </p:txBody>
      </p:sp>
      <p:pic>
        <p:nvPicPr>
          <p:cNvPr id="4" name="Picture 2" descr="F:\Training\Course Development\Training developement\Published Courses\Common Presentations\Question_mark_3d.png">
            <a:extLst>
              <a:ext uri="{FF2B5EF4-FFF2-40B4-BE49-F238E27FC236}">
                <a16:creationId xmlns:a16="http://schemas.microsoft.com/office/drawing/2014/main" id="{853566AD-2CC8-CFB1-C6B2-254896E98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8602" y="2835479"/>
            <a:ext cx="1343784" cy="212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BB428616-3511-495F-B6E5-B8DCEA652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67768" y="507359"/>
            <a:ext cx="4794497" cy="477348"/>
          </a:xfrm>
        </p:spPr>
        <p:txBody>
          <a:bodyPr/>
          <a:lstStyle/>
          <a:p>
            <a:pPr eaLnBrk="1" hangingPunct="1"/>
            <a:r>
              <a:rPr lang="en-GB" altLang="en-US" dirty="0"/>
              <a:t>The Oil Itself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9579D394-3420-45D1-BD48-24EC771A7CE4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493801" y="1265574"/>
            <a:ext cx="6859494" cy="417728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altLang="en-US" sz="2200" dirty="0"/>
              <a:t>Information about the oil’s specific hazards can be found on its MSDS</a:t>
            </a:r>
          </a:p>
          <a:p>
            <a:pPr marL="0" indent="0">
              <a:lnSpc>
                <a:spcPct val="170000"/>
              </a:lnSpc>
              <a:buNone/>
            </a:pPr>
            <a:endParaRPr lang="en-GB" altLang="en-US" sz="1607" dirty="0">
              <a:latin typeface="Arial" charset="0"/>
            </a:endParaRP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Flammability</a:t>
            </a: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Explosive vapours</a:t>
            </a: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Toxicity</a:t>
            </a: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Hydrogen sulphide</a:t>
            </a: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Exclusion of oxygen</a:t>
            </a:r>
          </a:p>
          <a:p>
            <a:pPr marL="195773" lvl="1">
              <a:lnSpc>
                <a:spcPct val="7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Product properties </a:t>
            </a:r>
          </a:p>
        </p:txBody>
      </p:sp>
      <p:pic>
        <p:nvPicPr>
          <p:cNvPr id="16389" name="Picture 9" descr="Flammable warning Label">
            <a:extLst>
              <a:ext uri="{FF2B5EF4-FFF2-40B4-BE49-F238E27FC236}">
                <a16:creationId xmlns:a16="http://schemas.microsoft.com/office/drawing/2014/main" id="{F39979C9-C35A-4407-A2E0-333748B20126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2613" y="3128963"/>
            <a:ext cx="1565275" cy="1495425"/>
          </a:xfrm>
          <a:noFill/>
          <a:ln w="762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6387" name="Picture 8" descr="dan13">
            <a:extLst>
              <a:ext uri="{FF2B5EF4-FFF2-40B4-BE49-F238E27FC236}">
                <a16:creationId xmlns:a16="http://schemas.microsoft.com/office/drawing/2014/main" id="{3FB7DC5C-A4D0-4100-B133-4E98C426C5A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91705" y="1112026"/>
            <a:ext cx="1701800" cy="154781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6390" name="Text Box 10">
            <a:extLst>
              <a:ext uri="{FF2B5EF4-FFF2-40B4-BE49-F238E27FC236}">
                <a16:creationId xmlns:a16="http://schemas.microsoft.com/office/drawing/2014/main" id="{C6CC3BE1-9787-429A-AC1C-D71CBE9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552" y="5183154"/>
            <a:ext cx="6931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 defTabSz="783092">
              <a:spcBef>
                <a:spcPts val="856"/>
              </a:spcBef>
              <a:buClr>
                <a:schemeClr val="accent2"/>
              </a:buClr>
              <a:buSzPct val="90000"/>
            </a:pPr>
            <a:r>
              <a:rPr lang="en-GB" altLang="en-US" sz="2200" dirty="0">
                <a:latin typeface="+mn-lt"/>
              </a:rPr>
              <a:t>The “weathering process” will influence some of the above.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DC860BC-2241-4D30-8646-0042E24DD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83874" y="507359"/>
            <a:ext cx="5378391" cy="477348"/>
          </a:xfrm>
        </p:spPr>
        <p:txBody>
          <a:bodyPr/>
          <a:lstStyle/>
          <a:p>
            <a:pPr eaLnBrk="1" hangingPunct="1"/>
            <a:r>
              <a:rPr lang="en-GB" altLang="en-US" dirty="0">
                <a:ea typeface="MS PGothic" panose="020B0600070205080204" pitchFamily="34" charset="-128"/>
              </a:rPr>
              <a:t>The  Working Environment 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78BC264-36D8-44AA-A3E6-FCA4CDA7DAC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563282" y="1453832"/>
            <a:ext cx="4107330" cy="4177289"/>
          </a:xfrm>
        </p:spPr>
        <p:txBody>
          <a:bodyPr/>
          <a:lstStyle/>
          <a:p>
            <a:pPr marL="0" indent="0">
              <a:buNone/>
            </a:pPr>
            <a:endParaRPr lang="en-GB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GB" altLang="en-US" sz="2200" dirty="0"/>
              <a:t>An oil spill can occur in almost any environment whether it be offshore, inland or near shore.</a:t>
            </a:r>
          </a:p>
          <a:p>
            <a:pPr marL="0" indent="0">
              <a:buNone/>
            </a:pPr>
            <a:endParaRPr lang="en-GB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GB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GB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GB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GB" altLang="en-US" sz="2200" dirty="0"/>
              <a:t>Each location will have it’s own hazards and it is the job of the responders to identify them. </a:t>
            </a:r>
          </a:p>
        </p:txBody>
      </p:sp>
      <p:pic>
        <p:nvPicPr>
          <p:cNvPr id="78851" name="Picture 10" descr="shore15">
            <a:extLst>
              <a:ext uri="{FF2B5EF4-FFF2-40B4-BE49-F238E27FC236}">
                <a16:creationId xmlns:a16="http://schemas.microsoft.com/office/drawing/2014/main" id="{0EDB1263-A543-4E68-9BD5-C21B483B989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541403" y="1184804"/>
            <a:ext cx="3536950" cy="194786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 descr="20130604_151307.jpg">
            <a:extLst>
              <a:ext uri="{FF2B5EF4-FFF2-40B4-BE49-F238E27FC236}">
                <a16:creationId xmlns:a16="http://schemas.microsoft.com/office/drawing/2014/main" id="{B28A4048-1F52-4774-A4B4-4F651FF55A2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1403" y="3332763"/>
            <a:ext cx="3536950" cy="2312530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8E5F93F-6F7F-4ACA-A06A-4B5FA9E42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MS PGothic" panose="020B0600070205080204" pitchFamily="34" charset="-128"/>
              </a:rPr>
              <a:t>The Working Environment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67FCD46B-D1E6-4399-BDFA-2C94726D188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234137" y="1222639"/>
            <a:ext cx="5873377" cy="4177289"/>
          </a:xfrm>
        </p:spPr>
        <p:txBody>
          <a:bodyPr>
            <a:normAutofit fontScale="85000" lnSpcReduction="20000"/>
          </a:bodyPr>
          <a:lstStyle/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Extremes of temperature, humidity and precipitation all place considerable strain on human performance.</a:t>
            </a:r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endParaRPr lang="en-GB" altLang="en-US" sz="2200" dirty="0"/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Interface between oil, clean up chemicals and responders</a:t>
            </a:r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endParaRPr lang="en-GB" altLang="en-US" sz="2200" dirty="0"/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Potential exposure needs to be assessed and monitored</a:t>
            </a:r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endParaRPr lang="en-GB" altLang="en-US" sz="2200" dirty="0"/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Each product has its own characteristics that will determine the appropriate response</a:t>
            </a:r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endParaRPr lang="en-GB" altLang="en-US" sz="2200" dirty="0"/>
          </a:p>
          <a:p>
            <a:pPr marL="195773" lvl="1">
              <a:lnSpc>
                <a:spcPct val="11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Product characteristics will change based on weathering and other product interfaces</a:t>
            </a:r>
          </a:p>
          <a:p>
            <a:pPr marL="0" indent="0">
              <a:buNone/>
            </a:pPr>
            <a:endParaRPr lang="en-GB" altLang="en-US" sz="2499" dirty="0">
              <a:ea typeface="MS PGothic" panose="020B0600070205080204" pitchFamily="34" charset="-128"/>
            </a:endParaRPr>
          </a:p>
        </p:txBody>
      </p:sp>
      <p:pic>
        <p:nvPicPr>
          <p:cNvPr id="79877" name="Picture 10" descr="Kaz IMO 2-3 2006 020">
            <a:extLst>
              <a:ext uri="{FF2B5EF4-FFF2-40B4-BE49-F238E27FC236}">
                <a16:creationId xmlns:a16="http://schemas.microsoft.com/office/drawing/2014/main" id="{442B0A10-48FF-4929-BE44-92FF2681FBAC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502121" y="3447303"/>
            <a:ext cx="3536950" cy="19526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9875" name="Picture 9" descr="rigwave">
            <a:extLst>
              <a:ext uri="{FF2B5EF4-FFF2-40B4-BE49-F238E27FC236}">
                <a16:creationId xmlns:a16="http://schemas.microsoft.com/office/drawing/2014/main" id="{6D0356DD-5808-4DF9-84DB-DF7D5092B63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502121" y="1112837"/>
            <a:ext cx="3536950" cy="1947863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AC526ED-723D-4F5E-BF0C-15B25C5889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Manual Handling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2B3E935-EDE8-4D05-BC98-2224B2415D2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Always a risk on spills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Minimise through training / supervision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Always mechanise processes where possible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Group lifts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altLang="en-US" sz="2200" dirty="0"/>
              <a:t>Rotation of staff 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628E9704-3DA2-4AE2-81AF-6B7A4A58D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577" y="1992170"/>
            <a:ext cx="2339452" cy="2584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DBDA6C7-353E-42E5-AB6A-6DA7BBB2A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MS PGothic" panose="020B0600070205080204" pitchFamily="34" charset="-128"/>
              </a:rPr>
              <a:t>Equipment Hazards</a:t>
            </a:r>
          </a:p>
        </p:txBody>
      </p:sp>
      <p:pic>
        <p:nvPicPr>
          <p:cNvPr id="7" name="Picture 2" descr="E:\My Pictures\Hazard to responders pic.jpg">
            <a:extLst>
              <a:ext uri="{FF2B5EF4-FFF2-40B4-BE49-F238E27FC236}">
                <a16:creationId xmlns:a16="http://schemas.microsoft.com/office/drawing/2014/main" id="{8031A61C-4D99-4B80-B7C2-A218ACBDA710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89025"/>
            <a:ext cx="3876675" cy="258445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1926" name="Picture 6" descr="M:\Picture Library\Safety and Hazards\Miscellaneous\RD 24.JPG">
            <a:extLst>
              <a:ext uri="{FF2B5EF4-FFF2-40B4-BE49-F238E27FC236}">
                <a16:creationId xmlns:a16="http://schemas.microsoft.com/office/drawing/2014/main" id="{8A25E0F4-FCA6-4802-8BAE-2F03CF3BB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4101" y="986225"/>
            <a:ext cx="3876887" cy="265260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0900" name="Picture 4" descr="e21 a 1">
            <a:extLst>
              <a:ext uri="{FF2B5EF4-FFF2-40B4-BE49-F238E27FC236}">
                <a16:creationId xmlns:a16="http://schemas.microsoft.com/office/drawing/2014/main" id="{85884890-70B1-4B17-B445-A0149D1AC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gray">
          <a:xfrm>
            <a:off x="3009883" y="3486142"/>
            <a:ext cx="4421011" cy="2312529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A468FA6-EB78-4D60-BF01-5ECA21AB6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Your Fellow Responders</a:t>
            </a:r>
          </a:p>
        </p:txBody>
      </p:sp>
      <p:pic>
        <p:nvPicPr>
          <p:cNvPr id="21507" name="Picture 4" descr="Haz 5">
            <a:extLst>
              <a:ext uri="{FF2B5EF4-FFF2-40B4-BE49-F238E27FC236}">
                <a16:creationId xmlns:a16="http://schemas.microsoft.com/office/drawing/2014/main" id="{0185796B-4758-460A-A6A7-7E8CF3A5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836" y="1804367"/>
            <a:ext cx="2746205" cy="349878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 descr="i54AO 969">
            <a:extLst>
              <a:ext uri="{FF2B5EF4-FFF2-40B4-BE49-F238E27FC236}">
                <a16:creationId xmlns:a16="http://schemas.microsoft.com/office/drawing/2014/main" id="{6A5DA16F-7332-4A2B-914A-061E243CE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7946" y="1804367"/>
            <a:ext cx="2725379" cy="349878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295D4AA-F3FD-4248-9EFA-C5E151817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07889" y="1804367"/>
            <a:ext cx="3225209" cy="349878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806766" y="507359"/>
            <a:ext cx="6755499" cy="477348"/>
          </a:xfrm>
        </p:spPr>
        <p:txBody>
          <a:bodyPr/>
          <a:lstStyle/>
          <a:p>
            <a:pPr algn="ctr" eaLnBrk="1" hangingPunct="1"/>
            <a:r>
              <a:rPr lang="en-US" dirty="0"/>
              <a:t>Wildlife</a:t>
            </a:r>
            <a:endParaRPr lang="en-SG" dirty="0"/>
          </a:p>
        </p:txBody>
      </p:sp>
      <p:sp>
        <p:nvSpPr>
          <p:cNvPr id="21507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sz="2200" dirty="0"/>
              <a:t>Often overlooked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sz="2200" dirty="0"/>
              <a:t>Location dependant 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sz="2200" dirty="0"/>
              <a:t>Build into your H&amp;S brief</a:t>
            </a:r>
          </a:p>
          <a:p>
            <a:pPr marL="195773" lvl="1">
              <a:lnSpc>
                <a:spcPct val="150000"/>
              </a:lnSpc>
              <a:spcBef>
                <a:spcPts val="856"/>
              </a:spcBef>
              <a:buClrTx/>
              <a:buFont typeface="Arial" panose="020B0604020202020204" pitchFamily="34" charset="0"/>
              <a:buChar char="•"/>
            </a:pPr>
            <a:r>
              <a:rPr lang="en-GB" sz="2200" dirty="0"/>
              <a:t>Obtain local knowledge</a:t>
            </a:r>
          </a:p>
          <a:p>
            <a:pPr eaLnBrk="1" hangingPunct="1"/>
            <a:endParaRPr lang="en-GB" dirty="0"/>
          </a:p>
          <a:p>
            <a:pPr lvl="1" eaLnBrk="1" hangingPunct="1"/>
            <a:endParaRPr lang="en-GB" dirty="0"/>
          </a:p>
          <a:p>
            <a:pPr eaLnBrk="1" hangingPunct="1"/>
            <a:endParaRPr lang="en-SG" dirty="0"/>
          </a:p>
        </p:txBody>
      </p:sp>
      <p:pic>
        <p:nvPicPr>
          <p:cNvPr id="4" name="Picture 5" descr="Rattle-Snake-Coiled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2051" y="984707"/>
            <a:ext cx="2266753" cy="224451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6" descr="91159main_93pc780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114596" y="3286378"/>
            <a:ext cx="2720622" cy="224451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2" descr="E:\Pictures\Wildlife oiled or otherwise\Climbing tank 2.JP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9524" y="3445110"/>
            <a:ext cx="2449280" cy="224876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84877" y="984707"/>
            <a:ext cx="2767991" cy="2075993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Mitigating 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15670" y="1360312"/>
            <a:ext cx="7277664" cy="130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73" indent="-306073" algn="ctr">
              <a:spcBef>
                <a:spcPct val="20000"/>
              </a:spcBef>
              <a:defRPr/>
            </a:pPr>
            <a:r>
              <a:rPr lang="en-GB" sz="3927" dirty="0">
                <a:solidFill>
                  <a:srgbClr val="51646C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rPr>
              <a:t>How can we mitigate the risks on an oil spill?</a:t>
            </a:r>
          </a:p>
        </p:txBody>
      </p:sp>
      <p:pic>
        <p:nvPicPr>
          <p:cNvPr id="4" name="Picture 3" descr="Thinking-man 2.jpg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230" y="2380544"/>
            <a:ext cx="2537276" cy="3334705"/>
          </a:xfrm>
          <a:prstGeom prst="rect">
            <a:avLst/>
          </a:prstGeom>
          <a:effectLst>
            <a:outerShdw sx="1000" sy="1000" algn="ctr" rotWithShape="0">
              <a:srgbClr val="000000">
                <a:alpha val="0"/>
              </a:srgbClr>
            </a:outerShdw>
          </a:effec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4728" y="507359"/>
            <a:ext cx="6127537" cy="477348"/>
          </a:xfrm>
        </p:spPr>
        <p:txBody>
          <a:bodyPr/>
          <a:lstStyle/>
          <a:p>
            <a:pPr eaLnBrk="1" hangingPunct="1"/>
            <a:r>
              <a:rPr lang="en-GB" dirty="0">
                <a:latin typeface="+mj-lt"/>
                <a:ea typeface="ＭＳ Ｐゴシック" pitchFamily="34" charset="-128"/>
                <a:cs typeface="Arial" charset="0"/>
              </a:rPr>
              <a:t>Mitigating the </a:t>
            </a:r>
            <a:r>
              <a:rPr lang="en-GB" dirty="0">
                <a:ea typeface="ＭＳ Ｐゴシック" pitchFamily="34" charset="-128"/>
                <a:cs typeface="Arial" charset="0"/>
              </a:rPr>
              <a:t>risk of clean-up operations</a:t>
            </a:r>
            <a:endParaRPr lang="en-GB" dirty="0">
              <a:latin typeface="+mj-lt"/>
              <a:ea typeface="ＭＳ Ｐゴシック" pitchFamily="34" charset="-128"/>
              <a:cs typeface="Arial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73940816"/>
              </p:ext>
            </p:extLst>
          </p:nvPr>
        </p:nvGraphicFramePr>
        <p:xfrm>
          <a:off x="914400" y="984707"/>
          <a:ext cx="8682605" cy="4711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92D9-65BA-464C-83F2-39BADB42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598" y="507359"/>
            <a:ext cx="6865667" cy="477348"/>
          </a:xfrm>
        </p:spPr>
        <p:txBody>
          <a:bodyPr/>
          <a:lstStyle/>
          <a:p>
            <a:pPr algn="ctr"/>
            <a:r>
              <a:rPr lang="en-GB" dirty="0"/>
              <a:t>Risk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FE3F-C60E-4914-A94D-8F97A5D094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1" indent="0" algn="ctr">
              <a:lnSpc>
                <a:spcPct val="150000"/>
              </a:lnSpc>
              <a:spcBef>
                <a:spcPts val="856"/>
              </a:spcBef>
              <a:buClrTx/>
              <a:buNone/>
            </a:pPr>
            <a:r>
              <a:rPr lang="en-GB" sz="2200" dirty="0"/>
              <a:t>Holistic assessment carried out at the beginning of the spill by management ………………what is the potential for…………..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1026" name="Picture 2" descr="PressReader - The Daily Telegraph - Business: 2007-07-17 - Depot explosion  investigators may bring legal action">
            <a:extLst>
              <a:ext uri="{FF2B5EF4-FFF2-40B4-BE49-F238E27FC236}">
                <a16:creationId xmlns:a16="http://schemas.microsoft.com/office/drawing/2014/main" id="{CDF1D9E8-5A6E-4619-85E5-AAD4D0637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854" y="2586477"/>
            <a:ext cx="1844042" cy="1337762"/>
          </a:xfrm>
          <a:prstGeom prst="rect">
            <a:avLst/>
          </a:prstGeom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749D01-CAFF-4AAA-91B9-BA5D8E053D82}"/>
              </a:ext>
            </a:extLst>
          </p:cNvPr>
          <p:cNvSpPr txBox="1"/>
          <p:nvPr/>
        </p:nvSpPr>
        <p:spPr>
          <a:xfrm>
            <a:off x="384677" y="2615861"/>
            <a:ext cx="1551661" cy="37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Gas Cloud </a:t>
            </a:r>
          </a:p>
        </p:txBody>
      </p:sp>
      <p:pic>
        <p:nvPicPr>
          <p:cNvPr id="9" name="Picture 2" descr="Port Neches Explosion: Texas Chemical Plant Blast Injures 3 People : NPR">
            <a:extLst>
              <a:ext uri="{FF2B5EF4-FFF2-40B4-BE49-F238E27FC236}">
                <a16:creationId xmlns:a16="http://schemas.microsoft.com/office/drawing/2014/main" id="{14FB9A3E-2431-4976-8753-9EDE0AD03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52770" y="4190439"/>
            <a:ext cx="2383032" cy="144887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ACAC6B-AB94-47EA-AE80-1F17F005EF8D}"/>
              </a:ext>
            </a:extLst>
          </p:cNvPr>
          <p:cNvSpPr txBox="1"/>
          <p:nvPr/>
        </p:nvSpPr>
        <p:spPr>
          <a:xfrm>
            <a:off x="6613298" y="4251627"/>
            <a:ext cx="1551661" cy="37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Explosion</a:t>
            </a:r>
          </a:p>
        </p:txBody>
      </p:sp>
      <p:pic>
        <p:nvPicPr>
          <p:cNvPr id="1028" name="Picture 4" descr="Oil Rig Evacuation Stock Video Footage - 4K and HD Video Clips |  Shutterstock">
            <a:extLst>
              <a:ext uri="{FF2B5EF4-FFF2-40B4-BE49-F238E27FC236}">
                <a16:creationId xmlns:a16="http://schemas.microsoft.com/office/drawing/2014/main" id="{A80E18B6-7EBE-43DE-9632-E51487D90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4017" y="2530420"/>
            <a:ext cx="2483689" cy="139381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1D0841-7BC9-414F-8932-82B169116DBE}"/>
              </a:ext>
            </a:extLst>
          </p:cNvPr>
          <p:cNvSpPr txBox="1"/>
          <p:nvPr/>
        </p:nvSpPr>
        <p:spPr>
          <a:xfrm>
            <a:off x="8504650" y="3441921"/>
            <a:ext cx="1551661" cy="37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Evacuation</a:t>
            </a:r>
          </a:p>
        </p:txBody>
      </p:sp>
      <p:pic>
        <p:nvPicPr>
          <p:cNvPr id="1030" name="Picture 6" descr="Water Pollution Facts, Types, Causes and Effects of Water Pollution | NRDC">
            <a:extLst>
              <a:ext uri="{FF2B5EF4-FFF2-40B4-BE49-F238E27FC236}">
                <a16:creationId xmlns:a16="http://schemas.microsoft.com/office/drawing/2014/main" id="{87882E75-E921-4DC0-BC5B-0015D1EF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379" y="4184722"/>
            <a:ext cx="2383033" cy="144639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851261-69BC-4081-8B9D-3454ED57F464}"/>
              </a:ext>
            </a:extLst>
          </p:cNvPr>
          <p:cNvSpPr txBox="1"/>
          <p:nvPr/>
        </p:nvSpPr>
        <p:spPr>
          <a:xfrm>
            <a:off x="921128" y="4284102"/>
            <a:ext cx="192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Wider impact</a:t>
            </a:r>
          </a:p>
        </p:txBody>
      </p:sp>
      <p:pic>
        <p:nvPicPr>
          <p:cNvPr id="1032" name="Picture 8" descr="Safety in the Home: Checklists">
            <a:extLst>
              <a:ext uri="{FF2B5EF4-FFF2-40B4-BE49-F238E27FC236}">
                <a16:creationId xmlns:a16="http://schemas.microsoft.com/office/drawing/2014/main" id="{133F9C19-94E3-4A04-8ECD-2A0251E9E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2412" y="2837703"/>
            <a:ext cx="3014458" cy="1413924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29850F-AB8F-4319-A6DB-73B7CAD5FBD3}"/>
              </a:ext>
            </a:extLst>
          </p:cNvPr>
          <p:cNvSpPr txBox="1"/>
          <p:nvPr/>
        </p:nvSpPr>
        <p:spPr>
          <a:xfrm>
            <a:off x="3800463" y="3637771"/>
            <a:ext cx="1929859" cy="64633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Responder Safety </a:t>
            </a:r>
          </a:p>
        </p:txBody>
      </p:sp>
    </p:spTree>
    <p:extLst>
      <p:ext uri="{BB962C8B-B14F-4D97-AF65-F5344CB8AC3E}">
        <p14:creationId xmlns:p14="http://schemas.microsoft.com/office/powerpoint/2010/main" val="21393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92D9-65BA-464C-83F2-39BADB42C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FE3F-C60E-4914-A94D-8F97A5D094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200" dirty="0"/>
              <a:t>Site Specific operational Risk Assessment carried out prior to conducting spill mitigation activities…………..case by case…….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B4AA3360-5441-444E-8407-4251B64E9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7083" y="2373939"/>
            <a:ext cx="2039622" cy="1384221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1976A1-0781-4C67-92F1-B49941AE95F2}"/>
              </a:ext>
            </a:extLst>
          </p:cNvPr>
          <p:cNvSpPr txBox="1"/>
          <p:nvPr/>
        </p:nvSpPr>
        <p:spPr>
          <a:xfrm>
            <a:off x="1443349" y="2309740"/>
            <a:ext cx="183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Formalised </a:t>
            </a:r>
          </a:p>
        </p:txBody>
      </p:sp>
      <p:pic>
        <p:nvPicPr>
          <p:cNvPr id="2050" name="Picture 2" descr="Featured Stories | Pacific Southwest Region">
            <a:extLst>
              <a:ext uri="{FF2B5EF4-FFF2-40B4-BE49-F238E27FC236}">
                <a16:creationId xmlns:a16="http://schemas.microsoft.com/office/drawing/2014/main" id="{C9CF2271-D7A3-4267-AA8C-BCE13EC1B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31164" y="2389633"/>
            <a:ext cx="2432649" cy="136852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8E7C6BA-8633-4916-9552-9999B8129D14}"/>
              </a:ext>
            </a:extLst>
          </p:cNvPr>
          <p:cNvSpPr txBox="1"/>
          <p:nvPr/>
        </p:nvSpPr>
        <p:spPr>
          <a:xfrm>
            <a:off x="3781039" y="2373939"/>
            <a:ext cx="1837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Competent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2052" name="Picture 4" descr="Coastal Hazards &amp; Risks | Great Lakes Coastal Resilience Planning Guide">
            <a:extLst>
              <a:ext uri="{FF2B5EF4-FFF2-40B4-BE49-F238E27FC236}">
                <a16:creationId xmlns:a16="http://schemas.microsoft.com/office/drawing/2014/main" id="{FA79C0CE-C7FB-4ACD-8822-18119F5C4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94361" y="2387800"/>
            <a:ext cx="2430297" cy="1389929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9675B5-5EAA-410E-9DB9-0EBC2ED1952B}"/>
              </a:ext>
            </a:extLst>
          </p:cNvPr>
          <p:cNvSpPr/>
          <p:nvPr/>
        </p:nvSpPr>
        <p:spPr>
          <a:xfrm>
            <a:off x="7972447" y="2387800"/>
            <a:ext cx="1642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Hazard v Risk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127C25-E229-4C65-BEA2-2A8475C45586}"/>
              </a:ext>
            </a:extLst>
          </p:cNvPr>
          <p:cNvSpPr/>
          <p:nvPr/>
        </p:nvSpPr>
        <p:spPr>
          <a:xfrm>
            <a:off x="2230408" y="3993506"/>
            <a:ext cx="81066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are Hazards?</a:t>
            </a:r>
          </a:p>
          <a:p>
            <a:pPr fontAlgn="base"/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Anything that may cause harm, such as chemicals, electricity, working from ladders etc.</a:t>
            </a:r>
            <a:endParaRPr lang="en-US" b="0" i="0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DE3B95-5639-48E9-B31C-C9FCF12224BF}"/>
              </a:ext>
            </a:extLst>
          </p:cNvPr>
          <p:cNvSpPr/>
          <p:nvPr/>
        </p:nvSpPr>
        <p:spPr>
          <a:xfrm>
            <a:off x="2230408" y="5066188"/>
            <a:ext cx="81066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‘Risk’?</a:t>
            </a:r>
          </a:p>
          <a:p>
            <a:pPr fontAlgn="base"/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chance, that somebody could be harmed by a hazard.</a:t>
            </a:r>
            <a:endParaRPr lang="en-US" b="0" i="0" dirty="0"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73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4">
            <a:extLst>
              <a:ext uri="{FF2B5EF4-FFF2-40B4-BE49-F238E27FC236}">
                <a16:creationId xmlns:a16="http://schemas.microsoft.com/office/drawing/2014/main" id="{8D6A2119-FE3D-46BB-84CC-496C88826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solidFill>
                  <a:schemeClr val="tx1"/>
                </a:solidFill>
                <a:latin typeface="+mn-lt"/>
                <a:ea typeface="ＭＳ Ｐゴシック"/>
                <a:cs typeface="ＭＳ Ｐゴシック"/>
              </a:rPr>
              <a:t>Safety Briefing</a:t>
            </a:r>
            <a:endParaRPr lang="en-GB" dirty="0">
              <a:solidFill>
                <a:schemeClr val="tx1"/>
              </a:solidFill>
              <a:latin typeface="+mn-lt"/>
              <a:ea typeface="ＭＳ Ｐゴシック"/>
              <a:cs typeface="ＭＳ Ｐゴシック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5828A-0386-2465-5F42-12B03EE3A0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3E2959-7D06-407C-91FA-60DA6798A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9969" y="1453832"/>
            <a:ext cx="3061335" cy="390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0419D3-EC15-4A5D-80A9-FD455F1B7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50" y="1453832"/>
            <a:ext cx="4238907" cy="37638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3373" y="562488"/>
            <a:ext cx="5268733" cy="477348"/>
          </a:xfrm>
        </p:spPr>
        <p:txBody>
          <a:bodyPr/>
          <a:lstStyle/>
          <a:p>
            <a:pPr algn="ctr"/>
            <a:r>
              <a:rPr lang="en-US" dirty="0"/>
              <a:t>Site Entry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15669" y="1496342"/>
            <a:ext cx="3740856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7"/>
          </a:p>
        </p:txBody>
      </p:sp>
      <p:sp>
        <p:nvSpPr>
          <p:cNvPr id="8" name="TextBox 7"/>
          <p:cNvSpPr txBox="1"/>
          <p:nvPr/>
        </p:nvSpPr>
        <p:spPr>
          <a:xfrm>
            <a:off x="493413" y="1110156"/>
            <a:ext cx="3876887" cy="3971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5773" lvl="1" indent="-195773" defTabSz="783092">
              <a:buSzPct val="90000"/>
              <a:buFont typeface="Arial" panose="020B0604020202020204" pitchFamily="34" charset="0"/>
              <a:buChar char="•"/>
              <a:defRPr/>
            </a:pPr>
            <a:r>
              <a:rPr lang="en-GB" sz="2200" dirty="0"/>
              <a:t>Is the Site safe to enter</a:t>
            </a:r>
          </a:p>
          <a:p>
            <a:pPr marL="896938" lvl="1" indent="-269875" defTabSz="783092">
              <a:buSzPct val="90000"/>
              <a:buFontTx/>
              <a:buChar char="‒"/>
              <a:defRPr/>
            </a:pPr>
            <a:r>
              <a:rPr lang="en-GB" sz="2200" dirty="0"/>
              <a:t> </a:t>
            </a:r>
            <a:r>
              <a:rPr lang="en-GB" sz="2000" dirty="0"/>
              <a:t>Gas Monitoring</a:t>
            </a:r>
          </a:p>
          <a:p>
            <a:pPr marL="195773" lvl="1" indent="-195773" defTabSz="783092">
              <a:buSzPct val="90000"/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195773" lvl="1" indent="-195773" defTabSz="783092">
              <a:buSzPct val="90000"/>
              <a:buFont typeface="Arial" panose="020B0604020202020204" pitchFamily="34" charset="0"/>
              <a:buChar char="•"/>
              <a:defRPr/>
            </a:pPr>
            <a:r>
              <a:rPr lang="en-GB" sz="2200" dirty="0"/>
              <a:t>Site Safety Survey</a:t>
            </a:r>
          </a:p>
          <a:p>
            <a:pPr marL="896938" lvl="1" indent="-269875" defTabSz="783092">
              <a:buSzPct val="90000"/>
              <a:buFontTx/>
              <a:buChar char="‒"/>
              <a:defRPr/>
            </a:pPr>
            <a:r>
              <a:rPr lang="en-GB" sz="2000" dirty="0"/>
              <a:t>Site Safety &amp; Health Plan</a:t>
            </a:r>
          </a:p>
          <a:p>
            <a:pPr marL="896938" lvl="1" indent="-269875" defTabSz="783092">
              <a:buSzPct val="90000"/>
              <a:buFontTx/>
              <a:buChar char="‒"/>
              <a:defRPr/>
            </a:pPr>
            <a:r>
              <a:rPr lang="en-GB" sz="2000" dirty="0"/>
              <a:t>Site Specific Hazards</a:t>
            </a:r>
          </a:p>
          <a:p>
            <a:pPr marL="896938" lvl="1" indent="-269875" defTabSz="783092">
              <a:buSzPct val="90000"/>
              <a:buFontTx/>
              <a:buChar char="‒"/>
              <a:defRPr/>
            </a:pPr>
            <a:r>
              <a:rPr lang="en-GB" sz="2000" dirty="0"/>
              <a:t>Emergency Procedures</a:t>
            </a:r>
          </a:p>
          <a:p>
            <a:pPr marL="195773" lvl="1" indent="-195773" defTabSz="783092">
              <a:buSzPct val="90000"/>
              <a:buFont typeface="Arial" panose="020B0604020202020204" pitchFamily="34" charset="0"/>
              <a:buChar char="•"/>
            </a:pPr>
            <a:endParaRPr lang="en-GB" sz="2200" dirty="0"/>
          </a:p>
          <a:p>
            <a:pPr marL="195773" lvl="1" indent="-195773" defTabSz="783092">
              <a:buSzPct val="90000"/>
              <a:buFont typeface="Arial" panose="020B0604020202020204" pitchFamily="34" charset="0"/>
              <a:buChar char="•"/>
              <a:defRPr/>
            </a:pPr>
            <a:r>
              <a:rPr lang="en-GB" sz="2200" dirty="0"/>
              <a:t>Site Drawing/Layout</a:t>
            </a:r>
          </a:p>
          <a:p>
            <a:pPr marL="896938" lvl="1" indent="-269875" defTabSz="783092">
              <a:buSzPct val="90000"/>
              <a:buFontTx/>
              <a:buChar char="‒"/>
              <a:defRPr/>
            </a:pPr>
            <a:r>
              <a:rPr lang="en-GB" sz="2000" dirty="0"/>
              <a:t>Oiling Extent and Substrate type</a:t>
            </a:r>
          </a:p>
          <a:p>
            <a:pPr>
              <a:buFont typeface="Arial" pitchFamily="34" charset="0"/>
              <a:buChar char="•"/>
            </a:pPr>
            <a:endParaRPr lang="en-GB" sz="1607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9E42551-E65C-4AF7-A3F0-3D632B79B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Gas Monitoring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A64A197-968E-44A8-B784-A318607B0C2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425068" y="1104209"/>
            <a:ext cx="9590852" cy="46063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altLang="en-US" sz="2200" dirty="0"/>
              <a:t>There are two types of gaseous hazard associated with exposure to oil spills; </a:t>
            </a:r>
          </a:p>
          <a:p>
            <a:pPr marL="0" indent="0">
              <a:buNone/>
            </a:pPr>
            <a:endParaRPr lang="en-GB" altLang="en-US" sz="2200" dirty="0"/>
          </a:p>
          <a:p>
            <a:pPr marL="0" indent="0">
              <a:buNone/>
            </a:pPr>
            <a:r>
              <a:rPr lang="en-GB" altLang="en-US" sz="2200" dirty="0"/>
              <a:t> </a:t>
            </a:r>
            <a:r>
              <a:rPr lang="en-US" sz="2200" b="1" dirty="0"/>
              <a:t>"Acute" </a:t>
            </a:r>
            <a:r>
              <a:rPr lang="en-US" sz="2200" dirty="0"/>
              <a:t>effects usually occur rapidly as a result of short-term exposures and are of short duration.</a:t>
            </a:r>
          </a:p>
          <a:p>
            <a:pPr marL="896938" lvl="1" indent="-269875">
              <a:buClrTx/>
              <a:buFontTx/>
              <a:buChar char="‒"/>
              <a:defRPr/>
            </a:pPr>
            <a:r>
              <a:rPr lang="en-US" sz="2000" dirty="0"/>
              <a:t>Hydrocarbons </a:t>
            </a:r>
          </a:p>
          <a:p>
            <a:pPr marL="896938" lvl="1" indent="-269875">
              <a:buClrTx/>
              <a:buFontTx/>
              <a:buChar char="‒"/>
              <a:defRPr/>
            </a:pPr>
            <a:r>
              <a:rPr lang="en-US" sz="2000" dirty="0"/>
              <a:t>Oxygen </a:t>
            </a:r>
          </a:p>
          <a:p>
            <a:pPr marL="896938" lvl="1" indent="-269875">
              <a:buClrTx/>
              <a:buFontTx/>
              <a:buChar char="‒"/>
              <a:defRPr/>
            </a:pPr>
            <a:r>
              <a:rPr lang="en-US" sz="2000" dirty="0"/>
              <a:t>H2S</a:t>
            </a:r>
          </a:p>
          <a:p>
            <a:pPr marL="627063" lvl="1" indent="0">
              <a:buClrTx/>
              <a:buNone/>
              <a:defRPr/>
            </a:pPr>
            <a:endParaRPr lang="en-US" altLang="en-US" sz="2000" dirty="0"/>
          </a:p>
          <a:p>
            <a:pPr marL="0" indent="0">
              <a:buNone/>
            </a:pPr>
            <a:r>
              <a:rPr lang="en-US" b="1" dirty="0"/>
              <a:t>"</a:t>
            </a:r>
            <a:r>
              <a:rPr lang="en-US" sz="2200" b="1" dirty="0"/>
              <a:t>Chronic" </a:t>
            </a:r>
            <a:r>
              <a:rPr lang="en-US" sz="2200" dirty="0"/>
              <a:t>effects generally occur as a result of long-term exposure and are of long duration.</a:t>
            </a:r>
          </a:p>
          <a:p>
            <a:pPr marL="0" indent="0">
              <a:buNone/>
            </a:pPr>
            <a:r>
              <a:rPr lang="en-US" altLang="en-US" sz="2200" dirty="0"/>
              <a:t>Volatile Organic Compounds (VOC’s)</a:t>
            </a:r>
          </a:p>
          <a:p>
            <a:pPr marL="896938" lvl="1" indent="-269875">
              <a:lnSpc>
                <a:spcPct val="100000"/>
              </a:lnSpc>
              <a:buClrTx/>
              <a:buFontTx/>
              <a:buChar char="‒"/>
              <a:defRPr/>
            </a:pPr>
            <a:r>
              <a:rPr lang="en-US" altLang="en-US" sz="2000" dirty="0"/>
              <a:t>Benzene</a:t>
            </a:r>
          </a:p>
          <a:p>
            <a:pPr marL="896938" lvl="1" indent="-269875">
              <a:lnSpc>
                <a:spcPct val="100000"/>
              </a:lnSpc>
              <a:buClrTx/>
              <a:buFontTx/>
              <a:buChar char="‒"/>
              <a:defRPr/>
            </a:pPr>
            <a:r>
              <a:rPr lang="en-US" altLang="en-US" sz="2000" dirty="0"/>
              <a:t>Formaldehyde</a:t>
            </a:r>
          </a:p>
          <a:p>
            <a:pPr marL="896938" lvl="1" indent="-269875">
              <a:lnSpc>
                <a:spcPct val="100000"/>
              </a:lnSpc>
              <a:buClrTx/>
              <a:buFontTx/>
              <a:buChar char="‒"/>
              <a:defRPr/>
            </a:pPr>
            <a:r>
              <a:rPr lang="en-US" altLang="en-US" sz="2000" dirty="0"/>
              <a:t>Toluene</a:t>
            </a:r>
          </a:p>
          <a:p>
            <a:pPr marL="896938" lvl="1" indent="-269875">
              <a:lnSpc>
                <a:spcPct val="100000"/>
              </a:lnSpc>
              <a:buClrTx/>
              <a:buFontTx/>
              <a:buChar char="‒"/>
              <a:defRPr/>
            </a:pPr>
            <a:r>
              <a:rPr lang="en-US" altLang="en-US" sz="2000" dirty="0"/>
              <a:t>Xylene</a:t>
            </a:r>
          </a:p>
          <a:p>
            <a:pPr>
              <a:buFontTx/>
              <a:buChar char="-"/>
            </a:pPr>
            <a:endParaRPr lang="en-US" altLang="en-US" sz="1400" dirty="0"/>
          </a:p>
          <a:p>
            <a:pPr>
              <a:buFontTx/>
              <a:buChar char="-"/>
            </a:pPr>
            <a:endParaRPr lang="en-GB" altLang="en-US" sz="1800" dirty="0"/>
          </a:p>
          <a:p>
            <a:pPr marL="0" indent="0">
              <a:buFontTx/>
              <a:buChar char="•"/>
            </a:pPr>
            <a:endParaRPr lang="en-GB" altLang="en-US" sz="2499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6427B-964E-41DB-B110-7E616D08AE19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1" b="11660"/>
          <a:stretch/>
        </p:blipFill>
        <p:spPr bwMode="auto">
          <a:xfrm>
            <a:off x="5357545" y="3972028"/>
            <a:ext cx="3299013" cy="20903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86922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9E42551-E65C-4AF7-A3F0-3D632B79B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Examples of Exposure Limits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A64A197-968E-44A8-B784-A318607B0C2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en-US" altLang="en-US" sz="1400" dirty="0"/>
          </a:p>
          <a:p>
            <a:pPr>
              <a:buFontTx/>
              <a:buChar char="-"/>
            </a:pPr>
            <a:endParaRPr lang="en-GB" altLang="en-US" sz="1800" dirty="0"/>
          </a:p>
          <a:p>
            <a:pPr marL="0" indent="0">
              <a:buFontTx/>
              <a:buChar char="•"/>
            </a:pPr>
            <a:endParaRPr lang="en-GB" altLang="en-US" sz="2499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9053909-67AE-4985-8098-080A980C7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742392"/>
              </p:ext>
            </p:extLst>
          </p:nvPr>
        </p:nvGraphicFramePr>
        <p:xfrm>
          <a:off x="518448" y="1250926"/>
          <a:ext cx="9265854" cy="35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688">
                  <a:extLst>
                    <a:ext uri="{9D8B030D-6E8A-4147-A177-3AD203B41FA5}">
                      <a16:colId xmlns:a16="http://schemas.microsoft.com/office/drawing/2014/main" val="2007114117"/>
                    </a:ext>
                  </a:extLst>
                </a:gridCol>
                <a:gridCol w="2310063">
                  <a:extLst>
                    <a:ext uri="{9D8B030D-6E8A-4147-A177-3AD203B41FA5}">
                      <a16:colId xmlns:a16="http://schemas.microsoft.com/office/drawing/2014/main" val="1393601039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4023024058"/>
                    </a:ext>
                  </a:extLst>
                </a:gridCol>
                <a:gridCol w="3129177">
                  <a:extLst>
                    <a:ext uri="{9D8B030D-6E8A-4147-A177-3AD203B41FA5}">
                      <a16:colId xmlns:a16="http://schemas.microsoft.com/office/drawing/2014/main" val="3038997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Product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 hr Time 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0198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Short Term Exposure Limit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0198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Use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4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b="0" dirty="0">
                          <a:latin typeface="+mn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Benzene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0.5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2.5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Drugs, pesticides, plastics, detergents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91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Toluene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No established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Paints, glue, printing, thinners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57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Formaldehyde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Glues, building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992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Methylene Chloride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25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125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Pharmaceuticals, degreasing, paint remover, adhesives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3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Ethylene Glycol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20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Anti freeze, coolant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37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Petrol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330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500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Transportation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9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Naphthalene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30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Plastic, resins fuels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3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10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Personal Protective Equipment - PPE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211505" y="2276799"/>
            <a:ext cx="9590852" cy="417728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2000" dirty="0"/>
              <a:t>Factors to consider when selecting PPE:</a:t>
            </a:r>
          </a:p>
          <a:p>
            <a:pPr marL="0" indent="0">
              <a:buNone/>
              <a:defRPr/>
            </a:pPr>
            <a:endParaRPr lang="en-US" sz="2000" dirty="0"/>
          </a:p>
          <a:p>
            <a:pPr marL="896938" lvl="1" indent="-269875">
              <a:lnSpc>
                <a:spcPct val="80000"/>
              </a:lnSpc>
              <a:buClrTx/>
              <a:buFontTx/>
              <a:buChar char="‒"/>
              <a:defRPr/>
            </a:pPr>
            <a:r>
              <a:rPr lang="en-GB" sz="1900" dirty="0"/>
              <a:t>Have all other control measure’s been considered </a:t>
            </a:r>
          </a:p>
          <a:p>
            <a:pPr marL="627063" lvl="1" indent="0">
              <a:lnSpc>
                <a:spcPct val="80000"/>
              </a:lnSpc>
              <a:buClrTx/>
              <a:buNone/>
              <a:defRPr/>
            </a:pPr>
            <a:endParaRPr lang="en-GB" sz="1900" dirty="0"/>
          </a:p>
          <a:p>
            <a:pPr marL="896938" lvl="1" indent="-269875">
              <a:lnSpc>
                <a:spcPct val="80000"/>
              </a:lnSpc>
              <a:buClrTx/>
              <a:buFontTx/>
              <a:buChar char="‒"/>
              <a:defRPr/>
            </a:pPr>
            <a:r>
              <a:rPr lang="en-GB" sz="1900" dirty="0"/>
              <a:t>Is it appropriate for the risks?</a:t>
            </a:r>
          </a:p>
          <a:p>
            <a:pPr marL="627063" lvl="1" indent="0">
              <a:lnSpc>
                <a:spcPct val="80000"/>
              </a:lnSpc>
              <a:buClrTx/>
              <a:buNone/>
              <a:defRPr/>
            </a:pPr>
            <a:endParaRPr lang="en-GB" sz="1900" dirty="0"/>
          </a:p>
          <a:p>
            <a:pPr marL="896938" lvl="1" indent="-269875">
              <a:lnSpc>
                <a:spcPct val="80000"/>
              </a:lnSpc>
              <a:buClrTx/>
              <a:buFontTx/>
              <a:buChar char="‒"/>
              <a:defRPr/>
            </a:pPr>
            <a:r>
              <a:rPr lang="en-GB" sz="1900" dirty="0"/>
              <a:t>Does it prevent or adequately control the risks involved without increasing the overall level of risk</a:t>
            </a:r>
          </a:p>
          <a:p>
            <a:pPr marL="627063" lvl="1" indent="0">
              <a:lnSpc>
                <a:spcPct val="80000"/>
              </a:lnSpc>
              <a:buClrTx/>
              <a:buNone/>
              <a:defRPr/>
            </a:pPr>
            <a:endParaRPr lang="en-GB" sz="1900" dirty="0"/>
          </a:p>
          <a:p>
            <a:pPr marL="896938" lvl="1" indent="-269875">
              <a:lnSpc>
                <a:spcPct val="80000"/>
              </a:lnSpc>
              <a:buClrTx/>
              <a:buFontTx/>
              <a:buChar char="‒"/>
              <a:defRPr/>
            </a:pPr>
            <a:r>
              <a:rPr lang="en-GB" sz="1900" dirty="0"/>
              <a:t> Is it of an acceptable standard</a:t>
            </a:r>
          </a:p>
          <a:p>
            <a:pPr marL="627063" lvl="1" indent="0">
              <a:lnSpc>
                <a:spcPct val="80000"/>
              </a:lnSpc>
              <a:buClrTx/>
              <a:buNone/>
              <a:defRPr/>
            </a:pPr>
            <a:endParaRPr lang="en-GB" sz="1900" dirty="0"/>
          </a:p>
          <a:p>
            <a:pPr marL="896938" lvl="1" indent="-269875">
              <a:lnSpc>
                <a:spcPct val="80000"/>
              </a:lnSpc>
              <a:buClrTx/>
              <a:buFontTx/>
              <a:buChar char="‒"/>
              <a:defRPr/>
            </a:pPr>
            <a:r>
              <a:rPr lang="en-GB" sz="1900" dirty="0"/>
              <a:t>Will the use of PPE shorten working times</a:t>
            </a:r>
          </a:p>
          <a:p>
            <a:pPr lvl="1">
              <a:defRPr/>
            </a:pPr>
            <a:endParaRPr lang="en-SG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7347" y="1054911"/>
            <a:ext cx="7549727" cy="1095105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2CC15C2-89C1-4945-99DE-A6D25B6F80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dirty="0">
                <a:solidFill>
                  <a:schemeClr val="tx1"/>
                </a:solidFill>
                <a:latin typeface="+mn-lt"/>
                <a:ea typeface="ＭＳ Ｐゴシック"/>
                <a:cs typeface="ＭＳ Ｐゴシック"/>
              </a:rPr>
              <a:t>General Personal Protective Equipment</a:t>
            </a:r>
          </a:p>
        </p:txBody>
      </p:sp>
      <p:pic>
        <p:nvPicPr>
          <p:cNvPr id="22531" name="Picture 3" descr="1">
            <a:extLst>
              <a:ext uri="{FF2B5EF4-FFF2-40B4-BE49-F238E27FC236}">
                <a16:creationId xmlns:a16="http://schemas.microsoft.com/office/drawing/2014/main" id="{A0838CDA-6DEE-493E-B0B0-3073AA7367D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lum bright="-10000" contras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1485" y="857497"/>
            <a:ext cx="3201988" cy="4270375"/>
          </a:xfrm>
        </p:spPr>
      </p:pic>
      <p:sp>
        <p:nvSpPr>
          <p:cNvPr id="22532" name="Line 4">
            <a:extLst>
              <a:ext uri="{FF2B5EF4-FFF2-40B4-BE49-F238E27FC236}">
                <a16:creationId xmlns:a16="http://schemas.microsoft.com/office/drawing/2014/main" id="{4909A829-2E57-4562-8971-9FBB227B0E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5903" y="2992685"/>
            <a:ext cx="1360311" cy="13603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E5C4A6F4-CA2E-4D27-96AF-E944A04E2E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8510" y="4897120"/>
            <a:ext cx="0" cy="6121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20B5CBCB-F580-448F-9D7F-DF0DE2FAD7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4618" y="3876887"/>
            <a:ext cx="1428327" cy="272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2CC452F1-38F6-41E8-8446-7CAF8E18D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7887" y="1632373"/>
            <a:ext cx="2652607" cy="680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803C3DE6-21A6-4FB3-B7B1-DABDBFE829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6681" y="4421011"/>
            <a:ext cx="1700389" cy="2040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2537" name="Line 10">
            <a:extLst>
              <a:ext uri="{FF2B5EF4-FFF2-40B4-BE49-F238E27FC236}">
                <a16:creationId xmlns:a16="http://schemas.microsoft.com/office/drawing/2014/main" id="{CF4D463B-9D15-4EEE-A49D-9D68B97AE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743" y="1428327"/>
            <a:ext cx="1088249" cy="4080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131083" name="Text Box 11">
            <a:extLst>
              <a:ext uri="{FF2B5EF4-FFF2-40B4-BE49-F238E27FC236}">
                <a16:creationId xmlns:a16="http://schemas.microsoft.com/office/drawing/2014/main" id="{6C22C53D-79BF-4BC9-8D07-38BB1BDF8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876" y="2992685"/>
            <a:ext cx="1496342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Impervious Suit</a:t>
            </a:r>
          </a:p>
        </p:txBody>
      </p:sp>
      <p:sp>
        <p:nvSpPr>
          <p:cNvPr id="131084" name="Text Box 12">
            <a:extLst>
              <a:ext uri="{FF2B5EF4-FFF2-40B4-BE49-F238E27FC236}">
                <a16:creationId xmlns:a16="http://schemas.microsoft.com/office/drawing/2014/main" id="{F7B7E195-59A8-48D6-B78D-0A6159D73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261" y="5509260"/>
            <a:ext cx="2448560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Rubber Gauntlets</a:t>
            </a:r>
          </a:p>
        </p:txBody>
      </p:sp>
      <p:sp>
        <p:nvSpPr>
          <p:cNvPr id="131085" name="Text Box 13">
            <a:extLst>
              <a:ext uri="{FF2B5EF4-FFF2-40B4-BE49-F238E27FC236}">
                <a16:creationId xmlns:a16="http://schemas.microsoft.com/office/drawing/2014/main" id="{B0C83C8F-C512-47F5-9C57-45C1175BF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054" y="4284980"/>
            <a:ext cx="1088249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Sock’s</a:t>
            </a:r>
          </a:p>
        </p:txBody>
      </p:sp>
      <p:sp>
        <p:nvSpPr>
          <p:cNvPr id="22541" name="Text Box 14">
            <a:extLst>
              <a:ext uri="{FF2B5EF4-FFF2-40B4-BE49-F238E27FC236}">
                <a16:creationId xmlns:a16="http://schemas.microsoft.com/office/drawing/2014/main" id="{E4B79680-636B-4835-A532-65E39DB6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338" y="5713307"/>
            <a:ext cx="1904436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GB" altLang="en-US" sz="1607"/>
          </a:p>
        </p:txBody>
      </p:sp>
      <p:sp>
        <p:nvSpPr>
          <p:cNvPr id="22542" name="Text Box 15">
            <a:extLst>
              <a:ext uri="{FF2B5EF4-FFF2-40B4-BE49-F238E27FC236}">
                <a16:creationId xmlns:a16="http://schemas.microsoft.com/office/drawing/2014/main" id="{79989F9A-87C3-480A-B376-56D3151FD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354" y="5577276"/>
            <a:ext cx="1768404" cy="33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Demi Cond" panose="020B07060304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GB" altLang="en-US" sz="1607"/>
          </a:p>
        </p:txBody>
      </p:sp>
      <p:sp>
        <p:nvSpPr>
          <p:cNvPr id="131088" name="Text Box 16">
            <a:extLst>
              <a:ext uri="{FF2B5EF4-FFF2-40B4-BE49-F238E27FC236}">
                <a16:creationId xmlns:a16="http://schemas.microsoft.com/office/drawing/2014/main" id="{5E1910AC-3441-4A44-8101-64A103E7C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976" y="3672840"/>
            <a:ext cx="1836420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Safety Shoes</a:t>
            </a:r>
          </a:p>
        </p:txBody>
      </p:sp>
      <p:sp>
        <p:nvSpPr>
          <p:cNvPr id="131089" name="Text Box 17">
            <a:extLst>
              <a:ext uri="{FF2B5EF4-FFF2-40B4-BE49-F238E27FC236}">
                <a16:creationId xmlns:a16="http://schemas.microsoft.com/office/drawing/2014/main" id="{C7F363E0-B5B5-42EF-A365-92A823E8B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5670" y="1428327"/>
            <a:ext cx="1224280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Overalls</a:t>
            </a:r>
          </a:p>
        </p:txBody>
      </p:sp>
      <p:sp>
        <p:nvSpPr>
          <p:cNvPr id="131091" name="Text Box 19">
            <a:extLst>
              <a:ext uri="{FF2B5EF4-FFF2-40B4-BE49-F238E27FC236}">
                <a16:creationId xmlns:a16="http://schemas.microsoft.com/office/drawing/2014/main" id="{6A0DA71F-447B-425A-B703-52BA3F04C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5007" y="1156264"/>
            <a:ext cx="1360311" cy="586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Luminous Jacket</a:t>
            </a:r>
          </a:p>
        </p:txBody>
      </p:sp>
      <p:sp>
        <p:nvSpPr>
          <p:cNvPr id="22546" name="Line 20">
            <a:extLst>
              <a:ext uri="{FF2B5EF4-FFF2-40B4-BE49-F238E27FC236}">
                <a16:creationId xmlns:a16="http://schemas.microsoft.com/office/drawing/2014/main" id="{5E36A9D9-1617-4D6E-A45F-567B3E4CC0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12790" y="2244513"/>
            <a:ext cx="884202" cy="680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131093" name="Text Box 21">
            <a:extLst>
              <a:ext uri="{FF2B5EF4-FFF2-40B4-BE49-F238E27FC236}">
                <a16:creationId xmlns:a16="http://schemas.microsoft.com/office/drawing/2014/main" id="{93E4F736-74AF-42F4-A21F-8FD486B69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8976" y="2108482"/>
            <a:ext cx="1768404" cy="33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Wet weather gear</a:t>
            </a:r>
          </a:p>
        </p:txBody>
      </p:sp>
      <p:sp>
        <p:nvSpPr>
          <p:cNvPr id="22548" name="Line 22">
            <a:extLst>
              <a:ext uri="{FF2B5EF4-FFF2-40B4-BE49-F238E27FC236}">
                <a16:creationId xmlns:a16="http://schemas.microsoft.com/office/drawing/2014/main" id="{500A0293-A876-47E4-8A18-4506BCE60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9872" y="4216964"/>
            <a:ext cx="1768404" cy="2040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131095" name="Text Box 23">
            <a:extLst>
              <a:ext uri="{FF2B5EF4-FFF2-40B4-BE49-F238E27FC236}">
                <a16:creationId xmlns:a16="http://schemas.microsoft.com/office/drawing/2014/main" id="{E1D1CA5C-D329-4A6E-A5A3-DBC93C4BC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638" y="3944902"/>
            <a:ext cx="1564358" cy="586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sz="1607" dirty="0"/>
              <a:t>Hearing Protection</a:t>
            </a:r>
          </a:p>
        </p:txBody>
      </p:sp>
      <p:sp>
        <p:nvSpPr>
          <p:cNvPr id="22550" name="Line 9">
            <a:extLst>
              <a:ext uri="{FF2B5EF4-FFF2-40B4-BE49-F238E27FC236}">
                <a16:creationId xmlns:a16="http://schemas.microsoft.com/office/drawing/2014/main" id="{FC4E009C-929D-4068-A880-402631EBA6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934" y="4761089"/>
            <a:ext cx="1972451" cy="4080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FCB3C9-88CE-4E2A-83B9-6DB80B82B747}"/>
              </a:ext>
            </a:extLst>
          </p:cNvPr>
          <p:cNvSpPr txBox="1"/>
          <p:nvPr/>
        </p:nvSpPr>
        <p:spPr>
          <a:xfrm>
            <a:off x="1683685" y="5101167"/>
            <a:ext cx="1156264" cy="3396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7" dirty="0"/>
              <a:t>Hard Hat</a:t>
            </a:r>
          </a:p>
        </p:txBody>
      </p:sp>
      <p:sp>
        <p:nvSpPr>
          <p:cNvPr id="22552" name="Line 9">
            <a:extLst>
              <a:ext uri="{FF2B5EF4-FFF2-40B4-BE49-F238E27FC236}">
                <a16:creationId xmlns:a16="http://schemas.microsoft.com/office/drawing/2014/main" id="{789F2322-3D62-42A0-8AFC-B4456453E6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96603" y="4625058"/>
            <a:ext cx="1360311" cy="54412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D80BD0-372B-4D5A-80C5-3D5B63EB8AD7}"/>
              </a:ext>
            </a:extLst>
          </p:cNvPr>
          <p:cNvSpPr txBox="1"/>
          <p:nvPr/>
        </p:nvSpPr>
        <p:spPr>
          <a:xfrm>
            <a:off x="7056914" y="5033151"/>
            <a:ext cx="1904436" cy="3396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7" dirty="0"/>
              <a:t>Safety Glasses</a:t>
            </a:r>
          </a:p>
        </p:txBody>
      </p:sp>
      <p:sp>
        <p:nvSpPr>
          <p:cNvPr id="22554" name="Line 9">
            <a:extLst>
              <a:ext uri="{FF2B5EF4-FFF2-40B4-BE49-F238E27FC236}">
                <a16:creationId xmlns:a16="http://schemas.microsoft.com/office/drawing/2014/main" id="{5C8EFFFC-C78B-4704-8CE0-7996F4B636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6603" y="2992684"/>
            <a:ext cx="14283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7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CD7BF-5ECC-4222-8069-E075C4456D19}"/>
              </a:ext>
            </a:extLst>
          </p:cNvPr>
          <p:cNvSpPr txBox="1"/>
          <p:nvPr/>
        </p:nvSpPr>
        <p:spPr>
          <a:xfrm>
            <a:off x="7192945" y="2856654"/>
            <a:ext cx="1836420" cy="3396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7" dirty="0"/>
              <a:t>Immersion suit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DED3-94A4-40E2-B549-002EC21F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PPE may need to be specialised  </a:t>
            </a:r>
          </a:p>
        </p:txBody>
      </p:sp>
      <p:pic>
        <p:nvPicPr>
          <p:cNvPr id="4" name="Picture 3" descr="A person standing in front of a barrel&#10;&#10;Description automatically generated">
            <a:extLst>
              <a:ext uri="{FF2B5EF4-FFF2-40B4-BE49-F238E27FC236}">
                <a16:creationId xmlns:a16="http://schemas.microsoft.com/office/drawing/2014/main" id="{45EF203A-79F2-46E0-A2B1-30A714FAFF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373" y="3600519"/>
            <a:ext cx="2915539" cy="218665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 descr="A picture containing outdoor, fence, sitting, water&#10;&#10;Description automatically generated">
            <a:extLst>
              <a:ext uri="{FF2B5EF4-FFF2-40B4-BE49-F238E27FC236}">
                <a16:creationId xmlns:a16="http://schemas.microsoft.com/office/drawing/2014/main" id="{73D61476-5A8B-4CBD-84B1-5E02EC1A02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6578" y="3652838"/>
            <a:ext cx="3201502" cy="213433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20F38089-6C6E-4705-8023-ECAE44CFE3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6693" y="1091494"/>
            <a:ext cx="2628393" cy="233610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2" descr="F:\Training\Internal Training\Courses\01 Specialist Training\Offline  Sept 2012\images video\Real oil cleanup\IMG_8744.JPG">
            <a:extLst>
              <a:ext uri="{FF2B5EF4-FFF2-40B4-BE49-F238E27FC236}">
                <a16:creationId xmlns:a16="http://schemas.microsoft.com/office/drawing/2014/main" id="{2DED64CF-BD65-4EF1-9901-5F46474ED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00875" y="1091494"/>
            <a:ext cx="3288532" cy="2402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220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852" y="507359"/>
            <a:ext cx="6766414" cy="477348"/>
          </a:xfrm>
        </p:spPr>
        <p:txBody>
          <a:bodyPr anchor="t" anchorCtr="0"/>
          <a:lstStyle/>
          <a:p>
            <a:pPr algn="ctr"/>
            <a:r>
              <a:rPr lang="en-GB" dirty="0"/>
              <a:t>Site Control</a:t>
            </a:r>
          </a:p>
        </p:txBody>
      </p:sp>
      <p:pic>
        <p:nvPicPr>
          <p:cNvPr id="70" name="Picture 69" descr="Milford 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984707"/>
            <a:ext cx="10440988" cy="5136693"/>
          </a:xfrm>
          <a:prstGeom prst="rect">
            <a:avLst/>
          </a:prstGeom>
        </p:spPr>
      </p:pic>
      <p:cxnSp>
        <p:nvCxnSpPr>
          <p:cNvPr id="79" name="Straight Connector 78"/>
          <p:cNvCxnSpPr>
            <a:cxnSpLocks/>
          </p:cNvCxnSpPr>
          <p:nvPr/>
        </p:nvCxnSpPr>
        <p:spPr>
          <a:xfrm flipV="1">
            <a:off x="8077147" y="1904436"/>
            <a:ext cx="0" cy="74147"/>
          </a:xfrm>
          <a:prstGeom prst="line">
            <a:avLst/>
          </a:prstGeom>
          <a:ln w="635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cxnSpLocks/>
          </p:cNvCxnSpPr>
          <p:nvPr/>
        </p:nvCxnSpPr>
        <p:spPr>
          <a:xfrm flipV="1">
            <a:off x="1139561" y="1904436"/>
            <a:ext cx="0" cy="152656"/>
          </a:xfrm>
          <a:prstGeom prst="line">
            <a:avLst/>
          </a:prstGeom>
          <a:ln w="63500"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cxnSpLocks/>
          </p:cNvCxnSpPr>
          <p:nvPr/>
        </p:nvCxnSpPr>
        <p:spPr>
          <a:xfrm flipV="1">
            <a:off x="9301427" y="4352996"/>
            <a:ext cx="0" cy="78509"/>
          </a:xfrm>
          <a:prstGeom prst="line">
            <a:avLst/>
          </a:prstGeom>
          <a:ln w="635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cxnSpLocks/>
          </p:cNvCxnSpPr>
          <p:nvPr/>
        </p:nvCxnSpPr>
        <p:spPr>
          <a:xfrm flipV="1">
            <a:off x="1139561" y="4352996"/>
            <a:ext cx="0" cy="78509"/>
          </a:xfrm>
          <a:prstGeom prst="line">
            <a:avLst/>
          </a:prstGeom>
          <a:ln w="635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cxnSpLocks/>
          </p:cNvCxnSpPr>
          <p:nvPr/>
        </p:nvCxnSpPr>
        <p:spPr>
          <a:xfrm>
            <a:off x="5333946" y="3060700"/>
            <a:ext cx="254391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cxnSpLocks/>
          </p:cNvCxnSpPr>
          <p:nvPr/>
        </p:nvCxnSpPr>
        <p:spPr>
          <a:xfrm flipV="1">
            <a:off x="8077147" y="3060700"/>
            <a:ext cx="0" cy="8287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>
            <a:cxnSpLocks/>
          </p:cNvCxnSpPr>
          <p:nvPr/>
        </p:nvCxnSpPr>
        <p:spPr>
          <a:xfrm>
            <a:off x="4745026" y="1904436"/>
            <a:ext cx="75629" cy="0"/>
          </a:xfrm>
          <a:prstGeom prst="line">
            <a:avLst/>
          </a:prstGeom>
          <a:ln w="635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DD66622-D589-8CE4-A64F-9DB323FB635F}"/>
              </a:ext>
            </a:extLst>
          </p:cNvPr>
          <p:cNvGrpSpPr/>
          <p:nvPr/>
        </p:nvGrpSpPr>
        <p:grpSpPr>
          <a:xfrm>
            <a:off x="0" y="1904436"/>
            <a:ext cx="10440988" cy="3672840"/>
            <a:chOff x="0" y="1904436"/>
            <a:chExt cx="10440988" cy="3672840"/>
          </a:xfrm>
        </p:grpSpPr>
        <p:sp>
          <p:nvSpPr>
            <p:cNvPr id="72" name="TextBox 71"/>
            <p:cNvSpPr txBox="1"/>
            <p:nvPr/>
          </p:nvSpPr>
          <p:spPr>
            <a:xfrm>
              <a:off x="981206" y="4693074"/>
              <a:ext cx="2697254" cy="33964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7" dirty="0">
                  <a:solidFill>
                    <a:srgbClr val="FF0000"/>
                  </a:solidFill>
                </a:rPr>
                <a:t>HOT  ZONE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663242" y="3536809"/>
              <a:ext cx="2175206" cy="339645"/>
            </a:xfrm>
            <a:prstGeom prst="rect">
              <a:avLst/>
            </a:prstGeom>
            <a:noFill/>
            <a:ln w="254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7" dirty="0">
                  <a:solidFill>
                    <a:srgbClr val="FFC000"/>
                  </a:solidFill>
                </a:rPr>
                <a:t>WARM  ZONE 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795851" y="2040467"/>
              <a:ext cx="2088197" cy="33964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7" dirty="0">
                  <a:solidFill>
                    <a:srgbClr val="00B050"/>
                  </a:solidFill>
                </a:rPr>
                <a:t>COLD  ZONE</a:t>
              </a:r>
            </a:p>
          </p:txBody>
        </p:sp>
        <p:cxnSp>
          <p:nvCxnSpPr>
            <p:cNvPr id="80" name="Straight Connector 79"/>
            <p:cNvCxnSpPr>
              <a:cxnSpLocks/>
            </p:cNvCxnSpPr>
            <p:nvPr/>
          </p:nvCxnSpPr>
          <p:spPr>
            <a:xfrm>
              <a:off x="170934" y="1904436"/>
              <a:ext cx="8874840" cy="0"/>
            </a:xfrm>
            <a:prstGeom prst="line">
              <a:avLst/>
            </a:prstGeom>
            <a:ln w="63500"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cxnSpLocks/>
            </p:cNvCxnSpPr>
            <p:nvPr/>
          </p:nvCxnSpPr>
          <p:spPr>
            <a:xfrm>
              <a:off x="0" y="4352996"/>
              <a:ext cx="10440988" cy="0"/>
            </a:xfrm>
            <a:prstGeom prst="line">
              <a:avLst/>
            </a:prstGeom>
            <a:ln w="6350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cxnSpLocks/>
            </p:cNvCxnSpPr>
            <p:nvPr/>
          </p:nvCxnSpPr>
          <p:spPr>
            <a:xfrm>
              <a:off x="0" y="5577276"/>
              <a:ext cx="10440988" cy="0"/>
            </a:xfrm>
            <a:prstGeom prst="line">
              <a:avLst/>
            </a:prstGeom>
            <a:ln w="63500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cxnSpLocks/>
            </p:cNvCxnSpPr>
            <p:nvPr/>
          </p:nvCxnSpPr>
          <p:spPr>
            <a:xfrm>
              <a:off x="5560572" y="1978583"/>
              <a:ext cx="0" cy="1082117"/>
            </a:xfrm>
            <a:prstGeom prst="line">
              <a:avLst/>
            </a:prstGeom>
            <a:ln w="635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5731257" y="1972451"/>
              <a:ext cx="2175206" cy="339645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7" dirty="0">
                  <a:solidFill>
                    <a:srgbClr val="00B050"/>
                  </a:solidFill>
                </a:rPr>
                <a:t>COLD  ZONE</a:t>
              </a:r>
            </a:p>
          </p:txBody>
        </p:sp>
        <p:cxnSp>
          <p:nvCxnSpPr>
            <p:cNvPr id="111" name="Straight Connector 110"/>
            <p:cNvCxnSpPr>
              <a:cxnSpLocks/>
            </p:cNvCxnSpPr>
            <p:nvPr/>
          </p:nvCxnSpPr>
          <p:spPr>
            <a:xfrm>
              <a:off x="4812401" y="2061453"/>
              <a:ext cx="0" cy="2291543"/>
            </a:xfrm>
            <a:prstGeom prst="line">
              <a:avLst/>
            </a:prstGeom>
            <a:ln w="635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422463" y="1701337"/>
            <a:ext cx="8439798" cy="2991736"/>
            <a:chOff x="228600" y="1676400"/>
            <a:chExt cx="7391400" cy="3581400"/>
          </a:xfrm>
        </p:grpSpPr>
        <p:sp>
          <p:nvSpPr>
            <p:cNvPr id="145" name="Up-Down Arrow 144"/>
            <p:cNvSpPr/>
            <p:nvPr/>
          </p:nvSpPr>
          <p:spPr>
            <a:xfrm>
              <a:off x="4419600" y="1676400"/>
              <a:ext cx="228600" cy="990600"/>
            </a:xfrm>
            <a:prstGeom prst="up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147" name="Left-Right Arrow 146"/>
            <p:cNvSpPr/>
            <p:nvPr/>
          </p:nvSpPr>
          <p:spPr>
            <a:xfrm>
              <a:off x="3657600" y="4267200"/>
              <a:ext cx="838200" cy="152400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103" name="Oval 102"/>
            <p:cNvSpPr/>
            <p:nvPr/>
          </p:nvSpPr>
          <p:spPr>
            <a:xfrm>
              <a:off x="4800600" y="4572000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W</a:t>
              </a:r>
            </a:p>
          </p:txBody>
        </p:sp>
        <p:sp>
          <p:nvSpPr>
            <p:cNvPr id="104" name="Oval 103"/>
            <p:cNvSpPr/>
            <p:nvPr/>
          </p:nvSpPr>
          <p:spPr>
            <a:xfrm>
              <a:off x="4495800" y="4572000"/>
              <a:ext cx="228600" cy="2286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W</a:t>
              </a:r>
            </a:p>
          </p:txBody>
        </p:sp>
        <p:sp>
          <p:nvSpPr>
            <p:cNvPr id="109" name="Up-Down Arrow 108"/>
            <p:cNvSpPr/>
            <p:nvPr/>
          </p:nvSpPr>
          <p:spPr>
            <a:xfrm>
              <a:off x="7391400" y="4495800"/>
              <a:ext cx="228600" cy="762000"/>
            </a:xfrm>
            <a:prstGeom prst="up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148" name="Up-Down Arrow 147"/>
            <p:cNvSpPr/>
            <p:nvPr/>
          </p:nvSpPr>
          <p:spPr>
            <a:xfrm>
              <a:off x="7391400" y="3124200"/>
              <a:ext cx="228600" cy="762000"/>
            </a:xfrm>
            <a:prstGeom prst="up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5181600" y="2819400"/>
              <a:ext cx="2438400" cy="4572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28" dirty="0">
                  <a:latin typeface="Arial" pitchFamily="34" charset="0"/>
                  <a:cs typeface="Arial" pitchFamily="34" charset="0"/>
                </a:rPr>
                <a:t>Equipment Lay down area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5029200" y="3505200"/>
              <a:ext cx="914400" cy="381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50" dirty="0">
                  <a:latin typeface="Arial" pitchFamily="34" charset="0"/>
                  <a:cs typeface="Arial" pitchFamily="34" charset="0"/>
                </a:rPr>
                <a:t>Waste</a:t>
              </a: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4495800" y="4114800"/>
              <a:ext cx="533400" cy="381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PDA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6096000" y="3505200"/>
              <a:ext cx="1219200" cy="3810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EDA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4191000" y="2667000"/>
              <a:ext cx="685800" cy="13716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Waste </a:t>
              </a:r>
            </a:p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Vehicle Area</a:t>
              </a:r>
            </a:p>
          </p:txBody>
        </p:sp>
        <p:sp>
          <p:nvSpPr>
            <p:cNvPr id="155" name="Cross 154"/>
            <p:cNvSpPr/>
            <p:nvPr/>
          </p:nvSpPr>
          <p:spPr>
            <a:xfrm>
              <a:off x="228600" y="2286000"/>
              <a:ext cx="533400" cy="533400"/>
            </a:xfrm>
            <a:prstGeom prst="plus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 fontScale="92500" lnSpcReduction="20000"/>
            </a:bodyPr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FAP</a:t>
              </a: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228600" y="3352800"/>
              <a:ext cx="685800" cy="8382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Food &amp; Shelter</a:t>
              </a: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2514600" y="3657600"/>
              <a:ext cx="457200" cy="4572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893" dirty="0">
                  <a:latin typeface="Arial" pitchFamily="34" charset="0"/>
                  <a:cs typeface="Arial" pitchFamily="34" charset="0"/>
                </a:rPr>
                <a:t>Stores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981200" y="3657600"/>
              <a:ext cx="457200" cy="4572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893" dirty="0">
                  <a:latin typeface="Arial" pitchFamily="34" charset="0"/>
                  <a:cs typeface="Arial" pitchFamily="34" charset="0"/>
                </a:rPr>
                <a:t>Stores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304800" y="2895600"/>
              <a:ext cx="381000" cy="38100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071" dirty="0">
                  <a:latin typeface="Arial" pitchFamily="34" charset="0"/>
                  <a:cs typeface="Arial" pitchFamily="34" charset="0"/>
                </a:rPr>
                <a:t>WC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2971800" y="2286000"/>
              <a:ext cx="533400" cy="5334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893" dirty="0">
                  <a:latin typeface="Arial" pitchFamily="34" charset="0"/>
                  <a:cs typeface="Arial" pitchFamily="34" charset="0"/>
                </a:rPr>
                <a:t>Security</a:t>
              </a:r>
            </a:p>
          </p:txBody>
        </p:sp>
        <p:sp>
          <p:nvSpPr>
            <p:cNvPr id="37" name="Up-Down Arrow 36"/>
            <p:cNvSpPr/>
            <p:nvPr/>
          </p:nvSpPr>
          <p:spPr>
            <a:xfrm>
              <a:off x="3657600" y="1676400"/>
              <a:ext cx="228600" cy="762000"/>
            </a:xfrm>
            <a:prstGeom prst="up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38" name="Left-Right Arrow 37"/>
            <p:cNvSpPr/>
            <p:nvPr/>
          </p:nvSpPr>
          <p:spPr>
            <a:xfrm>
              <a:off x="4648200" y="2286000"/>
              <a:ext cx="609600" cy="228600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7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191000" y="2209800"/>
              <a:ext cx="228600" cy="2286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893" dirty="0">
                  <a:latin typeface="Arial" pitchFamily="34" charset="0"/>
                  <a:cs typeface="Arial" pitchFamily="34" charset="0"/>
                </a:rPr>
                <a:t>Security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981200" y="2895600"/>
              <a:ext cx="533400" cy="533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1607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CP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985D-12E4-4D7C-9BC9-4E8F179C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 Control </a:t>
            </a:r>
          </a:p>
        </p:txBody>
      </p:sp>
      <p:pic>
        <p:nvPicPr>
          <p:cNvPr id="17" name="Picture 16" descr="A sign on the side of a road&#10;&#10;Description automatically generated">
            <a:extLst>
              <a:ext uri="{FF2B5EF4-FFF2-40B4-BE49-F238E27FC236}">
                <a16:creationId xmlns:a16="http://schemas.microsoft.com/office/drawing/2014/main" id="{D9741F57-2965-489B-9E7C-61CCACC28F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57" y="1066800"/>
            <a:ext cx="2658534" cy="19939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8" name="Picture 17" descr="A sign on the side of a dirt field&#10;&#10;Description automatically generated">
            <a:extLst>
              <a:ext uri="{FF2B5EF4-FFF2-40B4-BE49-F238E27FC236}">
                <a16:creationId xmlns:a16="http://schemas.microsoft.com/office/drawing/2014/main" id="{BD8F3E2D-D90A-4B25-9031-CB2A8DB44FE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479" y="994331"/>
            <a:ext cx="2866031" cy="214952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9" name="Picture 18" descr="A close up of a sign&#10;&#10;Description automatically generated">
            <a:extLst>
              <a:ext uri="{FF2B5EF4-FFF2-40B4-BE49-F238E27FC236}">
                <a16:creationId xmlns:a16="http://schemas.microsoft.com/office/drawing/2014/main" id="{B47E13E6-E0A7-4F75-B8C0-7138159F57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6431" y="658421"/>
            <a:ext cx="2411669" cy="229983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0" name="Picture 19" descr="A group of people standing on a lush green field&#10;&#10;Description automatically generated">
            <a:extLst>
              <a:ext uri="{FF2B5EF4-FFF2-40B4-BE49-F238E27FC236}">
                <a16:creationId xmlns:a16="http://schemas.microsoft.com/office/drawing/2014/main" id="{86183D16-329B-4921-9106-99D86C0AE3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129" y="3482410"/>
            <a:ext cx="2866031" cy="214952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2" name="Picture 21" descr="A road with trees on the side of a fence&#10;&#10;Description automatically generated">
            <a:extLst>
              <a:ext uri="{FF2B5EF4-FFF2-40B4-BE49-F238E27FC236}">
                <a16:creationId xmlns:a16="http://schemas.microsoft.com/office/drawing/2014/main" id="{B0627BCE-279C-474E-BEAD-DED02456DE9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8662" y="3519964"/>
            <a:ext cx="2866035" cy="21495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46A75C-A0FC-4565-A1CE-C06726DB4643}"/>
              </a:ext>
            </a:extLst>
          </p:cNvPr>
          <p:cNvSpPr txBox="1"/>
          <p:nvPr/>
        </p:nvSpPr>
        <p:spPr>
          <a:xfrm>
            <a:off x="8070032" y="2553974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Messaging</a:t>
            </a:r>
            <a:r>
              <a:rPr lang="en-GB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AFBCCC-6769-4ECE-9556-35261494E3C6}"/>
              </a:ext>
            </a:extLst>
          </p:cNvPr>
          <p:cNvSpPr txBox="1"/>
          <p:nvPr/>
        </p:nvSpPr>
        <p:spPr>
          <a:xfrm>
            <a:off x="3922736" y="2669121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Barriers </a:t>
            </a:r>
            <a:r>
              <a:rPr lang="en-GB" dirty="0"/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B2AD1C-9E7C-4D3C-BA42-050350A060D9}"/>
              </a:ext>
            </a:extLst>
          </p:cNvPr>
          <p:cNvSpPr txBox="1"/>
          <p:nvPr/>
        </p:nvSpPr>
        <p:spPr>
          <a:xfrm>
            <a:off x="3998166" y="4924048"/>
            <a:ext cx="176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Defined Route  </a:t>
            </a:r>
            <a:r>
              <a:rPr lang="en-GB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D0414-D537-479C-B497-4DB0CA5280F8}"/>
              </a:ext>
            </a:extLst>
          </p:cNvPr>
          <p:cNvSpPr txBox="1"/>
          <p:nvPr/>
        </p:nvSpPr>
        <p:spPr>
          <a:xfrm>
            <a:off x="1641024" y="2609673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Funnel effect 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5198E-63A2-48DA-8FB3-EC4EE6EE8298}"/>
              </a:ext>
            </a:extLst>
          </p:cNvPr>
          <p:cNvSpPr txBox="1"/>
          <p:nvPr/>
        </p:nvSpPr>
        <p:spPr>
          <a:xfrm>
            <a:off x="757208" y="4929425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No Deviation </a:t>
            </a:r>
            <a:endParaRPr lang="en-GB" dirty="0"/>
          </a:p>
        </p:txBody>
      </p:sp>
      <p:pic>
        <p:nvPicPr>
          <p:cNvPr id="28" name="Picture 27" descr="A picture containing grass, building, small, corner&#10;&#10;Description automatically generated">
            <a:extLst>
              <a:ext uri="{FF2B5EF4-FFF2-40B4-BE49-F238E27FC236}">
                <a16:creationId xmlns:a16="http://schemas.microsoft.com/office/drawing/2014/main" id="{F5BF5364-0DC8-4C63-A5D8-67ACA9D5526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500122" y="3314682"/>
            <a:ext cx="2438280" cy="2271333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6DCA392-F40A-48A2-9FEA-980580487F4C}"/>
              </a:ext>
            </a:extLst>
          </p:cNvPr>
          <p:cNvSpPr txBox="1"/>
          <p:nvPr/>
        </p:nvSpPr>
        <p:spPr>
          <a:xfrm>
            <a:off x="7812748" y="5293380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Access Protection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058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985D-12E4-4D7C-9BC9-4E8F179C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600" y="535725"/>
            <a:ext cx="5268733" cy="47734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Managing the Decontamination Process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3445FA-70B4-4939-A6D3-7F2CD3D568F3}"/>
              </a:ext>
            </a:extLst>
          </p:cNvPr>
          <p:cNvSpPr txBox="1">
            <a:spLocks/>
          </p:cNvSpPr>
          <p:nvPr/>
        </p:nvSpPr>
        <p:spPr>
          <a:xfrm>
            <a:off x="842031" y="774399"/>
            <a:ext cx="9006831" cy="1184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983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Trying to prevent the migration of the problem 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0038D96-70EE-436A-A1FE-2099E62C1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804" y="1718203"/>
            <a:ext cx="2301875" cy="1574801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4FA54B83-B573-4282-A7BB-6DE2F1289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3666" y="1718203"/>
            <a:ext cx="2301875" cy="172243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FE4600A6-FAB8-4171-8C7B-31193CF04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3666" y="3826905"/>
            <a:ext cx="2301875" cy="164623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31AAEAE1-05A1-496F-8A19-9CBF03282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4346" y="1688040"/>
            <a:ext cx="2339975" cy="1752600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456ECC09-BF28-4AAB-BBEF-81B658DEE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804" y="3643049"/>
            <a:ext cx="2301875" cy="172243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10F342A-F2FA-4B16-8D99-B4D17336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9896" y="3718922"/>
            <a:ext cx="2384425" cy="1790700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7BFE19-FF1C-466E-9297-E238F7919DDC}"/>
              </a:ext>
            </a:extLst>
          </p:cNvPr>
          <p:cNvSpPr txBox="1"/>
          <p:nvPr/>
        </p:nvSpPr>
        <p:spPr>
          <a:xfrm>
            <a:off x="846667" y="2929467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Slipway</a:t>
            </a:r>
            <a:r>
              <a:rPr lang="en-GB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93A2E-895B-470E-9001-9B913D35EE29}"/>
              </a:ext>
            </a:extLst>
          </p:cNvPr>
          <p:cNvSpPr txBox="1"/>
          <p:nvPr/>
        </p:nvSpPr>
        <p:spPr>
          <a:xfrm>
            <a:off x="945671" y="4969963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Roadside</a:t>
            </a:r>
            <a:r>
              <a:rPr lang="en-GB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96015-507A-4377-90CE-4D16D20F72D6}"/>
              </a:ext>
            </a:extLst>
          </p:cNvPr>
          <p:cNvSpPr txBox="1"/>
          <p:nvPr/>
        </p:nvSpPr>
        <p:spPr>
          <a:xfrm>
            <a:off x="4338070" y="2980826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Pathway  </a:t>
            </a:r>
            <a:r>
              <a:rPr lang="en-GB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53561-E034-4787-9A37-68483820D6A8}"/>
              </a:ext>
            </a:extLst>
          </p:cNvPr>
          <p:cNvSpPr txBox="1"/>
          <p:nvPr/>
        </p:nvSpPr>
        <p:spPr>
          <a:xfrm>
            <a:off x="4338070" y="5052835"/>
            <a:ext cx="12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Boardwalk </a:t>
            </a:r>
            <a:r>
              <a:rPr lang="en-GB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A1CB2D-0A55-46E8-8BCB-216255B74528}"/>
              </a:ext>
            </a:extLst>
          </p:cNvPr>
          <p:cNvSpPr txBox="1"/>
          <p:nvPr/>
        </p:nvSpPr>
        <p:spPr>
          <a:xfrm>
            <a:off x="7066382" y="3060700"/>
            <a:ext cx="16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Public Seating  </a:t>
            </a:r>
            <a:r>
              <a:rPr lang="en-GB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818C6-CFB8-4432-8B4D-70073F33600F}"/>
              </a:ext>
            </a:extLst>
          </p:cNvPr>
          <p:cNvSpPr txBox="1"/>
          <p:nvPr/>
        </p:nvSpPr>
        <p:spPr>
          <a:xfrm>
            <a:off x="7786044" y="5103810"/>
            <a:ext cx="170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Beach Access 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6224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985D-12E4-4D7C-9BC9-4E8F179C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Resources that require Decontamination </a:t>
            </a:r>
          </a:p>
        </p:txBody>
      </p:sp>
      <p:pic>
        <p:nvPicPr>
          <p:cNvPr id="15" name="Picture 14" descr="A group of people standing in a field&#10;&#10;Description automatically generated">
            <a:extLst>
              <a:ext uri="{FF2B5EF4-FFF2-40B4-BE49-F238E27FC236}">
                <a16:creationId xmlns:a16="http://schemas.microsoft.com/office/drawing/2014/main" id="{9F58A022-51F8-448F-BA5E-C706E3ECE4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3010" y="933658"/>
            <a:ext cx="2551906" cy="191392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" name="Picture 15" descr="A group of people standing in front of a building&#10;&#10;Description automatically generated">
            <a:extLst>
              <a:ext uri="{FF2B5EF4-FFF2-40B4-BE49-F238E27FC236}">
                <a16:creationId xmlns:a16="http://schemas.microsoft.com/office/drawing/2014/main" id="{ED8DD6DA-4C02-4447-8666-B897DE9B517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477" y="928070"/>
            <a:ext cx="2314223" cy="173566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 descr="A picture containing building, sitting, table, view&#10;&#10;Description automatically generated">
            <a:extLst>
              <a:ext uri="{FF2B5EF4-FFF2-40B4-BE49-F238E27FC236}">
                <a16:creationId xmlns:a16="http://schemas.microsoft.com/office/drawing/2014/main" id="{61FC1466-FCBF-4822-8C53-1399BDA64A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354" y="928070"/>
            <a:ext cx="1948349" cy="259779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 descr="A truck driving down a dirt road&#10;&#10;Description automatically generated">
            <a:extLst>
              <a:ext uri="{FF2B5EF4-FFF2-40B4-BE49-F238E27FC236}">
                <a16:creationId xmlns:a16="http://schemas.microsoft.com/office/drawing/2014/main" id="{B1DD7A6B-55FE-4D7C-8C88-46D455B580B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477" y="2909375"/>
            <a:ext cx="2019300" cy="269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AB2AD1C-9E7C-4D3C-BA42-050350A060D9}"/>
              </a:ext>
            </a:extLst>
          </p:cNvPr>
          <p:cNvSpPr txBox="1"/>
          <p:nvPr/>
        </p:nvSpPr>
        <p:spPr>
          <a:xfrm>
            <a:off x="209361" y="2275863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Tools </a:t>
            </a:r>
            <a:endParaRPr lang="en-GB" dirty="0"/>
          </a:p>
        </p:txBody>
      </p:sp>
      <p:pic>
        <p:nvPicPr>
          <p:cNvPr id="10" name="Picture 9" descr="A picture containing outdoor, grass, small, dog&#10;&#10;Description automatically generated">
            <a:extLst>
              <a:ext uri="{FF2B5EF4-FFF2-40B4-BE49-F238E27FC236}">
                <a16:creationId xmlns:a16="http://schemas.microsoft.com/office/drawing/2014/main" id="{CFCE3064-048A-4A85-B76B-75A841461B6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8793" y="3129508"/>
            <a:ext cx="1854200" cy="247226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2B224089-0131-468C-B145-607CAFBC4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78909" y="3661903"/>
            <a:ext cx="2905764" cy="193987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DB10F08-E95E-4C89-99E1-C4640F8E4F26}"/>
              </a:ext>
            </a:extLst>
          </p:cNvPr>
          <p:cNvSpPr txBox="1"/>
          <p:nvPr/>
        </p:nvSpPr>
        <p:spPr>
          <a:xfrm>
            <a:off x="227469" y="5197199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Vehicles  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B8B235-E050-46BA-8F51-9279989A4385}"/>
              </a:ext>
            </a:extLst>
          </p:cNvPr>
          <p:cNvSpPr txBox="1"/>
          <p:nvPr/>
        </p:nvSpPr>
        <p:spPr>
          <a:xfrm>
            <a:off x="2519086" y="5205004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Vehicles  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5B63BE-D573-4D51-A8FF-85219E5911FE}"/>
              </a:ext>
            </a:extLst>
          </p:cNvPr>
          <p:cNvSpPr txBox="1"/>
          <p:nvPr/>
        </p:nvSpPr>
        <p:spPr>
          <a:xfrm>
            <a:off x="2757711" y="3086055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Vehicles  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2737EA-641E-468E-9216-D796C3807F1E}"/>
              </a:ext>
            </a:extLst>
          </p:cNvPr>
          <p:cNvSpPr txBox="1"/>
          <p:nvPr/>
        </p:nvSpPr>
        <p:spPr>
          <a:xfrm>
            <a:off x="5565360" y="5263221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PPE  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1DCB10-E70F-4464-A869-8C8F35B778BC}"/>
              </a:ext>
            </a:extLst>
          </p:cNvPr>
          <p:cNvSpPr txBox="1"/>
          <p:nvPr/>
        </p:nvSpPr>
        <p:spPr>
          <a:xfrm>
            <a:off x="4890401" y="2428335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Responders 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06633A-B163-4F79-89A5-1A110F8DFB1F}"/>
              </a:ext>
            </a:extLst>
          </p:cNvPr>
          <p:cNvGrpSpPr/>
          <p:nvPr/>
        </p:nvGrpSpPr>
        <p:grpSpPr>
          <a:xfrm>
            <a:off x="7662222" y="3929719"/>
            <a:ext cx="2485825" cy="1780799"/>
            <a:chOff x="3717516" y="792865"/>
            <a:chExt cx="3755196" cy="5006928"/>
          </a:xfrm>
        </p:grpSpPr>
        <p:pic>
          <p:nvPicPr>
            <p:cNvPr id="36" name="Picture 35" descr="A group of people sitting at a dock&#10;&#10;Description automatically generated">
              <a:extLst>
                <a:ext uri="{FF2B5EF4-FFF2-40B4-BE49-F238E27FC236}">
                  <a16:creationId xmlns:a16="http://schemas.microsoft.com/office/drawing/2014/main" id="{85470213-C72C-4401-A8DD-7CF47951A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17516" y="792865"/>
              <a:ext cx="3755196" cy="5006928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F42B5D-F751-444D-AC9B-B511F7D29245}"/>
                </a:ext>
              </a:extLst>
            </p:cNvPr>
            <p:cNvSpPr txBox="1"/>
            <p:nvPr/>
          </p:nvSpPr>
          <p:spPr>
            <a:xfrm>
              <a:off x="4085468" y="4500139"/>
              <a:ext cx="176763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Public </a:t>
              </a:r>
              <a:endParaRPr lang="en-GB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D119FD1-71FB-4A71-9785-8E090EEBDFDF}"/>
              </a:ext>
            </a:extLst>
          </p:cNvPr>
          <p:cNvGrpSpPr/>
          <p:nvPr/>
        </p:nvGrpSpPr>
        <p:grpSpPr>
          <a:xfrm>
            <a:off x="7662222" y="928070"/>
            <a:ext cx="2485825" cy="2935718"/>
            <a:chOff x="3603574" y="623218"/>
            <a:chExt cx="3903049" cy="5204065"/>
          </a:xfrm>
        </p:grpSpPr>
        <p:pic>
          <p:nvPicPr>
            <p:cNvPr id="12" name="Picture 11" descr="A group of people standing around each other&#10;&#10;Description automatically generated">
              <a:extLst>
                <a:ext uri="{FF2B5EF4-FFF2-40B4-BE49-F238E27FC236}">
                  <a16:creationId xmlns:a16="http://schemas.microsoft.com/office/drawing/2014/main" id="{D17F6804-DBF1-4305-A170-1440EDC52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03574" y="623218"/>
              <a:ext cx="3903049" cy="520406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A13517-E5C0-4171-B7DD-CBF3212C9777}"/>
                </a:ext>
              </a:extLst>
            </p:cNvPr>
            <p:cNvSpPr txBox="1"/>
            <p:nvPr/>
          </p:nvSpPr>
          <p:spPr>
            <a:xfrm>
              <a:off x="4055611" y="5065203"/>
              <a:ext cx="17676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Public 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2883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9A13-1EFF-4EDE-94B1-92498023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“Warm” Zone </a:t>
            </a:r>
          </a:p>
        </p:txBody>
      </p:sp>
      <p:pic>
        <p:nvPicPr>
          <p:cNvPr id="9" name="Picture 8" descr="A group of people on a beach&#10;&#10;Description automatically generated">
            <a:extLst>
              <a:ext uri="{FF2B5EF4-FFF2-40B4-BE49-F238E27FC236}">
                <a16:creationId xmlns:a16="http://schemas.microsoft.com/office/drawing/2014/main" id="{A491EC65-810F-4F3D-967E-3012F49ED4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898" y="3528661"/>
            <a:ext cx="2780507" cy="208538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" name="Picture 9" descr="A picture containing outdoor, person, sitting, small&#10;&#10;Description automatically generated">
            <a:extLst>
              <a:ext uri="{FF2B5EF4-FFF2-40B4-BE49-F238E27FC236}">
                <a16:creationId xmlns:a16="http://schemas.microsoft.com/office/drawing/2014/main" id="{E49629C0-F3DE-469E-9C8B-7CEC9260FB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0776" y="1014952"/>
            <a:ext cx="3478306" cy="234576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Picture 11" descr="A picture containing outdoor, grass, building, sitting&#10;&#10;Description automatically generated">
            <a:extLst>
              <a:ext uri="{FF2B5EF4-FFF2-40B4-BE49-F238E27FC236}">
                <a16:creationId xmlns:a16="http://schemas.microsoft.com/office/drawing/2014/main" id="{F352E9D5-952C-497A-9658-3DBE7D5E438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3025" y="3529465"/>
            <a:ext cx="3127684" cy="208538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 descr="A picture containing orange, outdoor, table, sitting&#10;&#10;Description automatically generated">
            <a:extLst>
              <a:ext uri="{FF2B5EF4-FFF2-40B4-BE49-F238E27FC236}">
                <a16:creationId xmlns:a16="http://schemas.microsoft.com/office/drawing/2014/main" id="{CD1A6DDF-DBD6-4694-B1D1-AFCB7DE6BCA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5087" y="1014951"/>
            <a:ext cx="2118183" cy="2824243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 descr="A group of people walking through a cloudy sky&#10;&#10;Description automatically generated">
            <a:extLst>
              <a:ext uri="{FF2B5EF4-FFF2-40B4-BE49-F238E27FC236}">
                <a16:creationId xmlns:a16="http://schemas.microsoft.com/office/drawing/2014/main" id="{EA21010C-5BF9-4000-B419-50258B7C73A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101" y="1037466"/>
            <a:ext cx="1734710" cy="231294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9BB0CF-2B64-42B7-8BDE-5C885B959AA2}"/>
              </a:ext>
            </a:extLst>
          </p:cNvPr>
          <p:cNvSpPr txBox="1"/>
          <p:nvPr/>
        </p:nvSpPr>
        <p:spPr>
          <a:xfrm>
            <a:off x="248339" y="2846154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Supervised 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FAE6D-7EB7-40E9-8AF7-45D682A93244}"/>
              </a:ext>
            </a:extLst>
          </p:cNvPr>
          <p:cNvSpPr txBox="1"/>
          <p:nvPr/>
        </p:nvSpPr>
        <p:spPr>
          <a:xfrm>
            <a:off x="4929001" y="1153457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Water source 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D792F0-8861-4409-AB85-C29BC58C7899}"/>
              </a:ext>
            </a:extLst>
          </p:cNvPr>
          <p:cNvSpPr txBox="1"/>
          <p:nvPr/>
        </p:nvSpPr>
        <p:spPr>
          <a:xfrm>
            <a:off x="202898" y="3927461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Channelled  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72C7AB-E430-485B-AD51-D978FB3F82AC}"/>
              </a:ext>
            </a:extLst>
          </p:cNvPr>
          <p:cNvSpPr txBox="1"/>
          <p:nvPr/>
        </p:nvSpPr>
        <p:spPr>
          <a:xfrm>
            <a:off x="7627669" y="3360715"/>
            <a:ext cx="1767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Portable  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CF123-8270-428B-B9A9-535BF1A8C6D6}"/>
              </a:ext>
            </a:extLst>
          </p:cNvPr>
          <p:cNvSpPr txBox="1"/>
          <p:nvPr/>
        </p:nvSpPr>
        <p:spPr>
          <a:xfrm>
            <a:off x="4163892" y="5275487"/>
            <a:ext cx="2113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Waste management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4246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9A13-1EFF-4EDE-94B1-92498023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Rolls Royce version </a:t>
            </a:r>
          </a:p>
        </p:txBody>
      </p:sp>
      <p:pic>
        <p:nvPicPr>
          <p:cNvPr id="15" name="Picture 14" descr="A person standing in front of a building&#10;&#10;Description automatically generated">
            <a:extLst>
              <a:ext uri="{FF2B5EF4-FFF2-40B4-BE49-F238E27FC236}">
                <a16:creationId xmlns:a16="http://schemas.microsoft.com/office/drawing/2014/main" id="{C2E99FC7-FF7E-442A-8389-B64FB3F753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3145" y="3331821"/>
            <a:ext cx="3140661" cy="224625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7" name="Picture 16" descr="A boat sitting on top of a beach&#10;&#10;Description automatically generated">
            <a:extLst>
              <a:ext uri="{FF2B5EF4-FFF2-40B4-BE49-F238E27FC236}">
                <a16:creationId xmlns:a16="http://schemas.microsoft.com/office/drawing/2014/main" id="{7D4E1925-1A75-4A72-A210-CE53E3D9A8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522" y="917722"/>
            <a:ext cx="3076807" cy="230760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7" name="Picture 26" descr="A picture containing outdoor, building, table, sitting&#10;&#10;Description automatically generated">
            <a:extLst>
              <a:ext uri="{FF2B5EF4-FFF2-40B4-BE49-F238E27FC236}">
                <a16:creationId xmlns:a16="http://schemas.microsoft.com/office/drawing/2014/main" id="{D3938ABC-AE3E-4C75-B5B1-5699D65B4E0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0025" y="984707"/>
            <a:ext cx="2879742" cy="445300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9" name="Picture 28" descr="A group of people standing in a room&#10;&#10;Description automatically generated">
            <a:extLst>
              <a:ext uri="{FF2B5EF4-FFF2-40B4-BE49-F238E27FC236}">
                <a16:creationId xmlns:a16="http://schemas.microsoft.com/office/drawing/2014/main" id="{2CB73525-2911-48EF-B87D-C33799F6735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522" y="3368276"/>
            <a:ext cx="3076807" cy="22098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1" name="Picture 30" descr="A picture containing building, table, sitting, luggage&#10;&#10;Description automatically generated">
            <a:extLst>
              <a:ext uri="{FF2B5EF4-FFF2-40B4-BE49-F238E27FC236}">
                <a16:creationId xmlns:a16="http://schemas.microsoft.com/office/drawing/2014/main" id="{A81DEF49-8289-461D-852D-F1DD6650041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3145" y="917722"/>
            <a:ext cx="3140661" cy="228271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98915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Hazards to Responders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  <a:p>
            <a:pPr marL="0" indent="0" algn="ctr" defTabSz="457200">
              <a:buClr>
                <a:srgbClr val="FF0000"/>
              </a:buClr>
              <a:buNone/>
            </a:pPr>
            <a:r>
              <a:rPr lang="en-GB" sz="3570" b="1" dirty="0">
                <a:ea typeface="MS PGothic" panose="020B0600070205080204" pitchFamily="34" charset="-128"/>
              </a:rPr>
              <a:t>Using the following pictures prepare a 5-minute safety brief including what PPE is required to give to the rest of the course as if they were your site workers</a:t>
            </a:r>
          </a:p>
        </p:txBody>
      </p:sp>
      <p:pic>
        <p:nvPicPr>
          <p:cNvPr id="4" name="Picture 10" descr="market-timin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37116" y="4372834"/>
            <a:ext cx="1023067" cy="1272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064229" y="4761089"/>
            <a:ext cx="2761012" cy="339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7" dirty="0">
                <a:solidFill>
                  <a:srgbClr val="51646C"/>
                </a:solidFill>
                <a:latin typeface="Arial" pitchFamily="34" charset="0"/>
                <a:cs typeface="Arial" pitchFamily="34" charset="0"/>
              </a:rPr>
              <a:t>You have 10min for this task</a:t>
            </a:r>
            <a:endParaRPr lang="en-GB" sz="1607" dirty="0">
              <a:solidFill>
                <a:srgbClr val="51646C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9080068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2510" y="905434"/>
            <a:ext cx="7695968" cy="46237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az 18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22934" y="893663"/>
            <a:ext cx="7795119" cy="473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i70-125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3967" y="869577"/>
            <a:ext cx="7894270" cy="477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6050005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0236" y="832422"/>
            <a:ext cx="7806135" cy="47156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9280156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561" y="896470"/>
            <a:ext cx="8161867" cy="49036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9210132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561" y="878540"/>
            <a:ext cx="8161866" cy="4921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0">
            <a:extLst>
              <a:ext uri="{FF2B5EF4-FFF2-40B4-BE49-F238E27FC236}">
                <a16:creationId xmlns:a16="http://schemas.microsoft.com/office/drawing/2014/main" id="{4FB935AF-B5CF-45DD-85B6-194F30BD1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561" y="32591"/>
            <a:ext cx="816187" cy="6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GB" altLang="en-US" sz="3570">
                <a:solidFill>
                  <a:schemeClr val="bg1"/>
                </a:solidFill>
                <a:latin typeface="Bauhaus 93" panose="04030905020B02020C02" pitchFamily="82" charset="0"/>
              </a:rPr>
              <a:t>QS</a:t>
            </a:r>
          </a:p>
        </p:txBody>
      </p:sp>
      <p:pic>
        <p:nvPicPr>
          <p:cNvPr id="4" name="Picture 2" descr="Collection points 1">
            <a:extLst>
              <a:ext uri="{FF2B5EF4-FFF2-40B4-BE49-F238E27FC236}">
                <a16:creationId xmlns:a16="http://schemas.microsoft.com/office/drawing/2014/main" id="{E5F98DDD-5681-4357-999A-8D5005A5A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4984" y="889709"/>
            <a:ext cx="8092574" cy="47414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97E262-ABE0-D8A7-F287-A1D8739C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4DBF3-BF42-8F30-C745-61D5599761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You should now be able to.....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GB" b="1" dirty="0"/>
          </a:p>
          <a:p>
            <a:pPr marL="34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1800" dirty="0">
                <a:latin typeface="Arial" charset="0"/>
              </a:rPr>
              <a:t>List the hazards to responders from oil and substances.</a:t>
            </a:r>
            <a:endParaRPr lang="en-GB" sz="1800" dirty="0"/>
          </a:p>
          <a:p>
            <a:pPr marL="34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1800" dirty="0">
                <a:latin typeface="Arial" charset="0"/>
              </a:rPr>
              <a:t>Identify the hazards from spill operations and explain how to mitigate them</a:t>
            </a:r>
            <a:endParaRPr lang="en-GB" sz="1800" dirty="0"/>
          </a:p>
          <a:p>
            <a:pPr marL="34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1800" dirty="0">
                <a:latin typeface="Arial" charset="0"/>
              </a:rPr>
              <a:t>Explain safety assessment, recording and briefing procedures</a:t>
            </a:r>
          </a:p>
          <a:p>
            <a:pPr marL="3429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GB" sz="1800" dirty="0">
                <a:latin typeface="Arial" charset="0"/>
              </a:rPr>
              <a:t>Identify key components of an oil spill clean-up site and explain the method of site control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56750636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Adler &amp; Allan New Branding">
      <a:dk1>
        <a:srgbClr val="031F3B"/>
      </a:dk1>
      <a:lt1>
        <a:srgbClr val="FFFFFF"/>
      </a:lt1>
      <a:dk2>
        <a:srgbClr val="031F3B"/>
      </a:dk2>
      <a:lt2>
        <a:srgbClr val="FFFFFF"/>
      </a:lt2>
      <a:accent1>
        <a:srgbClr val="6BC6E1"/>
      </a:accent1>
      <a:accent2>
        <a:srgbClr val="7EBB48"/>
      </a:accent2>
      <a:accent3>
        <a:srgbClr val="6FC09B"/>
      </a:accent3>
      <a:accent4>
        <a:srgbClr val="EB5F3D"/>
      </a:accent4>
      <a:accent5>
        <a:srgbClr val="7030A0"/>
      </a:accent5>
      <a:accent6>
        <a:srgbClr val="BFBFBF"/>
      </a:accent6>
      <a:hlink>
        <a:srgbClr val="7F7F7F"/>
      </a:hlink>
      <a:folHlink>
        <a:srgbClr val="7030A0"/>
      </a:folHlink>
    </a:clrScheme>
    <a:fontScheme name="Adler &amp; Allan New Branding Fonts">
      <a:majorFont>
        <a:latin typeface="Cabin"/>
        <a:ea typeface=""/>
        <a:cs typeface=""/>
      </a:majorFont>
      <a:minorFont>
        <a:latin typeface="Cab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90521_Presentation template widescreen_V03" id="{D5B467B7-D459-435C-A475-3ECB064A460A}" vid="{D9FADF6A-C962-4670-8DF6-1C7844C6F452}"/>
    </a:ext>
  </a:extLst>
</a:theme>
</file>

<file path=ppt/theme/theme2.xml><?xml version="1.0" encoding="utf-8"?>
<a:theme xmlns:a="http://schemas.openxmlformats.org/drawingml/2006/main" name="lamor">
  <a:themeElements>
    <a:clrScheme name="Lamor">
      <a:dk1>
        <a:srgbClr val="000000"/>
      </a:dk1>
      <a:lt1>
        <a:srgbClr val="FFFFFF"/>
      </a:lt1>
      <a:dk2>
        <a:srgbClr val="FFFDE6"/>
      </a:dk2>
      <a:lt2>
        <a:srgbClr val="E6EBEF"/>
      </a:lt2>
      <a:accent1>
        <a:srgbClr val="FFE600"/>
      </a:accent1>
      <a:accent2>
        <a:srgbClr val="002F5F"/>
      </a:accent2>
      <a:accent3>
        <a:srgbClr val="5D7CA7"/>
      </a:accent3>
      <a:accent4>
        <a:srgbClr val="C0CBD7"/>
      </a:accent4>
      <a:accent5>
        <a:srgbClr val="959C9E"/>
      </a:accent5>
      <a:accent6>
        <a:srgbClr val="115EFA"/>
      </a:accent6>
      <a:hlink>
        <a:srgbClr val="002F5F"/>
      </a:hlink>
      <a:folHlink>
        <a:srgbClr val="002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6B51E2655B646B18D2FE210B1C97E" ma:contentTypeVersion="13" ma:contentTypeDescription="Create a new document." ma:contentTypeScope="" ma:versionID="0b35deb4383559c7435ad8864ab9a79f">
  <xsd:schema xmlns:xsd="http://www.w3.org/2001/XMLSchema" xmlns:xs="http://www.w3.org/2001/XMLSchema" xmlns:p="http://schemas.microsoft.com/office/2006/metadata/properties" xmlns:ns2="77804a46-555b-4123-a838-f40b4012061f" xmlns:ns3="aade57ad-1aa1-4172-b644-e33deac07fb9" targetNamespace="http://schemas.microsoft.com/office/2006/metadata/properties" ma:root="true" ma:fieldsID="10eacd34b7c4893709de3394c604e2be" ns2:_="" ns3:_="">
    <xsd:import namespace="77804a46-555b-4123-a838-f40b4012061f"/>
    <xsd:import namespace="aade57ad-1aa1-4172-b644-e33deac07fb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04a46-555b-4123-a838-f40b401206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de57ad-1aa1-4172-b644-e33deac07f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1BAC51-40D2-455B-AF1F-39FCD8243B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7804a46-555b-4123-a838-f40b4012061f"/>
    <ds:schemaRef ds:uri="aade57ad-1aa1-4172-b644-e33deac07f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A48C3-6C83-4E76-ABB2-53AD42337783}">
  <ds:schemaRefs>
    <ds:schemaRef ds:uri="http://schemas.microsoft.com/office/2006/metadata/properties"/>
    <ds:schemaRef ds:uri="http://schemas.microsoft.com/office/infopath/2007/PartnerControls"/>
    <ds:schemaRef ds:uri="413b7aa5-4aa7-40ee-822d-0a41ecb7cd21"/>
  </ds:schemaRefs>
</ds:datastoreItem>
</file>

<file path=customXml/itemProps3.xml><?xml version="1.0" encoding="utf-8"?>
<ds:datastoreItem xmlns:ds="http://schemas.openxmlformats.org/officeDocument/2006/customXml" ds:itemID="{7AA57EC1-EA2A-46C4-8FCF-CDF3D55F72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5339</TotalTime>
  <Words>1773</Words>
  <Application>Microsoft Macintosh PowerPoint</Application>
  <PresentationFormat>Custom</PresentationFormat>
  <Paragraphs>336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MS PGothic</vt:lpstr>
      <vt:lpstr>MS PGothic</vt:lpstr>
      <vt:lpstr>Arial</vt:lpstr>
      <vt:lpstr>Bauhaus 93</vt:lpstr>
      <vt:lpstr>Cabin</vt:lpstr>
      <vt:lpstr>Calibri</vt:lpstr>
      <vt:lpstr>Helvetica</vt:lpstr>
      <vt:lpstr>Helvetica Light</vt:lpstr>
      <vt:lpstr>Lucida Grande</vt:lpstr>
      <vt:lpstr>Tahoma</vt:lpstr>
      <vt:lpstr>Times New Roman</vt:lpstr>
      <vt:lpstr>Webdings</vt:lpstr>
      <vt:lpstr>Wingdings</vt:lpstr>
      <vt:lpstr>Office Theme</vt:lpstr>
      <vt:lpstr>lamor</vt:lpstr>
      <vt:lpstr>Health and Safety during a Response</vt:lpstr>
      <vt:lpstr>Health and Safety during a Response</vt:lpstr>
      <vt:lpstr>PowerPoint Presentation</vt:lpstr>
      <vt:lpstr>Hazard Identification</vt:lpstr>
      <vt:lpstr>Hazard Identification</vt:lpstr>
      <vt:lpstr>PowerPoint Presentation</vt:lpstr>
      <vt:lpstr>The Oil Itself</vt:lpstr>
      <vt:lpstr>The  Working Environment </vt:lpstr>
      <vt:lpstr>The Working Environment</vt:lpstr>
      <vt:lpstr>Manual Handling</vt:lpstr>
      <vt:lpstr>Equipment Hazards</vt:lpstr>
      <vt:lpstr>Your Fellow Responders</vt:lpstr>
      <vt:lpstr>Wildlife</vt:lpstr>
      <vt:lpstr>Mitigating the Risk</vt:lpstr>
      <vt:lpstr>Mitigating the risk of clean-up operations</vt:lpstr>
      <vt:lpstr>Risk Assessment </vt:lpstr>
      <vt:lpstr>Risk Assessment </vt:lpstr>
      <vt:lpstr>Safety Briefing</vt:lpstr>
      <vt:lpstr>Site Entry</vt:lpstr>
      <vt:lpstr>Gas Monitoring</vt:lpstr>
      <vt:lpstr>Examples of Exposure Limits </vt:lpstr>
      <vt:lpstr>Personal Protective Equipment - PPE</vt:lpstr>
      <vt:lpstr>General Personal Protective Equipment</vt:lpstr>
      <vt:lpstr>PPE may need to be specialised  </vt:lpstr>
      <vt:lpstr>Site Control</vt:lpstr>
      <vt:lpstr>Access Control </vt:lpstr>
      <vt:lpstr>Managing the Decontamination Process </vt:lpstr>
      <vt:lpstr>Resources that require Decontamination </vt:lpstr>
      <vt:lpstr>“Warm” Zone </vt:lpstr>
      <vt:lpstr>Rolls Royce version </vt:lpstr>
      <vt:lpstr>Hazards to Responders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should now be able to.....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Jason Loach</dc:creator>
  <cp:lastModifiedBy>pekka Eskelinen</cp:lastModifiedBy>
  <cp:revision>152</cp:revision>
  <cp:lastPrinted>2020-01-24T12:36:09Z</cp:lastPrinted>
  <dcterms:created xsi:type="dcterms:W3CDTF">2026-09-08T17:18:51Z</dcterms:created>
  <dcterms:modified xsi:type="dcterms:W3CDTF">2026-10-01T09:14:20Z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0x0101005BA6B51E2655B646B18D2FE210B1C97E</vt:lpwstr>
  </property>
</Properties>
</file>